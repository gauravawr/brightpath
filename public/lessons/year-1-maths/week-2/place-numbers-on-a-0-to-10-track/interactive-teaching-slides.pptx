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45ead2275344430" /><Relationship Type="http://schemas.openxmlformats.org/officeDocument/2006/relationships/extended-properties" Target="/docProps/app.xml" Id="R07726fa0feed4328" /><Relationship Type="http://schemas.openxmlformats.org/officeDocument/2006/relationships/officeDocument" Target="/ppt/presentation.xml" Id="R1b6ecd07527b4c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b7ce13433847d6"/>
  </p:sldMasterIdLst>
  <p:notesMasterIdLst>
    <p:notesMasterId xmlns:r="http://schemas.openxmlformats.org/officeDocument/2006/relationships" r:id="R4af337610c124764"/>
  </p:notesMasterIdLst>
  <p:sldIdLst>
    <p:sldId xmlns:r="http://schemas.openxmlformats.org/officeDocument/2006/relationships" id="256" r:id="R7bbee49550ba4f21"/>
    <p:sldId xmlns:r="http://schemas.openxmlformats.org/officeDocument/2006/relationships" id="257" r:id="R4b3d63a25a974625"/>
    <p:sldId xmlns:r="http://schemas.openxmlformats.org/officeDocument/2006/relationships" id="258" r:id="R849491792db94448"/>
    <p:sldId xmlns:r="http://schemas.openxmlformats.org/officeDocument/2006/relationships" id="259" r:id="Rf13020dbffda4dee"/>
    <p:sldId xmlns:r="http://schemas.openxmlformats.org/officeDocument/2006/relationships" id="260" r:id="R03e47f059d6f4090"/>
    <p:sldId xmlns:r="http://schemas.openxmlformats.org/officeDocument/2006/relationships" id="261" r:id="R66593ce0faa048b2"/>
    <p:sldId xmlns:r="http://schemas.openxmlformats.org/officeDocument/2006/relationships" id="262" r:id="R8c99be84ca3a4bc4"/>
    <p:sldId xmlns:r="http://schemas.openxmlformats.org/officeDocument/2006/relationships" id="263" r:id="R6a996408dd07414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30aaef49f14e0c" /><Relationship Type="http://schemas.openxmlformats.org/officeDocument/2006/relationships/slideMaster" Target="/ppt/slideMasters/slideMaster1.xml" Id="R60b7ce13433847d6" /><Relationship Type="http://schemas.openxmlformats.org/officeDocument/2006/relationships/notesMaster" Target="/ppt/notesMasters/notesMaster1.xml" Id="R4af337610c124764" /><Relationship Type="http://schemas.openxmlformats.org/officeDocument/2006/relationships/presProps" Target="/ppt/presProps.xml" Id="Rb1ec407dec4a4418" /><Relationship Type="http://schemas.openxmlformats.org/officeDocument/2006/relationships/tableStyles" Target="/ppt/tableStyles.xml" Id="R40ac5a82b0ce4a2a" /><Relationship Type="http://schemas.openxmlformats.org/officeDocument/2006/relationships/slide" Target="/ppt/slides/slide1.xml" Id="R7bbee49550ba4f21" /><Relationship Type="http://schemas.openxmlformats.org/officeDocument/2006/relationships/slide" Target="/ppt/slides/slide2.xml" Id="R4b3d63a25a974625" /><Relationship Type="http://schemas.openxmlformats.org/officeDocument/2006/relationships/slide" Target="/ppt/slides/slide3.xml" Id="R849491792db94448" /><Relationship Type="http://schemas.openxmlformats.org/officeDocument/2006/relationships/slide" Target="/ppt/slides/slide4.xml" Id="Rf13020dbffda4dee" /><Relationship Type="http://schemas.openxmlformats.org/officeDocument/2006/relationships/slide" Target="/ppt/slides/slide5.xml" Id="R03e47f059d6f4090" /><Relationship Type="http://schemas.openxmlformats.org/officeDocument/2006/relationships/slide" Target="/ppt/slides/slide6.xml" Id="R66593ce0faa048b2" /><Relationship Type="http://schemas.openxmlformats.org/officeDocument/2006/relationships/slide" Target="/ppt/slides/slide7.xml" Id="R8c99be84ca3a4bc4" /><Relationship Type="http://schemas.openxmlformats.org/officeDocument/2006/relationships/slide" Target="/ppt/slides/slide8.xml" Id="R6a996408dd07414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9e4d5270c545a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110f3e5c354fe5" /><Relationship Type="http://schemas.openxmlformats.org/officeDocument/2006/relationships/notesMaster" Target="/ppt/notesMasters/notesMaster1.xml" Id="R9db4348469af44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b4910a26b344d1" /><Relationship Type="http://schemas.openxmlformats.org/officeDocument/2006/relationships/notesMaster" Target="/ppt/notesMasters/notesMaster1.xml" Id="Rbe5f2f96efda45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760ebbaf0441cb" /><Relationship Type="http://schemas.openxmlformats.org/officeDocument/2006/relationships/notesMaster" Target="/ppt/notesMasters/notesMaster1.xml" Id="R750c2bd56fae48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4a803300ad4775" /><Relationship Type="http://schemas.openxmlformats.org/officeDocument/2006/relationships/notesMaster" Target="/ppt/notesMasters/notesMaster1.xml" Id="R6c0734d89e384a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ffb865fa1347b4" /><Relationship Type="http://schemas.openxmlformats.org/officeDocument/2006/relationships/notesMaster" Target="/ppt/notesMasters/notesMaster1.xml" Id="Ra64a9962646940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99f3db5f25460b" /><Relationship Type="http://schemas.openxmlformats.org/officeDocument/2006/relationships/notesMaster" Target="/ppt/notesMasters/notesMaster1.xml" Id="Rec9e7628466e4d2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98f90aea8d4910" /><Relationship Type="http://schemas.openxmlformats.org/officeDocument/2006/relationships/notesMaster" Target="/ppt/notesMasters/notesMaster1.xml" Id="R8553811061fb4d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a092620bc74833" /><Relationship Type="http://schemas.openxmlformats.org/officeDocument/2006/relationships/notesMaster" Target="/ppt/notesMasters/notesMaster1.xml" Id="Racfb99ed85af498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Count aloud from 0 to 10, then start at 4 and continue to 10 without returning to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Count aloud from 0 to 10, then start at 4 and continue to 10 without returning to zero.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treats the spaces between marks as numbers. Point to each marked position and place one numeral card directly on each mark.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7 belongs between 6 and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The counting sequence increases by one, and 9 is one more than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Lower support completes tracks with one missing number. Expected pupils place several missing numbers. Higher challenge pupils reason about hidden positions and errors.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5. | 9. | The number before is one less and the number after is one more..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c3441827446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cb97ba97ee46eb" /><Relationship Type="http://schemas.openxmlformats.org/officeDocument/2006/relationships/slideLayout" Target="/ppt/slideLayouts/slideLayout1.xml" Id="Rb2cd1dd379bc41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cd1dd379bc41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0dce4723f47b0" /><Relationship Type="http://schemas.openxmlformats.org/officeDocument/2006/relationships/notesSlide" Target="/ppt/notesSlides/notesSlide1.xml" Id="R26988c0e12af49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90f87ce670450d" /><Relationship Type="http://schemas.openxmlformats.org/officeDocument/2006/relationships/notesSlide" Target="/ppt/notesSlides/notesSlide2.xml" Id="R6ddc2e12326d4a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42b644391f455b" /><Relationship Type="http://schemas.openxmlformats.org/officeDocument/2006/relationships/notesSlide" Target="/ppt/notesSlides/notesSlide3.xml" Id="R5a7e6196a00f4e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18359b8acf4ded" /><Relationship Type="http://schemas.openxmlformats.org/officeDocument/2006/relationships/notesSlide" Target="/ppt/notesSlides/notesSlide4.xml" Id="R02f50ebf4c6e44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40d11f4dd4652" /><Relationship Type="http://schemas.openxmlformats.org/officeDocument/2006/relationships/notesSlide" Target="/ppt/notesSlides/notesSlide5.xml" Id="Rf3eb4045ebb24d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0825cfc2e4b89" /><Relationship Type="http://schemas.openxmlformats.org/officeDocument/2006/relationships/notesSlide" Target="/ppt/notesSlides/notesSlide6.xml" Id="Rc83748f0530041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5e93df9c443f1" /><Relationship Type="http://schemas.openxmlformats.org/officeDocument/2006/relationships/notesSlide" Target="/ppt/notesSlides/notesSlide7.xml" Id="Radccdbf436754b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8525b994e24cb2" /><Relationship Type="http://schemas.openxmlformats.org/officeDocument/2006/relationships/notesSlide" Target="/ppt/notesSlides/notesSlide8.xml" Id="Recfc0f50bc15479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68A91A-7673-4465-B51F-8525D838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FB6F6E-07AE-4423-9AEF-B21060CE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B7190E-A9CD-4387-9EE1-4467DC98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Place numbers on a 0 to 10 track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B85DD7-0FBE-448B-AD93-5B7A73BE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DEF7A-F1D9-4052-8B4C-78F1596F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9DAD35-3DE2-4BD4-B425-7E3D09CE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15AB5-47AA-4464-991E-233EDDE6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793FD-3E9C-4577-B15F-84E98A14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76FC42-6932-48F0-BC90-E2C7CBA6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Place and identify numbers on a number track from 0 to 10.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52C32-5320-4885-832E-DA2DE5CD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3CF1F1-E1AF-415E-9145-648B7078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9A859B-D5A1-40EA-84CC-50060029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B557F4-F9C6-492F-9AD9-2045A533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3B72B-134F-4462-813E-42CDA255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ADA3B8-A6B5-4C14-A324-B2F0CF29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9D513B-ED2C-43DE-BAC6-F92AB21B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17006825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89A08B-B742-45D4-9B5D-DAC1749B3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4E4A4-C29C-4BA0-860B-33217A46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2FD2B2-0B3F-462A-901E-13746357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28862-C70E-4B8F-9552-11FF6226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41AFE-7A58-4624-A7B1-5821D848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0A9907-B5F4-4DF7-B034-7BAFB84E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4A43EF-6A2E-42CF-AAB2-5A70428E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clues help when one number is hidden on a number track?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58F9F8-12D9-453F-8539-BD1CA306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AA416B-E4BA-4541-97B5-FB2BDE54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2B8AD5-2AFF-41A4-972E-6C620645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2C7C76-0BBC-4648-9007-42AFA101C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DE8F8-7493-4B79-8F26-8D4C454F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0749F7-ED02-4AD7-B52C-E7DEF329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7C39BA-1B8D-4348-BFEA-402E41DB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15229B-DEE5-4922-86CB-0671FFAB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18914758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385431-9F04-4C8D-9959-31AB97B0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F48F5-9AE9-49CF-A1D0-B08E4CD5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A87CB-9BB0-469B-A2B0-8FDD1D4E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DC8E0-EEF3-4881-9BF7-ABA20A0F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AE3822-696E-4C6A-A539-CBBE0059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09C529-F2DB-4BCD-9DA8-51275085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BD9E89-CA0E-45A8-81B1-9339F7B6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936BF-E14D-4C9C-B47C-4CF0D189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40B9E-AE7D-47CD-97D7-4B4C530A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B1EC2-EA0E-4DE4-B5DC-4A95016B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Lay numeral cards 0 to 10 in order from left to right.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3273D-DDB1-4F6A-AFDB-98026E95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146D8-1AB6-4499-88CF-F9C4636AB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138A95-EB86-4A5D-8D70-2A1A0DEFE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Check that each next numeral is one more.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B632C8-5DB7-44DC-AD2F-4329AA01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7FC80-18F1-4239-ABB4-606F4A33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20D8D6-465B-431C-A38F-A6E0FA1E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Remove 7 and use 6 before it and 8 after it to find the missing position.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D2E83F-F85C-4640-B5FB-752672BF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75F3D5-5792-4AC1-8238-368858E8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57EE4E-1ABD-4536-97CE-C3090910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the sentence: 7 is between 6 and 8.</a:t>
            </a:r>
          </a:p>
        </p:txBody>
      </p:sp>
    </p:spTree>
    <p:extLst>
      <p:ext uri="{BB962C8B-B14F-4D97-AF65-F5344CB8AC3E}">
        <p14:creationId xmlns:p14="http://schemas.microsoft.com/office/powerpoint/2010/main" val="20079446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1BF9AB-2696-4535-9729-F751BBA21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D08DEC-19DB-4530-A668-5BF43540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A0E9A-3695-462B-B7A8-F90933A1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CCD48-8EBD-4E7D-8742-158E6749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5B2CCE-C626-46AF-8DA3-44093910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DB7B3-8F32-4D6B-9B2A-9DA08068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E0B982-6C03-47E2-BCC1-4997F7BB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E3721-91B4-4DA7-AC17-26763A9F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Place 7 on a track that already shows 6 and 8.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1D218C-2A6B-47F6-83F9-9301A085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47E79-828B-46B7-852B-589F57D1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DD7EE-AED6-4BC3-A4F5-04007B08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17800859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489A26-B612-4F3B-9F55-0D2F4D1B4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42C3CA-355C-4AA4-AA38-9E5BA799F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E538FE-5613-4B78-8F7F-87770A9A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6D051-0F65-4FE0-BC1E-177FA249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981B2-96BA-42B4-BC8A-946BDFD1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284FCC-A05D-4641-8E15-678D263E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44E06-044B-46A4-8A2B-ECEDAC2F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184F20-693F-4903-94B7-C5F6513C3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2C1AB9-01AC-4F83-8DF4-163783CD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7D496-ECB8-430F-A827-D4E827DC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7 belongs between 6 and 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2095A2-03A8-4C36-A576-9CB53B2E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294154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CFA00C-F177-4BF5-9D62-4DE8591E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FBB534-B3E1-41A6-9CD8-EB95D0A1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D5F39-0544-4987-9E82-1A5EFCF3E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09280-F0A2-4368-AD82-EC99B417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18F687-27A1-4747-A8D9-C94EFA1E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835B5-9A43-4CB6-8918-2D56A3FB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00950B-F706-4049-B94F-5E87FEA4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5F16C-930C-4134-B6ED-60D5D80C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E044D-021E-47F1-847B-503A6BBFA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43E09-1425-4842-B2AB-6889F8B6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78190A-D22E-47D0-8209-1ACE5365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 9 belongs after 8 rather than before 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20223-8FD0-4EAB-BA7F-9175130D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5A0A62-7018-49D4-A4E1-CB4C00896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990D94-684D-4A3A-9788-750929F8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114D42-BDAB-402F-BB53-470EE4F9B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7168628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3777FE-2CC7-454E-9E9D-B20AF4D3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3C3B5-F95A-4588-84BC-38471368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68ABF-CF5B-407A-A978-3BEBDAC2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B6A3D-32CA-4687-BE7D-8F83BDA2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E4448-02C2-43E4-A9D8-3737B4F9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E0114-3211-4C7E-BF71-7142B102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04C921-5DD0-44D5-81A0-87F8AF51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5CB502-BE68-4C79-9A9A-1AAAE6A6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EA46BC-9D94-48D2-9170-B77D2BB8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D0D54B-7531-4E45-81E0-C6997136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DE30E6-CC41-4995-B126-DA74122B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9A4F15-103E-4CBB-B49F-C2A5AE80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4F659C-9D5F-4316-8DD9-E85D0404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04AED0-E0C3-43B0-9AA4-C9277F6C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B3B0FB-7C1E-4CC4-8393-E75BEF993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F8F278-16C1-4CE6-A4A6-411CB7CA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7A8114-01CC-4513-AD2F-84FE6D06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1887D2-2799-497E-8536-36F53268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F51335-D896-4CDF-A651-3847CFBA3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20650697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4E67BC-66FB-4F71-8BCC-9CA79CD7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707D0-E218-46D7-A677-65BD4DBA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2  •  DAY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B7F36A-DC2E-427A-8FE4-06A37954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D91B45-157C-48C0-B029-E5294B14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6E0E64-7930-4073-8067-F1C5A884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E0FE6-91AE-4C13-8D54-34DF177FF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0A4E15-E1C9-4B9D-A8F8-D654148E1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DAC17-DD33-432F-9E53-B51EF259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B45014-CA16-43F8-9DAD-40A64A27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9A05B3-611A-4B67-8467-3681B798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number is before 6?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3CA98F-938A-4154-9943-804235D7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EA9F25-E1A8-4771-AB0E-BC1097A5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65856F-2715-4353-9A92-E63E8BED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72AC1-C979-473A-B6A3-7B9F16CC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number is between 8 and 10?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C4DE5-3875-4588-A4F4-E6F11A64F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2760EB-23C5-423F-AD13-0851B258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0D8B60-96CA-4E0B-9CF4-0042DECD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CB35C-B459-46E9-A382-10C43CEA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How can neighbouring numbers help with a missing number?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14A523-DB27-44BE-B73C-6D718EF3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1302194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2026-09-07T14:29:52.7050000Z</dcterms:created>
  <dcterms:modified xsi:type="dcterms:W3CDTF">2026-09-07T14:29:52.7050000Z</dcterms:modified>
</coreProperties>
</file>