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Place numbers on a 0 to 10 track. Place numbers on a 0 to 10 track.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Place numbers on a 0 to 10 track. I do. The numbers increase by one. Find the neighbours and move the missing numeral between them.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Place numbers on a 0 to 10 track. You do. Pause before clicking. Let pupils try independently, then reveal and discuss every step. The numbers increase by one. Find the neighbours and move the missing numeral between them.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Place numbers on a 0 to 10 track. I do. The numbers increase by one. Find the neighbours and move the missing numeral between them.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Place numbers on a 0 to 10 track. You do. Pause before clicking. Let pupils try independently, then reveal and discuss every step. The numbers increase by one. Find the neighbours and move the missing numeral between them.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Place numbers on a 0 to 10 track.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Place numbers on a 0 to 10 track.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EF280F96-32DD-4DEC-B94E-7A82579E72F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Place numbers on a 0 to 10 track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C034E65-2141-4E8E-80AB-B1C23710BE3E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262D1B2-D023-4A01-92E9-AF079154B5E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77702AD6-4023-46E8-938E-EB77C616DA5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Place numbers on a 0 to 10 track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21D3786-C4C5-4B97-9E21-BF42FB33A7E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B0C3FBA-E816-4D29-B57D-FBCADC51A3D7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Place and identify numbers on a number track from 0 to 10.</a:t>
            </a:r>
          </a:p>
        </p:txBody>
      </p:sp>
    </p:spTree>
    <p:extLst>
      <p:ext uri="{BB962C8B-B14F-4D97-AF65-F5344CB8AC3E}">
        <p14:creationId xmlns:p14="http://schemas.microsoft.com/office/powerpoint/2010/main" val="158440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-1">
            <a:extLst>
              <a:ext uri="{FF2B5EF4-FFF2-40B4-BE49-F238E27FC236}">
                <a16:creationId xmlns:a16="http://schemas.microsoft.com/office/drawing/2014/main" id="{559BDB27-9E0E-4A8E-8A9C-973B3B6FEC63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9493577-79E9-4932-883F-9FB44CF60434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Where does 7 belong on the number track?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07E4082-D527-41A3-B643-8C877E60488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54839F1-35EF-46E1-84F3-3D5BD40DDB7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Place numbers on a 0 to 10 track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7692D5A-3EE9-4C14-B78B-3DA21984E69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3CCC6E3-BB58-468A-B022-557B3DAEC160}"/>
              </a:ext>
            </a:extLst>
          </p:cNvPr>
          <p:cNvSpPr>
            <a:spLocks noGrp="1"/>
          </p:cNvSpPr>
          <p:nvPr/>
        </p:nvSpPr>
        <p:spPr>
          <a:xfrm>
            <a:off x="9525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1715218-7346-4B7D-AF72-0305A894E81F}"/>
              </a:ext>
            </a:extLst>
          </p:cNvPr>
          <p:cNvSpPr>
            <a:spLocks noGrp="1"/>
          </p:cNvSpPr>
          <p:nvPr/>
        </p:nvSpPr>
        <p:spPr>
          <a:xfrm>
            <a:off x="9525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84C26F8-940E-49D2-8FA5-ABCAC05FC9BF}"/>
              </a:ext>
            </a:extLst>
          </p:cNvPr>
          <p:cNvSpPr>
            <a:spLocks noGrp="1"/>
          </p:cNvSpPr>
          <p:nvPr/>
        </p:nvSpPr>
        <p:spPr>
          <a:xfrm>
            <a:off x="21907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D7E7E7D-EBBB-4CB1-9FAD-B0F553A8A7E0}"/>
              </a:ext>
            </a:extLst>
          </p:cNvPr>
          <p:cNvSpPr>
            <a:spLocks noGrp="1"/>
          </p:cNvSpPr>
          <p:nvPr/>
        </p:nvSpPr>
        <p:spPr>
          <a:xfrm>
            <a:off x="21907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AE03553-1F3C-4246-AA5D-A80D3D688702}"/>
              </a:ext>
            </a:extLst>
          </p:cNvPr>
          <p:cNvSpPr>
            <a:spLocks noGrp="1"/>
          </p:cNvSpPr>
          <p:nvPr/>
        </p:nvSpPr>
        <p:spPr>
          <a:xfrm>
            <a:off x="34290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97759848-930A-4D12-BB69-28187B44B3FD}"/>
              </a:ext>
            </a:extLst>
          </p:cNvPr>
          <p:cNvSpPr>
            <a:spLocks noGrp="1"/>
          </p:cNvSpPr>
          <p:nvPr/>
        </p:nvSpPr>
        <p:spPr>
          <a:xfrm>
            <a:off x="34290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1E515D5C-7D2D-4683-9222-E1B7CD97CA88}"/>
              </a:ext>
            </a:extLst>
          </p:cNvPr>
          <p:cNvSpPr>
            <a:spLocks noGrp="1"/>
          </p:cNvSpPr>
          <p:nvPr/>
        </p:nvSpPr>
        <p:spPr>
          <a:xfrm>
            <a:off x="46672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0ADE399-856B-4639-B77A-A69F40B42F32}"/>
              </a:ext>
            </a:extLst>
          </p:cNvPr>
          <p:cNvSpPr>
            <a:spLocks noGrp="1"/>
          </p:cNvSpPr>
          <p:nvPr/>
        </p:nvSpPr>
        <p:spPr>
          <a:xfrm>
            <a:off x="46672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1535A4CC-CD41-4798-B54B-3244C9650214}"/>
              </a:ext>
            </a:extLst>
          </p:cNvPr>
          <p:cNvSpPr>
            <a:spLocks noGrp="1"/>
          </p:cNvSpPr>
          <p:nvPr/>
        </p:nvSpPr>
        <p:spPr>
          <a:xfrm>
            <a:off x="59055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1BC69CA-4AF1-4C6E-AEE5-B4DA6AD60683}"/>
              </a:ext>
            </a:extLst>
          </p:cNvPr>
          <p:cNvSpPr>
            <a:spLocks noGrp="1"/>
          </p:cNvSpPr>
          <p:nvPr/>
        </p:nvSpPr>
        <p:spPr>
          <a:xfrm>
            <a:off x="59055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6024E5A5-0323-43FB-B54E-0A21A28B525B}"/>
              </a:ext>
            </a:extLst>
          </p:cNvPr>
          <p:cNvSpPr>
            <a:spLocks noGrp="1"/>
          </p:cNvSpPr>
          <p:nvPr/>
        </p:nvSpPr>
        <p:spPr>
          <a:xfrm>
            <a:off x="71437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D60F1DB7-FEF2-48CB-8D06-496BCA1715FB}"/>
              </a:ext>
            </a:extLst>
          </p:cNvPr>
          <p:cNvSpPr>
            <a:spLocks noGrp="1"/>
          </p:cNvSpPr>
          <p:nvPr/>
        </p:nvSpPr>
        <p:spPr>
          <a:xfrm>
            <a:off x="71437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045B43AC-F965-4746-8D88-0B5F63696AEE}"/>
              </a:ext>
            </a:extLst>
          </p:cNvPr>
          <p:cNvSpPr>
            <a:spLocks noGrp="1"/>
          </p:cNvSpPr>
          <p:nvPr/>
        </p:nvSpPr>
        <p:spPr>
          <a:xfrm>
            <a:off x="83820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9E26B50E-FAFB-431E-B5B3-34AF06FEBB9D}"/>
              </a:ext>
            </a:extLst>
          </p:cNvPr>
          <p:cNvSpPr>
            <a:spLocks noGrp="1"/>
          </p:cNvSpPr>
          <p:nvPr/>
        </p:nvSpPr>
        <p:spPr>
          <a:xfrm>
            <a:off x="83820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A6A4BF49-81D9-4E58-BD08-48434417BAAE}"/>
              </a:ext>
            </a:extLst>
          </p:cNvPr>
          <p:cNvSpPr>
            <a:spLocks noGrp="1"/>
          </p:cNvSpPr>
          <p:nvPr/>
        </p:nvSpPr>
        <p:spPr>
          <a:xfrm>
            <a:off x="96202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37BA118D-F055-412B-8EE3-1B1DD8E28538}"/>
              </a:ext>
            </a:extLst>
          </p:cNvPr>
          <p:cNvSpPr>
            <a:spLocks noGrp="1"/>
          </p:cNvSpPr>
          <p:nvPr/>
        </p:nvSpPr>
        <p:spPr>
          <a:xfrm>
            <a:off x="108585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C1767E5A-A092-4A65-B21B-52A48C17C10E}"/>
              </a:ext>
            </a:extLst>
          </p:cNvPr>
          <p:cNvSpPr>
            <a:spLocks noGrp="1"/>
          </p:cNvSpPr>
          <p:nvPr/>
        </p:nvSpPr>
        <p:spPr>
          <a:xfrm>
            <a:off x="108585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52A41471-CF8A-4334-8363-7B4D524AAA52}"/>
              </a:ext>
            </a:extLst>
          </p:cNvPr>
          <p:cNvSpPr>
            <a:spLocks noGrp="1"/>
          </p:cNvSpPr>
          <p:nvPr/>
        </p:nvSpPr>
        <p:spPr>
          <a:xfrm>
            <a:off x="120967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7203BF01-C099-4E85-ABCD-DD49FB3F9E30}"/>
              </a:ext>
            </a:extLst>
          </p:cNvPr>
          <p:cNvSpPr>
            <a:spLocks noGrp="1"/>
          </p:cNvSpPr>
          <p:nvPr/>
        </p:nvSpPr>
        <p:spPr>
          <a:xfrm>
            <a:off x="120967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5AE519B2-1F91-4835-BCA5-EEA982B45708}"/>
              </a:ext>
            </a:extLst>
          </p:cNvPr>
          <p:cNvSpPr>
            <a:spLocks noGrp="1"/>
          </p:cNvSpPr>
          <p:nvPr/>
        </p:nvSpPr>
        <p:spPr>
          <a:xfrm>
            <a:off x="133350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D1AA11BE-4101-4224-B348-297C2CB7A31C}"/>
              </a:ext>
            </a:extLst>
          </p:cNvPr>
          <p:cNvSpPr>
            <a:spLocks noGrp="1"/>
          </p:cNvSpPr>
          <p:nvPr/>
        </p:nvSpPr>
        <p:spPr>
          <a:xfrm>
            <a:off x="133350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0AA19E64-500F-41B5-8DCB-98B5C578721E}"/>
              </a:ext>
            </a:extLst>
          </p:cNvPr>
          <p:cNvSpPr>
            <a:spLocks noGrp="1"/>
          </p:cNvSpPr>
          <p:nvPr/>
        </p:nvSpPr>
        <p:spPr>
          <a:xfrm>
            <a:off x="6191250" y="2738438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3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3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6B57A717-042E-4B67-8158-306EC1FB268F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6, 7, 8</a:t>
            </a:r>
          </a:p>
        </p:txBody>
      </p:sp>
    </p:spTree>
    <p:extLst>
      <p:ext uri="{BB962C8B-B14F-4D97-AF65-F5344CB8AC3E}">
        <p14:creationId xmlns:p14="http://schemas.microsoft.com/office/powerpoint/2010/main" val="178154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5 0.1875 E" pathEditMode="relative" ptsTypes="">
                                      <p:cBhvr>
                                        <p:cTn id="6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-1">
            <a:extLst>
              <a:ext uri="{FF2B5EF4-FFF2-40B4-BE49-F238E27FC236}">
                <a16:creationId xmlns:a16="http://schemas.microsoft.com/office/drawing/2014/main" id="{12B45760-6162-4E66-A330-D1D33C5616A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3B7966C-A096-4F43-AF10-331C93DA757C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1000E2B-E043-40D3-B90F-1F096BF9B97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Where does 4 belong on the number track?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674FDAE-9F8E-47D9-B28A-E9B51A91CDD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448085F-6244-49AA-9697-4DA5727EB7E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Place numbers on a 0 to 10 track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F6544D5-E329-4B7A-AD19-CDD00043D68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44343CF-2B44-468E-8C80-B78C8147C271}"/>
              </a:ext>
            </a:extLst>
          </p:cNvPr>
          <p:cNvSpPr>
            <a:spLocks noGrp="1"/>
          </p:cNvSpPr>
          <p:nvPr/>
        </p:nvSpPr>
        <p:spPr>
          <a:xfrm>
            <a:off x="9525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D0EA97E-B80F-4D7C-8294-2127207D16EE}"/>
              </a:ext>
            </a:extLst>
          </p:cNvPr>
          <p:cNvSpPr>
            <a:spLocks noGrp="1"/>
          </p:cNvSpPr>
          <p:nvPr/>
        </p:nvSpPr>
        <p:spPr>
          <a:xfrm>
            <a:off x="9525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8B5205D-8A8B-4A55-90B7-690A2BD88EF9}"/>
              </a:ext>
            </a:extLst>
          </p:cNvPr>
          <p:cNvSpPr>
            <a:spLocks noGrp="1"/>
          </p:cNvSpPr>
          <p:nvPr/>
        </p:nvSpPr>
        <p:spPr>
          <a:xfrm>
            <a:off x="21907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73D6FA7-1BA7-4A0F-9465-A530013D2AE1}"/>
              </a:ext>
            </a:extLst>
          </p:cNvPr>
          <p:cNvSpPr>
            <a:spLocks noGrp="1"/>
          </p:cNvSpPr>
          <p:nvPr/>
        </p:nvSpPr>
        <p:spPr>
          <a:xfrm>
            <a:off x="21907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4377FC5-5A52-4E74-8EE9-DBB438D7EDDF}"/>
              </a:ext>
            </a:extLst>
          </p:cNvPr>
          <p:cNvSpPr>
            <a:spLocks noGrp="1"/>
          </p:cNvSpPr>
          <p:nvPr/>
        </p:nvSpPr>
        <p:spPr>
          <a:xfrm>
            <a:off x="34290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C9E44D1-AF66-45F5-A343-AFCE0CCA0526}"/>
              </a:ext>
            </a:extLst>
          </p:cNvPr>
          <p:cNvSpPr>
            <a:spLocks noGrp="1"/>
          </p:cNvSpPr>
          <p:nvPr/>
        </p:nvSpPr>
        <p:spPr>
          <a:xfrm>
            <a:off x="34290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C71A1004-0253-4E75-B1C5-4408BBCFAA50}"/>
              </a:ext>
            </a:extLst>
          </p:cNvPr>
          <p:cNvSpPr>
            <a:spLocks noGrp="1"/>
          </p:cNvSpPr>
          <p:nvPr/>
        </p:nvSpPr>
        <p:spPr>
          <a:xfrm>
            <a:off x="46672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5640C9CD-D660-456E-BCC5-DA6ABDFBE095}"/>
              </a:ext>
            </a:extLst>
          </p:cNvPr>
          <p:cNvSpPr>
            <a:spLocks noGrp="1"/>
          </p:cNvSpPr>
          <p:nvPr/>
        </p:nvSpPr>
        <p:spPr>
          <a:xfrm>
            <a:off x="46672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B93B3DE-1201-46D7-A076-EE54313E0845}"/>
              </a:ext>
            </a:extLst>
          </p:cNvPr>
          <p:cNvSpPr>
            <a:spLocks noGrp="1"/>
          </p:cNvSpPr>
          <p:nvPr/>
        </p:nvSpPr>
        <p:spPr>
          <a:xfrm>
            <a:off x="59055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697CE7EF-9131-4632-9CDA-7D81581AF34D}"/>
              </a:ext>
            </a:extLst>
          </p:cNvPr>
          <p:cNvSpPr>
            <a:spLocks noGrp="1"/>
          </p:cNvSpPr>
          <p:nvPr/>
        </p:nvSpPr>
        <p:spPr>
          <a:xfrm>
            <a:off x="71437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9DD20A10-F76B-46A8-B8B5-B86DE458D3C5}"/>
              </a:ext>
            </a:extLst>
          </p:cNvPr>
          <p:cNvSpPr>
            <a:spLocks noGrp="1"/>
          </p:cNvSpPr>
          <p:nvPr/>
        </p:nvSpPr>
        <p:spPr>
          <a:xfrm>
            <a:off x="71437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339FFFBD-7311-45FA-AAB0-787DC8275B58}"/>
              </a:ext>
            </a:extLst>
          </p:cNvPr>
          <p:cNvSpPr>
            <a:spLocks noGrp="1"/>
          </p:cNvSpPr>
          <p:nvPr/>
        </p:nvSpPr>
        <p:spPr>
          <a:xfrm>
            <a:off x="83820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D1FCA27-4315-4954-991A-1EC88ED2CDF6}"/>
              </a:ext>
            </a:extLst>
          </p:cNvPr>
          <p:cNvSpPr>
            <a:spLocks noGrp="1"/>
          </p:cNvSpPr>
          <p:nvPr/>
        </p:nvSpPr>
        <p:spPr>
          <a:xfrm>
            <a:off x="83820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4A5670B3-B065-45B1-8B32-C8F68EA509EB}"/>
              </a:ext>
            </a:extLst>
          </p:cNvPr>
          <p:cNvSpPr>
            <a:spLocks noGrp="1"/>
          </p:cNvSpPr>
          <p:nvPr/>
        </p:nvSpPr>
        <p:spPr>
          <a:xfrm>
            <a:off x="96202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F4A9DC5E-F536-4507-8AE7-55F5693FF02C}"/>
              </a:ext>
            </a:extLst>
          </p:cNvPr>
          <p:cNvSpPr>
            <a:spLocks noGrp="1"/>
          </p:cNvSpPr>
          <p:nvPr/>
        </p:nvSpPr>
        <p:spPr>
          <a:xfrm>
            <a:off x="96202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28735CB2-5106-411D-BFFC-A700CF25461E}"/>
              </a:ext>
            </a:extLst>
          </p:cNvPr>
          <p:cNvSpPr>
            <a:spLocks noGrp="1"/>
          </p:cNvSpPr>
          <p:nvPr/>
        </p:nvSpPr>
        <p:spPr>
          <a:xfrm>
            <a:off x="108585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D9EB4EEE-2378-4BE4-BFE1-CA19B372ABD5}"/>
              </a:ext>
            </a:extLst>
          </p:cNvPr>
          <p:cNvSpPr>
            <a:spLocks noGrp="1"/>
          </p:cNvSpPr>
          <p:nvPr/>
        </p:nvSpPr>
        <p:spPr>
          <a:xfrm>
            <a:off x="108585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92676476-B344-4E3A-BC24-40EF68C638C5}"/>
              </a:ext>
            </a:extLst>
          </p:cNvPr>
          <p:cNvSpPr>
            <a:spLocks noGrp="1"/>
          </p:cNvSpPr>
          <p:nvPr/>
        </p:nvSpPr>
        <p:spPr>
          <a:xfrm>
            <a:off x="120967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B6C515AA-5E54-477B-AACA-5A146E730976}"/>
              </a:ext>
            </a:extLst>
          </p:cNvPr>
          <p:cNvSpPr>
            <a:spLocks noGrp="1"/>
          </p:cNvSpPr>
          <p:nvPr/>
        </p:nvSpPr>
        <p:spPr>
          <a:xfrm>
            <a:off x="120967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2DD6DB28-4C22-43B2-BEB6-23A431C2B902}"/>
              </a:ext>
            </a:extLst>
          </p:cNvPr>
          <p:cNvSpPr>
            <a:spLocks noGrp="1"/>
          </p:cNvSpPr>
          <p:nvPr/>
        </p:nvSpPr>
        <p:spPr>
          <a:xfrm>
            <a:off x="133350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CAA0B7F5-BD9F-45A0-A0EA-DC91C12E3F07}"/>
              </a:ext>
            </a:extLst>
          </p:cNvPr>
          <p:cNvSpPr>
            <a:spLocks noGrp="1"/>
          </p:cNvSpPr>
          <p:nvPr/>
        </p:nvSpPr>
        <p:spPr>
          <a:xfrm>
            <a:off x="133350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6E2B083E-9346-4AAA-9526-D4D0D1432A4F}"/>
              </a:ext>
            </a:extLst>
          </p:cNvPr>
          <p:cNvSpPr>
            <a:spLocks noGrp="1"/>
          </p:cNvSpPr>
          <p:nvPr/>
        </p:nvSpPr>
        <p:spPr>
          <a:xfrm>
            <a:off x="6191250" y="2738438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3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3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3CCCBAA3-45EB-4408-978F-7D17C2296448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3, 4, 5</a:t>
            </a:r>
          </a:p>
        </p:txBody>
      </p:sp>
    </p:spTree>
    <p:extLst>
      <p:ext uri="{BB962C8B-B14F-4D97-AF65-F5344CB8AC3E}">
        <p14:creationId xmlns:p14="http://schemas.microsoft.com/office/powerpoint/2010/main" val="106435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1875 0.1875 E" pathEditMode="relative" ptsTypes="">
                                      <p:cBhvr>
                                        <p:cTn id="6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-1">
            <a:extLst>
              <a:ext uri="{FF2B5EF4-FFF2-40B4-BE49-F238E27FC236}">
                <a16:creationId xmlns:a16="http://schemas.microsoft.com/office/drawing/2014/main" id="{C4B25AB0-0550-4311-AB9A-5C6A421CF79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64052BB-5591-4AFD-B320-6270E55C949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Where does 9 belong on the number track?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DE53C7F-11D8-4BC7-8FE3-31E2167D58B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6E355D4-0DC6-4327-B906-A384B641A43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Place numbers on a 0 to 10 track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C82A25D-FBE8-406B-BDCA-02C689096BB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497D124C-C2E0-4948-94C5-0B49D1B4C89D}"/>
              </a:ext>
            </a:extLst>
          </p:cNvPr>
          <p:cNvSpPr>
            <a:spLocks noGrp="1"/>
          </p:cNvSpPr>
          <p:nvPr/>
        </p:nvSpPr>
        <p:spPr>
          <a:xfrm>
            <a:off x="9525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FD90C21-5803-419D-869E-FA60CC743EBA}"/>
              </a:ext>
            </a:extLst>
          </p:cNvPr>
          <p:cNvSpPr>
            <a:spLocks noGrp="1"/>
          </p:cNvSpPr>
          <p:nvPr/>
        </p:nvSpPr>
        <p:spPr>
          <a:xfrm>
            <a:off x="9525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D358E45-F377-404C-AC7D-1993E16AA1DE}"/>
              </a:ext>
            </a:extLst>
          </p:cNvPr>
          <p:cNvSpPr>
            <a:spLocks noGrp="1"/>
          </p:cNvSpPr>
          <p:nvPr/>
        </p:nvSpPr>
        <p:spPr>
          <a:xfrm>
            <a:off x="21907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31EA3D07-B337-4148-90C6-DEF8AC9E8514}"/>
              </a:ext>
            </a:extLst>
          </p:cNvPr>
          <p:cNvSpPr>
            <a:spLocks noGrp="1"/>
          </p:cNvSpPr>
          <p:nvPr/>
        </p:nvSpPr>
        <p:spPr>
          <a:xfrm>
            <a:off x="21907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0B006C3B-1FB1-4C4B-B915-E9F6AC0A5886}"/>
              </a:ext>
            </a:extLst>
          </p:cNvPr>
          <p:cNvSpPr>
            <a:spLocks noGrp="1"/>
          </p:cNvSpPr>
          <p:nvPr/>
        </p:nvSpPr>
        <p:spPr>
          <a:xfrm>
            <a:off x="34290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CFC451A-806C-4D30-94DE-FF98B165C90F}"/>
              </a:ext>
            </a:extLst>
          </p:cNvPr>
          <p:cNvSpPr>
            <a:spLocks noGrp="1"/>
          </p:cNvSpPr>
          <p:nvPr/>
        </p:nvSpPr>
        <p:spPr>
          <a:xfrm>
            <a:off x="34290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7255E2C-65E5-429F-BAF6-77151C616331}"/>
              </a:ext>
            </a:extLst>
          </p:cNvPr>
          <p:cNvSpPr>
            <a:spLocks noGrp="1"/>
          </p:cNvSpPr>
          <p:nvPr/>
        </p:nvSpPr>
        <p:spPr>
          <a:xfrm>
            <a:off x="46672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154027E1-E124-420D-AAA2-B504CE75C641}"/>
              </a:ext>
            </a:extLst>
          </p:cNvPr>
          <p:cNvSpPr>
            <a:spLocks noGrp="1"/>
          </p:cNvSpPr>
          <p:nvPr/>
        </p:nvSpPr>
        <p:spPr>
          <a:xfrm>
            <a:off x="46672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CF31A358-85CA-4858-8AEE-DEF558374A32}"/>
              </a:ext>
            </a:extLst>
          </p:cNvPr>
          <p:cNvSpPr>
            <a:spLocks noGrp="1"/>
          </p:cNvSpPr>
          <p:nvPr/>
        </p:nvSpPr>
        <p:spPr>
          <a:xfrm>
            <a:off x="59055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E1F315E6-ABBF-4008-BEED-6218AC1B7385}"/>
              </a:ext>
            </a:extLst>
          </p:cNvPr>
          <p:cNvSpPr>
            <a:spLocks noGrp="1"/>
          </p:cNvSpPr>
          <p:nvPr/>
        </p:nvSpPr>
        <p:spPr>
          <a:xfrm>
            <a:off x="59055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41B8765D-CB68-4CEB-BBA8-9C75AC14C07B}"/>
              </a:ext>
            </a:extLst>
          </p:cNvPr>
          <p:cNvSpPr>
            <a:spLocks noGrp="1"/>
          </p:cNvSpPr>
          <p:nvPr/>
        </p:nvSpPr>
        <p:spPr>
          <a:xfrm>
            <a:off x="71437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E943F82D-DC26-42FE-89D7-1DBDDA473D5F}"/>
              </a:ext>
            </a:extLst>
          </p:cNvPr>
          <p:cNvSpPr>
            <a:spLocks noGrp="1"/>
          </p:cNvSpPr>
          <p:nvPr/>
        </p:nvSpPr>
        <p:spPr>
          <a:xfrm>
            <a:off x="71437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8C982B7A-B383-4B6D-8790-0F678AF75D3E}"/>
              </a:ext>
            </a:extLst>
          </p:cNvPr>
          <p:cNvSpPr>
            <a:spLocks noGrp="1"/>
          </p:cNvSpPr>
          <p:nvPr/>
        </p:nvSpPr>
        <p:spPr>
          <a:xfrm>
            <a:off x="83820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37377FCE-FF5E-4EA8-B9CC-D019B9168C8F}"/>
              </a:ext>
            </a:extLst>
          </p:cNvPr>
          <p:cNvSpPr>
            <a:spLocks noGrp="1"/>
          </p:cNvSpPr>
          <p:nvPr/>
        </p:nvSpPr>
        <p:spPr>
          <a:xfrm>
            <a:off x="83820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18E198F7-5212-41A4-9894-056E0DF10D2C}"/>
              </a:ext>
            </a:extLst>
          </p:cNvPr>
          <p:cNvSpPr>
            <a:spLocks noGrp="1"/>
          </p:cNvSpPr>
          <p:nvPr/>
        </p:nvSpPr>
        <p:spPr>
          <a:xfrm>
            <a:off x="96202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E495F734-6EC9-4A3A-AD7C-BDF25F3FA5C3}"/>
              </a:ext>
            </a:extLst>
          </p:cNvPr>
          <p:cNvSpPr>
            <a:spLocks noGrp="1"/>
          </p:cNvSpPr>
          <p:nvPr/>
        </p:nvSpPr>
        <p:spPr>
          <a:xfrm>
            <a:off x="96202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33A201D9-F8E4-4A26-B9D8-29D16106D34F}"/>
              </a:ext>
            </a:extLst>
          </p:cNvPr>
          <p:cNvSpPr>
            <a:spLocks noGrp="1"/>
          </p:cNvSpPr>
          <p:nvPr/>
        </p:nvSpPr>
        <p:spPr>
          <a:xfrm>
            <a:off x="108585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9DD1E198-3D0A-45E6-B48B-BD7BE142F987}"/>
              </a:ext>
            </a:extLst>
          </p:cNvPr>
          <p:cNvSpPr>
            <a:spLocks noGrp="1"/>
          </p:cNvSpPr>
          <p:nvPr/>
        </p:nvSpPr>
        <p:spPr>
          <a:xfrm>
            <a:off x="108585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AC99EF40-F332-4843-81A9-1BD907050281}"/>
              </a:ext>
            </a:extLst>
          </p:cNvPr>
          <p:cNvSpPr>
            <a:spLocks noGrp="1"/>
          </p:cNvSpPr>
          <p:nvPr/>
        </p:nvSpPr>
        <p:spPr>
          <a:xfrm>
            <a:off x="120967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6F1E186A-746E-451C-8385-61264A9F1688}"/>
              </a:ext>
            </a:extLst>
          </p:cNvPr>
          <p:cNvSpPr>
            <a:spLocks noGrp="1"/>
          </p:cNvSpPr>
          <p:nvPr/>
        </p:nvSpPr>
        <p:spPr>
          <a:xfrm>
            <a:off x="133350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D0D8D448-A5B2-481E-AA8C-78A71A35A508}"/>
              </a:ext>
            </a:extLst>
          </p:cNvPr>
          <p:cNvSpPr>
            <a:spLocks noGrp="1"/>
          </p:cNvSpPr>
          <p:nvPr/>
        </p:nvSpPr>
        <p:spPr>
          <a:xfrm>
            <a:off x="133350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B30A5336-BF28-48C5-8891-0DA6AEA32DE1}"/>
              </a:ext>
            </a:extLst>
          </p:cNvPr>
          <p:cNvSpPr>
            <a:spLocks noGrp="1"/>
          </p:cNvSpPr>
          <p:nvPr/>
        </p:nvSpPr>
        <p:spPr>
          <a:xfrm>
            <a:off x="6191250" y="2738438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3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3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EC9E2DF2-7040-4493-940E-E466B65E7895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8, 9, 10</a:t>
            </a:r>
          </a:p>
        </p:txBody>
      </p:sp>
    </p:spTree>
    <p:extLst>
      <p:ext uri="{BB962C8B-B14F-4D97-AF65-F5344CB8AC3E}">
        <p14:creationId xmlns:p14="http://schemas.microsoft.com/office/powerpoint/2010/main" val="123153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875 0.1875 E" pathEditMode="relative" ptsTypes="">
                                      <p:cBhvr>
                                        <p:cTn id="6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-1">
            <a:extLst>
              <a:ext uri="{FF2B5EF4-FFF2-40B4-BE49-F238E27FC236}">
                <a16:creationId xmlns:a16="http://schemas.microsoft.com/office/drawing/2014/main" id="{3111A641-0923-4DA2-BD60-601AB4CF59A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C7D9F30-EE74-42A0-A756-0EB3E83F07C7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FACCB7F-79EC-44CB-BCF7-8AA3BA91DB97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Where does 3 belong on the number track?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1D1A3653-660C-4349-B6CB-241D3FCF10C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8D99BBC-FC5B-4AC7-960B-1E6814135F5F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Place numbers on a 0 to 10 track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1F434A6-DF3F-4217-8674-C6960A07974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175DFEA-9355-4807-AC07-A1F4C45427D1}"/>
              </a:ext>
            </a:extLst>
          </p:cNvPr>
          <p:cNvSpPr>
            <a:spLocks noGrp="1"/>
          </p:cNvSpPr>
          <p:nvPr/>
        </p:nvSpPr>
        <p:spPr>
          <a:xfrm>
            <a:off x="9525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95D78127-3F54-445C-B090-8D910BDC280B}"/>
              </a:ext>
            </a:extLst>
          </p:cNvPr>
          <p:cNvSpPr>
            <a:spLocks noGrp="1"/>
          </p:cNvSpPr>
          <p:nvPr/>
        </p:nvSpPr>
        <p:spPr>
          <a:xfrm>
            <a:off x="9525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3C890E6-D4E3-4952-84C9-F7BB74E36BF1}"/>
              </a:ext>
            </a:extLst>
          </p:cNvPr>
          <p:cNvSpPr>
            <a:spLocks noGrp="1"/>
          </p:cNvSpPr>
          <p:nvPr/>
        </p:nvSpPr>
        <p:spPr>
          <a:xfrm>
            <a:off x="21907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BEC1EE3-24DE-45B8-8DC1-119DD6D350AB}"/>
              </a:ext>
            </a:extLst>
          </p:cNvPr>
          <p:cNvSpPr>
            <a:spLocks noGrp="1"/>
          </p:cNvSpPr>
          <p:nvPr/>
        </p:nvSpPr>
        <p:spPr>
          <a:xfrm>
            <a:off x="21907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71DE65F-9F7C-4136-835C-AE1E2452FE88}"/>
              </a:ext>
            </a:extLst>
          </p:cNvPr>
          <p:cNvSpPr>
            <a:spLocks noGrp="1"/>
          </p:cNvSpPr>
          <p:nvPr/>
        </p:nvSpPr>
        <p:spPr>
          <a:xfrm>
            <a:off x="34290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60F5AD0-E533-4C51-8D96-7E3E1FD2E6C1}"/>
              </a:ext>
            </a:extLst>
          </p:cNvPr>
          <p:cNvSpPr>
            <a:spLocks noGrp="1"/>
          </p:cNvSpPr>
          <p:nvPr/>
        </p:nvSpPr>
        <p:spPr>
          <a:xfrm>
            <a:off x="34290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4D737B3-7399-4693-8A30-A79E3480CCDA}"/>
              </a:ext>
            </a:extLst>
          </p:cNvPr>
          <p:cNvSpPr>
            <a:spLocks noGrp="1"/>
          </p:cNvSpPr>
          <p:nvPr/>
        </p:nvSpPr>
        <p:spPr>
          <a:xfrm>
            <a:off x="46672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41AB62BD-BE99-4F87-8B96-47F1BFE41665}"/>
              </a:ext>
            </a:extLst>
          </p:cNvPr>
          <p:cNvSpPr>
            <a:spLocks noGrp="1"/>
          </p:cNvSpPr>
          <p:nvPr/>
        </p:nvSpPr>
        <p:spPr>
          <a:xfrm>
            <a:off x="59055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D7677C5-D3DF-4536-9CC6-90551DBA6429}"/>
              </a:ext>
            </a:extLst>
          </p:cNvPr>
          <p:cNvSpPr>
            <a:spLocks noGrp="1"/>
          </p:cNvSpPr>
          <p:nvPr/>
        </p:nvSpPr>
        <p:spPr>
          <a:xfrm>
            <a:off x="59055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FF20B00-2A01-4C4D-8ED7-5BC0DD0244D2}"/>
              </a:ext>
            </a:extLst>
          </p:cNvPr>
          <p:cNvSpPr>
            <a:spLocks noGrp="1"/>
          </p:cNvSpPr>
          <p:nvPr/>
        </p:nvSpPr>
        <p:spPr>
          <a:xfrm>
            <a:off x="71437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05D3524F-A773-4925-895C-E189D9861D3F}"/>
              </a:ext>
            </a:extLst>
          </p:cNvPr>
          <p:cNvSpPr>
            <a:spLocks noGrp="1"/>
          </p:cNvSpPr>
          <p:nvPr/>
        </p:nvSpPr>
        <p:spPr>
          <a:xfrm>
            <a:off x="71437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3D9D0AC3-301E-4DAF-98C1-7B199F7F865B}"/>
              </a:ext>
            </a:extLst>
          </p:cNvPr>
          <p:cNvSpPr>
            <a:spLocks noGrp="1"/>
          </p:cNvSpPr>
          <p:nvPr/>
        </p:nvSpPr>
        <p:spPr>
          <a:xfrm>
            <a:off x="83820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62C20C84-10E6-481E-9EA0-89808998A7DD}"/>
              </a:ext>
            </a:extLst>
          </p:cNvPr>
          <p:cNvSpPr>
            <a:spLocks noGrp="1"/>
          </p:cNvSpPr>
          <p:nvPr/>
        </p:nvSpPr>
        <p:spPr>
          <a:xfrm>
            <a:off x="83820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2903F513-4AF1-4B0C-8209-2A6FDEBF8EC1}"/>
              </a:ext>
            </a:extLst>
          </p:cNvPr>
          <p:cNvSpPr>
            <a:spLocks noGrp="1"/>
          </p:cNvSpPr>
          <p:nvPr/>
        </p:nvSpPr>
        <p:spPr>
          <a:xfrm>
            <a:off x="96202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21A606EF-F046-4E73-ABF3-5D44250FCAE3}"/>
              </a:ext>
            </a:extLst>
          </p:cNvPr>
          <p:cNvSpPr>
            <a:spLocks noGrp="1"/>
          </p:cNvSpPr>
          <p:nvPr/>
        </p:nvSpPr>
        <p:spPr>
          <a:xfrm>
            <a:off x="96202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27FF690D-674D-4FCD-8BBF-53CB4CBFE6F0}"/>
              </a:ext>
            </a:extLst>
          </p:cNvPr>
          <p:cNvSpPr>
            <a:spLocks noGrp="1"/>
          </p:cNvSpPr>
          <p:nvPr/>
        </p:nvSpPr>
        <p:spPr>
          <a:xfrm>
            <a:off x="108585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E7FC3599-0468-447C-9993-9CCCA1884E47}"/>
              </a:ext>
            </a:extLst>
          </p:cNvPr>
          <p:cNvSpPr>
            <a:spLocks noGrp="1"/>
          </p:cNvSpPr>
          <p:nvPr/>
        </p:nvSpPr>
        <p:spPr>
          <a:xfrm>
            <a:off x="108585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F094AC77-C97B-415D-868E-BA7A1FED8857}"/>
              </a:ext>
            </a:extLst>
          </p:cNvPr>
          <p:cNvSpPr>
            <a:spLocks noGrp="1"/>
          </p:cNvSpPr>
          <p:nvPr/>
        </p:nvSpPr>
        <p:spPr>
          <a:xfrm>
            <a:off x="1209675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9849D2FF-7BDE-4C33-B17B-01FF63D797C0}"/>
              </a:ext>
            </a:extLst>
          </p:cNvPr>
          <p:cNvSpPr>
            <a:spLocks noGrp="1"/>
          </p:cNvSpPr>
          <p:nvPr/>
        </p:nvSpPr>
        <p:spPr>
          <a:xfrm>
            <a:off x="1209675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E5FEF889-98E1-4C62-A9CE-E3ED4AC98F06}"/>
              </a:ext>
            </a:extLst>
          </p:cNvPr>
          <p:cNvSpPr>
            <a:spLocks noGrp="1"/>
          </p:cNvSpPr>
          <p:nvPr/>
        </p:nvSpPr>
        <p:spPr>
          <a:xfrm>
            <a:off x="13335000" y="4226719"/>
            <a:ext cx="1238250" cy="1131094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E2F3D481-08AC-4DD4-B254-A42A996F115C}"/>
              </a:ext>
            </a:extLst>
          </p:cNvPr>
          <p:cNvSpPr>
            <a:spLocks noGrp="1"/>
          </p:cNvSpPr>
          <p:nvPr/>
        </p:nvSpPr>
        <p:spPr>
          <a:xfrm>
            <a:off x="13335000" y="4345781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56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56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8CD9951D-3D93-483A-9C38-F02D38A80D3D}"/>
              </a:ext>
            </a:extLst>
          </p:cNvPr>
          <p:cNvSpPr>
            <a:spLocks noGrp="1"/>
          </p:cNvSpPr>
          <p:nvPr/>
        </p:nvSpPr>
        <p:spPr>
          <a:xfrm>
            <a:off x="6191250" y="2738438"/>
            <a:ext cx="1238250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3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3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9FB58A28-419F-49B9-95C0-94BADEA56948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2, 3, 4</a:t>
            </a:r>
          </a:p>
        </p:txBody>
      </p:sp>
    </p:spTree>
    <p:extLst>
      <p:ext uri="{BB962C8B-B14F-4D97-AF65-F5344CB8AC3E}">
        <p14:creationId xmlns:p14="http://schemas.microsoft.com/office/powerpoint/2010/main" val="146813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 0.1875 E" pathEditMode="relative" ptsTypes="">
                                      <p:cBhvr>
                                        <p:cTn id="6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ECEA85FF-708B-45D6-B9CD-4614928946C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B48FB62-E44E-4933-83DC-E8ACB247A60D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1E2F6FC-BE03-41DD-8281-F3F860F9517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07C4F26-E5CE-4921-8FA4-D3BCAFD7AD5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8E25997-7053-4859-96DF-A7F130EAD0C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Place numbers on a 0 to 10 track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1B418A1-857B-4341-ADAF-8FAFA8F50C6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24D2FEE-6264-4815-8EF3-A49E679DE869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F21D95A-64D3-4957-9D53-D0DEAFEE6FDD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Fill the gaps: 0, 1, __, 3, __, 5, 6, __, 8, 9, 10.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CA96E81-8E74-43DC-97F0-56579C5FD226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D43BF9E-6EAC-48C8-96D6-B8644C015DE8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Place 6, 8 and 10 on a blank 0 to 10 track.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F94D9E8-D630-4692-9029-311B6188742C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CBF1218-0D29-4CED-B669-9B6C2B6D6A44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the numbers immediately before and after 7.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D16D15E8-74AD-47A6-B7E3-B411F960A4CC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6F116CD0-A401-41DE-95B4-9732A0584412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True or false: 9 belongs between 7 and 8. Explain.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A4DD2F7-4E14-4A50-A037-4A731F85BA56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567E885B-8960-4E5E-81F8-A32DAEC191D5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covered number has 4 before it and 6 after it. What is it?</a:t>
            </a:r>
          </a:p>
        </p:txBody>
      </p:sp>
    </p:spTree>
    <p:extLst>
      <p:ext uri="{BB962C8B-B14F-4D97-AF65-F5344CB8AC3E}">
        <p14:creationId xmlns:p14="http://schemas.microsoft.com/office/powerpoint/2010/main" val="1917304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7343445F-7D81-4770-9078-D018064B0693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80485F16-9468-4790-8D0D-5EE8296A374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A280941-4322-4385-BE97-B24ADE3B8C9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BC6803F-DD45-4900-A42D-466A0A8C528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Place numbers on a 0 to 10 track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5350D3FD-16F9-418D-B224-D8393DE844E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866F8A3C-DA5D-41A8-A537-619257194540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B05B874-25ED-4972-90FD-E8DF6F0DBDEE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2, 4, 7.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76D9630-B9AA-4BDB-8277-1B01C6F79432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2AB3AC0D-2F89-478C-B0C8-E99DEC06BBB2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Each numeral at its ordered position.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363B4F0-4394-48A6-AC56-B5262EC57AFF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F00C4A9F-5ED0-47EC-B105-346AA6E2F9DF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6 and 8.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A4989982-0004-4086-AC51-66F18F4DB47D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CD614B6-9198-419B-9AAF-8FDB0DD709E7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False; 8 is between 7 and 9.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46C5B72D-2E6B-4CF7-8382-47F25249DCF6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FD3568EC-36B8-4BAA-AB19-84626A5A0E9D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12644438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44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344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</p:spTree>
    <p:extLst>
      <p:ext uri="{BB962C8B-B14F-4D97-AF65-F5344CB8AC3E}">
        <p14:creationId xmlns:p14="http://schemas.microsoft.com/office/powerpoint/2010/main" val="1415204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823</Words>
  <Application>Microsoft Office PowerPoint</Application>
  <DocSecurity>0</DocSecurity>
  <PresentationFormat>Custom</PresentationFormat>
  <Paragraphs>114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2026-09-14T13:14:42Z</dcterms:created>
  <dcterms:modified xsi:type="dcterms:W3CDTF">2026-09-14T13:14:55Z</dcterms:modified>
</cp:coreProperties>
</file>