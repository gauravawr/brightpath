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Read and write numerals 6 to 10.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I do.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You do. Pause before clicking. Let pupils try independently, then reveal and discuss every step.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I do.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You do. Pause before clicking. Let pupils try independently, then reveal and discuss every step. Move the matching numeral to the set after counting one object at a time.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and write numerals 6 to 10.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2CCB5F5D-4654-44A5-8EA0-72975A500F7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Read and write numerals 6 to 10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FDEDC57-8F72-4485-9668-FDE27FDEE7EB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B6922DA-D57D-4FCB-9BF8-5C769559021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7EB5E4B-2BC6-4C04-8D52-7C0AC5F4995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3B94F82-0B64-49DC-B778-CB1B8C56058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3B90FF7-1ADF-4964-A544-1904CDCBEDDE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Read numerals from 6 to 10 and form each numeral correctly.</a:t>
            </a:r>
          </a:p>
        </p:txBody>
      </p:sp>
    </p:spTree>
    <p:extLst>
      <p:ext uri="{BB962C8B-B14F-4D97-AF65-F5344CB8AC3E}">
        <p14:creationId xmlns:p14="http://schemas.microsoft.com/office/powerpoint/2010/main" val="2117817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-1">
            <a:extLst>
              <a:ext uri="{FF2B5EF4-FFF2-40B4-BE49-F238E27FC236}">
                <a16:creationId xmlns:a16="http://schemas.microsoft.com/office/drawing/2014/main" id="{70F204EB-DEF2-46D8-98BD-01CABD64F6F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607F72F-31FD-4E3E-919C-8D55808A032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A26400B-0C72-4D9B-BA57-274A039D065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6BD8B2F-59D9-48F5-AA8B-2EBA6A576DF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34BBDB7-853C-49D5-AA8E-EB8A6011544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41B5E24-0DC3-4D61-B742-223EC33AD2AF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D1AD2CA-07B2-4D2C-9ED3-0CACF0F0722F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448DDFD-7901-4908-B6BC-7517AF59587F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F1EC813-4FCD-43EB-A48E-CC28EE10266B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C1174E6-D0E7-4EE2-B360-0963F0000B34}"/>
              </a:ext>
            </a:extLst>
          </p:cNvPr>
          <p:cNvSpPr>
            <a:spLocks noGrp="1"/>
          </p:cNvSpPr>
          <p:nvPr/>
        </p:nvSpPr>
        <p:spPr>
          <a:xfrm>
            <a:off x="773906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2428AE3-A16F-41C0-8891-C6043AE19C04}"/>
              </a:ext>
            </a:extLst>
          </p:cNvPr>
          <p:cNvSpPr>
            <a:spLocks noGrp="1"/>
          </p:cNvSpPr>
          <p:nvPr/>
        </p:nvSpPr>
        <p:spPr>
          <a:xfrm>
            <a:off x="1547813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2ABAE47-A25A-466F-B0D3-D80E56950604}"/>
              </a:ext>
            </a:extLst>
          </p:cNvPr>
          <p:cNvSpPr>
            <a:spLocks noGrp="1"/>
          </p:cNvSpPr>
          <p:nvPr/>
        </p:nvSpPr>
        <p:spPr>
          <a:xfrm>
            <a:off x="3095625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B7EAE01-AE26-49CA-8EB6-55F5FC89BDA6}"/>
              </a:ext>
            </a:extLst>
          </p:cNvPr>
          <p:cNvSpPr>
            <a:spLocks noGrp="1"/>
          </p:cNvSpPr>
          <p:nvPr/>
        </p:nvSpPr>
        <p:spPr>
          <a:xfrm>
            <a:off x="4643438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D122B8E-0F88-460B-9FD8-ECFDC5854921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3132526-BB33-44D1-8350-88DF07034A56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ADAB7DB-FB72-4D22-8A13-89143445866F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A0034A1-1260-4A60-9A2B-C2F60A6BA9E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 objects match the numeral 8.</a:t>
            </a:r>
          </a:p>
        </p:txBody>
      </p:sp>
    </p:spTree>
    <p:extLst>
      <p:ext uri="{BB962C8B-B14F-4D97-AF65-F5344CB8AC3E}">
        <p14:creationId xmlns:p14="http://schemas.microsoft.com/office/powerpoint/2010/main" val="102821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A26FFB62-788F-4F40-BFA4-D3D5BA83341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927C169-58DF-4EA6-9948-4E55BD50B13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303861A-EB42-496F-A335-4697EB196D6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4D54B07-DE13-4616-BFB5-407902018E5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4C1342A-AEE0-4966-9031-D39504428CC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5328ED6-75AB-444E-A6AA-ED6FBB5002B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7C3A83C-FAFB-47EA-B50A-6EAF527BD033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33930C7-7217-4A70-81A7-A3C3A00FA55C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1D4DD84-90E1-4CDA-8E06-4F2BB69552E6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E7D2A48-B71A-45D3-88A0-C7AF9A9E3D56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774568C-5263-4464-84D9-D0FD443DF8B1}"/>
              </a:ext>
            </a:extLst>
          </p:cNvPr>
          <p:cNvSpPr>
            <a:spLocks noGrp="1"/>
          </p:cNvSpPr>
          <p:nvPr/>
        </p:nvSpPr>
        <p:spPr>
          <a:xfrm>
            <a:off x="773906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93948E4-833A-46AD-8A2B-251072E7C328}"/>
              </a:ext>
            </a:extLst>
          </p:cNvPr>
          <p:cNvSpPr>
            <a:spLocks noGrp="1"/>
          </p:cNvSpPr>
          <p:nvPr/>
        </p:nvSpPr>
        <p:spPr>
          <a:xfrm>
            <a:off x="1547813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5D6E5D3-00AC-4FAE-89B5-46F3683B09AF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E08635B-2288-475C-A0A6-0A6B771B0717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86D7788-99E8-49C0-82C7-40F89AC99ED7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74645C3-5A61-4F05-BF9C-18C706790B7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 objects match the numeral 6.</a:t>
            </a:r>
          </a:p>
        </p:txBody>
      </p:sp>
    </p:spTree>
    <p:extLst>
      <p:ext uri="{BB962C8B-B14F-4D97-AF65-F5344CB8AC3E}">
        <p14:creationId xmlns:p14="http://schemas.microsoft.com/office/powerpoint/2010/main" val="39912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-1">
            <a:extLst>
              <a:ext uri="{FF2B5EF4-FFF2-40B4-BE49-F238E27FC236}">
                <a16:creationId xmlns:a16="http://schemas.microsoft.com/office/drawing/2014/main" id="{A3023DDC-5BDF-4F43-B234-4853F467A60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C68FD27-555D-408C-8755-23D2DB2A6A2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5AB19F7-D2FA-40DF-A818-1C0CE6B8E89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01442B0-1C55-44A2-AFA1-848929A7001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78424CA-82F8-402E-AC09-4F649838F02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3F1DABF-053A-433A-8C67-545A49E683D9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9C95F2F-127F-4420-B5B1-2910C9316C84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757D7B0-EED5-4AF7-A89B-D5EBB05AD491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FEE3703-1F1A-4258-97CE-E9FCCC02E78B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818716D-29A6-4AF4-B344-66CA6B91C954}"/>
              </a:ext>
            </a:extLst>
          </p:cNvPr>
          <p:cNvSpPr>
            <a:spLocks noGrp="1"/>
          </p:cNvSpPr>
          <p:nvPr/>
        </p:nvSpPr>
        <p:spPr>
          <a:xfrm>
            <a:off x="773906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F158D63-A6D7-4CF7-810E-4BFD2FB82400}"/>
              </a:ext>
            </a:extLst>
          </p:cNvPr>
          <p:cNvSpPr>
            <a:spLocks noGrp="1"/>
          </p:cNvSpPr>
          <p:nvPr/>
        </p:nvSpPr>
        <p:spPr>
          <a:xfrm>
            <a:off x="1547813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1A805CF-F5D4-4484-AD2F-C7831BDA8A20}"/>
              </a:ext>
            </a:extLst>
          </p:cNvPr>
          <p:cNvSpPr>
            <a:spLocks noGrp="1"/>
          </p:cNvSpPr>
          <p:nvPr/>
        </p:nvSpPr>
        <p:spPr>
          <a:xfrm>
            <a:off x="3095625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05F7EE92-5A00-4984-8C11-B37F5D04BA8B}"/>
              </a:ext>
            </a:extLst>
          </p:cNvPr>
          <p:cNvSpPr>
            <a:spLocks noGrp="1"/>
          </p:cNvSpPr>
          <p:nvPr/>
        </p:nvSpPr>
        <p:spPr>
          <a:xfrm>
            <a:off x="4643438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BB5BF97-5820-4952-84A4-E3C5B9EE0CB4}"/>
              </a:ext>
            </a:extLst>
          </p:cNvPr>
          <p:cNvSpPr>
            <a:spLocks noGrp="1"/>
          </p:cNvSpPr>
          <p:nvPr/>
        </p:nvSpPr>
        <p:spPr>
          <a:xfrm>
            <a:off x="6191250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D0DE2AA-4730-4C47-B9C8-AE364A9C7BEF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B6A79B2-D588-4E22-9907-7D847B5C716D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41A4164-9E16-47C9-ADFD-F54222804758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DB93018-CC2D-4CEE-90CA-51E00129201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 objects match the numeral 9.</a:t>
            </a:r>
          </a:p>
        </p:txBody>
      </p:sp>
    </p:spTree>
    <p:extLst>
      <p:ext uri="{BB962C8B-B14F-4D97-AF65-F5344CB8AC3E}">
        <p14:creationId xmlns:p14="http://schemas.microsoft.com/office/powerpoint/2010/main" val="3604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-1">
            <a:extLst>
              <a:ext uri="{FF2B5EF4-FFF2-40B4-BE49-F238E27FC236}">
                <a16:creationId xmlns:a16="http://schemas.microsoft.com/office/drawing/2014/main" id="{1F43DCD9-9E84-41E5-8CF6-8A169BA6AF0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81DAB88-F9E0-40B8-9F7F-9414832AE4F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E1675F2-A652-4118-BC76-B2AF31C34F6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Count the objects. Which numeral matches?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46B23D7-DBBA-44A4-82AE-512F263CC6E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A2313DA-DF16-411C-8AE5-7013D358CB4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8A56E01-8D77-48CF-B110-0F47D7A1E5E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7AF07B7-19E3-4353-B97C-D1522CF7CD77}"/>
              </a:ext>
            </a:extLst>
          </p:cNvPr>
          <p:cNvSpPr>
            <a:spLocks noGrp="1"/>
          </p:cNvSpPr>
          <p:nvPr/>
        </p:nvSpPr>
        <p:spPr>
          <a:xfrm>
            <a:off x="154781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4C87D5B-E99F-44FA-A7F3-1EAAE1E51958}"/>
              </a:ext>
            </a:extLst>
          </p:cNvPr>
          <p:cNvSpPr>
            <a:spLocks noGrp="1"/>
          </p:cNvSpPr>
          <p:nvPr/>
        </p:nvSpPr>
        <p:spPr>
          <a:xfrm>
            <a:off x="3095625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EFF67E9-AB09-4468-84FA-B86756F5BA74}"/>
              </a:ext>
            </a:extLst>
          </p:cNvPr>
          <p:cNvSpPr>
            <a:spLocks noGrp="1"/>
          </p:cNvSpPr>
          <p:nvPr/>
        </p:nvSpPr>
        <p:spPr>
          <a:xfrm>
            <a:off x="4643438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DFBDFE3-F5C4-4575-97C5-0EAAE630D1DB}"/>
              </a:ext>
            </a:extLst>
          </p:cNvPr>
          <p:cNvSpPr>
            <a:spLocks noGrp="1"/>
          </p:cNvSpPr>
          <p:nvPr/>
        </p:nvSpPr>
        <p:spPr>
          <a:xfrm>
            <a:off x="6191250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471796B-4F22-42F7-8D1E-953572095259}"/>
              </a:ext>
            </a:extLst>
          </p:cNvPr>
          <p:cNvSpPr>
            <a:spLocks noGrp="1"/>
          </p:cNvSpPr>
          <p:nvPr/>
        </p:nvSpPr>
        <p:spPr>
          <a:xfrm>
            <a:off x="7739063" y="2976563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EF24A91-01C9-4CA6-8261-E78E17B87852}"/>
              </a:ext>
            </a:extLst>
          </p:cNvPr>
          <p:cNvSpPr>
            <a:spLocks noGrp="1"/>
          </p:cNvSpPr>
          <p:nvPr/>
        </p:nvSpPr>
        <p:spPr>
          <a:xfrm>
            <a:off x="1547813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2733002-2EA5-44D5-96A1-880519C8001A}"/>
              </a:ext>
            </a:extLst>
          </p:cNvPr>
          <p:cNvSpPr>
            <a:spLocks noGrp="1"/>
          </p:cNvSpPr>
          <p:nvPr/>
        </p:nvSpPr>
        <p:spPr>
          <a:xfrm>
            <a:off x="3095625" y="3988594"/>
            <a:ext cx="571500" cy="571500"/>
          </a:xfrm>
          <a:prstGeom prst="ellipse">
            <a:avLst/>
          </a:prstGeom>
          <a:solidFill>
            <a:srgbClr val="1D4ED8"/>
          </a:solidFill>
          <a:ln w="11906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ECE1300-661E-4CBD-8AFB-CF6AE3CE5DA8}"/>
              </a:ext>
            </a:extLst>
          </p:cNvPr>
          <p:cNvSpPr>
            <a:spLocks noGrp="1"/>
          </p:cNvSpPr>
          <p:nvPr/>
        </p:nvSpPr>
        <p:spPr>
          <a:xfrm>
            <a:off x="95250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2D8B7B1-6F07-4410-9294-2A974F3CE200}"/>
              </a:ext>
            </a:extLst>
          </p:cNvPr>
          <p:cNvSpPr>
            <a:spLocks noGrp="1"/>
          </p:cNvSpPr>
          <p:nvPr/>
        </p:nvSpPr>
        <p:spPr>
          <a:xfrm>
            <a:off x="1095375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84290D8-C4DC-45E5-BB52-420AC82F58DF}"/>
              </a:ext>
            </a:extLst>
          </p:cNvPr>
          <p:cNvSpPr>
            <a:spLocks noGrp="1"/>
          </p:cNvSpPr>
          <p:nvPr/>
        </p:nvSpPr>
        <p:spPr>
          <a:xfrm>
            <a:off x="12382500" y="2976563"/>
            <a:ext cx="1309688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4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54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611F7D7-CEDE-4E0F-BC7A-863B6C2B9693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 objects match the numeral 7.</a:t>
            </a:r>
          </a:p>
        </p:txBody>
      </p:sp>
    </p:spTree>
    <p:extLst>
      <p:ext uri="{BB962C8B-B14F-4D97-AF65-F5344CB8AC3E}">
        <p14:creationId xmlns:p14="http://schemas.microsoft.com/office/powerpoint/2010/main" val="158387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75 0.30555556 E" pathEditMode="relative" ptsTypes="">
                                      <p:cBhvr>
                                        <p:cTn id="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738529F4-D990-41EC-937B-C9346075CE4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A692D99-A8FC-4746-9C21-8555CED4D09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105CF47-3FC5-4958-9B01-6862514C481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9C098B0-138B-432C-A923-E76091EF51E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31D115B-D777-4A70-9BD6-589B3C1FFA2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4EB4CBD-D8BE-4A4B-935B-300057D24EA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DEE15E3-0354-4C34-B0B8-6A1EB3466082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2340A00-B513-4126-97E5-8C7795EBC19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numerals 6 to 10 in order.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606B377-C73F-499F-9BBE-BFC8C9E61A2C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4183BAB-B51E-4A42-842F-E9D592F42E1C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Read and write these in words: 7 and 10.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3E02139-B71C-40F3-808E-7EB91AB82EF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773814A-7B72-4C53-B9A5-669EF4AB13E4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Match 6, 8 and 9 to sets with the same quantities.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748A19D-79E2-4EA4-8A83-FAE74BF2C273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317DED7-D76E-46F5-8242-3843DDD1533C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Complete: six = __, nine = __, ten = __.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C42F1EF-138A-4E41-A383-3A00C2EAC4F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9F212CF-1784-4FC6-8BD9-271B68C88E20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Circle and correct the reversed numeral in a set of examples.</a:t>
            </a:r>
          </a:p>
        </p:txBody>
      </p:sp>
    </p:spTree>
    <p:extLst>
      <p:ext uri="{BB962C8B-B14F-4D97-AF65-F5344CB8AC3E}">
        <p14:creationId xmlns:p14="http://schemas.microsoft.com/office/powerpoint/2010/main" val="85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288415B5-17D8-4E17-A56A-CBB0903E896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D6601E3-1DA8-4E6E-8246-EEC5D671651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400B137-71D7-4533-8DC6-E6A85761590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40C6F8D-19E7-4DC2-9DD7-D880E79A643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Read and write numerals 6 to 10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E5117E3-95BC-4215-ACD8-90222E7D9F3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D22F618-B14A-4FDA-92CF-04EE7C40D433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7A3CAD1-1B47-424C-BF79-121EAE0D722B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6, 7, 8, 9, 10.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C51BF26-AAD3-4161-8841-9BFAB83956B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D7534E6-CF20-4177-98A3-D2863F6F8770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Seven and ten.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FD4C32C-3E18-48FE-9F6E-F5D5E527A2E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2E90FF8-94B8-4286-91C7-6EFEE9F5BEF5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Each numeral matches the equal set.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2B352C0-9D01-46E4-9BFE-994A2B5E32EA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2F9D3CC-E33E-45A1-866F-3EF81D3DEAF9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6, 9, 10.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E63ED8B-F9B6-4F45-868F-5DCE123393C7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04CABE4-7B43-4816-84B7-673122E71650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The reversed numeral is rewritten correctly.</a:t>
            </a:r>
          </a:p>
        </p:txBody>
      </p:sp>
    </p:spTree>
    <p:extLst>
      <p:ext uri="{BB962C8B-B14F-4D97-AF65-F5344CB8AC3E}">
        <p14:creationId xmlns:p14="http://schemas.microsoft.com/office/powerpoint/2010/main" val="20957852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DocSecurity>0</DocSecurity>
  <PresentationFormat>Custom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2026-09-14T13:14:41Z</dcterms:created>
  <dcterms:modified xsi:type="dcterms:W3CDTF">2026-09-14T13:14:54Z</dcterms:modified>
</cp:coreProperties>
</file>