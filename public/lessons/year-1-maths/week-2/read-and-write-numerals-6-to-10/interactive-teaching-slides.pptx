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6e81bb0d07440e" /><Relationship Type="http://schemas.openxmlformats.org/officeDocument/2006/relationships/extended-properties" Target="/docProps/app.xml" Id="R120e5ee63a4646eb" /><Relationship Type="http://schemas.openxmlformats.org/officeDocument/2006/relationships/officeDocument" Target="/ppt/presentation.xml" Id="R5f8910a4fbce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eabc8ca44e4b0c"/>
  </p:sldMasterIdLst>
  <p:notesMasterIdLst>
    <p:notesMasterId xmlns:r="http://schemas.openxmlformats.org/officeDocument/2006/relationships" r:id="R0fd386ee3c8f4f40"/>
  </p:notesMasterIdLst>
  <p:sldIdLst>
    <p:sldId xmlns:r="http://schemas.openxmlformats.org/officeDocument/2006/relationships" id="256" r:id="Rec885248d5d64b65"/>
    <p:sldId xmlns:r="http://schemas.openxmlformats.org/officeDocument/2006/relationships" id="257" r:id="R52692f72858e482a"/>
    <p:sldId xmlns:r="http://schemas.openxmlformats.org/officeDocument/2006/relationships" id="258" r:id="Rca0b84f0d7f34e74"/>
    <p:sldId xmlns:r="http://schemas.openxmlformats.org/officeDocument/2006/relationships" id="259" r:id="R99995a85bf2743d5"/>
    <p:sldId xmlns:r="http://schemas.openxmlformats.org/officeDocument/2006/relationships" id="260" r:id="R81eaf70c5e434f84"/>
    <p:sldId xmlns:r="http://schemas.openxmlformats.org/officeDocument/2006/relationships" id="261" r:id="Re92d7ba29f8c46b8"/>
    <p:sldId xmlns:r="http://schemas.openxmlformats.org/officeDocument/2006/relationships" id="262" r:id="R88e716bbb2cf4f87"/>
    <p:sldId xmlns:r="http://schemas.openxmlformats.org/officeDocument/2006/relationships" id="263" r:id="Rb64e8e890ec849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4af2c1f35d4b71" /><Relationship Type="http://schemas.openxmlformats.org/officeDocument/2006/relationships/slideMaster" Target="/ppt/slideMasters/slideMaster1.xml" Id="Rc7eabc8ca44e4b0c" /><Relationship Type="http://schemas.openxmlformats.org/officeDocument/2006/relationships/notesMaster" Target="/ppt/notesMasters/notesMaster1.xml" Id="R0fd386ee3c8f4f40" /><Relationship Type="http://schemas.openxmlformats.org/officeDocument/2006/relationships/presProps" Target="/ppt/presProps.xml" Id="R713adbc84a774801" /><Relationship Type="http://schemas.openxmlformats.org/officeDocument/2006/relationships/tableStyles" Target="/ppt/tableStyles.xml" Id="R08bb9ba2dfc54563" /><Relationship Type="http://schemas.openxmlformats.org/officeDocument/2006/relationships/slide" Target="/ppt/slides/slide1.xml" Id="Rec885248d5d64b65" /><Relationship Type="http://schemas.openxmlformats.org/officeDocument/2006/relationships/slide" Target="/ppt/slides/slide2.xml" Id="R52692f72858e482a" /><Relationship Type="http://schemas.openxmlformats.org/officeDocument/2006/relationships/slide" Target="/ppt/slides/slide3.xml" Id="Rca0b84f0d7f34e74" /><Relationship Type="http://schemas.openxmlformats.org/officeDocument/2006/relationships/slide" Target="/ppt/slides/slide4.xml" Id="R99995a85bf2743d5" /><Relationship Type="http://schemas.openxmlformats.org/officeDocument/2006/relationships/slide" Target="/ppt/slides/slide5.xml" Id="R81eaf70c5e434f84" /><Relationship Type="http://schemas.openxmlformats.org/officeDocument/2006/relationships/slide" Target="/ppt/slides/slide6.xml" Id="Re92d7ba29f8c46b8" /><Relationship Type="http://schemas.openxmlformats.org/officeDocument/2006/relationships/slide" Target="/ppt/slides/slide7.xml" Id="R88e716bbb2cf4f87" /><Relationship Type="http://schemas.openxmlformats.org/officeDocument/2006/relationships/slide" Target="/ppt/slides/slide8.xml" Id="Rb64e8e890ec849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34604404b749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608c9bc1ff455d" /><Relationship Type="http://schemas.openxmlformats.org/officeDocument/2006/relationships/notesMaster" Target="/ppt/notesMasters/notesMaster1.xml" Id="Rbe5b2613885045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252fc1d25b447d" /><Relationship Type="http://schemas.openxmlformats.org/officeDocument/2006/relationships/notesMaster" Target="/ppt/notesMasters/notesMaster1.xml" Id="R08776a9ff4e34a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58bf8ce19d43b5" /><Relationship Type="http://schemas.openxmlformats.org/officeDocument/2006/relationships/notesMaster" Target="/ppt/notesMasters/notesMaster1.xml" Id="R6c841e62b37549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c64baffc567417a" /><Relationship Type="http://schemas.openxmlformats.org/officeDocument/2006/relationships/notesMaster" Target="/ppt/notesMasters/notesMaster1.xml" Id="Rfeb8b5d2438448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706def0b414818" /><Relationship Type="http://schemas.openxmlformats.org/officeDocument/2006/relationships/notesMaster" Target="/ppt/notesMasters/notesMaster1.xml" Id="Rb3beb0ea4c0644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2984483a64443d" /><Relationship Type="http://schemas.openxmlformats.org/officeDocument/2006/relationships/notesMaster" Target="/ppt/notesMasters/notesMaster1.xml" Id="Rb8d9d7c4112c44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68a8624a824311" /><Relationship Type="http://schemas.openxmlformats.org/officeDocument/2006/relationships/notesMaster" Target="/ppt/notesMasters/notesMaster1.xml" Id="R0a55b0c73bb84f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47951c7cf04dd7" /><Relationship Type="http://schemas.openxmlformats.org/officeDocument/2006/relationships/notesMaster" Target="/ppt/notesMasters/notesMaster1.xml" Id="R899ea4c49f844e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Show dot cards from 6 to 10. Children hold up or point to the matching numeral card.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Show dot cards from 6 to 10. Children hold up or point to the matching numeral card.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reverses 6 or 9. Place the numeral beside a matching ten-frame quantity and model the starting point and direction slowly.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Eight counters match numeral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The ten frame shows the quantity, so we can count and match the correct numeral.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Lower support traces and matches numerals. Expected pupils read, write and match independently. Higher challenge pupils diagnose reversed or mismatched numerals.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Seven. | 9. | Check the starting point, direction and shape against a model..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b9fdf8f7846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d52cab1a924576" /><Relationship Type="http://schemas.openxmlformats.org/officeDocument/2006/relationships/slideLayout" Target="/ppt/slideLayouts/slideLayout1.xml" Id="Rd47acefdf058499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7acefdf058499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961aad5614d8c" /><Relationship Type="http://schemas.openxmlformats.org/officeDocument/2006/relationships/notesSlide" Target="/ppt/notesSlides/notesSlide1.xml" Id="R39349002816d40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5cd29d07ca431f" /><Relationship Type="http://schemas.openxmlformats.org/officeDocument/2006/relationships/notesSlide" Target="/ppt/notesSlides/notesSlide2.xml" Id="R69f659e6e7684a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e8320f342496d" /><Relationship Type="http://schemas.openxmlformats.org/officeDocument/2006/relationships/notesSlide" Target="/ppt/notesSlides/notesSlide3.xml" Id="Rb111962641a343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d7b1bc0ce4cf7" /><Relationship Type="http://schemas.openxmlformats.org/officeDocument/2006/relationships/notesSlide" Target="/ppt/notesSlides/notesSlide4.xml" Id="R3106bb5ce77e46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f4557c0454ad1" /><Relationship Type="http://schemas.openxmlformats.org/officeDocument/2006/relationships/notesSlide" Target="/ppt/notesSlides/notesSlide5.xml" Id="R0f348b1782654a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259f250874665" /><Relationship Type="http://schemas.openxmlformats.org/officeDocument/2006/relationships/notesSlide" Target="/ppt/notesSlides/notesSlide6.xml" Id="R11b133bfa4d240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33278f66948c0" /><Relationship Type="http://schemas.openxmlformats.org/officeDocument/2006/relationships/notesSlide" Target="/ppt/notesSlides/notesSlide7.xml" Id="Re9148e754d2c44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5b046deef445c" /><Relationship Type="http://schemas.openxmlformats.org/officeDocument/2006/relationships/notesSlide" Target="/ppt/notesSlides/notesSlide8.xml" Id="Raaa8e909c02048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1AC4D-229D-4269-B06A-BBFE5A00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E3AA3-249D-4CD8-B08A-61FF230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A323C-1165-4555-B8DE-C70A21E5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Read and write numerals 6 to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84154-E0BF-40EB-9C99-FE3E8F66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773EE-B0AD-41AB-BCA7-365B8AEB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C941D-69F1-4BA9-93BC-019EB707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92C5B0-FDC6-4DF5-9293-514934D9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34748A-8A01-4CB3-8229-9CC771D0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7A1A6-84DC-4A01-960A-317D157C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Read numerals from 6 to 10 and form each numeral correctly.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58361D-5D7A-4F5F-8417-4AB8CB8F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22D7A-F189-4420-9AF5-80D50204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10107-6E53-4B9E-B1BD-65B64ED1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FEC645-93B7-4070-BA5F-7B932306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843C9-73E4-4714-BCAF-5013BC5F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F18601-C915-49C0-A4D9-18ADA087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2040219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E6AB0-C061-4E3B-9A84-CF15FBE7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C710E-5395-4473-B143-CCE81CB2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319BD-A5C4-4198-8B5B-D1FDB379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80C1C-13FA-497E-A228-9F24C3C1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99C12-B583-4AA3-A752-C3ADA9DB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AF907-9013-4384-9B1F-5C9CB945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47081-D16E-4073-8B03-DEAFC1AD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121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Why do we use numerals instead of drawing every object each time?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CE1FB-D6A9-47A7-8A0D-B4000949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263B7-1EF5-4ED5-B050-05EF2DCE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D0E8F-ED66-4A00-9B55-913DACE7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E403D-2B14-4392-A9FD-A4386150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0CFAD3-FDF9-4EFB-A6B0-3D95F245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45F16-016D-41DE-BC87-A422DC75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E2832-4DCA-4F1E-B795-51080269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4D2C7-C406-4471-9396-1684A210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575660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F09FEF-503D-4ADE-818E-688E432A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746BE-775E-450A-BE39-9547137D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7D38A-5F5B-4455-A7E7-B31DBD97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A58E4-8F35-4B49-A808-9D5AFAAF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1F7B4-D7D4-4EC8-ACCA-215CA73C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43FC3-77E3-4B86-9700-2EB60A3C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55652-C613-4FB4-9E9B-E4AA3768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110EB-66AC-4899-9E72-2B67E15C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F354C-F566-4DFF-8C00-F6C9A610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FB3A1-BF27-4D60-98AD-F145C824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a set, then choose the numeral that records the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51403-43A3-4801-8B15-B797B307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920E6-D44F-4DA6-8D8C-9A6DE71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1C761-5BC8-44BF-9BB2-3BCA0DEF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Say the numeral name before writing 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82BE4-8811-4FA9-B711-0CBA0A44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86FFB-6398-4746-9AF6-77917358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63ACF-0F6C-400A-B546-59AA4F59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Model the starting point and movement for 6, 7, 8, 9 and 10.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1E8389-ED6A-4C04-A78B-59423880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31E37F-404D-40C7-9A9A-AE54B03F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4EB68-F265-4E52-A037-E0DA2F7B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Check the written numeral against a clear numeral card.</a:t>
            </a:r>
          </a:p>
        </p:txBody>
      </p:sp>
    </p:spTree>
    <p:extLst>
      <p:ext uri="{BB962C8B-B14F-4D97-AF65-F5344CB8AC3E}">
        <p14:creationId xmlns:p14="http://schemas.microsoft.com/office/powerpoint/2010/main" val="2318397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F7F57-4450-4610-8075-B6B9B9F7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4EA44-2BD6-4F3D-8CD5-A81B7B2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FE542-ADB9-4E63-8D85-A9C3DB43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8D9D5-A18D-4839-9F24-F1BF1E01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D1BAF-B5BD-454F-9BFE-02D8B80F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2DB75-ACA4-438B-AA92-E585D677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E74F63-1357-4FCA-A20F-E0CD99E6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9B3AD-6385-4309-985E-040A4BB5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Count eight counters, choose the numeral, then write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4D4D7-3C75-45E6-8DA9-D43C56FA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50CD1-26B7-468A-80A5-82054FD9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FA6221-04B4-4A7B-8624-E3F98816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497602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1C7A8-2DBE-4831-99E4-3F8C0B61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409BF-B086-4BD9-B5B5-291A53FF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7CB05-AEED-48FB-A261-976BF976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6AA04-2F6A-4DEF-9C0F-D7DCE013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3EC3D8-7070-456B-A73A-950CF3BF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BCD35-433A-4098-B2E7-7948F826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00FFA-9444-4308-AF27-E6B2F58E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96815-F381-421D-9523-9E5613B4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EEE70-5B4B-4DC8-9E4C-CC02BCE8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7615A8-603F-442E-80D7-FD188FE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Eight counters match numeral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A8B20-8C14-45CE-9350-598967E6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5596419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3148CC-C4F4-4F24-B3AA-ACA40DCC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8EB88-4C5D-45BA-B736-CEED10DC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4AE75-450C-4B2D-A9B4-AF32938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91FBAB-6217-40D6-A4C4-E2385E34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17FCC-2685-447D-A16F-FAF6D9C0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FB408-E6E8-4FCF-BC5D-BE7D09C1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828CB-A4D6-4AC1-831B-4BFDAEB3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EAF42-3CC7-4C54-8728-4B8337B6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7BE0B-41EE-4E3C-9C5B-9A94352E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F072A-CE65-44EF-9E8D-799DF233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3E5EB-6DAD-4179-AE29-0E5BD78C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can a ten frame help you check whether 6 and 9 have been labelled correctly?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593A6-4F4B-4087-B6E0-1218E650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299C9-8B41-4BFA-9C4E-5E428E63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6D6C4-32F6-4754-8941-4D12D842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6AB03-E03F-4F70-8600-DD27C602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19252148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57A3E5-8468-4DC6-9E2C-6F466873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D1E29-0291-40FA-928A-50A7C0BE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7ED5D-5A50-4600-A138-A19766E5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FAA66-ED8F-4774-B42B-DFA0B04A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5F3C58-63D0-40BF-862B-4DCAA7E0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A096D-1153-4C15-8765-DCE7D81B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369C8-F9E4-4E31-A182-0E3CC46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0A869-05D6-4B32-8766-89F414F1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6199A-381A-4D34-8E4A-831202CF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B2C34-B2FB-4991-BB85-C0A0DA7D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8AD1F-1D88-443C-9A7C-55BEEF59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7E851-541F-4534-8DA1-AA2CF889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48CEE-0657-477F-916E-035BD75B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40BA17-B727-4F20-818F-243489FC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D400D3-D3BD-443C-AEE1-396CB30C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77356D-FE5F-42A6-9B96-EEE593C1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CE0C87-88C3-44D5-ADB8-59E2ECBB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AB2B61-B6F4-494A-A409-8C94EFE6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958CC1-B58F-4017-BB56-CB267CC1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20737779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34153-6C7C-4D41-975D-0F9B85B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DD62A-A5D9-4170-A688-8D453D4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3CC7C-BD95-48B6-ADBE-8757F579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EB84D0-7832-4B96-9631-8E9D2607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3733B-B4EE-4DE7-8207-C2AE3DAA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11216-E095-4444-88ED-9353B4CD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2CBE2-4BC9-478F-86F3-E6809062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80DFE-F7E5-46AD-B7A6-042E9F76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8FEE5-18AC-4153-8D8E-79C47C00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4E83DC-39E0-462D-A8F4-18E6A146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Read the numeral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5B96A-1C29-4379-9BE1-BC443FB3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746C56-3AEE-44DA-9757-D79CBC5E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C434B-1D51-42B4-83D1-648A370A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D528A-39B2-42CA-B0CE-D9E4719D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Write the numeral for nine.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C62CA-51AE-41B9-94F9-EB4654C8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F5DF2-56EE-4DE1-807F-8AD6EACC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69ED3-8102-4D99-A921-4545BC90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35A95A-C4CB-4157-89AA-80672BE8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should you check after writing 6?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201F9-9A36-42AA-AEEE-A3A7A5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638675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2026-09-07T14:29:47.0150000Z</dcterms:created>
  <dcterms:modified xsi:type="dcterms:W3CDTF">2026-09-07T14:29:47.0150000Z</dcterms:modified>
</coreProperties>
</file>