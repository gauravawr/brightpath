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461aca8d23415b" /><Relationship Type="http://schemas.openxmlformats.org/officeDocument/2006/relationships/extended-properties" Target="/docProps/app.xml" Id="R9b4104a0733b4e0b" /><Relationship Type="http://schemas.openxmlformats.org/officeDocument/2006/relationships/officeDocument" Target="/ppt/presentation.xml" Id="R6eb1d577aaa545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1a8f6f69ef4d63"/>
  </p:sldMasterIdLst>
  <p:notesMasterIdLst>
    <p:notesMasterId xmlns:r="http://schemas.openxmlformats.org/officeDocument/2006/relationships" r:id="Rfd16b64596c04d8e"/>
  </p:notesMasterIdLst>
  <p:sldIdLst>
    <p:sldId xmlns:r="http://schemas.openxmlformats.org/officeDocument/2006/relationships" id="256" r:id="Rc306cac080674685"/>
    <p:sldId xmlns:r="http://schemas.openxmlformats.org/officeDocument/2006/relationships" id="257" r:id="R29bcb5cc883846ac"/>
    <p:sldId xmlns:r="http://schemas.openxmlformats.org/officeDocument/2006/relationships" id="258" r:id="R0b7fc857e1dc420f"/>
    <p:sldId xmlns:r="http://schemas.openxmlformats.org/officeDocument/2006/relationships" id="259" r:id="R9b1efea899c24de4"/>
    <p:sldId xmlns:r="http://schemas.openxmlformats.org/officeDocument/2006/relationships" id="260" r:id="R4976e1f1a2024cac"/>
    <p:sldId xmlns:r="http://schemas.openxmlformats.org/officeDocument/2006/relationships" id="261" r:id="Rbaed40ed63284df4"/>
    <p:sldId xmlns:r="http://schemas.openxmlformats.org/officeDocument/2006/relationships" id="262" r:id="R3d1bbdfd37234c8a"/>
    <p:sldId xmlns:r="http://schemas.openxmlformats.org/officeDocument/2006/relationships" id="263" r:id="R5ebafe701e434f4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1e71f995104973" /><Relationship Type="http://schemas.openxmlformats.org/officeDocument/2006/relationships/slideMaster" Target="/ppt/slideMasters/slideMaster1.xml" Id="Re61a8f6f69ef4d63" /><Relationship Type="http://schemas.openxmlformats.org/officeDocument/2006/relationships/notesMaster" Target="/ppt/notesMasters/notesMaster1.xml" Id="Rfd16b64596c04d8e" /><Relationship Type="http://schemas.openxmlformats.org/officeDocument/2006/relationships/presProps" Target="/ppt/presProps.xml" Id="Rd8b0762bd85c4e99" /><Relationship Type="http://schemas.openxmlformats.org/officeDocument/2006/relationships/tableStyles" Target="/ppt/tableStyles.xml" Id="R82813c18f58a4971" /><Relationship Type="http://schemas.openxmlformats.org/officeDocument/2006/relationships/slide" Target="/ppt/slides/slide1.xml" Id="Rc306cac080674685" /><Relationship Type="http://schemas.openxmlformats.org/officeDocument/2006/relationships/slide" Target="/ppt/slides/slide2.xml" Id="R29bcb5cc883846ac" /><Relationship Type="http://schemas.openxmlformats.org/officeDocument/2006/relationships/slide" Target="/ppt/slides/slide3.xml" Id="R0b7fc857e1dc420f" /><Relationship Type="http://schemas.openxmlformats.org/officeDocument/2006/relationships/slide" Target="/ppt/slides/slide4.xml" Id="R9b1efea899c24de4" /><Relationship Type="http://schemas.openxmlformats.org/officeDocument/2006/relationships/slide" Target="/ppt/slides/slide5.xml" Id="R4976e1f1a2024cac" /><Relationship Type="http://schemas.openxmlformats.org/officeDocument/2006/relationships/slide" Target="/ppt/slides/slide6.xml" Id="Rbaed40ed63284df4" /><Relationship Type="http://schemas.openxmlformats.org/officeDocument/2006/relationships/slide" Target="/ppt/slides/slide7.xml" Id="R3d1bbdfd37234c8a" /><Relationship Type="http://schemas.openxmlformats.org/officeDocument/2006/relationships/slide" Target="/ppt/slides/slide8.xml" Id="R5ebafe701e434f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1048c75d054f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b076f11bcc4696" /><Relationship Type="http://schemas.openxmlformats.org/officeDocument/2006/relationships/notesMaster" Target="/ppt/notesMasters/notesMaster1.xml" Id="R955a8ee322024a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28cf282945487d" /><Relationship Type="http://schemas.openxmlformats.org/officeDocument/2006/relationships/notesMaster" Target="/ppt/notesMasters/notesMaster1.xml" Id="R276db523fe514a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5cc0ec2b8946fd" /><Relationship Type="http://schemas.openxmlformats.org/officeDocument/2006/relationships/notesMaster" Target="/ppt/notesMasters/notesMaster1.xml" Id="R3cc45529546143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9b8f7fa81a4a2c" /><Relationship Type="http://schemas.openxmlformats.org/officeDocument/2006/relationships/notesMaster" Target="/ppt/notesMasters/notesMaster1.xml" Id="Rb29ed0c062b24c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8bec9d99ef4fc1" /><Relationship Type="http://schemas.openxmlformats.org/officeDocument/2006/relationships/notesMaster" Target="/ppt/notesMasters/notesMaster1.xml" Id="R58019764e4874c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e2f82d215b4048" /><Relationship Type="http://schemas.openxmlformats.org/officeDocument/2006/relationships/notesMaster" Target="/ppt/notesMasters/notesMaster1.xml" Id="R56268aa3ad8048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e71fdab61040df" /><Relationship Type="http://schemas.openxmlformats.org/officeDocument/2006/relationships/notesMaster" Target="/ppt/notesMasters/notesMaster1.xml" Id="R298d2725adb341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6d064d5b0043ad" /><Relationship Type="http://schemas.openxmlformats.org/officeDocument/2006/relationships/notesMaster" Target="/ppt/notesMasters/notesMaster1.xml" Id="R51f60f3f366444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Flash quantities 1 to 5 on a five frame. Children say the number and explain how they know without counting every dot.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Flash quantities 1 to 5 on a five frame. Children say the number and explain how they know without counting every dot.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counts an object twice when objects are scattered. Ask the child to move each object into a line or a ten frame while counting.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A full five frame and two extra counters show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A line is often easier because we can count each object once in order.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Lower support uses ten frames and prepared counters. Expected pupils count and complete representations. Higher challenge pupils compare representations and explain errors.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8. | Count each object once or arrange them on a ten frame. | 2 empty spaces..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1b9c904ded46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c9f1ebd1a14957" /><Relationship Type="http://schemas.openxmlformats.org/officeDocument/2006/relationships/slideLayout" Target="/ppt/slideLayouts/slideLayout1.xml" Id="Rb17c9efc37ba40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7c9efc37ba40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6783c04ee4df9" /><Relationship Type="http://schemas.openxmlformats.org/officeDocument/2006/relationships/notesSlide" Target="/ppt/notesSlides/notesSlide1.xml" Id="Rc1ece8e2f1074b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4b32c96214683" /><Relationship Type="http://schemas.openxmlformats.org/officeDocument/2006/relationships/notesSlide" Target="/ppt/notesSlides/notesSlide2.xml" Id="Rc8a13a73b9d441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99cedcf9744ee" /><Relationship Type="http://schemas.openxmlformats.org/officeDocument/2006/relationships/notesSlide" Target="/ppt/notesSlides/notesSlide3.xml" Id="R2f812278714b46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cb0bc1632452b" /><Relationship Type="http://schemas.openxmlformats.org/officeDocument/2006/relationships/notesSlide" Target="/ppt/notesSlides/notesSlide4.xml" Id="Rfe97ddcedd0345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75fb5eb1eb4838" /><Relationship Type="http://schemas.openxmlformats.org/officeDocument/2006/relationships/notesSlide" Target="/ppt/notesSlides/notesSlide5.xml" Id="R5162e466b07148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50cbe79784366" /><Relationship Type="http://schemas.openxmlformats.org/officeDocument/2006/relationships/notesSlide" Target="/ppt/notesSlides/notesSlide6.xml" Id="R62d7f1e7baf842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395638b7b45dc" /><Relationship Type="http://schemas.openxmlformats.org/officeDocument/2006/relationships/notesSlide" Target="/ppt/notesSlides/notesSlide7.xml" Id="R1772aa28465149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817fed9a947e3" /><Relationship Type="http://schemas.openxmlformats.org/officeDocument/2006/relationships/notesSlide" Target="/ppt/notesSlides/notesSlide8.xml" Id="R36db16fba9dc47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1AC70-62A0-446C-BC86-79C39054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264E6-AF51-4B49-AB51-5E718A5D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60315-0A44-433A-B9A5-76FAAC48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Count and represent 6 to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B32F9-CD7F-409D-B704-C9F83767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570ED-8A06-4193-8AB9-516EDEA1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7295A-DD43-47A1-B72E-731D3D9C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B201C-3564-4646-AA18-79AD7EF8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DAAFA-A18B-4470-ABB4-B8A71344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342ED9-EF58-4F72-BFEF-AF077094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sets from 6 to 10 accurately and represent each quantity in different ways.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C4765B-CAA1-45EC-87B7-5AFD412B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D75DC-81B0-485A-A87A-F60D4DCF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2E11C-9581-4A1D-93DC-4373FE3C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58A09-668E-4825-8BDD-B44F6F1F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AB367-A773-41C8-9B7F-C598EBB5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838998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3074F-C309-4CB5-A9E1-1CD1572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550A74-D6D2-4C5E-9788-6B86C8E4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E8C0FB-A99C-4679-84F4-6FD48D2A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4D2A8-93B2-443D-852C-0C98CA21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956C3-B7EF-4BAF-BEC4-8737DF12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231F6-B0CE-4163-B000-2331BCB6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9B5E9-95D0-4E8C-A347-51FF957D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954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can a full five frame help us recognise numbers greater than 5?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ECA17-919A-49A9-BEBC-2C137EC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7C822-96FC-48B1-A57B-3503D1DC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F38E3-EBD7-48D2-9B75-3D49C663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729E01-F35D-4F36-84BF-DE8A4A27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3FD70-3ED7-4435-A87B-BC913F5E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7A53F-C136-403B-A2D7-02353E0F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D6C06-EB34-4599-9E5D-37233B07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65DE12-D2EE-4F6D-B262-5E6590B4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542728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E1D73-E355-4CB7-907D-231491E8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C0BAA-4ACB-4681-B2A2-3AA69FDF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4E378-E440-4773-8092-9CAAAF72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A0C1D2-4DB4-40F5-A254-815A6D67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2D1C7-7479-40E2-8A81-EC110901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A0EAF-8F79-46F0-BE80-D96A9B94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24DA1-F09E-419C-B26E-55DEF3C0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E8C9D-18DC-414C-B27C-66E211A8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6B852-A261-43EE-8E5E-77F7CFA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234FC-3F3E-42E8-81C2-1B8FC3C7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Place six counters in a line and touch each one while counting.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EB04D6-04AD-4776-A46C-A917873D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EBAE0-7DD6-4E4B-BBA8-10DFEB5F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3891A-FAC0-4833-867C-1ABAF7BD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Move the six counters into a ten frame without adding or removing any.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3C0728-B220-4164-B1C2-39259868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03CBDB-BED5-4806-AABE-9045BFF0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352D5-D10B-44A8-8B07-66FC3F1A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Draw six marks and write the numeral 6 beside them.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9C31F-8F82-4498-A8E6-A5D698CB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F98DE-F931-4A9A-B770-2CD91197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2570E6-12DE-474B-98BE-BA26B9E9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each representation again to prove the quantity stayed the same.</a:t>
            </a:r>
          </a:p>
        </p:txBody>
      </p:sp>
    </p:spTree>
    <p:extLst>
      <p:ext uri="{BB962C8B-B14F-4D97-AF65-F5344CB8AC3E}">
        <p14:creationId xmlns:p14="http://schemas.microsoft.com/office/powerpoint/2010/main" val="15992267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4EDB70-3C04-437B-ACDC-33197C11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CBD02-390B-47E0-844F-CEF9F03C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2F7F72-7AEC-4BBD-B282-6316585C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C2A14-05E4-4B93-9D12-7FDFA197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65D0A-1A79-429B-8867-95D85D23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4F572-7BAD-4242-A211-5018D836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945A21-B730-4EAC-A177-24DEA3CD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1C0EA-8192-4E4F-B765-A3A21C89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Show 7 using a five frame and extra counters.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25F588-EE2B-4538-A4D1-C5B58EA4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E8C095-EB34-4F10-8D8B-5090D3BB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B1A88-EB7A-4F50-AB3B-AD155CDC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6959185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E1129-CCC3-4C01-AE5E-7CAE02B7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76AFE-C9C8-413C-9F31-679E69DD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69C60B-365B-4D8D-87A7-40466AA6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C0A71-AE47-4936-9718-B444808D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011EE-BCEB-4F9A-A808-D5143F68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0D3B6-E18A-40C9-A74A-C0304CB8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68E65B-5E5E-42D5-8991-1E092441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A2DF1-A91A-4841-A82D-115EEE4D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426E1-A880-47E4-816A-8C664823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F3C2CE-2842-4604-92E1-8745CF6D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full five frame and two extra counters show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E13C7-815E-40A3-B2D9-84BB2B5F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4327766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DC51CE-E22D-4EE5-9991-4FB4BFF9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F2BA22-30A5-4510-ABE7-CD97102B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648686-66EF-43EE-AF83-6A56766C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4407E-1B6D-4CF3-8C16-57E9E2E7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93939-FA27-49DA-BF30-1CAC67EC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E98D9-910E-42A4-B17B-61435717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6C1E4-28E0-413E-B8FC-EE5ECE0A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CAF26-5C19-4694-8ECA-976B9F07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8F9606-4D16-4C1F-A5E8-CCA96F11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6F150-39F9-439B-A9AF-4AC1FA2B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F5B68-00B4-4BF2-B850-109A2398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Which is easier to count: objects in a line or scattered objects? Why?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19F33-F013-491E-98A3-E09F09F5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99F65F-5B6F-4FE5-BE93-1A6D486A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EAEA6-8D79-4B18-BDE2-54765BC3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06E866-21E8-4E3F-8CF4-9D32D3E4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374301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D5CFD-AE16-4857-9EBF-CCB71768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4AD3F-5EC3-4950-BA7F-38CF38EC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D38A2-1B75-4F87-BF90-37A44C57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BB66B-77FF-47E1-B64E-41B498F1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93160-4B16-417A-9464-0D0ACB2F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058DC9-744A-47A7-9377-51F7BF91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F2A7F-383D-478C-BEEA-9DD31BC3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DD0F0-A8F7-49B1-A8D9-C237209B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A061C-7F68-4C87-8513-2FEFD67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21298-810A-4D25-9EED-8417A7F9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256FC-6BC5-4B31-AB37-81E27C52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DDAD60-884C-46AA-BB67-2AA01872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DFFB28-E69E-4BEE-88F2-EB233EDF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0E4E07-59E8-4816-9495-829E165C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6AF1D5-95C2-48B5-BB3B-9F90E8F9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657DD-9C88-4069-9B52-FCFD92A4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A119C2-8E7D-472B-ABD3-A33B1F1C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96F0AD-8608-421C-8DE4-0D4E46CD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DB3C8-9852-4814-A917-E2C62904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2760939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F77860-BD5E-4C6A-8D90-D2F1C4D1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B71E5-3CE7-42F8-B5CF-710EA8FB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10121-B172-4B42-B77B-C8E109AA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86EA76-FBC6-40FB-AADC-45B6672B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88B2E-A161-499D-B3AD-6F953D9F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152A7-0FB2-4955-B01C-E5AB335A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072D3-8C14-4F31-A893-4EFC012D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03070-2BA0-4EE0-9DFA-2E2850D7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5F52AB-F4E7-46CD-AC7A-8777A63C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1E3AC-1B35-4A79-9C73-0FFD3AAF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number comes after 7?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7DE9DE-464C-4315-9556-406CF225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6F4D32-6CF2-4E92-B453-518F341A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CA4F5-57F3-4554-8013-2FF26E13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18E16-ABCD-4318-8DEF-AF9F9FC2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can you prove a set has 9 objects?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066552-9737-4296-8A98-C28CD5A3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B108AC-6144-4EA4-9E98-0BCDDC6C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706611-0D62-4BA8-90F6-A0169685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BD2DA-0910-4150-8DFC-085E1158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many empty spaces are on a ten frame showing 8?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DD0B36-B245-4168-9C9E-861321DF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1249243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2026-09-07T14:29:41.1860000Z</dcterms:created>
  <dcterms:modified xsi:type="dcterms:W3CDTF">2026-09-07T14:29:41.1860000Z</dcterms:modified>
</coreProperties>
</file>