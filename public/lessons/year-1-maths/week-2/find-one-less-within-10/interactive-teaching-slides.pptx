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3009fc1ec342b9" /><Relationship Type="http://schemas.openxmlformats.org/officeDocument/2006/relationships/extended-properties" Target="/docProps/app.xml" Id="R385b871cab80428a" /><Relationship Type="http://schemas.openxmlformats.org/officeDocument/2006/relationships/officeDocument" Target="/ppt/presentation.xml" Id="Rdcff6167ecee48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d4d29b243f4117"/>
  </p:sldMasterIdLst>
  <p:notesMasterIdLst>
    <p:notesMasterId xmlns:r="http://schemas.openxmlformats.org/officeDocument/2006/relationships" r:id="Rfc8d00534d914306"/>
  </p:notesMasterIdLst>
  <p:sldIdLst>
    <p:sldId xmlns:r="http://schemas.openxmlformats.org/officeDocument/2006/relationships" id="256" r:id="Rcbc1964ff9d74d61"/>
    <p:sldId xmlns:r="http://schemas.openxmlformats.org/officeDocument/2006/relationships" id="257" r:id="R89ed7eacae154bac"/>
    <p:sldId xmlns:r="http://schemas.openxmlformats.org/officeDocument/2006/relationships" id="258" r:id="R69da65b2963e435c"/>
    <p:sldId xmlns:r="http://schemas.openxmlformats.org/officeDocument/2006/relationships" id="259" r:id="R4f0b47d7812d473a"/>
    <p:sldId xmlns:r="http://schemas.openxmlformats.org/officeDocument/2006/relationships" id="260" r:id="R2dbf24b79d5246a4"/>
    <p:sldId xmlns:r="http://schemas.openxmlformats.org/officeDocument/2006/relationships" id="261" r:id="R03c4e584d4d24f85"/>
    <p:sldId xmlns:r="http://schemas.openxmlformats.org/officeDocument/2006/relationships" id="262" r:id="R9d69922d32014429"/>
    <p:sldId xmlns:r="http://schemas.openxmlformats.org/officeDocument/2006/relationships" id="263" r:id="R663c0620a4a744b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1c0ae35a5d14aee" /><Relationship Type="http://schemas.openxmlformats.org/officeDocument/2006/relationships/slideMaster" Target="/ppt/slideMasters/slideMaster1.xml" Id="Rcbd4d29b243f4117" /><Relationship Type="http://schemas.openxmlformats.org/officeDocument/2006/relationships/notesMaster" Target="/ppt/notesMasters/notesMaster1.xml" Id="Rfc8d00534d914306" /><Relationship Type="http://schemas.openxmlformats.org/officeDocument/2006/relationships/presProps" Target="/ppt/presProps.xml" Id="R57eca83a0f17429b" /><Relationship Type="http://schemas.openxmlformats.org/officeDocument/2006/relationships/tableStyles" Target="/ppt/tableStyles.xml" Id="R9aad13ad4c5a4b78" /><Relationship Type="http://schemas.openxmlformats.org/officeDocument/2006/relationships/slide" Target="/ppt/slides/slide1.xml" Id="Rcbc1964ff9d74d61" /><Relationship Type="http://schemas.openxmlformats.org/officeDocument/2006/relationships/slide" Target="/ppt/slides/slide2.xml" Id="R89ed7eacae154bac" /><Relationship Type="http://schemas.openxmlformats.org/officeDocument/2006/relationships/slide" Target="/ppt/slides/slide3.xml" Id="R69da65b2963e435c" /><Relationship Type="http://schemas.openxmlformats.org/officeDocument/2006/relationships/slide" Target="/ppt/slides/slide4.xml" Id="R4f0b47d7812d473a" /><Relationship Type="http://schemas.openxmlformats.org/officeDocument/2006/relationships/slide" Target="/ppt/slides/slide5.xml" Id="R2dbf24b79d5246a4" /><Relationship Type="http://schemas.openxmlformats.org/officeDocument/2006/relationships/slide" Target="/ppt/slides/slide6.xml" Id="R03c4e584d4d24f85" /><Relationship Type="http://schemas.openxmlformats.org/officeDocument/2006/relationships/slide" Target="/ppt/slides/slide7.xml" Id="R9d69922d32014429" /><Relationship Type="http://schemas.openxmlformats.org/officeDocument/2006/relationships/slide" Target="/ppt/slides/slide8.xml" Id="R663c0620a4a744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e736102ba44e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576828a03e4fd9" /><Relationship Type="http://schemas.openxmlformats.org/officeDocument/2006/relationships/notesMaster" Target="/ppt/notesMasters/notesMaster1.xml" Id="R71175c0e76534c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78e5d947b345a3" /><Relationship Type="http://schemas.openxmlformats.org/officeDocument/2006/relationships/notesMaster" Target="/ppt/notesMasters/notesMaster1.xml" Id="R3bc1168ef46147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080f92a1614afd" /><Relationship Type="http://schemas.openxmlformats.org/officeDocument/2006/relationships/notesMaster" Target="/ppt/notesMasters/notesMaster1.xml" Id="Rabbd01e8aeaf4e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09bece8215d4016" /><Relationship Type="http://schemas.openxmlformats.org/officeDocument/2006/relationships/notesMaster" Target="/ppt/notesMasters/notesMaster1.xml" Id="Red654bf013f64d9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42f82cd6a34c9f" /><Relationship Type="http://schemas.openxmlformats.org/officeDocument/2006/relationships/notesMaster" Target="/ppt/notesMasters/notesMaster1.xml" Id="R149af16a381f4f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d501cd42da49aa" /><Relationship Type="http://schemas.openxmlformats.org/officeDocument/2006/relationships/notesMaster" Target="/ppt/notesMasters/notesMaster1.xml" Id="Rdbd31513c45441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1191f86230472d" /><Relationship Type="http://schemas.openxmlformats.org/officeDocument/2006/relationships/notesMaster" Target="/ppt/notesMasters/notesMaster1.xml" Id="R91913447ec41411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2a997f748a4329" /><Relationship Type="http://schemas.openxmlformats.org/officeDocument/2006/relationships/notesMaster" Target="/ppt/notesMasters/notesMaster1.xml" Id="R282a2ab1b48244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learning objective in child-friendly language. Revisit: Count backwards from 10 to 0 with actions. Pause after a number so children say the next number in the backwards sequence.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silent thinking time. Invite pupils to say what they notice without evaluating answers. Warm-up: Count backwards from 10 to 0 with actions. Pause after a number so children say the next number in the backwards sequence.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 using real objects where possible. Misconception to address: A child moves forwards because that was practised for one more. Contrast arrows and gestures: one less means one step back towards zero.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60-90 seconds. Scan responses. Ask one pupil to explain and another to agree, disagree or add 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after pupils have committed to an answer. Expected explanation: 8, because one less than 9 is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rehearsal before sharing. Possible response: Both decrease the number by exactly 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Choose by current learning need. Independent task: Lower support removes real objects and uses tracks. Expected pupils solve pictorial and numeral questions. Higher challenge pupils reason backwards and compare one-more and one-less relationships.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Answers: 6. | Backwards, towards zero. | 10.. Use responses to decide the next lesson's pre-teach group.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4d9b2aeaa7467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df60d4876e49b4" /><Relationship Type="http://schemas.openxmlformats.org/officeDocument/2006/relationships/slideLayout" Target="/ppt/slideLayouts/slideLayout1.xml" Id="R06a7715d028e493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6a7715d028e493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3bd558b6d4bba" /><Relationship Type="http://schemas.openxmlformats.org/officeDocument/2006/relationships/notesSlide" Target="/ppt/notesSlides/notesSlide1.xml" Id="R43dcefcf06ca40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34122c7489428c" /><Relationship Type="http://schemas.openxmlformats.org/officeDocument/2006/relationships/notesSlide" Target="/ppt/notesSlides/notesSlide2.xml" Id="R7f9777d2cc1f475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a4ab2f8ebe41ba" /><Relationship Type="http://schemas.openxmlformats.org/officeDocument/2006/relationships/notesSlide" Target="/ppt/notesSlides/notesSlide3.xml" Id="Rd3e73cd38fa94c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682a3955704cf0" /><Relationship Type="http://schemas.openxmlformats.org/officeDocument/2006/relationships/notesSlide" Target="/ppt/notesSlides/notesSlide4.xml" Id="R790b84dbe17e4b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21b3963f134050" /><Relationship Type="http://schemas.openxmlformats.org/officeDocument/2006/relationships/notesSlide" Target="/ppt/notesSlides/notesSlide5.xml" Id="R932698ec31174e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c1edd4732a4dc1" /><Relationship Type="http://schemas.openxmlformats.org/officeDocument/2006/relationships/notesSlide" Target="/ppt/notesSlides/notesSlide6.xml" Id="R6316ec141982407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307ad989ef49e5" /><Relationship Type="http://schemas.openxmlformats.org/officeDocument/2006/relationships/notesSlide" Target="/ppt/notesSlides/notesSlide7.xml" Id="Rcee0479a23534ba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059678da41413f" /><Relationship Type="http://schemas.openxmlformats.org/officeDocument/2006/relationships/notesSlide" Target="/ppt/notesSlides/notesSlide8.xml" Id="R816b0b70ea71434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D0B930-09A4-4D3F-9EFF-30EC3FAD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2E53F3-9454-4B8D-91B5-97814CDF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4E335F-DB13-459E-8D7F-2E7B8F7D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Find one less within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01E96C-F574-444D-A7A6-893DE0F45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1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DAE0E5-463C-44C8-9ABB-FF7470025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B9EBC7-5640-4BB4-9543-645DB2FE4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71F19D-CC5A-4496-A371-DA662DBC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0418A2-6E4C-4E40-9F5C-7BA463D4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Learning objective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134510-589E-445F-9B7D-D0005D21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Find one less than a number or quantity within 10.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E6F593-BD4D-4DF6-AB5F-EE565634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524000"/>
            <a:ext cx="3200400" cy="36195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AE851B-F1A4-43D5-85CB-B89CDFEC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84785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Today we will…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2BD21F-5CC1-47C7-8951-0DCBE2DC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0C093F-DB0E-492B-A64B-702B90CCE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BC1EFE-FCC3-46E0-B4B5-5F7D0CD2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6AFA51-6A39-4FD2-99FE-3FDA13F07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3C129A-AE02-44EE-8B54-6733374B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96D5ED-9BBC-4010-98EF-28E366B1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71475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Look • Think • Talk • Try</a:t>
            </a:r>
          </a:p>
        </p:txBody>
      </p:sp>
    </p:spTree>
    <p:extLst>
      <p:ext uri="{BB962C8B-B14F-4D97-AF65-F5344CB8AC3E}">
        <p14:creationId xmlns:p14="http://schemas.microsoft.com/office/powerpoint/2010/main" val="7264297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27ECEC-53DB-4AF9-ADDA-6483747F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077A52-3ABF-4C9B-9267-68815A1C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8303BE-1D71-4E4C-BA3F-A768945AF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Notice and wonder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465E2E-1CF8-404F-9D25-C3E7785B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2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9C226C-F173-42ED-8978-DFC1D513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B5C35F-8A00-4789-B151-219D8C7CE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6FE86F-9FB8-497F-B5F8-A6B8F7B9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What changes when exactly one object leaves a set?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C1E141-2782-48B8-BA64-3924F661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71750"/>
            <a:ext cx="9144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BAABD8-1C0E-4B6F-816C-C2434D73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1A645E-7082-498B-9568-28F6B0E2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E83974-BECC-4608-9D23-1D30C0BD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37CF68-FD86-4EB6-98F3-6312CE07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47F9F9-81A8-4162-B141-A924801D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46E668-B85E-485E-8356-B305ED83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34000"/>
            <a:ext cx="4000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A6646E-7F0C-492D-98D1-459CDC235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372100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30 seconds: silent thinking</a:t>
            </a:r>
          </a:p>
        </p:txBody>
      </p:sp>
    </p:spTree>
    <p:extLst>
      <p:ext uri="{BB962C8B-B14F-4D97-AF65-F5344CB8AC3E}">
        <p14:creationId xmlns:p14="http://schemas.microsoft.com/office/powerpoint/2010/main" val="6498220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DD598B-A84D-4BC2-AF8C-7A72DB858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1E8CB7-4721-4093-A2C8-898841FF9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AAEA31-379F-47E9-94AB-53581EDDA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Teacher model: think aloud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D9969A-CE54-4A59-A6DC-E3E8C2EFD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3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4B75DE-F27A-48D6-838C-BBCFDB17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6DD668-54F7-48A1-8AE3-1453E5ED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BC3777-8B2C-49F8-9988-8FDFD2C0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FEC01A-2BEA-41A4-9088-6F6ACB8B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99858E-2A8F-4FFF-AB2D-EBFE387FB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E1F7E0-B600-4837-8296-A7BA799D3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Build a set of 8 counters and confirm the total.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A79327-54D2-47B1-A237-FDD88111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7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ACDF2A-026C-4ECF-8E0D-B83800CB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A81168-4ED1-4039-B2EF-1A23FD1F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098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Remove exactly one counter while saying one less.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04B0A6-4204-4158-8098-78A00BE92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528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DA5957-7F20-4A33-8D50-64AD1847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4CB7CC-EE21-49A5-AFAE-43D15BF97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5052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Recognise or count the new total as 7.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93233A-2822-4A99-ACC7-BE32CC28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481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D37382-4432-49DD-B4A5-314DFD20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A368C4-052C-4915-B701-D4358CF7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005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Show the same change by moving one step back from 8 to 7 on a number track.</a:t>
            </a:r>
          </a:p>
        </p:txBody>
      </p:sp>
    </p:spTree>
    <p:extLst>
      <p:ext uri="{BB962C8B-B14F-4D97-AF65-F5344CB8AC3E}">
        <p14:creationId xmlns:p14="http://schemas.microsoft.com/office/powerpoint/2010/main" val="18805959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48D4A-D268-4161-BD18-61435AFC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CED1F4-4DE4-4A28-9AA5-6B22123F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C4C417-F111-4931-80F7-6152ABA2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Your turn: try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446089-3C06-425A-B38C-33A485EA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4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923F1A-2C2F-46B7-A873-4D54AA00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CF128B-1A14-4A38-80A9-469CE8A3D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E326AE-7D09-478A-83E6-1D369EA4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9906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48F2D8-F587-448B-96B2-3512D164E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52625"/>
            <a:ext cx="9048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A ten frame shows 9 counters. Remove one. What is the new total?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CB0F67-070D-4A76-86CA-6BFD383E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57750"/>
            <a:ext cx="4762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06FD17-5ACE-4399-AE8A-C1544B65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95850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Use objects or draw your thinking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5EAF10-050C-47A6-90A3-E83F068A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2450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Do not call out — show your teacher when you are ready.</a:t>
            </a:r>
          </a:p>
        </p:txBody>
      </p:sp>
    </p:spTree>
    <p:extLst>
      <p:ext uri="{BB962C8B-B14F-4D97-AF65-F5344CB8AC3E}">
        <p14:creationId xmlns:p14="http://schemas.microsoft.com/office/powerpoint/2010/main" val="13332559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2DE924-F069-4BC1-9DA0-58E7E9CD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13F095-BD11-4D8A-9C27-92BCC148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737D8D-F306-49D1-88A7-125D1A33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Check and explain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539A1B-6076-411C-95BD-0565C7AD4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5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8619FA-A8E6-4087-B5C1-060277220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D1770-AD63-4679-93C7-E9F91A82D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F807E-C7BF-4553-8404-FC519FD9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905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4200D9-4409-4BFF-AC24-20B4C5749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Answer reveal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4D2D59-F8AD-4CB8-BD28-CC6A708E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DBBF53-3191-4C97-8FFA-52CCE800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10287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8, because one less than 9 is 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AB7007-45A7-4817-AC14-22E60A3A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5775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do you know?  •  What did you check?  •  Is there another way?</a:t>
            </a:r>
          </a:p>
        </p:txBody>
      </p:sp>
    </p:spTree>
    <p:extLst>
      <p:ext uri="{BB962C8B-B14F-4D97-AF65-F5344CB8AC3E}">
        <p14:creationId xmlns:p14="http://schemas.microsoft.com/office/powerpoint/2010/main" val="13600928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4DD865-68D4-4854-8059-16CF4EE1E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AA240B-3D58-43E8-BC8E-CA7E8D15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60793E-7D5D-4FB1-9613-DF8A36A8E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Talk partner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38913D-02C5-400C-8E5C-395956A5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6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FE7710-4DED-4FAC-A01B-0FED9FE0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4C9C13-4B54-4F85-8E04-6E5290F5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292C89-383A-437D-AA85-1C0FA50D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2578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5AE3A6-1767-4D16-B349-23951FAB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4864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D13884-76EC-47E0-8FA6-0DF92A1E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FA7BE7-FAEB-4C7E-8EA4-F18DB208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Partner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28FD99-4F27-4B6F-A7FC-FA5B88D0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46863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are removing one counter and moving one step back on a number track connected?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0FEBBF-1A28-4A60-9961-AD1A2304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007203-8BB9-4591-B08B-F28B8B361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Partner 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A075AF-8BD0-4399-A9FA-6E0F367D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43150"/>
            <a:ext cx="49149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Listen carefully. Then explain your partner's idea back to them.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810F52-56A5-429C-8963-191CCAEA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905500"/>
            <a:ext cx="609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Sentence stem: I think… because…</a:t>
            </a:r>
          </a:p>
        </p:txBody>
      </p:sp>
    </p:spTree>
    <p:extLst>
      <p:ext uri="{BB962C8B-B14F-4D97-AF65-F5344CB8AC3E}">
        <p14:creationId xmlns:p14="http://schemas.microsoft.com/office/powerpoint/2010/main" val="13259086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2D0249-E713-42D5-BC77-61154A51B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37AE2D-5934-4797-92F4-696E2A90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7FDFA0-95BA-4F64-9AED-D85D62E9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Choose the right practice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9F48C2-2C7E-4DAF-B0AD-C114F504C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7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9AD576-30C7-4A0C-8893-433E7DDD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F00D3E-702E-4203-932E-CFA04A881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C24D3A-287B-4D7E-97B3-39BE6C13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641C8A-0CCD-47EE-8FB2-D3FC78FD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DB861E-D2F2-4F65-B04E-76649EF7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F72260-9243-41BA-854F-A8B04E33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Use objects and adult prompts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70407A-27A7-41F9-8835-4DC9A2DB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75A465-930D-46EA-B761-E3F5E503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 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1CD099-36BA-4FB2-AF34-FE1684D1E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A99B7F-9039-42DF-94B9-E8772D31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Work independently, then explain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7DD602-FE9F-4C5A-82D1-ABF40D7E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358028-0D0E-491C-8A1B-1C6AD8CB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● ● 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EA710B-C124-41A3-9006-D529DD9AE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Higher challenge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616FC2-3AF8-4F23-AF21-16188C58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Prove, compare or generalise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148BCE-CC78-4DE1-9318-CE9715DE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72125"/>
            <a:ext cx="895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Your teacher may move you to a different sheet today — that is good learning.</a:t>
            </a:r>
          </a:p>
        </p:txBody>
      </p:sp>
    </p:spTree>
    <p:extLst>
      <p:ext uri="{BB962C8B-B14F-4D97-AF65-F5344CB8AC3E}">
        <p14:creationId xmlns:p14="http://schemas.microsoft.com/office/powerpoint/2010/main" val="10158564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A28C1A-1315-4B55-8E20-2B9B05E9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C294FF-7B2D-4A3C-988F-DC33A4A8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415FCB-F62D-414F-80EB-AC07949C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777BF1-4DC8-4CFF-B9A1-2B361AA8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8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B9B866-96DD-4302-8428-202E732D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CD8300-4163-4BDE-BCB4-AD5E0F78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FD2626-6DF9-4732-9BEA-26C35872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E0F81F-6E90-4D48-8350-CE19CE35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77EF33-FD33-47CF-A128-C9B1C4A7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19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E36039-69E0-4979-A28F-BE5B8FDF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1666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What is one less than 7?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82DB20-988D-422C-8561-F00521DE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DA8D60-1451-4A71-9D54-99EE9568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956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212E4B-BFDB-448E-82AB-DEF691E22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527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428709-E7A4-4D13-9879-310867D2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0003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Which direction do we move for one less?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5E2BC1-E9B4-4A79-872F-56CCD434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C0DC1B-DD40-412E-B88E-FCCD7D5F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29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5C4E79-B220-4766-9760-7B745077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86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ECB306-C0AC-4916-AC03-4E538390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333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One less than which number is 9?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231EA5-053C-41D4-B114-47A16CA56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6197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Show: thumbs up / sideways / down — How confident do you feel?</a:t>
            </a:r>
          </a:p>
        </p:txBody>
      </p:sp>
    </p:spTree>
    <p:extLst>
      <p:ext uri="{BB962C8B-B14F-4D97-AF65-F5344CB8AC3E}">
        <p14:creationId xmlns:p14="http://schemas.microsoft.com/office/powerpoint/2010/main" val="9935484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2026-09-07T14:30:03.4120000Z</dcterms:created>
  <dcterms:modified xsi:type="dcterms:W3CDTF">2026-09-07T14:30:03.4120000Z</dcterms:modified>
</coreProperties>
</file>