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Find one less within 10.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I do.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You do. Pause before clicking. Let pupils try independently, then reveal and discuss every step.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I do.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You do. Pause before clicking. Let pupils try independently, then reveal and discuss every step. Move one counter in or out of the frame. Count the new total and connect the action to the equation.</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one less within 10.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137C5B2E-5253-402B-AB90-1C7BD9588388}"/>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Find one less within 10</a:t>
            </a:r>
          </a:p>
        </p:txBody>
      </p:sp>
      <p:sp>
        <p:nvSpPr>
          <p:cNvPr id="2" name="object-2">
            <a:extLst>
              <a:ext uri="{FF2B5EF4-FFF2-40B4-BE49-F238E27FC236}">
                <a16:creationId xmlns:a16="http://schemas.microsoft.com/office/drawing/2014/main" id="{2132259E-6314-4A35-97C3-999553710DAB}"/>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97BE006F-34B9-4056-8CD2-6D596F51FA0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4AE3052-4274-4A94-9696-98AF35E8CA4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5" name="object-5">
            <a:extLst>
              <a:ext uri="{FF2B5EF4-FFF2-40B4-BE49-F238E27FC236}">
                <a16:creationId xmlns:a16="http://schemas.microsoft.com/office/drawing/2014/main" id="{FDE839E6-0D75-49C7-A380-424EED5AC0E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6F038240-B17B-49AA-A0CB-65E8978690B0}"/>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Find one less than a number or quantity within 10.</a:t>
            </a:r>
          </a:p>
        </p:txBody>
      </p:sp>
    </p:spTree>
    <p:extLst>
      <p:ext uri="{BB962C8B-B14F-4D97-AF65-F5344CB8AC3E}">
        <p14:creationId xmlns:p14="http://schemas.microsoft.com/office/powerpoint/2010/main" val="626061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912B2661-A1E3-424A-8E7E-A9E26422C9E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91BE0EB-A102-49F6-BD71-C368A213CC8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less than 9.</a:t>
            </a:r>
          </a:p>
        </p:txBody>
      </p:sp>
      <p:sp>
        <p:nvSpPr>
          <p:cNvPr id="3" name="object-3">
            <a:extLst>
              <a:ext uri="{FF2B5EF4-FFF2-40B4-BE49-F238E27FC236}">
                <a16:creationId xmlns:a16="http://schemas.microsoft.com/office/drawing/2014/main" id="{EB81EA73-24CC-4B10-B21C-8DE0D8321D00}"/>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A26D1A5-5401-467D-84F8-F6E83FA35BC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5" name="object-5">
            <a:extLst>
              <a:ext uri="{FF2B5EF4-FFF2-40B4-BE49-F238E27FC236}">
                <a16:creationId xmlns:a16="http://schemas.microsoft.com/office/drawing/2014/main" id="{C7772378-2874-4EF6-A735-1C044F88861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A257EC3A-E741-4F5B-A366-FFF8A63D5684}"/>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01704C71-2DAE-4191-AF26-015728E3FDC7}"/>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D276C2AB-6414-42A8-A0A6-06D8D87C5985}"/>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E242AA27-546D-4FBD-B8F8-F2A9F392A2C0}"/>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05A6C2DD-2849-4C2D-BF84-AB55B3FCF04E}"/>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E8C15D4D-AF3A-4BA3-9B29-2098D5EF95FA}"/>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3FEFA1BF-4AA6-4349-A553-76524353DF8E}"/>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49363F42-49A2-4A5E-8BB6-21E753BD908C}"/>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831D6FDC-CA60-4C57-AB61-595C8FB29DB4}"/>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6A658B55-8D0C-4C16-B0D7-A346AF4B41EA}"/>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39EC035C-C73D-4273-A044-D5132F32242B}"/>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7C45FFCC-834F-45B0-AB78-30FD13BCB665}"/>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B7963A30-C558-4972-8087-BB33AB60F1DB}"/>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72A0884A-5A70-41C7-BCA9-637501F73E35}"/>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8F5F3573-9030-4A6F-A6AA-6F199AFB89F2}"/>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8F30F90A-3672-43C2-9F9C-862A00BFB4DF}"/>
              </a:ext>
            </a:extLst>
          </p:cNvPr>
          <p:cNvSpPr>
            <a:spLocks noGrp="1"/>
          </p:cNvSpPr>
          <p:nvPr/>
        </p:nvSpPr>
        <p:spPr>
          <a:xfrm>
            <a:off x="2857500" y="6369844"/>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A0133D7D-4B56-4C73-B9E0-CF9FAE9834F1}"/>
              </a:ext>
            </a:extLst>
          </p:cNvPr>
          <p:cNvSpPr>
            <a:spLocks noGrp="1"/>
          </p:cNvSpPr>
          <p:nvPr/>
        </p:nvSpPr>
        <p:spPr>
          <a:xfrm>
            <a:off x="4822031" y="6369844"/>
            <a:ext cx="500063" cy="500063"/>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5252CC04-8567-48E1-A26A-3FC0089341BF}"/>
              </a:ext>
            </a:extLst>
          </p:cNvPr>
          <p:cNvSpPr>
            <a:spLocks noGrp="1"/>
          </p:cNvSpPr>
          <p:nvPr/>
        </p:nvSpPr>
        <p:spPr>
          <a:xfrm>
            <a:off x="6786563" y="6369844"/>
            <a:ext cx="500063" cy="500063"/>
          </a:xfrm>
          <a:prstGeom prst="ellipse">
            <a:avLst/>
          </a:prstGeom>
          <a:solidFill>
            <a:srgbClr val="1D4ED8"/>
          </a:solidFill>
          <a:ln w="11906">
            <a:solidFill>
              <a:srgbClr val="172B4D"/>
            </a:solidFill>
          </a:ln>
        </p:spPr>
      </p:sp>
      <p:sp>
        <p:nvSpPr>
          <p:cNvPr id="24" name="object-24">
            <a:extLst>
              <a:ext uri="{FF2B5EF4-FFF2-40B4-BE49-F238E27FC236}">
                <a16:creationId xmlns:a16="http://schemas.microsoft.com/office/drawing/2014/main" id="{7F081B66-458B-48D6-B9B7-AA6026293D6B}"/>
              </a:ext>
            </a:extLst>
          </p:cNvPr>
          <p:cNvSpPr>
            <a:spLocks noGrp="1"/>
          </p:cNvSpPr>
          <p:nvPr/>
        </p:nvSpPr>
        <p:spPr>
          <a:xfrm>
            <a:off x="8751094" y="6369844"/>
            <a:ext cx="500063" cy="500063"/>
          </a:xfrm>
          <a:prstGeom prst="ellipse">
            <a:avLst/>
          </a:prstGeom>
          <a:solidFill>
            <a:srgbClr val="1D4ED8"/>
          </a:solidFill>
          <a:ln w="11906">
            <a:solidFill>
              <a:srgbClr val="172B4D"/>
            </a:solidFill>
          </a:ln>
        </p:spPr>
      </p:sp>
      <p:sp>
        <p:nvSpPr>
          <p:cNvPr id="25" name="object-25">
            <a:extLst>
              <a:ext uri="{FF2B5EF4-FFF2-40B4-BE49-F238E27FC236}">
                <a16:creationId xmlns:a16="http://schemas.microsoft.com/office/drawing/2014/main" id="{C4641CA1-6CD0-4687-8656-DD82E8C4E764}"/>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9 − 1 = 8</a:t>
            </a:r>
          </a:p>
        </p:txBody>
      </p:sp>
    </p:spTree>
    <p:extLst>
      <p:ext uri="{BB962C8B-B14F-4D97-AF65-F5344CB8AC3E}">
        <p14:creationId xmlns:p14="http://schemas.microsoft.com/office/powerpoint/2010/main" val="142551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3828125 -0.38194444 E" pathEditMode="relative" ptsTypes="">
                                      <p:cBhvr>
                                        <p:cTn id="6" dur="800" fill="hold"/>
                                        <p:tgtEl>
                                          <p:spTgt spid="2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5310986B-DCC0-4744-B47E-27707A81DE4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415F4BF4-6DBC-43BA-9562-C66F165AD7CA}"/>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BA276514-CF7D-433F-A3ED-1BA5A2246351}"/>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less than 6.</a:t>
            </a:r>
          </a:p>
        </p:txBody>
      </p:sp>
      <p:sp>
        <p:nvSpPr>
          <p:cNvPr id="4" name="object-4">
            <a:extLst>
              <a:ext uri="{FF2B5EF4-FFF2-40B4-BE49-F238E27FC236}">
                <a16:creationId xmlns:a16="http://schemas.microsoft.com/office/drawing/2014/main" id="{6FCFD7F7-734B-45B6-98C1-FA15D02402C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F125860-03EC-4733-AB65-E3CA791FCA9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6" name="object-6">
            <a:extLst>
              <a:ext uri="{FF2B5EF4-FFF2-40B4-BE49-F238E27FC236}">
                <a16:creationId xmlns:a16="http://schemas.microsoft.com/office/drawing/2014/main" id="{5515D48D-8220-4C38-8635-7126775BD50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955611F6-0088-4AE7-AFB2-0A4F75933432}"/>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5C47E021-8023-4BDE-8E1E-C1B2CA99208B}"/>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7000367C-4BC3-4C69-A1F3-7D629929B371}"/>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96DF0CC3-122C-4844-8CA7-37FC33C63669}"/>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5FEB918D-0F78-43E4-93DA-93B1F5748F38}"/>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E7ADF25F-7678-44FE-964D-70FF690595EC}"/>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72E6EF89-0558-4335-8855-7EE4D85BDBB8}"/>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58D12A6F-28CC-4369-B9DA-94D0ED57A11C}"/>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8E296841-7E04-465D-8AE8-4A158DB375EE}"/>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A3695660-5C8A-4956-9EB5-959A59CB6106}"/>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7084C3C5-109D-400D-9896-DFBA5F88F20B}"/>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BFA20074-B7D5-4B83-8357-65DBF16C84A5}"/>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2D7F567C-540D-41E4-96E2-AEEBE91AED10}"/>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612E1C57-711E-4819-A58B-6BCDDF40FAA7}"/>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86E151F9-F25A-4889-969F-6F406CF104B9}"/>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617FE91A-81D0-4BA4-9CCA-F420A2938581}"/>
              </a:ext>
            </a:extLst>
          </p:cNvPr>
          <p:cNvSpPr>
            <a:spLocks noGrp="1"/>
          </p:cNvSpPr>
          <p:nvPr/>
        </p:nvSpPr>
        <p:spPr>
          <a:xfrm>
            <a:off x="2857500" y="6369844"/>
            <a:ext cx="500063" cy="500063"/>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634531BC-CD6E-4995-A9A0-41B901DD5D70}"/>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6 − 1 = 5</a:t>
            </a:r>
          </a:p>
        </p:txBody>
      </p:sp>
    </p:spTree>
    <p:extLst>
      <p:ext uri="{BB962C8B-B14F-4D97-AF65-F5344CB8AC3E}">
        <p14:creationId xmlns:p14="http://schemas.microsoft.com/office/powerpoint/2010/main" val="117361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625 -0.38194444 E" pathEditMode="relative" ptsTypes="">
                                      <p:cBhvr>
                                        <p:cTn id="6" dur="800" fill="hold"/>
                                        <p:tgtEl>
                                          <p:spTgt spid="2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3905416B-662F-4737-83A8-B70225F3A8B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1D194747-DD12-45D5-8ED4-D6C13E1A9B3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less than 8.</a:t>
            </a:r>
          </a:p>
        </p:txBody>
      </p:sp>
      <p:sp>
        <p:nvSpPr>
          <p:cNvPr id="3" name="object-3">
            <a:extLst>
              <a:ext uri="{FF2B5EF4-FFF2-40B4-BE49-F238E27FC236}">
                <a16:creationId xmlns:a16="http://schemas.microsoft.com/office/drawing/2014/main" id="{E99D3E4D-8A2A-4D6A-ADCA-58643B20665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015FAD2-5CAC-4A16-B04D-0AB57785CF3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5" name="object-5">
            <a:extLst>
              <a:ext uri="{FF2B5EF4-FFF2-40B4-BE49-F238E27FC236}">
                <a16:creationId xmlns:a16="http://schemas.microsoft.com/office/drawing/2014/main" id="{C3424058-1723-4719-A06C-1EFE92A48F8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2459FD77-668C-4FEB-A5F9-E1F475456D39}"/>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7" name="object-7">
            <a:extLst>
              <a:ext uri="{FF2B5EF4-FFF2-40B4-BE49-F238E27FC236}">
                <a16:creationId xmlns:a16="http://schemas.microsoft.com/office/drawing/2014/main" id="{B2D54505-CDC9-4ED4-BA18-36783BD4A89F}"/>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5DD8AAC8-8A36-4185-8FFC-84AAB3D56EBE}"/>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949A821E-8E16-44C1-8680-7A84A00E1225}"/>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9ED88979-DA9C-4601-9052-B31B905B8508}"/>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254D29B5-BD60-473B-93AE-0658EFDC142B}"/>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8AC8EFA0-4612-40C0-973B-432D9B843EA1}"/>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9DDD7A72-D1FD-4A09-B478-6DCBC6D18373}"/>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F671EB0A-1715-4A94-98C3-8397088C874F}"/>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B393FE2D-DE7B-45D2-AAC4-E138905377CC}"/>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664CB5BD-5A82-4D77-A22D-02FD56017B11}"/>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7" name="object-17">
            <a:extLst>
              <a:ext uri="{FF2B5EF4-FFF2-40B4-BE49-F238E27FC236}">
                <a16:creationId xmlns:a16="http://schemas.microsoft.com/office/drawing/2014/main" id="{E1A291D6-CEF9-48FB-A133-5274EBAE65AE}"/>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CFF96996-8F69-4C75-BA40-660A94879052}"/>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684AD770-11FA-4FB8-B1B8-5224851F1E30}"/>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9BC8023A-523D-4DDD-82A5-C62124845253}"/>
              </a:ext>
            </a:extLst>
          </p:cNvPr>
          <p:cNvSpPr>
            <a:spLocks noGrp="1"/>
          </p:cNvSpPr>
          <p:nvPr/>
        </p:nvSpPr>
        <p:spPr>
          <a:xfrm>
            <a:off x="10715625"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879C2C06-360A-4061-8B48-3AC318FF1BDF}"/>
              </a:ext>
            </a:extLst>
          </p:cNvPr>
          <p:cNvSpPr>
            <a:spLocks noGrp="1"/>
          </p:cNvSpPr>
          <p:nvPr/>
        </p:nvSpPr>
        <p:spPr>
          <a:xfrm>
            <a:off x="2857500" y="6369844"/>
            <a:ext cx="500063" cy="500063"/>
          </a:xfrm>
          <a:prstGeom prst="ellipse">
            <a:avLst/>
          </a:prstGeom>
          <a:solidFill>
            <a:srgbClr val="1D4ED8"/>
          </a:solidFill>
          <a:ln w="11906">
            <a:solidFill>
              <a:srgbClr val="172B4D"/>
            </a:solidFill>
          </a:ln>
        </p:spPr>
      </p:sp>
      <p:sp>
        <p:nvSpPr>
          <p:cNvPr id="22" name="object-22">
            <a:extLst>
              <a:ext uri="{FF2B5EF4-FFF2-40B4-BE49-F238E27FC236}">
                <a16:creationId xmlns:a16="http://schemas.microsoft.com/office/drawing/2014/main" id="{BB2112D7-4A2E-400B-9CFF-057FE345408F}"/>
              </a:ext>
            </a:extLst>
          </p:cNvPr>
          <p:cNvSpPr>
            <a:spLocks noGrp="1"/>
          </p:cNvSpPr>
          <p:nvPr/>
        </p:nvSpPr>
        <p:spPr>
          <a:xfrm>
            <a:off x="4822031" y="6369844"/>
            <a:ext cx="500063" cy="500063"/>
          </a:xfrm>
          <a:prstGeom prst="ellipse">
            <a:avLst/>
          </a:prstGeom>
          <a:solidFill>
            <a:srgbClr val="1D4ED8"/>
          </a:solidFill>
          <a:ln w="11906">
            <a:solidFill>
              <a:srgbClr val="172B4D"/>
            </a:solidFill>
          </a:ln>
        </p:spPr>
      </p:sp>
      <p:sp>
        <p:nvSpPr>
          <p:cNvPr id="23" name="object-23">
            <a:extLst>
              <a:ext uri="{FF2B5EF4-FFF2-40B4-BE49-F238E27FC236}">
                <a16:creationId xmlns:a16="http://schemas.microsoft.com/office/drawing/2014/main" id="{A1ED9B30-7DCB-4E42-A0C5-67DC7F8AB506}"/>
              </a:ext>
            </a:extLst>
          </p:cNvPr>
          <p:cNvSpPr>
            <a:spLocks noGrp="1"/>
          </p:cNvSpPr>
          <p:nvPr/>
        </p:nvSpPr>
        <p:spPr>
          <a:xfrm>
            <a:off x="6786563" y="6369844"/>
            <a:ext cx="500063" cy="500063"/>
          </a:xfrm>
          <a:prstGeom prst="ellipse">
            <a:avLst/>
          </a:prstGeom>
          <a:solidFill>
            <a:srgbClr val="1D4ED8"/>
          </a:solidFill>
          <a:ln w="11906">
            <a:solidFill>
              <a:srgbClr val="172B4D"/>
            </a:solidFill>
          </a:ln>
        </p:spPr>
      </p:sp>
      <p:sp>
        <p:nvSpPr>
          <p:cNvPr id="24" name="object-24">
            <a:extLst>
              <a:ext uri="{FF2B5EF4-FFF2-40B4-BE49-F238E27FC236}">
                <a16:creationId xmlns:a16="http://schemas.microsoft.com/office/drawing/2014/main" id="{6C3950FF-7609-42D4-9779-D69A39A9EAED}"/>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8 − 1 = 7</a:t>
            </a:r>
          </a:p>
        </p:txBody>
      </p:sp>
    </p:spTree>
    <p:extLst>
      <p:ext uri="{BB962C8B-B14F-4D97-AF65-F5344CB8AC3E}">
        <p14:creationId xmlns:p14="http://schemas.microsoft.com/office/powerpoint/2010/main" val="31936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3671875 -0.38194444 E" pathEditMode="relative" ptsTypes="">
                                      <p:cBhvr>
                                        <p:cTn id="6" dur="800" fill="hold"/>
                                        <p:tgtEl>
                                          <p:spTgt spid="2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2A9F1E5D-AE4C-486D-82A2-F4F20588FD4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E5579C7-4E9F-4DF6-9194-A136684466C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B4F78A4E-BD47-4D82-8520-AD94672A7AE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one less than 4.</a:t>
            </a:r>
          </a:p>
        </p:txBody>
      </p:sp>
      <p:sp>
        <p:nvSpPr>
          <p:cNvPr id="4" name="object-4">
            <a:extLst>
              <a:ext uri="{FF2B5EF4-FFF2-40B4-BE49-F238E27FC236}">
                <a16:creationId xmlns:a16="http://schemas.microsoft.com/office/drawing/2014/main" id="{2FFB79C3-7B02-4DE0-B070-FDDAD086209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19E8D06-4BF2-4844-885B-ADFA8CD4CDF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6" name="object-6">
            <a:extLst>
              <a:ext uri="{FF2B5EF4-FFF2-40B4-BE49-F238E27FC236}">
                <a16:creationId xmlns:a16="http://schemas.microsoft.com/office/drawing/2014/main" id="{55868EF0-B90B-479E-9407-F4DF718D9F7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AF1D5853-63B4-4D24-85B5-00E39982DDD3}"/>
              </a:ext>
            </a:extLst>
          </p:cNvPr>
          <p:cNvSpPr>
            <a:spLocks noGrp="1"/>
          </p:cNvSpPr>
          <p:nvPr/>
        </p:nvSpPr>
        <p:spPr>
          <a:xfrm>
            <a:off x="2262188" y="5000625"/>
            <a:ext cx="1964531" cy="1095375"/>
          </a:xfrm>
          <a:prstGeom prst="rect">
            <a:avLst/>
          </a:prstGeom>
          <a:solidFill>
            <a:srgbClr val="FFFFFF"/>
          </a:solidFill>
          <a:ln w="23813">
            <a:solidFill>
              <a:srgbClr val="1D4ED8"/>
            </a:solidFill>
          </a:ln>
        </p:spPr>
      </p:sp>
      <p:sp>
        <p:nvSpPr>
          <p:cNvPr id="8" name="object-8">
            <a:extLst>
              <a:ext uri="{FF2B5EF4-FFF2-40B4-BE49-F238E27FC236}">
                <a16:creationId xmlns:a16="http://schemas.microsoft.com/office/drawing/2014/main" id="{797580EB-0ECA-478F-816F-DB062CEE1E54}"/>
              </a:ext>
            </a:extLst>
          </p:cNvPr>
          <p:cNvSpPr>
            <a:spLocks noGrp="1"/>
          </p:cNvSpPr>
          <p:nvPr/>
        </p:nvSpPr>
        <p:spPr>
          <a:xfrm>
            <a:off x="4226719" y="5000625"/>
            <a:ext cx="1964531" cy="1095375"/>
          </a:xfrm>
          <a:prstGeom prst="rect">
            <a:avLst/>
          </a:prstGeom>
          <a:solidFill>
            <a:srgbClr val="FFFFFF"/>
          </a:solidFill>
          <a:ln w="23813">
            <a:solidFill>
              <a:srgbClr val="1D4ED8"/>
            </a:solidFill>
          </a:ln>
        </p:spPr>
      </p:sp>
      <p:sp>
        <p:nvSpPr>
          <p:cNvPr id="9" name="object-9">
            <a:extLst>
              <a:ext uri="{FF2B5EF4-FFF2-40B4-BE49-F238E27FC236}">
                <a16:creationId xmlns:a16="http://schemas.microsoft.com/office/drawing/2014/main" id="{EDEBAEFB-1E44-42EB-8779-EDD96D991238}"/>
              </a:ext>
            </a:extLst>
          </p:cNvPr>
          <p:cNvSpPr>
            <a:spLocks noGrp="1"/>
          </p:cNvSpPr>
          <p:nvPr/>
        </p:nvSpPr>
        <p:spPr>
          <a:xfrm>
            <a:off x="6191250" y="5000625"/>
            <a:ext cx="1964531" cy="1095375"/>
          </a:xfrm>
          <a:prstGeom prst="rect">
            <a:avLst/>
          </a:prstGeom>
          <a:solidFill>
            <a:srgbClr val="FFFFFF"/>
          </a:solidFill>
          <a:ln w="23813">
            <a:solidFill>
              <a:srgbClr val="1D4ED8"/>
            </a:solidFill>
          </a:ln>
        </p:spPr>
      </p:sp>
      <p:sp>
        <p:nvSpPr>
          <p:cNvPr id="10" name="object-10">
            <a:extLst>
              <a:ext uri="{FF2B5EF4-FFF2-40B4-BE49-F238E27FC236}">
                <a16:creationId xmlns:a16="http://schemas.microsoft.com/office/drawing/2014/main" id="{7410A31A-3C67-4F10-A20B-8D4029371C72}"/>
              </a:ext>
            </a:extLst>
          </p:cNvPr>
          <p:cNvSpPr>
            <a:spLocks noGrp="1"/>
          </p:cNvSpPr>
          <p:nvPr/>
        </p:nvSpPr>
        <p:spPr>
          <a:xfrm>
            <a:off x="8155781" y="5000625"/>
            <a:ext cx="1964531" cy="1095375"/>
          </a:xfrm>
          <a:prstGeom prst="rect">
            <a:avLst/>
          </a:prstGeom>
          <a:solidFill>
            <a:srgbClr val="FFFFFF"/>
          </a:solidFill>
          <a:ln w="23813">
            <a:solidFill>
              <a:srgbClr val="1D4ED8"/>
            </a:solidFill>
          </a:ln>
        </p:spPr>
      </p:sp>
      <p:sp>
        <p:nvSpPr>
          <p:cNvPr id="11" name="object-11">
            <a:extLst>
              <a:ext uri="{FF2B5EF4-FFF2-40B4-BE49-F238E27FC236}">
                <a16:creationId xmlns:a16="http://schemas.microsoft.com/office/drawing/2014/main" id="{62E115F7-622A-4465-837D-8D7E71E707B7}"/>
              </a:ext>
            </a:extLst>
          </p:cNvPr>
          <p:cNvSpPr>
            <a:spLocks noGrp="1"/>
          </p:cNvSpPr>
          <p:nvPr/>
        </p:nvSpPr>
        <p:spPr>
          <a:xfrm>
            <a:off x="10120313" y="5000625"/>
            <a:ext cx="1964531" cy="1095375"/>
          </a:xfrm>
          <a:prstGeom prst="rect">
            <a:avLst/>
          </a:prstGeom>
          <a:solidFill>
            <a:srgbClr val="FFFFFF"/>
          </a:solidFill>
          <a:ln w="23813">
            <a:solidFill>
              <a:srgbClr val="1D4ED8"/>
            </a:solidFill>
          </a:ln>
        </p:spPr>
      </p:sp>
      <p:sp>
        <p:nvSpPr>
          <p:cNvPr id="12" name="object-12">
            <a:extLst>
              <a:ext uri="{FF2B5EF4-FFF2-40B4-BE49-F238E27FC236}">
                <a16:creationId xmlns:a16="http://schemas.microsoft.com/office/drawing/2014/main" id="{1AAE122B-A4DE-4D51-ADAE-761FA66B5ABD}"/>
              </a:ext>
            </a:extLst>
          </p:cNvPr>
          <p:cNvSpPr>
            <a:spLocks noGrp="1"/>
          </p:cNvSpPr>
          <p:nvPr/>
        </p:nvSpPr>
        <p:spPr>
          <a:xfrm>
            <a:off x="2262188" y="6096000"/>
            <a:ext cx="1964531" cy="1095375"/>
          </a:xfrm>
          <a:prstGeom prst="rect">
            <a:avLst/>
          </a:prstGeom>
          <a:solidFill>
            <a:srgbClr val="FFFFFF"/>
          </a:solidFill>
          <a:ln w="23813">
            <a:solidFill>
              <a:srgbClr val="1D4ED8"/>
            </a:solidFill>
          </a:ln>
        </p:spPr>
      </p:sp>
      <p:sp>
        <p:nvSpPr>
          <p:cNvPr id="13" name="object-13">
            <a:extLst>
              <a:ext uri="{FF2B5EF4-FFF2-40B4-BE49-F238E27FC236}">
                <a16:creationId xmlns:a16="http://schemas.microsoft.com/office/drawing/2014/main" id="{73E23198-9A3F-441E-8307-3A8E154E1F0D}"/>
              </a:ext>
            </a:extLst>
          </p:cNvPr>
          <p:cNvSpPr>
            <a:spLocks noGrp="1"/>
          </p:cNvSpPr>
          <p:nvPr/>
        </p:nvSpPr>
        <p:spPr>
          <a:xfrm>
            <a:off x="4226719" y="6096000"/>
            <a:ext cx="1964531" cy="1095375"/>
          </a:xfrm>
          <a:prstGeom prst="rect">
            <a:avLst/>
          </a:prstGeom>
          <a:solidFill>
            <a:srgbClr val="FFFFFF"/>
          </a:solidFill>
          <a:ln w="23813">
            <a:solidFill>
              <a:srgbClr val="1D4ED8"/>
            </a:solidFill>
          </a:ln>
        </p:spPr>
      </p:sp>
      <p:sp>
        <p:nvSpPr>
          <p:cNvPr id="14" name="object-14">
            <a:extLst>
              <a:ext uri="{FF2B5EF4-FFF2-40B4-BE49-F238E27FC236}">
                <a16:creationId xmlns:a16="http://schemas.microsoft.com/office/drawing/2014/main" id="{694B2939-62ED-4493-9043-4468562BA680}"/>
              </a:ext>
            </a:extLst>
          </p:cNvPr>
          <p:cNvSpPr>
            <a:spLocks noGrp="1"/>
          </p:cNvSpPr>
          <p:nvPr/>
        </p:nvSpPr>
        <p:spPr>
          <a:xfrm>
            <a:off x="6191250" y="6096000"/>
            <a:ext cx="1964531" cy="1095375"/>
          </a:xfrm>
          <a:prstGeom prst="rect">
            <a:avLst/>
          </a:prstGeom>
          <a:solidFill>
            <a:srgbClr val="FFFFFF"/>
          </a:solidFill>
          <a:ln w="23813">
            <a:solidFill>
              <a:srgbClr val="1D4ED8"/>
            </a:solidFill>
          </a:ln>
        </p:spPr>
      </p:sp>
      <p:sp>
        <p:nvSpPr>
          <p:cNvPr id="15" name="object-15">
            <a:extLst>
              <a:ext uri="{FF2B5EF4-FFF2-40B4-BE49-F238E27FC236}">
                <a16:creationId xmlns:a16="http://schemas.microsoft.com/office/drawing/2014/main" id="{ADCFA3DB-597C-4374-BBAD-04E7575AB61F}"/>
              </a:ext>
            </a:extLst>
          </p:cNvPr>
          <p:cNvSpPr>
            <a:spLocks noGrp="1"/>
          </p:cNvSpPr>
          <p:nvPr/>
        </p:nvSpPr>
        <p:spPr>
          <a:xfrm>
            <a:off x="8155781" y="6096000"/>
            <a:ext cx="1964531" cy="1095375"/>
          </a:xfrm>
          <a:prstGeom prst="rect">
            <a:avLst/>
          </a:prstGeom>
          <a:solidFill>
            <a:srgbClr val="FFFFFF"/>
          </a:solidFill>
          <a:ln w="23813">
            <a:solidFill>
              <a:srgbClr val="1D4ED8"/>
            </a:solidFill>
          </a:ln>
        </p:spPr>
      </p:sp>
      <p:sp>
        <p:nvSpPr>
          <p:cNvPr id="16" name="object-16">
            <a:extLst>
              <a:ext uri="{FF2B5EF4-FFF2-40B4-BE49-F238E27FC236}">
                <a16:creationId xmlns:a16="http://schemas.microsoft.com/office/drawing/2014/main" id="{1DFC262A-02DC-4543-9413-B1A0C0CA39D2}"/>
              </a:ext>
            </a:extLst>
          </p:cNvPr>
          <p:cNvSpPr>
            <a:spLocks noGrp="1"/>
          </p:cNvSpPr>
          <p:nvPr/>
        </p:nvSpPr>
        <p:spPr>
          <a:xfrm>
            <a:off x="10120313" y="6096000"/>
            <a:ext cx="1964531" cy="1095375"/>
          </a:xfrm>
          <a:prstGeom prst="rect">
            <a:avLst/>
          </a:prstGeom>
          <a:solidFill>
            <a:srgbClr val="FFFFFF"/>
          </a:solidFill>
          <a:ln w="23813">
            <a:solidFill>
              <a:srgbClr val="1D4ED8"/>
            </a:solidFill>
          </a:ln>
        </p:spPr>
      </p:sp>
      <p:sp>
        <p:nvSpPr>
          <p:cNvPr id="17" name="object-17">
            <a:extLst>
              <a:ext uri="{FF2B5EF4-FFF2-40B4-BE49-F238E27FC236}">
                <a16:creationId xmlns:a16="http://schemas.microsoft.com/office/drawing/2014/main" id="{F7F86EEE-DE70-48EB-A9A7-BD137993BB59}"/>
              </a:ext>
            </a:extLst>
          </p:cNvPr>
          <p:cNvSpPr>
            <a:spLocks noGrp="1"/>
          </p:cNvSpPr>
          <p:nvPr/>
        </p:nvSpPr>
        <p:spPr>
          <a:xfrm>
            <a:off x="2857500" y="5274469"/>
            <a:ext cx="500063" cy="500063"/>
          </a:xfrm>
          <a:prstGeom prst="ellipse">
            <a:avLst/>
          </a:prstGeom>
          <a:solidFill>
            <a:srgbClr val="1D4ED8"/>
          </a:solidFill>
          <a:ln w="11906">
            <a:solidFill>
              <a:srgbClr val="172B4D"/>
            </a:solidFill>
          </a:ln>
        </p:spPr>
      </p:sp>
      <p:sp>
        <p:nvSpPr>
          <p:cNvPr id="18" name="object-18">
            <a:extLst>
              <a:ext uri="{FF2B5EF4-FFF2-40B4-BE49-F238E27FC236}">
                <a16:creationId xmlns:a16="http://schemas.microsoft.com/office/drawing/2014/main" id="{D57D662A-9EF0-4C2D-B77E-FCFF7C5B0371}"/>
              </a:ext>
            </a:extLst>
          </p:cNvPr>
          <p:cNvSpPr>
            <a:spLocks noGrp="1"/>
          </p:cNvSpPr>
          <p:nvPr/>
        </p:nvSpPr>
        <p:spPr>
          <a:xfrm>
            <a:off x="4822031" y="5274469"/>
            <a:ext cx="500063" cy="500063"/>
          </a:xfrm>
          <a:prstGeom prst="ellipse">
            <a:avLst/>
          </a:prstGeom>
          <a:solidFill>
            <a:srgbClr val="1D4ED8"/>
          </a:solidFill>
          <a:ln w="11906">
            <a:solidFill>
              <a:srgbClr val="172B4D"/>
            </a:solidFill>
          </a:ln>
        </p:spPr>
      </p:sp>
      <p:sp>
        <p:nvSpPr>
          <p:cNvPr id="19" name="object-19">
            <a:extLst>
              <a:ext uri="{FF2B5EF4-FFF2-40B4-BE49-F238E27FC236}">
                <a16:creationId xmlns:a16="http://schemas.microsoft.com/office/drawing/2014/main" id="{E5442E07-26E6-4B63-A02D-12818526912F}"/>
              </a:ext>
            </a:extLst>
          </p:cNvPr>
          <p:cNvSpPr>
            <a:spLocks noGrp="1"/>
          </p:cNvSpPr>
          <p:nvPr/>
        </p:nvSpPr>
        <p:spPr>
          <a:xfrm>
            <a:off x="6786563" y="5274469"/>
            <a:ext cx="500063" cy="500063"/>
          </a:xfrm>
          <a:prstGeom prst="ellipse">
            <a:avLst/>
          </a:prstGeom>
          <a:solidFill>
            <a:srgbClr val="1D4ED8"/>
          </a:solidFill>
          <a:ln w="11906">
            <a:solidFill>
              <a:srgbClr val="172B4D"/>
            </a:solidFill>
          </a:ln>
        </p:spPr>
      </p:sp>
      <p:sp>
        <p:nvSpPr>
          <p:cNvPr id="20" name="object-20">
            <a:extLst>
              <a:ext uri="{FF2B5EF4-FFF2-40B4-BE49-F238E27FC236}">
                <a16:creationId xmlns:a16="http://schemas.microsoft.com/office/drawing/2014/main" id="{0703A9AE-842B-4A69-91D2-976A042633D3}"/>
              </a:ext>
            </a:extLst>
          </p:cNvPr>
          <p:cNvSpPr>
            <a:spLocks noGrp="1"/>
          </p:cNvSpPr>
          <p:nvPr/>
        </p:nvSpPr>
        <p:spPr>
          <a:xfrm>
            <a:off x="8751094" y="5274469"/>
            <a:ext cx="500063" cy="500063"/>
          </a:xfrm>
          <a:prstGeom prst="ellipse">
            <a:avLst/>
          </a:prstGeom>
          <a:solidFill>
            <a:srgbClr val="1D4ED8"/>
          </a:solidFill>
          <a:ln w="11906">
            <a:solidFill>
              <a:srgbClr val="172B4D"/>
            </a:solidFill>
          </a:ln>
        </p:spPr>
      </p:sp>
      <p:sp>
        <p:nvSpPr>
          <p:cNvPr id="21" name="object-21">
            <a:extLst>
              <a:ext uri="{FF2B5EF4-FFF2-40B4-BE49-F238E27FC236}">
                <a16:creationId xmlns:a16="http://schemas.microsoft.com/office/drawing/2014/main" id="{0B6E8ED1-22E3-4A47-828A-DCE94A118CAC}"/>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4 − 1 = 3</a:t>
            </a:r>
          </a:p>
        </p:txBody>
      </p:sp>
    </p:spTree>
    <p:extLst>
      <p:ext uri="{BB962C8B-B14F-4D97-AF65-F5344CB8AC3E}">
        <p14:creationId xmlns:p14="http://schemas.microsoft.com/office/powerpoint/2010/main" val="18212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3828125 -0.25416667 E" pathEditMode="relative" ptsTypes="">
                                      <p:cBhvr>
                                        <p:cTn id="6" dur="800" fill="hold"/>
                                        <p:tgtEl>
                                          <p:spTgt spid="2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17223F83-5673-4F91-99B0-0E9F8285EF2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1E0A37E-0299-4930-A7C7-B343F47D7E74}"/>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A5136DA-FC66-49BF-84FB-7AECF2FF26E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14EEBA10-2229-4E20-BE2E-4B8631CD156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B86BB23-69DC-4550-AF5B-A961CE09CB7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6" name="object-6">
            <a:extLst>
              <a:ext uri="{FF2B5EF4-FFF2-40B4-BE49-F238E27FC236}">
                <a16:creationId xmlns:a16="http://schemas.microsoft.com/office/drawing/2014/main" id="{B9C65B2D-B96B-43DB-8AFF-DE076580C1F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27B8E9F7-39F5-4CBF-8FA9-1BC5CA8F037F}"/>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161A37B9-B4FB-4F02-BE85-842E02367FDF}"/>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Find one less than 4, 7 and 10.</a:t>
            </a:r>
          </a:p>
        </p:txBody>
      </p:sp>
      <p:sp>
        <p:nvSpPr>
          <p:cNvPr id="9" name="object-9">
            <a:extLst>
              <a:ext uri="{FF2B5EF4-FFF2-40B4-BE49-F238E27FC236}">
                <a16:creationId xmlns:a16="http://schemas.microsoft.com/office/drawing/2014/main" id="{A89ABCC8-DD48-4FA6-8EC1-8D9029D0BE35}"/>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6E01DD05-AB6E-45FE-B8CC-FB6C7E6D7784}"/>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Complete: one less than __ is 8.</a:t>
            </a:r>
          </a:p>
        </p:txBody>
      </p:sp>
      <p:sp>
        <p:nvSpPr>
          <p:cNvPr id="11" name="object-11">
            <a:extLst>
              <a:ext uri="{FF2B5EF4-FFF2-40B4-BE49-F238E27FC236}">
                <a16:creationId xmlns:a16="http://schemas.microsoft.com/office/drawing/2014/main" id="{103C9DA5-1D34-4420-8EDD-CD6DBAA7E22C}"/>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493C63A2-5852-46C6-9790-0C00417F1D76}"/>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A ten frame shows 9 counters. Remove one and write the total.</a:t>
            </a:r>
          </a:p>
        </p:txBody>
      </p:sp>
      <p:sp>
        <p:nvSpPr>
          <p:cNvPr id="13" name="object-13">
            <a:extLst>
              <a:ext uri="{FF2B5EF4-FFF2-40B4-BE49-F238E27FC236}">
                <a16:creationId xmlns:a16="http://schemas.microsoft.com/office/drawing/2014/main" id="{4572D460-4104-4275-A835-03A382F7BB72}"/>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08AFB0E2-BDE7-408C-AA93-019D10616970}"/>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True or false: one less than 6 is 7. Explain.</a:t>
            </a:r>
          </a:p>
        </p:txBody>
      </p:sp>
      <p:sp>
        <p:nvSpPr>
          <p:cNvPr id="15" name="object-15">
            <a:extLst>
              <a:ext uri="{FF2B5EF4-FFF2-40B4-BE49-F238E27FC236}">
                <a16:creationId xmlns:a16="http://schemas.microsoft.com/office/drawing/2014/main" id="{ADB31B55-6E23-4C6E-95A4-EB4102AF0191}"/>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4B11479D-8BAE-499A-A068-1E23D34A269E}"/>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72B4D"/>
                </a:solidFill>
                <a:latin typeface="Arial"/>
                <a:ea typeface="Arial"/>
                <a:cs typeface="Arial"/>
              </a:defRPr>
            </a:pPr>
            <a:r>
              <a:rPr sz="2344" b="0">
                <a:solidFill>
                  <a:srgbClr val="172B4D"/>
                </a:solidFill>
                <a:latin typeface="Arial"/>
                <a:ea typeface="Arial"/>
                <a:cs typeface="Arial"/>
              </a:rPr>
              <a:t>Write a one-less sentence for 10 and 9.</a:t>
            </a:r>
          </a:p>
        </p:txBody>
      </p:sp>
    </p:spTree>
    <p:extLst>
      <p:ext uri="{BB962C8B-B14F-4D97-AF65-F5344CB8AC3E}">
        <p14:creationId xmlns:p14="http://schemas.microsoft.com/office/powerpoint/2010/main" val="1317311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6E27C100-7258-490A-B287-D43C22A5FD2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2225332C-17E5-4842-A134-FDDD2A2BEE7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8DA06F60-27C2-4E5D-9BC3-177E164F042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501126E-91DF-44DD-90B3-A7B9FE9BAFB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Find one less within 10</a:t>
            </a:r>
          </a:p>
        </p:txBody>
      </p:sp>
      <p:sp>
        <p:nvSpPr>
          <p:cNvPr id="5" name="object-5">
            <a:extLst>
              <a:ext uri="{FF2B5EF4-FFF2-40B4-BE49-F238E27FC236}">
                <a16:creationId xmlns:a16="http://schemas.microsoft.com/office/drawing/2014/main" id="{F3534F8A-BBA8-44A0-BF59-F35DD9E8E40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94BCA26F-DCC2-410C-9B73-0F5A80096D73}"/>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0EF2B515-5177-4A13-87DD-0F41CA9205C0}"/>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3, 6 and 9.</a:t>
            </a:r>
          </a:p>
        </p:txBody>
      </p:sp>
      <p:sp>
        <p:nvSpPr>
          <p:cNvPr id="8" name="object-8">
            <a:extLst>
              <a:ext uri="{FF2B5EF4-FFF2-40B4-BE49-F238E27FC236}">
                <a16:creationId xmlns:a16="http://schemas.microsoft.com/office/drawing/2014/main" id="{B358F7A5-12F7-4C1C-9F34-BA4584B68E8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262BFC81-9321-4884-8DD6-416558BFD8CA}"/>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9.</a:t>
            </a:r>
          </a:p>
        </p:txBody>
      </p:sp>
      <p:sp>
        <p:nvSpPr>
          <p:cNvPr id="10" name="object-10">
            <a:extLst>
              <a:ext uri="{FF2B5EF4-FFF2-40B4-BE49-F238E27FC236}">
                <a16:creationId xmlns:a16="http://schemas.microsoft.com/office/drawing/2014/main" id="{88EF2B40-34D2-4324-BFE8-8CAAA13780E8}"/>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66B8A8D6-39FE-484C-8357-F8162354F8AA}"/>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8.</a:t>
            </a:r>
          </a:p>
        </p:txBody>
      </p:sp>
      <p:sp>
        <p:nvSpPr>
          <p:cNvPr id="12" name="object-12">
            <a:extLst>
              <a:ext uri="{FF2B5EF4-FFF2-40B4-BE49-F238E27FC236}">
                <a16:creationId xmlns:a16="http://schemas.microsoft.com/office/drawing/2014/main" id="{215DD008-9178-44C5-B71A-3A6C77CF2CE5}"/>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09F1C1A7-B70D-4302-A727-A72E2806B043}"/>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False; it is 5 because one less decreases the number.</a:t>
            </a:r>
          </a:p>
        </p:txBody>
      </p:sp>
      <p:sp>
        <p:nvSpPr>
          <p:cNvPr id="14" name="object-14">
            <a:extLst>
              <a:ext uri="{FF2B5EF4-FFF2-40B4-BE49-F238E27FC236}">
                <a16:creationId xmlns:a16="http://schemas.microsoft.com/office/drawing/2014/main" id="{DA715067-956C-4E68-A72B-1B2D41CED2D9}"/>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A29D209E-74D1-4587-8E33-2F5BEEAEFAFC}"/>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One less than 10 is 9.</a:t>
            </a:r>
          </a:p>
        </p:txBody>
      </p:sp>
    </p:spTree>
    <p:extLst>
      <p:ext uri="{BB962C8B-B14F-4D97-AF65-F5344CB8AC3E}">
        <p14:creationId xmlns:p14="http://schemas.microsoft.com/office/powerpoint/2010/main" val="18132713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718</Words>
  <Application>Microsoft Office PowerPoint</Application>
  <DocSecurity>0</DocSecurity>
  <PresentationFormat>Custom</PresentationFormat>
  <Paragraphs>70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2026-09-14T13:14:42Z</dcterms:created>
  <dcterms:modified xsi:type="dcterms:W3CDTF">2026-09-14T13:14:57Z</dcterms:modified>
</cp:coreProperties>
</file>