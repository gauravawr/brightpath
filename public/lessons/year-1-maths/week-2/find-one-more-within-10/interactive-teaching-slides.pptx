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5240000" cy="85725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Find one more within 10. Find one more within 10. Introduce the mathematical idea using the first worked example. The lesson can be placed anywhere in the teaching sequence.</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Find one more within 10. I do. Move one counter in or out of the frame. Count the new total and connect the action to the equation.</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Find one more within 10. You do. Pause before clicking. Let pupils try independently, then reveal and discuss every step. Move one counter in or out of the frame. Count the new total and connect the action to the equation.</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Find one more within 10. I do. Move one counter in or out of the frame. Count the new total and connect the action to the equation.</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Find one more within 10. You do. Pause before clicking. Let pupils try independently, then reveal and discuss every step. Move one counter in or out of the frame. Count the new total and connect the action to the equation.</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Find one more within 10. You do. Pause before clicking. Let pupils try independently, then reveal and discuss every step. These are the existing expected-level worksheet questions, in their original order. Do not advance to the answer slide until pupils have had time to finish.</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Find one more within 10. Answers. Answers to the preceding complete activity question set, in matching order. Accept mathematically valid alternatives for open questions.</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object-1">
            <a:extLst>
              <a:ext uri="{FF2B5EF4-FFF2-40B4-BE49-F238E27FC236}">
                <a16:creationId xmlns:a16="http://schemas.microsoft.com/office/drawing/2014/main" id="{C7A8EC65-C9F2-4870-A0FC-A6E76C91BE85}"/>
              </a:ext>
            </a:extLst>
          </p:cNvPr>
          <p:cNvSpPr>
            <a:spLocks noGrp="1"/>
          </p:cNvSpPr>
          <p:nvPr/>
        </p:nvSpPr>
        <p:spPr>
          <a:xfrm>
            <a:off x="654844" y="357188"/>
            <a:ext cx="13930313" cy="1547813"/>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Find one more within 10</a:t>
            </a:r>
          </a:p>
        </p:txBody>
      </p:sp>
      <p:sp>
        <p:nvSpPr>
          <p:cNvPr id="2" name="object-2">
            <a:extLst>
              <a:ext uri="{FF2B5EF4-FFF2-40B4-BE49-F238E27FC236}">
                <a16:creationId xmlns:a16="http://schemas.microsoft.com/office/drawing/2014/main" id="{13CE0298-C05E-4F7A-A3A9-A1086B2DD249}"/>
              </a:ext>
            </a:extLst>
          </p:cNvPr>
          <p:cNvSpPr>
            <a:spLocks noGrp="1"/>
          </p:cNvSpPr>
          <p:nvPr/>
        </p:nvSpPr>
        <p:spPr>
          <a:xfrm>
            <a:off x="654844" y="2024063"/>
            <a:ext cx="13930313" cy="1012031"/>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Watch the model. Try the next question. Explain what changes.</a:t>
            </a:r>
          </a:p>
        </p:txBody>
      </p:sp>
      <p:sp>
        <p:nvSpPr>
          <p:cNvPr id="3" name="object-3">
            <a:extLst>
              <a:ext uri="{FF2B5EF4-FFF2-40B4-BE49-F238E27FC236}">
                <a16:creationId xmlns:a16="http://schemas.microsoft.com/office/drawing/2014/main" id="{E84765E4-BB73-4855-B7A7-8B015AA7A8D2}"/>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266E8F77-C8A5-4C0A-9C15-EC25FBE55D4C}"/>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Find one more within 10</a:t>
            </a:r>
          </a:p>
        </p:txBody>
      </p:sp>
      <p:sp>
        <p:nvSpPr>
          <p:cNvPr id="5" name="object-5">
            <a:extLst>
              <a:ext uri="{FF2B5EF4-FFF2-40B4-BE49-F238E27FC236}">
                <a16:creationId xmlns:a16="http://schemas.microsoft.com/office/drawing/2014/main" id="{88D31732-0BA0-4DAE-8C3C-718C0FCDE556}"/>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1</a:t>
            </a:r>
          </a:p>
        </p:txBody>
      </p:sp>
      <p:sp>
        <p:nvSpPr>
          <p:cNvPr id="6" name="object-6">
            <a:extLst>
              <a:ext uri="{FF2B5EF4-FFF2-40B4-BE49-F238E27FC236}">
                <a16:creationId xmlns:a16="http://schemas.microsoft.com/office/drawing/2014/main" id="{B56A7423-AEDC-4BD0-B22F-03C22F276A6E}"/>
              </a:ext>
            </a:extLst>
          </p:cNvPr>
          <p:cNvSpPr>
            <a:spLocks noGrp="1"/>
          </p:cNvSpPr>
          <p:nvPr/>
        </p:nvSpPr>
        <p:spPr>
          <a:xfrm>
            <a:off x="1190625" y="3631406"/>
            <a:ext cx="12858750" cy="2143125"/>
          </a:xfrm>
          <a:prstGeom prst="rect">
            <a:avLst/>
          </a:prstGeom>
          <a:noFill/>
          <a:ln w="0">
            <a:noFill/>
          </a:ln>
        </p:spPr>
        <p:txBody>
          <a:bodyPr anchor="ctr">
            <a:noAutofit/>
          </a:bodyPr>
          <a:lstStyle/>
          <a:p>
            <a:pPr algn="ctr">
              <a:defRPr sz="3375" b="1">
                <a:solidFill>
                  <a:srgbClr val="1D4ED8"/>
                </a:solidFill>
                <a:latin typeface="Arial"/>
                <a:ea typeface="Arial"/>
                <a:cs typeface="Arial"/>
              </a:defRPr>
            </a:pPr>
            <a:r>
              <a:rPr sz="3375" b="1">
                <a:solidFill>
                  <a:srgbClr val="1D4ED8"/>
                </a:solidFill>
                <a:latin typeface="Arial"/>
                <a:ea typeface="Arial"/>
                <a:cs typeface="Arial"/>
              </a:rPr>
              <a:t>Find one more than a number or quantity within 10.</a:t>
            </a:r>
          </a:p>
        </p:txBody>
      </p:sp>
    </p:spTree>
    <p:extLst>
      <p:ext uri="{BB962C8B-B14F-4D97-AF65-F5344CB8AC3E}">
        <p14:creationId xmlns:p14="http://schemas.microsoft.com/office/powerpoint/2010/main" val="6555578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object-1">
            <a:extLst>
              <a:ext uri="{FF2B5EF4-FFF2-40B4-BE49-F238E27FC236}">
                <a16:creationId xmlns:a16="http://schemas.microsoft.com/office/drawing/2014/main" id="{8CA01767-DC5B-4B52-8FD5-38CECA9121E3}"/>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I do</a:t>
            </a:r>
          </a:p>
        </p:txBody>
      </p:sp>
      <p:sp>
        <p:nvSpPr>
          <p:cNvPr id="2" name="object-2">
            <a:extLst>
              <a:ext uri="{FF2B5EF4-FFF2-40B4-BE49-F238E27FC236}">
                <a16:creationId xmlns:a16="http://schemas.microsoft.com/office/drawing/2014/main" id="{A91665F3-315E-4DE9-96E1-B585AFFB439C}"/>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Find one more than 7.</a:t>
            </a:r>
          </a:p>
        </p:txBody>
      </p:sp>
      <p:sp>
        <p:nvSpPr>
          <p:cNvPr id="3" name="object-3">
            <a:extLst>
              <a:ext uri="{FF2B5EF4-FFF2-40B4-BE49-F238E27FC236}">
                <a16:creationId xmlns:a16="http://schemas.microsoft.com/office/drawing/2014/main" id="{5D6531E6-A5BA-4D93-BDBF-36BCCFD71CB8}"/>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517CF0D8-6591-4D70-A305-5DA91B2CF937}"/>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Find one more within 10</a:t>
            </a:r>
          </a:p>
        </p:txBody>
      </p:sp>
      <p:sp>
        <p:nvSpPr>
          <p:cNvPr id="5" name="object-5">
            <a:extLst>
              <a:ext uri="{FF2B5EF4-FFF2-40B4-BE49-F238E27FC236}">
                <a16:creationId xmlns:a16="http://schemas.microsoft.com/office/drawing/2014/main" id="{FA67523A-D210-44F3-B3F6-146C7914F87A}"/>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2</a:t>
            </a:r>
          </a:p>
        </p:txBody>
      </p:sp>
      <p:sp>
        <p:nvSpPr>
          <p:cNvPr id="6" name="object-6">
            <a:extLst>
              <a:ext uri="{FF2B5EF4-FFF2-40B4-BE49-F238E27FC236}">
                <a16:creationId xmlns:a16="http://schemas.microsoft.com/office/drawing/2014/main" id="{4519944D-8B73-492C-ADA8-3B360EE56E5A}"/>
              </a:ext>
            </a:extLst>
          </p:cNvPr>
          <p:cNvSpPr>
            <a:spLocks noGrp="1"/>
          </p:cNvSpPr>
          <p:nvPr/>
        </p:nvSpPr>
        <p:spPr>
          <a:xfrm>
            <a:off x="2262188" y="5000625"/>
            <a:ext cx="1964531" cy="1095375"/>
          </a:xfrm>
          <a:prstGeom prst="rect">
            <a:avLst/>
          </a:prstGeom>
          <a:solidFill>
            <a:srgbClr val="FFFFFF"/>
          </a:solidFill>
          <a:ln w="23813">
            <a:solidFill>
              <a:srgbClr val="1D4ED8"/>
            </a:solidFill>
          </a:ln>
        </p:spPr>
      </p:sp>
      <p:sp>
        <p:nvSpPr>
          <p:cNvPr id="7" name="object-7">
            <a:extLst>
              <a:ext uri="{FF2B5EF4-FFF2-40B4-BE49-F238E27FC236}">
                <a16:creationId xmlns:a16="http://schemas.microsoft.com/office/drawing/2014/main" id="{3E6D4001-59FC-44C9-B159-BCB2CA1DFFD6}"/>
              </a:ext>
            </a:extLst>
          </p:cNvPr>
          <p:cNvSpPr>
            <a:spLocks noGrp="1"/>
          </p:cNvSpPr>
          <p:nvPr/>
        </p:nvSpPr>
        <p:spPr>
          <a:xfrm>
            <a:off x="4226719" y="5000625"/>
            <a:ext cx="1964531" cy="1095375"/>
          </a:xfrm>
          <a:prstGeom prst="rect">
            <a:avLst/>
          </a:prstGeom>
          <a:solidFill>
            <a:srgbClr val="FFFFFF"/>
          </a:solidFill>
          <a:ln w="23813">
            <a:solidFill>
              <a:srgbClr val="1D4ED8"/>
            </a:solidFill>
          </a:ln>
        </p:spPr>
      </p:sp>
      <p:sp>
        <p:nvSpPr>
          <p:cNvPr id="8" name="object-8">
            <a:extLst>
              <a:ext uri="{FF2B5EF4-FFF2-40B4-BE49-F238E27FC236}">
                <a16:creationId xmlns:a16="http://schemas.microsoft.com/office/drawing/2014/main" id="{E58D4EBE-E616-4370-87E7-1CA22011283D}"/>
              </a:ext>
            </a:extLst>
          </p:cNvPr>
          <p:cNvSpPr>
            <a:spLocks noGrp="1"/>
          </p:cNvSpPr>
          <p:nvPr/>
        </p:nvSpPr>
        <p:spPr>
          <a:xfrm>
            <a:off x="6191250" y="5000625"/>
            <a:ext cx="1964531" cy="1095375"/>
          </a:xfrm>
          <a:prstGeom prst="rect">
            <a:avLst/>
          </a:prstGeom>
          <a:solidFill>
            <a:srgbClr val="FFFFFF"/>
          </a:solidFill>
          <a:ln w="23813">
            <a:solidFill>
              <a:srgbClr val="1D4ED8"/>
            </a:solidFill>
          </a:ln>
        </p:spPr>
      </p:sp>
      <p:sp>
        <p:nvSpPr>
          <p:cNvPr id="9" name="object-9">
            <a:extLst>
              <a:ext uri="{FF2B5EF4-FFF2-40B4-BE49-F238E27FC236}">
                <a16:creationId xmlns:a16="http://schemas.microsoft.com/office/drawing/2014/main" id="{E675CFFC-D40F-41D3-A576-0C38DF3A99F3}"/>
              </a:ext>
            </a:extLst>
          </p:cNvPr>
          <p:cNvSpPr>
            <a:spLocks noGrp="1"/>
          </p:cNvSpPr>
          <p:nvPr/>
        </p:nvSpPr>
        <p:spPr>
          <a:xfrm>
            <a:off x="8155781" y="5000625"/>
            <a:ext cx="1964531" cy="1095375"/>
          </a:xfrm>
          <a:prstGeom prst="rect">
            <a:avLst/>
          </a:prstGeom>
          <a:solidFill>
            <a:srgbClr val="FFFFFF"/>
          </a:solidFill>
          <a:ln w="23813">
            <a:solidFill>
              <a:srgbClr val="1D4ED8"/>
            </a:solidFill>
          </a:ln>
        </p:spPr>
      </p:sp>
      <p:sp>
        <p:nvSpPr>
          <p:cNvPr id="10" name="object-10">
            <a:extLst>
              <a:ext uri="{FF2B5EF4-FFF2-40B4-BE49-F238E27FC236}">
                <a16:creationId xmlns:a16="http://schemas.microsoft.com/office/drawing/2014/main" id="{809529C5-F20B-46F2-BDE4-FFC27549F63F}"/>
              </a:ext>
            </a:extLst>
          </p:cNvPr>
          <p:cNvSpPr>
            <a:spLocks noGrp="1"/>
          </p:cNvSpPr>
          <p:nvPr/>
        </p:nvSpPr>
        <p:spPr>
          <a:xfrm>
            <a:off x="10120313" y="5000625"/>
            <a:ext cx="1964531" cy="1095375"/>
          </a:xfrm>
          <a:prstGeom prst="rect">
            <a:avLst/>
          </a:prstGeom>
          <a:solidFill>
            <a:srgbClr val="FFFFFF"/>
          </a:solidFill>
          <a:ln w="23813">
            <a:solidFill>
              <a:srgbClr val="1D4ED8"/>
            </a:solidFill>
          </a:ln>
        </p:spPr>
      </p:sp>
      <p:sp>
        <p:nvSpPr>
          <p:cNvPr id="11" name="object-11">
            <a:extLst>
              <a:ext uri="{FF2B5EF4-FFF2-40B4-BE49-F238E27FC236}">
                <a16:creationId xmlns:a16="http://schemas.microsoft.com/office/drawing/2014/main" id="{E75CC6F4-348D-4CF2-9141-8408F43A8011}"/>
              </a:ext>
            </a:extLst>
          </p:cNvPr>
          <p:cNvSpPr>
            <a:spLocks noGrp="1"/>
          </p:cNvSpPr>
          <p:nvPr/>
        </p:nvSpPr>
        <p:spPr>
          <a:xfrm>
            <a:off x="2262188" y="6096000"/>
            <a:ext cx="1964531" cy="1095375"/>
          </a:xfrm>
          <a:prstGeom prst="rect">
            <a:avLst/>
          </a:prstGeom>
          <a:solidFill>
            <a:srgbClr val="FFFFFF"/>
          </a:solidFill>
          <a:ln w="23813">
            <a:solidFill>
              <a:srgbClr val="1D4ED8"/>
            </a:solidFill>
          </a:ln>
        </p:spPr>
      </p:sp>
      <p:sp>
        <p:nvSpPr>
          <p:cNvPr id="12" name="object-12">
            <a:extLst>
              <a:ext uri="{FF2B5EF4-FFF2-40B4-BE49-F238E27FC236}">
                <a16:creationId xmlns:a16="http://schemas.microsoft.com/office/drawing/2014/main" id="{6EE33A4C-3561-4A12-B564-463FE6D825E6}"/>
              </a:ext>
            </a:extLst>
          </p:cNvPr>
          <p:cNvSpPr>
            <a:spLocks noGrp="1"/>
          </p:cNvSpPr>
          <p:nvPr/>
        </p:nvSpPr>
        <p:spPr>
          <a:xfrm>
            <a:off x="4226719" y="6096000"/>
            <a:ext cx="1964531" cy="1095375"/>
          </a:xfrm>
          <a:prstGeom prst="rect">
            <a:avLst/>
          </a:prstGeom>
          <a:solidFill>
            <a:srgbClr val="FFFFFF"/>
          </a:solidFill>
          <a:ln w="23813">
            <a:solidFill>
              <a:srgbClr val="1D4ED8"/>
            </a:solidFill>
          </a:ln>
        </p:spPr>
      </p:sp>
      <p:sp>
        <p:nvSpPr>
          <p:cNvPr id="13" name="object-13">
            <a:extLst>
              <a:ext uri="{FF2B5EF4-FFF2-40B4-BE49-F238E27FC236}">
                <a16:creationId xmlns:a16="http://schemas.microsoft.com/office/drawing/2014/main" id="{06FC2A9D-DFA8-4935-ABF2-627426DFDD3A}"/>
              </a:ext>
            </a:extLst>
          </p:cNvPr>
          <p:cNvSpPr>
            <a:spLocks noGrp="1"/>
          </p:cNvSpPr>
          <p:nvPr/>
        </p:nvSpPr>
        <p:spPr>
          <a:xfrm>
            <a:off x="6191250" y="6096000"/>
            <a:ext cx="1964531" cy="1095375"/>
          </a:xfrm>
          <a:prstGeom prst="rect">
            <a:avLst/>
          </a:prstGeom>
          <a:solidFill>
            <a:srgbClr val="FFFFFF"/>
          </a:solidFill>
          <a:ln w="23813">
            <a:solidFill>
              <a:srgbClr val="1D4ED8"/>
            </a:solidFill>
          </a:ln>
        </p:spPr>
      </p:sp>
      <p:sp>
        <p:nvSpPr>
          <p:cNvPr id="14" name="object-14">
            <a:extLst>
              <a:ext uri="{FF2B5EF4-FFF2-40B4-BE49-F238E27FC236}">
                <a16:creationId xmlns:a16="http://schemas.microsoft.com/office/drawing/2014/main" id="{84998BF0-53CF-4456-B6A0-B41DDA2EA22C}"/>
              </a:ext>
            </a:extLst>
          </p:cNvPr>
          <p:cNvSpPr>
            <a:spLocks noGrp="1"/>
          </p:cNvSpPr>
          <p:nvPr/>
        </p:nvSpPr>
        <p:spPr>
          <a:xfrm>
            <a:off x="8155781" y="6096000"/>
            <a:ext cx="1964531" cy="1095375"/>
          </a:xfrm>
          <a:prstGeom prst="rect">
            <a:avLst/>
          </a:prstGeom>
          <a:solidFill>
            <a:srgbClr val="FFFFFF"/>
          </a:solidFill>
          <a:ln w="23813">
            <a:solidFill>
              <a:srgbClr val="1D4ED8"/>
            </a:solidFill>
          </a:ln>
        </p:spPr>
      </p:sp>
      <p:sp>
        <p:nvSpPr>
          <p:cNvPr id="15" name="object-15">
            <a:extLst>
              <a:ext uri="{FF2B5EF4-FFF2-40B4-BE49-F238E27FC236}">
                <a16:creationId xmlns:a16="http://schemas.microsoft.com/office/drawing/2014/main" id="{835D1B30-C461-43BB-96BA-DB71CC831F49}"/>
              </a:ext>
            </a:extLst>
          </p:cNvPr>
          <p:cNvSpPr>
            <a:spLocks noGrp="1"/>
          </p:cNvSpPr>
          <p:nvPr/>
        </p:nvSpPr>
        <p:spPr>
          <a:xfrm>
            <a:off x="10120313" y="6096000"/>
            <a:ext cx="1964531" cy="1095375"/>
          </a:xfrm>
          <a:prstGeom prst="rect">
            <a:avLst/>
          </a:prstGeom>
          <a:solidFill>
            <a:srgbClr val="FFFFFF"/>
          </a:solidFill>
          <a:ln w="23813">
            <a:solidFill>
              <a:srgbClr val="1D4ED8"/>
            </a:solidFill>
          </a:ln>
        </p:spPr>
      </p:sp>
      <p:sp>
        <p:nvSpPr>
          <p:cNvPr id="16" name="object-16">
            <a:extLst>
              <a:ext uri="{FF2B5EF4-FFF2-40B4-BE49-F238E27FC236}">
                <a16:creationId xmlns:a16="http://schemas.microsoft.com/office/drawing/2014/main" id="{81785E24-2558-4413-A2E6-95B569633335}"/>
              </a:ext>
            </a:extLst>
          </p:cNvPr>
          <p:cNvSpPr>
            <a:spLocks noGrp="1"/>
          </p:cNvSpPr>
          <p:nvPr/>
        </p:nvSpPr>
        <p:spPr>
          <a:xfrm>
            <a:off x="2857500" y="5274469"/>
            <a:ext cx="500063" cy="500063"/>
          </a:xfrm>
          <a:prstGeom prst="ellipse">
            <a:avLst/>
          </a:prstGeom>
          <a:solidFill>
            <a:srgbClr val="1D4ED8"/>
          </a:solidFill>
          <a:ln w="11906">
            <a:solidFill>
              <a:srgbClr val="172B4D"/>
            </a:solidFill>
          </a:ln>
        </p:spPr>
      </p:sp>
      <p:sp>
        <p:nvSpPr>
          <p:cNvPr id="17" name="object-17">
            <a:extLst>
              <a:ext uri="{FF2B5EF4-FFF2-40B4-BE49-F238E27FC236}">
                <a16:creationId xmlns:a16="http://schemas.microsoft.com/office/drawing/2014/main" id="{DBAEC2A6-7A12-46DD-99BA-87504915DCE2}"/>
              </a:ext>
            </a:extLst>
          </p:cNvPr>
          <p:cNvSpPr>
            <a:spLocks noGrp="1"/>
          </p:cNvSpPr>
          <p:nvPr/>
        </p:nvSpPr>
        <p:spPr>
          <a:xfrm>
            <a:off x="4822031" y="5274469"/>
            <a:ext cx="500063" cy="500063"/>
          </a:xfrm>
          <a:prstGeom prst="ellipse">
            <a:avLst/>
          </a:prstGeom>
          <a:solidFill>
            <a:srgbClr val="1D4ED8"/>
          </a:solidFill>
          <a:ln w="11906">
            <a:solidFill>
              <a:srgbClr val="172B4D"/>
            </a:solidFill>
          </a:ln>
        </p:spPr>
      </p:sp>
      <p:sp>
        <p:nvSpPr>
          <p:cNvPr id="18" name="object-18">
            <a:extLst>
              <a:ext uri="{FF2B5EF4-FFF2-40B4-BE49-F238E27FC236}">
                <a16:creationId xmlns:a16="http://schemas.microsoft.com/office/drawing/2014/main" id="{C3C1DC1A-F523-4C32-9A36-56D57B073A9A}"/>
              </a:ext>
            </a:extLst>
          </p:cNvPr>
          <p:cNvSpPr>
            <a:spLocks noGrp="1"/>
          </p:cNvSpPr>
          <p:nvPr/>
        </p:nvSpPr>
        <p:spPr>
          <a:xfrm>
            <a:off x="6786563" y="5274469"/>
            <a:ext cx="500063" cy="500063"/>
          </a:xfrm>
          <a:prstGeom prst="ellipse">
            <a:avLst/>
          </a:prstGeom>
          <a:solidFill>
            <a:srgbClr val="1D4ED8"/>
          </a:solidFill>
          <a:ln w="11906">
            <a:solidFill>
              <a:srgbClr val="172B4D"/>
            </a:solidFill>
          </a:ln>
        </p:spPr>
      </p:sp>
      <p:sp>
        <p:nvSpPr>
          <p:cNvPr id="19" name="object-19">
            <a:extLst>
              <a:ext uri="{FF2B5EF4-FFF2-40B4-BE49-F238E27FC236}">
                <a16:creationId xmlns:a16="http://schemas.microsoft.com/office/drawing/2014/main" id="{04297442-DAC4-4017-AA9B-3F401F32220B}"/>
              </a:ext>
            </a:extLst>
          </p:cNvPr>
          <p:cNvSpPr>
            <a:spLocks noGrp="1"/>
          </p:cNvSpPr>
          <p:nvPr/>
        </p:nvSpPr>
        <p:spPr>
          <a:xfrm>
            <a:off x="8751094" y="5274469"/>
            <a:ext cx="500063" cy="500063"/>
          </a:xfrm>
          <a:prstGeom prst="ellipse">
            <a:avLst/>
          </a:prstGeom>
          <a:solidFill>
            <a:srgbClr val="1D4ED8"/>
          </a:solidFill>
          <a:ln w="11906">
            <a:solidFill>
              <a:srgbClr val="172B4D"/>
            </a:solidFill>
          </a:ln>
        </p:spPr>
      </p:sp>
      <p:sp>
        <p:nvSpPr>
          <p:cNvPr id="20" name="object-20">
            <a:extLst>
              <a:ext uri="{FF2B5EF4-FFF2-40B4-BE49-F238E27FC236}">
                <a16:creationId xmlns:a16="http://schemas.microsoft.com/office/drawing/2014/main" id="{59D82F6E-33BD-4A98-898F-1D771144B59E}"/>
              </a:ext>
            </a:extLst>
          </p:cNvPr>
          <p:cNvSpPr>
            <a:spLocks noGrp="1"/>
          </p:cNvSpPr>
          <p:nvPr/>
        </p:nvSpPr>
        <p:spPr>
          <a:xfrm>
            <a:off x="10715625" y="5274469"/>
            <a:ext cx="500063" cy="500063"/>
          </a:xfrm>
          <a:prstGeom prst="ellipse">
            <a:avLst/>
          </a:prstGeom>
          <a:solidFill>
            <a:srgbClr val="1D4ED8"/>
          </a:solidFill>
          <a:ln w="11906">
            <a:solidFill>
              <a:srgbClr val="172B4D"/>
            </a:solidFill>
          </a:ln>
        </p:spPr>
      </p:sp>
      <p:sp>
        <p:nvSpPr>
          <p:cNvPr id="21" name="object-21">
            <a:extLst>
              <a:ext uri="{FF2B5EF4-FFF2-40B4-BE49-F238E27FC236}">
                <a16:creationId xmlns:a16="http://schemas.microsoft.com/office/drawing/2014/main" id="{D97A8736-2888-423D-8D7E-4B1980EBBA5F}"/>
              </a:ext>
            </a:extLst>
          </p:cNvPr>
          <p:cNvSpPr>
            <a:spLocks noGrp="1"/>
          </p:cNvSpPr>
          <p:nvPr/>
        </p:nvSpPr>
        <p:spPr>
          <a:xfrm>
            <a:off x="2857500" y="6369844"/>
            <a:ext cx="500063" cy="500063"/>
          </a:xfrm>
          <a:prstGeom prst="ellipse">
            <a:avLst/>
          </a:prstGeom>
          <a:solidFill>
            <a:srgbClr val="1D4ED8"/>
          </a:solidFill>
          <a:ln w="11906">
            <a:solidFill>
              <a:srgbClr val="172B4D"/>
            </a:solidFill>
          </a:ln>
        </p:spPr>
      </p:sp>
      <p:sp>
        <p:nvSpPr>
          <p:cNvPr id="22" name="object-22">
            <a:extLst>
              <a:ext uri="{FF2B5EF4-FFF2-40B4-BE49-F238E27FC236}">
                <a16:creationId xmlns:a16="http://schemas.microsoft.com/office/drawing/2014/main" id="{D01190A2-99F5-4959-833C-CC04653E3314}"/>
              </a:ext>
            </a:extLst>
          </p:cNvPr>
          <p:cNvSpPr>
            <a:spLocks noGrp="1"/>
          </p:cNvSpPr>
          <p:nvPr/>
        </p:nvSpPr>
        <p:spPr>
          <a:xfrm>
            <a:off x="4822031" y="6369844"/>
            <a:ext cx="500063" cy="500063"/>
          </a:xfrm>
          <a:prstGeom prst="ellipse">
            <a:avLst/>
          </a:prstGeom>
          <a:solidFill>
            <a:srgbClr val="1D4ED8"/>
          </a:solidFill>
          <a:ln w="11906">
            <a:solidFill>
              <a:srgbClr val="172B4D"/>
            </a:solidFill>
          </a:ln>
        </p:spPr>
      </p:sp>
      <p:sp>
        <p:nvSpPr>
          <p:cNvPr id="23" name="object-23">
            <a:extLst>
              <a:ext uri="{FF2B5EF4-FFF2-40B4-BE49-F238E27FC236}">
                <a16:creationId xmlns:a16="http://schemas.microsoft.com/office/drawing/2014/main" id="{733719D3-060A-4EC4-8760-69BCA2BA8A14}"/>
              </a:ext>
            </a:extLst>
          </p:cNvPr>
          <p:cNvSpPr>
            <a:spLocks noGrp="1"/>
          </p:cNvSpPr>
          <p:nvPr/>
        </p:nvSpPr>
        <p:spPr>
          <a:xfrm>
            <a:off x="12977813" y="2976563"/>
            <a:ext cx="500063" cy="500063"/>
          </a:xfrm>
          <a:prstGeom prst="ellipse">
            <a:avLst/>
          </a:prstGeom>
          <a:solidFill>
            <a:srgbClr val="9A5800"/>
          </a:solidFill>
          <a:ln w="11906">
            <a:solidFill>
              <a:srgbClr val="172B4D"/>
            </a:solidFill>
          </a:ln>
        </p:spPr>
      </p:sp>
      <p:sp>
        <p:nvSpPr>
          <p:cNvPr id="24" name="object-24">
            <a:extLst>
              <a:ext uri="{FF2B5EF4-FFF2-40B4-BE49-F238E27FC236}">
                <a16:creationId xmlns:a16="http://schemas.microsoft.com/office/drawing/2014/main" id="{4CEB9547-9277-49FA-921D-2943822448B4}"/>
              </a:ext>
            </a:extLst>
          </p:cNvPr>
          <p:cNvSpPr>
            <a:spLocks noGrp="1"/>
          </p:cNvSpPr>
          <p:nvPr/>
        </p:nvSpPr>
        <p:spPr>
          <a:xfrm>
            <a:off x="892969" y="7262813"/>
            <a:ext cx="13454063" cy="738188"/>
          </a:xfrm>
          <a:prstGeom prst="rect">
            <a:avLst/>
          </a:prstGeom>
          <a:noFill/>
          <a:ln w="0">
            <a:noFill/>
          </a:ln>
        </p:spPr>
        <p:txBody>
          <a:bodyPr anchor="ctr">
            <a:noAutofit/>
          </a:bodyPr>
          <a:lstStyle/>
          <a:p>
            <a:pPr algn="ctr">
              <a:defRPr sz="2813" b="1">
                <a:solidFill>
                  <a:srgbClr val="11745A"/>
                </a:solidFill>
                <a:latin typeface="Arial"/>
                <a:ea typeface="Arial"/>
                <a:cs typeface="Arial"/>
              </a:defRPr>
            </a:pPr>
            <a:r>
              <a:rPr sz="2813" b="1">
                <a:solidFill>
                  <a:srgbClr val="11745A"/>
                </a:solidFill>
                <a:latin typeface="Arial"/>
                <a:ea typeface="Arial"/>
                <a:cs typeface="Arial"/>
              </a:rPr>
              <a:t>7 + 1 = 8</a:t>
            </a:r>
          </a:p>
        </p:txBody>
      </p:sp>
    </p:spTree>
    <p:extLst>
      <p:ext uri="{BB962C8B-B14F-4D97-AF65-F5344CB8AC3E}">
        <p14:creationId xmlns:p14="http://schemas.microsoft.com/office/powerpoint/2010/main" val="470498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0 0 L -0.40625 0.39583333 E" pathEditMode="relative" ptsTypes="">
                                      <p:cBhvr>
                                        <p:cTn id="6" dur="800" fill="hold"/>
                                        <p:tgtEl>
                                          <p:spTgt spid="23"/>
                                        </p:tgtEl>
                                        <p:attrNameLst>
                                          <p:attrName>ppt_x</p:attrName>
                                          <p:attrName>ppt_y</p:attrName>
                                        </p:attrNameLst>
                                      </p:cBhvr>
                                    </p:animMotion>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 name="object-1">
            <a:extLst>
              <a:ext uri="{FF2B5EF4-FFF2-40B4-BE49-F238E27FC236}">
                <a16:creationId xmlns:a16="http://schemas.microsoft.com/office/drawing/2014/main" id="{E95509D5-62B1-4CBA-ABFE-7251D3598E3F}"/>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You do</a:t>
            </a:r>
          </a:p>
        </p:txBody>
      </p:sp>
      <p:sp>
        <p:nvSpPr>
          <p:cNvPr id="2" name="object-2">
            <a:extLst>
              <a:ext uri="{FF2B5EF4-FFF2-40B4-BE49-F238E27FC236}">
                <a16:creationId xmlns:a16="http://schemas.microsoft.com/office/drawing/2014/main" id="{F4FB4DF7-4539-42C3-8729-AE41062031B1}"/>
              </a:ext>
            </a:extLst>
          </p:cNvPr>
          <p:cNvSpPr>
            <a:spLocks noGrp="1"/>
          </p:cNvSpPr>
          <p:nvPr/>
        </p:nvSpPr>
        <p:spPr>
          <a:xfrm>
            <a:off x="11430000" y="476250"/>
            <a:ext cx="3155156" cy="547688"/>
          </a:xfrm>
          <a:prstGeom prst="rect">
            <a:avLst/>
          </a:prstGeom>
          <a:noFill/>
          <a:ln w="0">
            <a:noFill/>
          </a:ln>
        </p:spPr>
        <p:txBody>
          <a:bodyPr anchor="ctr">
            <a:noAutofit/>
          </a:bodyPr>
          <a:lstStyle/>
          <a:p>
            <a:pPr algn="r">
              <a:defRPr sz="2625" b="0">
                <a:solidFill>
                  <a:srgbClr val="52647A"/>
                </a:solidFill>
                <a:latin typeface="Arial"/>
                <a:ea typeface="Arial"/>
                <a:cs typeface="Arial"/>
              </a:defRPr>
            </a:pPr>
            <a:r>
              <a:rPr sz="2625" b="0">
                <a:solidFill>
                  <a:srgbClr val="52647A"/>
                </a:solidFill>
                <a:latin typeface="Arial"/>
                <a:ea typeface="Arial"/>
                <a:cs typeface="Arial"/>
              </a:rPr>
              <a:t>You try.</a:t>
            </a:r>
          </a:p>
        </p:txBody>
      </p:sp>
      <p:sp>
        <p:nvSpPr>
          <p:cNvPr id="3" name="object-3">
            <a:extLst>
              <a:ext uri="{FF2B5EF4-FFF2-40B4-BE49-F238E27FC236}">
                <a16:creationId xmlns:a16="http://schemas.microsoft.com/office/drawing/2014/main" id="{FA30C954-EBF2-4C52-A8EE-BC9B220E8575}"/>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Find one more than 5.</a:t>
            </a:r>
          </a:p>
        </p:txBody>
      </p:sp>
      <p:sp>
        <p:nvSpPr>
          <p:cNvPr id="4" name="object-4">
            <a:extLst>
              <a:ext uri="{FF2B5EF4-FFF2-40B4-BE49-F238E27FC236}">
                <a16:creationId xmlns:a16="http://schemas.microsoft.com/office/drawing/2014/main" id="{27C81BDA-DCCE-44D4-AE27-F644CDB70703}"/>
              </a:ext>
            </a:extLst>
          </p:cNvPr>
          <p:cNvSpPr>
            <a:spLocks noGrp="1"/>
          </p:cNvSpPr>
          <p:nvPr/>
        </p:nvSpPr>
        <p:spPr>
          <a:xfrm>
            <a:off x="654844" y="8012906"/>
            <a:ext cx="13930313" cy="11906"/>
          </a:xfrm>
          <a:prstGeom prst="rect">
            <a:avLst/>
          </a:prstGeom>
          <a:solidFill>
            <a:srgbClr val="BCD0EA"/>
          </a:solidFill>
          <a:ln w="0">
            <a:noFill/>
          </a:ln>
        </p:spPr>
      </p:sp>
      <p:sp>
        <p:nvSpPr>
          <p:cNvPr id="5" name="object-5">
            <a:extLst>
              <a:ext uri="{FF2B5EF4-FFF2-40B4-BE49-F238E27FC236}">
                <a16:creationId xmlns:a16="http://schemas.microsoft.com/office/drawing/2014/main" id="{AE6C9490-2461-4E0C-8769-D38470AE275E}"/>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Find one more within 10</a:t>
            </a:r>
          </a:p>
        </p:txBody>
      </p:sp>
      <p:sp>
        <p:nvSpPr>
          <p:cNvPr id="6" name="object-6">
            <a:extLst>
              <a:ext uri="{FF2B5EF4-FFF2-40B4-BE49-F238E27FC236}">
                <a16:creationId xmlns:a16="http://schemas.microsoft.com/office/drawing/2014/main" id="{05DA1E0F-C46B-48B9-A81C-7A392C32E9FC}"/>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3</a:t>
            </a:r>
          </a:p>
        </p:txBody>
      </p:sp>
      <p:sp>
        <p:nvSpPr>
          <p:cNvPr id="7" name="object-7">
            <a:extLst>
              <a:ext uri="{FF2B5EF4-FFF2-40B4-BE49-F238E27FC236}">
                <a16:creationId xmlns:a16="http://schemas.microsoft.com/office/drawing/2014/main" id="{855CA32B-3DEA-49FE-8CB4-46508FEBC6F6}"/>
              </a:ext>
            </a:extLst>
          </p:cNvPr>
          <p:cNvSpPr>
            <a:spLocks noGrp="1"/>
          </p:cNvSpPr>
          <p:nvPr/>
        </p:nvSpPr>
        <p:spPr>
          <a:xfrm>
            <a:off x="2262188" y="5000625"/>
            <a:ext cx="1964531" cy="1095375"/>
          </a:xfrm>
          <a:prstGeom prst="rect">
            <a:avLst/>
          </a:prstGeom>
          <a:solidFill>
            <a:srgbClr val="FFFFFF"/>
          </a:solidFill>
          <a:ln w="23813">
            <a:solidFill>
              <a:srgbClr val="1D4ED8"/>
            </a:solidFill>
          </a:ln>
        </p:spPr>
      </p:sp>
      <p:sp>
        <p:nvSpPr>
          <p:cNvPr id="8" name="object-8">
            <a:extLst>
              <a:ext uri="{FF2B5EF4-FFF2-40B4-BE49-F238E27FC236}">
                <a16:creationId xmlns:a16="http://schemas.microsoft.com/office/drawing/2014/main" id="{55149511-401B-4C42-9560-34765BC045E1}"/>
              </a:ext>
            </a:extLst>
          </p:cNvPr>
          <p:cNvSpPr>
            <a:spLocks noGrp="1"/>
          </p:cNvSpPr>
          <p:nvPr/>
        </p:nvSpPr>
        <p:spPr>
          <a:xfrm>
            <a:off x="4226719" y="5000625"/>
            <a:ext cx="1964531" cy="1095375"/>
          </a:xfrm>
          <a:prstGeom prst="rect">
            <a:avLst/>
          </a:prstGeom>
          <a:solidFill>
            <a:srgbClr val="FFFFFF"/>
          </a:solidFill>
          <a:ln w="23813">
            <a:solidFill>
              <a:srgbClr val="1D4ED8"/>
            </a:solidFill>
          </a:ln>
        </p:spPr>
      </p:sp>
      <p:sp>
        <p:nvSpPr>
          <p:cNvPr id="9" name="object-9">
            <a:extLst>
              <a:ext uri="{FF2B5EF4-FFF2-40B4-BE49-F238E27FC236}">
                <a16:creationId xmlns:a16="http://schemas.microsoft.com/office/drawing/2014/main" id="{F308A87B-5AB1-4B7C-B157-9B75B57276FC}"/>
              </a:ext>
            </a:extLst>
          </p:cNvPr>
          <p:cNvSpPr>
            <a:spLocks noGrp="1"/>
          </p:cNvSpPr>
          <p:nvPr/>
        </p:nvSpPr>
        <p:spPr>
          <a:xfrm>
            <a:off x="6191250" y="5000625"/>
            <a:ext cx="1964531" cy="1095375"/>
          </a:xfrm>
          <a:prstGeom prst="rect">
            <a:avLst/>
          </a:prstGeom>
          <a:solidFill>
            <a:srgbClr val="FFFFFF"/>
          </a:solidFill>
          <a:ln w="23813">
            <a:solidFill>
              <a:srgbClr val="1D4ED8"/>
            </a:solidFill>
          </a:ln>
        </p:spPr>
      </p:sp>
      <p:sp>
        <p:nvSpPr>
          <p:cNvPr id="10" name="object-10">
            <a:extLst>
              <a:ext uri="{FF2B5EF4-FFF2-40B4-BE49-F238E27FC236}">
                <a16:creationId xmlns:a16="http://schemas.microsoft.com/office/drawing/2014/main" id="{1C8525AC-87D4-4448-8971-E86AC09ABAA5}"/>
              </a:ext>
            </a:extLst>
          </p:cNvPr>
          <p:cNvSpPr>
            <a:spLocks noGrp="1"/>
          </p:cNvSpPr>
          <p:nvPr/>
        </p:nvSpPr>
        <p:spPr>
          <a:xfrm>
            <a:off x="8155781" y="5000625"/>
            <a:ext cx="1964531" cy="1095375"/>
          </a:xfrm>
          <a:prstGeom prst="rect">
            <a:avLst/>
          </a:prstGeom>
          <a:solidFill>
            <a:srgbClr val="FFFFFF"/>
          </a:solidFill>
          <a:ln w="23813">
            <a:solidFill>
              <a:srgbClr val="1D4ED8"/>
            </a:solidFill>
          </a:ln>
        </p:spPr>
      </p:sp>
      <p:sp>
        <p:nvSpPr>
          <p:cNvPr id="11" name="object-11">
            <a:extLst>
              <a:ext uri="{FF2B5EF4-FFF2-40B4-BE49-F238E27FC236}">
                <a16:creationId xmlns:a16="http://schemas.microsoft.com/office/drawing/2014/main" id="{21537B96-F972-4B9D-B940-3C50C14414DA}"/>
              </a:ext>
            </a:extLst>
          </p:cNvPr>
          <p:cNvSpPr>
            <a:spLocks noGrp="1"/>
          </p:cNvSpPr>
          <p:nvPr/>
        </p:nvSpPr>
        <p:spPr>
          <a:xfrm>
            <a:off x="10120313" y="5000625"/>
            <a:ext cx="1964531" cy="1095375"/>
          </a:xfrm>
          <a:prstGeom prst="rect">
            <a:avLst/>
          </a:prstGeom>
          <a:solidFill>
            <a:srgbClr val="FFFFFF"/>
          </a:solidFill>
          <a:ln w="23813">
            <a:solidFill>
              <a:srgbClr val="1D4ED8"/>
            </a:solidFill>
          </a:ln>
        </p:spPr>
      </p:sp>
      <p:sp>
        <p:nvSpPr>
          <p:cNvPr id="12" name="object-12">
            <a:extLst>
              <a:ext uri="{FF2B5EF4-FFF2-40B4-BE49-F238E27FC236}">
                <a16:creationId xmlns:a16="http://schemas.microsoft.com/office/drawing/2014/main" id="{8E3C6E54-3906-4ED9-A669-7F0D40A43E50}"/>
              </a:ext>
            </a:extLst>
          </p:cNvPr>
          <p:cNvSpPr>
            <a:spLocks noGrp="1"/>
          </p:cNvSpPr>
          <p:nvPr/>
        </p:nvSpPr>
        <p:spPr>
          <a:xfrm>
            <a:off x="2262188" y="6096000"/>
            <a:ext cx="1964531" cy="1095375"/>
          </a:xfrm>
          <a:prstGeom prst="rect">
            <a:avLst/>
          </a:prstGeom>
          <a:solidFill>
            <a:srgbClr val="FFFFFF"/>
          </a:solidFill>
          <a:ln w="23813">
            <a:solidFill>
              <a:srgbClr val="1D4ED8"/>
            </a:solidFill>
          </a:ln>
        </p:spPr>
      </p:sp>
      <p:sp>
        <p:nvSpPr>
          <p:cNvPr id="13" name="object-13">
            <a:extLst>
              <a:ext uri="{FF2B5EF4-FFF2-40B4-BE49-F238E27FC236}">
                <a16:creationId xmlns:a16="http://schemas.microsoft.com/office/drawing/2014/main" id="{6BC866EA-D34C-4521-8B27-63B1075F6C17}"/>
              </a:ext>
            </a:extLst>
          </p:cNvPr>
          <p:cNvSpPr>
            <a:spLocks noGrp="1"/>
          </p:cNvSpPr>
          <p:nvPr/>
        </p:nvSpPr>
        <p:spPr>
          <a:xfrm>
            <a:off x="4226719" y="6096000"/>
            <a:ext cx="1964531" cy="1095375"/>
          </a:xfrm>
          <a:prstGeom prst="rect">
            <a:avLst/>
          </a:prstGeom>
          <a:solidFill>
            <a:srgbClr val="FFFFFF"/>
          </a:solidFill>
          <a:ln w="23813">
            <a:solidFill>
              <a:srgbClr val="1D4ED8"/>
            </a:solidFill>
          </a:ln>
        </p:spPr>
      </p:sp>
      <p:sp>
        <p:nvSpPr>
          <p:cNvPr id="14" name="object-14">
            <a:extLst>
              <a:ext uri="{FF2B5EF4-FFF2-40B4-BE49-F238E27FC236}">
                <a16:creationId xmlns:a16="http://schemas.microsoft.com/office/drawing/2014/main" id="{D5082393-6DC6-4BBC-8B97-9BD19D3A4081}"/>
              </a:ext>
            </a:extLst>
          </p:cNvPr>
          <p:cNvSpPr>
            <a:spLocks noGrp="1"/>
          </p:cNvSpPr>
          <p:nvPr/>
        </p:nvSpPr>
        <p:spPr>
          <a:xfrm>
            <a:off x="6191250" y="6096000"/>
            <a:ext cx="1964531" cy="1095375"/>
          </a:xfrm>
          <a:prstGeom prst="rect">
            <a:avLst/>
          </a:prstGeom>
          <a:solidFill>
            <a:srgbClr val="FFFFFF"/>
          </a:solidFill>
          <a:ln w="23813">
            <a:solidFill>
              <a:srgbClr val="1D4ED8"/>
            </a:solidFill>
          </a:ln>
        </p:spPr>
      </p:sp>
      <p:sp>
        <p:nvSpPr>
          <p:cNvPr id="15" name="object-15">
            <a:extLst>
              <a:ext uri="{FF2B5EF4-FFF2-40B4-BE49-F238E27FC236}">
                <a16:creationId xmlns:a16="http://schemas.microsoft.com/office/drawing/2014/main" id="{B107BE2C-827C-4E56-B366-7C59C7E3E3DB}"/>
              </a:ext>
            </a:extLst>
          </p:cNvPr>
          <p:cNvSpPr>
            <a:spLocks noGrp="1"/>
          </p:cNvSpPr>
          <p:nvPr/>
        </p:nvSpPr>
        <p:spPr>
          <a:xfrm>
            <a:off x="8155781" y="6096000"/>
            <a:ext cx="1964531" cy="1095375"/>
          </a:xfrm>
          <a:prstGeom prst="rect">
            <a:avLst/>
          </a:prstGeom>
          <a:solidFill>
            <a:srgbClr val="FFFFFF"/>
          </a:solidFill>
          <a:ln w="23813">
            <a:solidFill>
              <a:srgbClr val="1D4ED8"/>
            </a:solidFill>
          </a:ln>
        </p:spPr>
      </p:sp>
      <p:sp>
        <p:nvSpPr>
          <p:cNvPr id="16" name="object-16">
            <a:extLst>
              <a:ext uri="{FF2B5EF4-FFF2-40B4-BE49-F238E27FC236}">
                <a16:creationId xmlns:a16="http://schemas.microsoft.com/office/drawing/2014/main" id="{8F59B03F-4640-4898-A80E-17EEBFF8F12B}"/>
              </a:ext>
            </a:extLst>
          </p:cNvPr>
          <p:cNvSpPr>
            <a:spLocks noGrp="1"/>
          </p:cNvSpPr>
          <p:nvPr/>
        </p:nvSpPr>
        <p:spPr>
          <a:xfrm>
            <a:off x="10120313" y="6096000"/>
            <a:ext cx="1964531" cy="1095375"/>
          </a:xfrm>
          <a:prstGeom prst="rect">
            <a:avLst/>
          </a:prstGeom>
          <a:solidFill>
            <a:srgbClr val="FFFFFF"/>
          </a:solidFill>
          <a:ln w="23813">
            <a:solidFill>
              <a:srgbClr val="1D4ED8"/>
            </a:solidFill>
          </a:ln>
        </p:spPr>
      </p:sp>
      <p:sp>
        <p:nvSpPr>
          <p:cNvPr id="17" name="object-17">
            <a:extLst>
              <a:ext uri="{FF2B5EF4-FFF2-40B4-BE49-F238E27FC236}">
                <a16:creationId xmlns:a16="http://schemas.microsoft.com/office/drawing/2014/main" id="{3E6EF22A-ED0B-40E8-8DAC-B6DC10D3A9B6}"/>
              </a:ext>
            </a:extLst>
          </p:cNvPr>
          <p:cNvSpPr>
            <a:spLocks noGrp="1"/>
          </p:cNvSpPr>
          <p:nvPr/>
        </p:nvSpPr>
        <p:spPr>
          <a:xfrm>
            <a:off x="2857500" y="5274469"/>
            <a:ext cx="500063" cy="500063"/>
          </a:xfrm>
          <a:prstGeom prst="ellipse">
            <a:avLst/>
          </a:prstGeom>
          <a:solidFill>
            <a:srgbClr val="1D4ED8"/>
          </a:solidFill>
          <a:ln w="11906">
            <a:solidFill>
              <a:srgbClr val="172B4D"/>
            </a:solidFill>
          </a:ln>
        </p:spPr>
      </p:sp>
      <p:sp>
        <p:nvSpPr>
          <p:cNvPr id="18" name="object-18">
            <a:extLst>
              <a:ext uri="{FF2B5EF4-FFF2-40B4-BE49-F238E27FC236}">
                <a16:creationId xmlns:a16="http://schemas.microsoft.com/office/drawing/2014/main" id="{8B1ADAA0-F3B8-41E1-84BE-37666DFDC11B}"/>
              </a:ext>
            </a:extLst>
          </p:cNvPr>
          <p:cNvSpPr>
            <a:spLocks noGrp="1"/>
          </p:cNvSpPr>
          <p:nvPr/>
        </p:nvSpPr>
        <p:spPr>
          <a:xfrm>
            <a:off x="4822031" y="5274469"/>
            <a:ext cx="500063" cy="500063"/>
          </a:xfrm>
          <a:prstGeom prst="ellipse">
            <a:avLst/>
          </a:prstGeom>
          <a:solidFill>
            <a:srgbClr val="1D4ED8"/>
          </a:solidFill>
          <a:ln w="11906">
            <a:solidFill>
              <a:srgbClr val="172B4D"/>
            </a:solidFill>
          </a:ln>
        </p:spPr>
      </p:sp>
      <p:sp>
        <p:nvSpPr>
          <p:cNvPr id="19" name="object-19">
            <a:extLst>
              <a:ext uri="{FF2B5EF4-FFF2-40B4-BE49-F238E27FC236}">
                <a16:creationId xmlns:a16="http://schemas.microsoft.com/office/drawing/2014/main" id="{68A4C08B-89CB-4B5C-ADCD-B396163FC297}"/>
              </a:ext>
            </a:extLst>
          </p:cNvPr>
          <p:cNvSpPr>
            <a:spLocks noGrp="1"/>
          </p:cNvSpPr>
          <p:nvPr/>
        </p:nvSpPr>
        <p:spPr>
          <a:xfrm>
            <a:off x="6786563" y="5274469"/>
            <a:ext cx="500063" cy="500063"/>
          </a:xfrm>
          <a:prstGeom prst="ellipse">
            <a:avLst/>
          </a:prstGeom>
          <a:solidFill>
            <a:srgbClr val="1D4ED8"/>
          </a:solidFill>
          <a:ln w="11906">
            <a:solidFill>
              <a:srgbClr val="172B4D"/>
            </a:solidFill>
          </a:ln>
        </p:spPr>
      </p:sp>
      <p:sp>
        <p:nvSpPr>
          <p:cNvPr id="20" name="object-20">
            <a:extLst>
              <a:ext uri="{FF2B5EF4-FFF2-40B4-BE49-F238E27FC236}">
                <a16:creationId xmlns:a16="http://schemas.microsoft.com/office/drawing/2014/main" id="{C8C7C111-B84B-4388-862D-B9ABF70F42F5}"/>
              </a:ext>
            </a:extLst>
          </p:cNvPr>
          <p:cNvSpPr>
            <a:spLocks noGrp="1"/>
          </p:cNvSpPr>
          <p:nvPr/>
        </p:nvSpPr>
        <p:spPr>
          <a:xfrm>
            <a:off x="8751094" y="5274469"/>
            <a:ext cx="500063" cy="500063"/>
          </a:xfrm>
          <a:prstGeom prst="ellipse">
            <a:avLst/>
          </a:prstGeom>
          <a:solidFill>
            <a:srgbClr val="1D4ED8"/>
          </a:solidFill>
          <a:ln w="11906">
            <a:solidFill>
              <a:srgbClr val="172B4D"/>
            </a:solidFill>
          </a:ln>
        </p:spPr>
      </p:sp>
      <p:sp>
        <p:nvSpPr>
          <p:cNvPr id="21" name="object-21">
            <a:extLst>
              <a:ext uri="{FF2B5EF4-FFF2-40B4-BE49-F238E27FC236}">
                <a16:creationId xmlns:a16="http://schemas.microsoft.com/office/drawing/2014/main" id="{64C8FF15-CCDC-4A78-8A56-CA46F1D34F9A}"/>
              </a:ext>
            </a:extLst>
          </p:cNvPr>
          <p:cNvSpPr>
            <a:spLocks noGrp="1"/>
          </p:cNvSpPr>
          <p:nvPr/>
        </p:nvSpPr>
        <p:spPr>
          <a:xfrm>
            <a:off x="10715625" y="5274469"/>
            <a:ext cx="500063" cy="500063"/>
          </a:xfrm>
          <a:prstGeom prst="ellipse">
            <a:avLst/>
          </a:prstGeom>
          <a:solidFill>
            <a:srgbClr val="1D4ED8"/>
          </a:solidFill>
          <a:ln w="11906">
            <a:solidFill>
              <a:srgbClr val="172B4D"/>
            </a:solidFill>
          </a:ln>
        </p:spPr>
      </p:sp>
      <p:sp>
        <p:nvSpPr>
          <p:cNvPr id="22" name="object-22">
            <a:extLst>
              <a:ext uri="{FF2B5EF4-FFF2-40B4-BE49-F238E27FC236}">
                <a16:creationId xmlns:a16="http://schemas.microsoft.com/office/drawing/2014/main" id="{8A801163-CD7A-469A-B2D5-4683101CAE95}"/>
              </a:ext>
            </a:extLst>
          </p:cNvPr>
          <p:cNvSpPr>
            <a:spLocks noGrp="1"/>
          </p:cNvSpPr>
          <p:nvPr/>
        </p:nvSpPr>
        <p:spPr>
          <a:xfrm>
            <a:off x="12977813" y="2976563"/>
            <a:ext cx="500063" cy="500063"/>
          </a:xfrm>
          <a:prstGeom prst="ellipse">
            <a:avLst/>
          </a:prstGeom>
          <a:solidFill>
            <a:srgbClr val="9A5800"/>
          </a:solidFill>
          <a:ln w="11906">
            <a:solidFill>
              <a:srgbClr val="172B4D"/>
            </a:solidFill>
          </a:ln>
        </p:spPr>
      </p:sp>
      <p:sp>
        <p:nvSpPr>
          <p:cNvPr id="23" name="object-23">
            <a:extLst>
              <a:ext uri="{FF2B5EF4-FFF2-40B4-BE49-F238E27FC236}">
                <a16:creationId xmlns:a16="http://schemas.microsoft.com/office/drawing/2014/main" id="{F1A2BD74-04E7-4D4F-8DB3-B2332149EF8F}"/>
              </a:ext>
            </a:extLst>
          </p:cNvPr>
          <p:cNvSpPr>
            <a:spLocks noGrp="1"/>
          </p:cNvSpPr>
          <p:nvPr/>
        </p:nvSpPr>
        <p:spPr>
          <a:xfrm>
            <a:off x="892969" y="7262813"/>
            <a:ext cx="13454063" cy="738188"/>
          </a:xfrm>
          <a:prstGeom prst="rect">
            <a:avLst/>
          </a:prstGeom>
          <a:noFill/>
          <a:ln w="0">
            <a:noFill/>
          </a:ln>
        </p:spPr>
        <p:txBody>
          <a:bodyPr anchor="ctr">
            <a:noAutofit/>
          </a:bodyPr>
          <a:lstStyle/>
          <a:p>
            <a:pPr algn="ctr">
              <a:defRPr sz="2813" b="1">
                <a:solidFill>
                  <a:srgbClr val="11745A"/>
                </a:solidFill>
                <a:latin typeface="Arial"/>
                <a:ea typeface="Arial"/>
                <a:cs typeface="Arial"/>
              </a:defRPr>
            </a:pPr>
            <a:r>
              <a:rPr sz="2813" b="1">
                <a:solidFill>
                  <a:srgbClr val="11745A"/>
                </a:solidFill>
                <a:latin typeface="Arial"/>
                <a:ea typeface="Arial"/>
                <a:cs typeface="Arial"/>
              </a:rPr>
              <a:t>5 + 1 = 6</a:t>
            </a:r>
          </a:p>
        </p:txBody>
      </p:sp>
    </p:spTree>
    <p:extLst>
      <p:ext uri="{BB962C8B-B14F-4D97-AF65-F5344CB8AC3E}">
        <p14:creationId xmlns:p14="http://schemas.microsoft.com/office/powerpoint/2010/main" val="949607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0 0 L -0.6640625 0.39583333 E" pathEditMode="relative" ptsTypes="">
                                      <p:cBhvr>
                                        <p:cTn id="6" dur="800" fill="hold"/>
                                        <p:tgtEl>
                                          <p:spTgt spid="22"/>
                                        </p:tgtEl>
                                        <p:attrNameLst>
                                          <p:attrName>ppt_x</p:attrName>
                                          <p:attrName>ppt_y</p:attrName>
                                        </p:attrNameLst>
                                      </p:cBhvr>
                                    </p:animMotion>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object-1">
            <a:extLst>
              <a:ext uri="{FF2B5EF4-FFF2-40B4-BE49-F238E27FC236}">
                <a16:creationId xmlns:a16="http://schemas.microsoft.com/office/drawing/2014/main" id="{985865EA-96FE-4B4E-9E0C-D38CB11B49A9}"/>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I do</a:t>
            </a:r>
          </a:p>
        </p:txBody>
      </p:sp>
      <p:sp>
        <p:nvSpPr>
          <p:cNvPr id="2" name="object-2">
            <a:extLst>
              <a:ext uri="{FF2B5EF4-FFF2-40B4-BE49-F238E27FC236}">
                <a16:creationId xmlns:a16="http://schemas.microsoft.com/office/drawing/2014/main" id="{CE9DB2A7-94E4-4998-86FE-FEE3A2B668B6}"/>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Find one more than 8.</a:t>
            </a:r>
          </a:p>
        </p:txBody>
      </p:sp>
      <p:sp>
        <p:nvSpPr>
          <p:cNvPr id="3" name="object-3">
            <a:extLst>
              <a:ext uri="{FF2B5EF4-FFF2-40B4-BE49-F238E27FC236}">
                <a16:creationId xmlns:a16="http://schemas.microsoft.com/office/drawing/2014/main" id="{F5472951-E8C0-4566-A9BB-A21F27753154}"/>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5FD5D953-5598-4B2F-B1AB-D940F9A5EF96}"/>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Find one more within 10</a:t>
            </a:r>
          </a:p>
        </p:txBody>
      </p:sp>
      <p:sp>
        <p:nvSpPr>
          <p:cNvPr id="5" name="object-5">
            <a:extLst>
              <a:ext uri="{FF2B5EF4-FFF2-40B4-BE49-F238E27FC236}">
                <a16:creationId xmlns:a16="http://schemas.microsoft.com/office/drawing/2014/main" id="{A02BE846-8FC3-452F-8172-604B45DD4285}"/>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4</a:t>
            </a:r>
          </a:p>
        </p:txBody>
      </p:sp>
      <p:sp>
        <p:nvSpPr>
          <p:cNvPr id="6" name="object-6">
            <a:extLst>
              <a:ext uri="{FF2B5EF4-FFF2-40B4-BE49-F238E27FC236}">
                <a16:creationId xmlns:a16="http://schemas.microsoft.com/office/drawing/2014/main" id="{EA1E2F7F-5B99-4378-9374-E94E559F8786}"/>
              </a:ext>
            </a:extLst>
          </p:cNvPr>
          <p:cNvSpPr>
            <a:spLocks noGrp="1"/>
          </p:cNvSpPr>
          <p:nvPr/>
        </p:nvSpPr>
        <p:spPr>
          <a:xfrm>
            <a:off x="2262188" y="5000625"/>
            <a:ext cx="1964531" cy="1095375"/>
          </a:xfrm>
          <a:prstGeom prst="rect">
            <a:avLst/>
          </a:prstGeom>
          <a:solidFill>
            <a:srgbClr val="FFFFFF"/>
          </a:solidFill>
          <a:ln w="23813">
            <a:solidFill>
              <a:srgbClr val="1D4ED8"/>
            </a:solidFill>
          </a:ln>
        </p:spPr>
      </p:sp>
      <p:sp>
        <p:nvSpPr>
          <p:cNvPr id="7" name="object-7">
            <a:extLst>
              <a:ext uri="{FF2B5EF4-FFF2-40B4-BE49-F238E27FC236}">
                <a16:creationId xmlns:a16="http://schemas.microsoft.com/office/drawing/2014/main" id="{60010972-9BDB-40CB-B7F9-EFD21ADD5FFD}"/>
              </a:ext>
            </a:extLst>
          </p:cNvPr>
          <p:cNvSpPr>
            <a:spLocks noGrp="1"/>
          </p:cNvSpPr>
          <p:nvPr/>
        </p:nvSpPr>
        <p:spPr>
          <a:xfrm>
            <a:off x="4226719" y="5000625"/>
            <a:ext cx="1964531" cy="1095375"/>
          </a:xfrm>
          <a:prstGeom prst="rect">
            <a:avLst/>
          </a:prstGeom>
          <a:solidFill>
            <a:srgbClr val="FFFFFF"/>
          </a:solidFill>
          <a:ln w="23813">
            <a:solidFill>
              <a:srgbClr val="1D4ED8"/>
            </a:solidFill>
          </a:ln>
        </p:spPr>
      </p:sp>
      <p:sp>
        <p:nvSpPr>
          <p:cNvPr id="8" name="object-8">
            <a:extLst>
              <a:ext uri="{FF2B5EF4-FFF2-40B4-BE49-F238E27FC236}">
                <a16:creationId xmlns:a16="http://schemas.microsoft.com/office/drawing/2014/main" id="{5AB329F2-D6FC-474B-AAF4-869A592FDE02}"/>
              </a:ext>
            </a:extLst>
          </p:cNvPr>
          <p:cNvSpPr>
            <a:spLocks noGrp="1"/>
          </p:cNvSpPr>
          <p:nvPr/>
        </p:nvSpPr>
        <p:spPr>
          <a:xfrm>
            <a:off x="6191250" y="5000625"/>
            <a:ext cx="1964531" cy="1095375"/>
          </a:xfrm>
          <a:prstGeom prst="rect">
            <a:avLst/>
          </a:prstGeom>
          <a:solidFill>
            <a:srgbClr val="FFFFFF"/>
          </a:solidFill>
          <a:ln w="23813">
            <a:solidFill>
              <a:srgbClr val="1D4ED8"/>
            </a:solidFill>
          </a:ln>
        </p:spPr>
      </p:sp>
      <p:sp>
        <p:nvSpPr>
          <p:cNvPr id="9" name="object-9">
            <a:extLst>
              <a:ext uri="{FF2B5EF4-FFF2-40B4-BE49-F238E27FC236}">
                <a16:creationId xmlns:a16="http://schemas.microsoft.com/office/drawing/2014/main" id="{14EABB3E-932D-4939-9C76-4A72AC1B85A8}"/>
              </a:ext>
            </a:extLst>
          </p:cNvPr>
          <p:cNvSpPr>
            <a:spLocks noGrp="1"/>
          </p:cNvSpPr>
          <p:nvPr/>
        </p:nvSpPr>
        <p:spPr>
          <a:xfrm>
            <a:off x="8155781" y="5000625"/>
            <a:ext cx="1964531" cy="1095375"/>
          </a:xfrm>
          <a:prstGeom prst="rect">
            <a:avLst/>
          </a:prstGeom>
          <a:solidFill>
            <a:srgbClr val="FFFFFF"/>
          </a:solidFill>
          <a:ln w="23813">
            <a:solidFill>
              <a:srgbClr val="1D4ED8"/>
            </a:solidFill>
          </a:ln>
        </p:spPr>
      </p:sp>
      <p:sp>
        <p:nvSpPr>
          <p:cNvPr id="10" name="object-10">
            <a:extLst>
              <a:ext uri="{FF2B5EF4-FFF2-40B4-BE49-F238E27FC236}">
                <a16:creationId xmlns:a16="http://schemas.microsoft.com/office/drawing/2014/main" id="{A1756997-C2FF-41A8-AD6A-8FEB9941405D}"/>
              </a:ext>
            </a:extLst>
          </p:cNvPr>
          <p:cNvSpPr>
            <a:spLocks noGrp="1"/>
          </p:cNvSpPr>
          <p:nvPr/>
        </p:nvSpPr>
        <p:spPr>
          <a:xfrm>
            <a:off x="10120313" y="5000625"/>
            <a:ext cx="1964531" cy="1095375"/>
          </a:xfrm>
          <a:prstGeom prst="rect">
            <a:avLst/>
          </a:prstGeom>
          <a:solidFill>
            <a:srgbClr val="FFFFFF"/>
          </a:solidFill>
          <a:ln w="23813">
            <a:solidFill>
              <a:srgbClr val="1D4ED8"/>
            </a:solidFill>
          </a:ln>
        </p:spPr>
      </p:sp>
      <p:sp>
        <p:nvSpPr>
          <p:cNvPr id="11" name="object-11">
            <a:extLst>
              <a:ext uri="{FF2B5EF4-FFF2-40B4-BE49-F238E27FC236}">
                <a16:creationId xmlns:a16="http://schemas.microsoft.com/office/drawing/2014/main" id="{9AA14EBC-8C28-4B89-979C-7DFA9476B9CC}"/>
              </a:ext>
            </a:extLst>
          </p:cNvPr>
          <p:cNvSpPr>
            <a:spLocks noGrp="1"/>
          </p:cNvSpPr>
          <p:nvPr/>
        </p:nvSpPr>
        <p:spPr>
          <a:xfrm>
            <a:off x="2262188" y="6096000"/>
            <a:ext cx="1964531" cy="1095375"/>
          </a:xfrm>
          <a:prstGeom prst="rect">
            <a:avLst/>
          </a:prstGeom>
          <a:solidFill>
            <a:srgbClr val="FFFFFF"/>
          </a:solidFill>
          <a:ln w="23813">
            <a:solidFill>
              <a:srgbClr val="1D4ED8"/>
            </a:solidFill>
          </a:ln>
        </p:spPr>
      </p:sp>
      <p:sp>
        <p:nvSpPr>
          <p:cNvPr id="12" name="object-12">
            <a:extLst>
              <a:ext uri="{FF2B5EF4-FFF2-40B4-BE49-F238E27FC236}">
                <a16:creationId xmlns:a16="http://schemas.microsoft.com/office/drawing/2014/main" id="{5B6DCF1F-DCDF-4E17-A737-0F7214DAF466}"/>
              </a:ext>
            </a:extLst>
          </p:cNvPr>
          <p:cNvSpPr>
            <a:spLocks noGrp="1"/>
          </p:cNvSpPr>
          <p:nvPr/>
        </p:nvSpPr>
        <p:spPr>
          <a:xfrm>
            <a:off x="4226719" y="6096000"/>
            <a:ext cx="1964531" cy="1095375"/>
          </a:xfrm>
          <a:prstGeom prst="rect">
            <a:avLst/>
          </a:prstGeom>
          <a:solidFill>
            <a:srgbClr val="FFFFFF"/>
          </a:solidFill>
          <a:ln w="23813">
            <a:solidFill>
              <a:srgbClr val="1D4ED8"/>
            </a:solidFill>
          </a:ln>
        </p:spPr>
      </p:sp>
      <p:sp>
        <p:nvSpPr>
          <p:cNvPr id="13" name="object-13">
            <a:extLst>
              <a:ext uri="{FF2B5EF4-FFF2-40B4-BE49-F238E27FC236}">
                <a16:creationId xmlns:a16="http://schemas.microsoft.com/office/drawing/2014/main" id="{8334F08C-EA54-4C37-BA07-C6F51FAA33A6}"/>
              </a:ext>
            </a:extLst>
          </p:cNvPr>
          <p:cNvSpPr>
            <a:spLocks noGrp="1"/>
          </p:cNvSpPr>
          <p:nvPr/>
        </p:nvSpPr>
        <p:spPr>
          <a:xfrm>
            <a:off x="6191250" y="6096000"/>
            <a:ext cx="1964531" cy="1095375"/>
          </a:xfrm>
          <a:prstGeom prst="rect">
            <a:avLst/>
          </a:prstGeom>
          <a:solidFill>
            <a:srgbClr val="FFFFFF"/>
          </a:solidFill>
          <a:ln w="23813">
            <a:solidFill>
              <a:srgbClr val="1D4ED8"/>
            </a:solidFill>
          </a:ln>
        </p:spPr>
      </p:sp>
      <p:sp>
        <p:nvSpPr>
          <p:cNvPr id="14" name="object-14">
            <a:extLst>
              <a:ext uri="{FF2B5EF4-FFF2-40B4-BE49-F238E27FC236}">
                <a16:creationId xmlns:a16="http://schemas.microsoft.com/office/drawing/2014/main" id="{54ECA0B6-1B79-4623-AF14-69403157262B}"/>
              </a:ext>
            </a:extLst>
          </p:cNvPr>
          <p:cNvSpPr>
            <a:spLocks noGrp="1"/>
          </p:cNvSpPr>
          <p:nvPr/>
        </p:nvSpPr>
        <p:spPr>
          <a:xfrm>
            <a:off x="8155781" y="6096000"/>
            <a:ext cx="1964531" cy="1095375"/>
          </a:xfrm>
          <a:prstGeom prst="rect">
            <a:avLst/>
          </a:prstGeom>
          <a:solidFill>
            <a:srgbClr val="FFFFFF"/>
          </a:solidFill>
          <a:ln w="23813">
            <a:solidFill>
              <a:srgbClr val="1D4ED8"/>
            </a:solidFill>
          </a:ln>
        </p:spPr>
      </p:sp>
      <p:sp>
        <p:nvSpPr>
          <p:cNvPr id="15" name="object-15">
            <a:extLst>
              <a:ext uri="{FF2B5EF4-FFF2-40B4-BE49-F238E27FC236}">
                <a16:creationId xmlns:a16="http://schemas.microsoft.com/office/drawing/2014/main" id="{3F426793-8C8B-4AFA-881E-C1514DCC8DB9}"/>
              </a:ext>
            </a:extLst>
          </p:cNvPr>
          <p:cNvSpPr>
            <a:spLocks noGrp="1"/>
          </p:cNvSpPr>
          <p:nvPr/>
        </p:nvSpPr>
        <p:spPr>
          <a:xfrm>
            <a:off x="10120313" y="6096000"/>
            <a:ext cx="1964531" cy="1095375"/>
          </a:xfrm>
          <a:prstGeom prst="rect">
            <a:avLst/>
          </a:prstGeom>
          <a:solidFill>
            <a:srgbClr val="FFFFFF"/>
          </a:solidFill>
          <a:ln w="23813">
            <a:solidFill>
              <a:srgbClr val="1D4ED8"/>
            </a:solidFill>
          </a:ln>
        </p:spPr>
      </p:sp>
      <p:sp>
        <p:nvSpPr>
          <p:cNvPr id="16" name="object-16">
            <a:extLst>
              <a:ext uri="{FF2B5EF4-FFF2-40B4-BE49-F238E27FC236}">
                <a16:creationId xmlns:a16="http://schemas.microsoft.com/office/drawing/2014/main" id="{A4CAB12D-3607-4761-B642-A6288D8E69A8}"/>
              </a:ext>
            </a:extLst>
          </p:cNvPr>
          <p:cNvSpPr>
            <a:spLocks noGrp="1"/>
          </p:cNvSpPr>
          <p:nvPr/>
        </p:nvSpPr>
        <p:spPr>
          <a:xfrm>
            <a:off x="2857500" y="5274469"/>
            <a:ext cx="500063" cy="500063"/>
          </a:xfrm>
          <a:prstGeom prst="ellipse">
            <a:avLst/>
          </a:prstGeom>
          <a:solidFill>
            <a:srgbClr val="1D4ED8"/>
          </a:solidFill>
          <a:ln w="11906">
            <a:solidFill>
              <a:srgbClr val="172B4D"/>
            </a:solidFill>
          </a:ln>
        </p:spPr>
      </p:sp>
      <p:sp>
        <p:nvSpPr>
          <p:cNvPr id="17" name="object-17">
            <a:extLst>
              <a:ext uri="{FF2B5EF4-FFF2-40B4-BE49-F238E27FC236}">
                <a16:creationId xmlns:a16="http://schemas.microsoft.com/office/drawing/2014/main" id="{1E94C3E3-AD17-4EA1-B294-94A40662AF0E}"/>
              </a:ext>
            </a:extLst>
          </p:cNvPr>
          <p:cNvSpPr>
            <a:spLocks noGrp="1"/>
          </p:cNvSpPr>
          <p:nvPr/>
        </p:nvSpPr>
        <p:spPr>
          <a:xfrm>
            <a:off x="4822031" y="5274469"/>
            <a:ext cx="500063" cy="500063"/>
          </a:xfrm>
          <a:prstGeom prst="ellipse">
            <a:avLst/>
          </a:prstGeom>
          <a:solidFill>
            <a:srgbClr val="1D4ED8"/>
          </a:solidFill>
          <a:ln w="11906">
            <a:solidFill>
              <a:srgbClr val="172B4D"/>
            </a:solidFill>
          </a:ln>
        </p:spPr>
      </p:sp>
      <p:sp>
        <p:nvSpPr>
          <p:cNvPr id="18" name="object-18">
            <a:extLst>
              <a:ext uri="{FF2B5EF4-FFF2-40B4-BE49-F238E27FC236}">
                <a16:creationId xmlns:a16="http://schemas.microsoft.com/office/drawing/2014/main" id="{D24C61A0-19F0-4770-9637-967E048A3974}"/>
              </a:ext>
            </a:extLst>
          </p:cNvPr>
          <p:cNvSpPr>
            <a:spLocks noGrp="1"/>
          </p:cNvSpPr>
          <p:nvPr/>
        </p:nvSpPr>
        <p:spPr>
          <a:xfrm>
            <a:off x="6786563" y="5274469"/>
            <a:ext cx="500063" cy="500063"/>
          </a:xfrm>
          <a:prstGeom prst="ellipse">
            <a:avLst/>
          </a:prstGeom>
          <a:solidFill>
            <a:srgbClr val="1D4ED8"/>
          </a:solidFill>
          <a:ln w="11906">
            <a:solidFill>
              <a:srgbClr val="172B4D"/>
            </a:solidFill>
          </a:ln>
        </p:spPr>
      </p:sp>
      <p:sp>
        <p:nvSpPr>
          <p:cNvPr id="19" name="object-19">
            <a:extLst>
              <a:ext uri="{FF2B5EF4-FFF2-40B4-BE49-F238E27FC236}">
                <a16:creationId xmlns:a16="http://schemas.microsoft.com/office/drawing/2014/main" id="{A9547EA9-921B-405A-B2BB-8C852B39C2DE}"/>
              </a:ext>
            </a:extLst>
          </p:cNvPr>
          <p:cNvSpPr>
            <a:spLocks noGrp="1"/>
          </p:cNvSpPr>
          <p:nvPr/>
        </p:nvSpPr>
        <p:spPr>
          <a:xfrm>
            <a:off x="8751094" y="5274469"/>
            <a:ext cx="500063" cy="500063"/>
          </a:xfrm>
          <a:prstGeom prst="ellipse">
            <a:avLst/>
          </a:prstGeom>
          <a:solidFill>
            <a:srgbClr val="1D4ED8"/>
          </a:solidFill>
          <a:ln w="11906">
            <a:solidFill>
              <a:srgbClr val="172B4D"/>
            </a:solidFill>
          </a:ln>
        </p:spPr>
      </p:sp>
      <p:sp>
        <p:nvSpPr>
          <p:cNvPr id="20" name="object-20">
            <a:extLst>
              <a:ext uri="{FF2B5EF4-FFF2-40B4-BE49-F238E27FC236}">
                <a16:creationId xmlns:a16="http://schemas.microsoft.com/office/drawing/2014/main" id="{452E3D92-C8CE-4F66-AED2-7711DD51C321}"/>
              </a:ext>
            </a:extLst>
          </p:cNvPr>
          <p:cNvSpPr>
            <a:spLocks noGrp="1"/>
          </p:cNvSpPr>
          <p:nvPr/>
        </p:nvSpPr>
        <p:spPr>
          <a:xfrm>
            <a:off x="10715625" y="5274469"/>
            <a:ext cx="500063" cy="500063"/>
          </a:xfrm>
          <a:prstGeom prst="ellipse">
            <a:avLst/>
          </a:prstGeom>
          <a:solidFill>
            <a:srgbClr val="1D4ED8"/>
          </a:solidFill>
          <a:ln w="11906">
            <a:solidFill>
              <a:srgbClr val="172B4D"/>
            </a:solidFill>
          </a:ln>
        </p:spPr>
      </p:sp>
      <p:sp>
        <p:nvSpPr>
          <p:cNvPr id="21" name="object-21">
            <a:extLst>
              <a:ext uri="{FF2B5EF4-FFF2-40B4-BE49-F238E27FC236}">
                <a16:creationId xmlns:a16="http://schemas.microsoft.com/office/drawing/2014/main" id="{7A39D982-484B-409B-96BF-077F64AC75A4}"/>
              </a:ext>
            </a:extLst>
          </p:cNvPr>
          <p:cNvSpPr>
            <a:spLocks noGrp="1"/>
          </p:cNvSpPr>
          <p:nvPr/>
        </p:nvSpPr>
        <p:spPr>
          <a:xfrm>
            <a:off x="2857500" y="6369844"/>
            <a:ext cx="500063" cy="500063"/>
          </a:xfrm>
          <a:prstGeom prst="ellipse">
            <a:avLst/>
          </a:prstGeom>
          <a:solidFill>
            <a:srgbClr val="1D4ED8"/>
          </a:solidFill>
          <a:ln w="11906">
            <a:solidFill>
              <a:srgbClr val="172B4D"/>
            </a:solidFill>
          </a:ln>
        </p:spPr>
      </p:sp>
      <p:sp>
        <p:nvSpPr>
          <p:cNvPr id="22" name="object-22">
            <a:extLst>
              <a:ext uri="{FF2B5EF4-FFF2-40B4-BE49-F238E27FC236}">
                <a16:creationId xmlns:a16="http://schemas.microsoft.com/office/drawing/2014/main" id="{86146306-A436-49A7-8B50-C6C2F42C16EC}"/>
              </a:ext>
            </a:extLst>
          </p:cNvPr>
          <p:cNvSpPr>
            <a:spLocks noGrp="1"/>
          </p:cNvSpPr>
          <p:nvPr/>
        </p:nvSpPr>
        <p:spPr>
          <a:xfrm>
            <a:off x="4822031" y="6369844"/>
            <a:ext cx="500063" cy="500063"/>
          </a:xfrm>
          <a:prstGeom prst="ellipse">
            <a:avLst/>
          </a:prstGeom>
          <a:solidFill>
            <a:srgbClr val="1D4ED8"/>
          </a:solidFill>
          <a:ln w="11906">
            <a:solidFill>
              <a:srgbClr val="172B4D"/>
            </a:solidFill>
          </a:ln>
        </p:spPr>
      </p:sp>
      <p:sp>
        <p:nvSpPr>
          <p:cNvPr id="23" name="object-23">
            <a:extLst>
              <a:ext uri="{FF2B5EF4-FFF2-40B4-BE49-F238E27FC236}">
                <a16:creationId xmlns:a16="http://schemas.microsoft.com/office/drawing/2014/main" id="{B50CE4D0-2FEC-4C1E-A536-D860B8ACBA8A}"/>
              </a:ext>
            </a:extLst>
          </p:cNvPr>
          <p:cNvSpPr>
            <a:spLocks noGrp="1"/>
          </p:cNvSpPr>
          <p:nvPr/>
        </p:nvSpPr>
        <p:spPr>
          <a:xfrm>
            <a:off x="6786563" y="6369844"/>
            <a:ext cx="500063" cy="500063"/>
          </a:xfrm>
          <a:prstGeom prst="ellipse">
            <a:avLst/>
          </a:prstGeom>
          <a:solidFill>
            <a:srgbClr val="1D4ED8"/>
          </a:solidFill>
          <a:ln w="11906">
            <a:solidFill>
              <a:srgbClr val="172B4D"/>
            </a:solidFill>
          </a:ln>
        </p:spPr>
      </p:sp>
      <p:sp>
        <p:nvSpPr>
          <p:cNvPr id="24" name="object-24">
            <a:extLst>
              <a:ext uri="{FF2B5EF4-FFF2-40B4-BE49-F238E27FC236}">
                <a16:creationId xmlns:a16="http://schemas.microsoft.com/office/drawing/2014/main" id="{6314D5F6-A57E-4466-88D9-7CC2F0460782}"/>
              </a:ext>
            </a:extLst>
          </p:cNvPr>
          <p:cNvSpPr>
            <a:spLocks noGrp="1"/>
          </p:cNvSpPr>
          <p:nvPr/>
        </p:nvSpPr>
        <p:spPr>
          <a:xfrm>
            <a:off x="12977813" y="2976563"/>
            <a:ext cx="500063" cy="500063"/>
          </a:xfrm>
          <a:prstGeom prst="ellipse">
            <a:avLst/>
          </a:prstGeom>
          <a:solidFill>
            <a:srgbClr val="9A5800"/>
          </a:solidFill>
          <a:ln w="11906">
            <a:solidFill>
              <a:srgbClr val="172B4D"/>
            </a:solidFill>
          </a:ln>
        </p:spPr>
      </p:sp>
      <p:sp>
        <p:nvSpPr>
          <p:cNvPr id="25" name="object-25">
            <a:extLst>
              <a:ext uri="{FF2B5EF4-FFF2-40B4-BE49-F238E27FC236}">
                <a16:creationId xmlns:a16="http://schemas.microsoft.com/office/drawing/2014/main" id="{B877A12D-FE6C-4A29-B6F6-433DB4460809}"/>
              </a:ext>
            </a:extLst>
          </p:cNvPr>
          <p:cNvSpPr>
            <a:spLocks noGrp="1"/>
          </p:cNvSpPr>
          <p:nvPr/>
        </p:nvSpPr>
        <p:spPr>
          <a:xfrm>
            <a:off x="892969" y="7262813"/>
            <a:ext cx="13454063" cy="738188"/>
          </a:xfrm>
          <a:prstGeom prst="rect">
            <a:avLst/>
          </a:prstGeom>
          <a:noFill/>
          <a:ln w="0">
            <a:noFill/>
          </a:ln>
        </p:spPr>
        <p:txBody>
          <a:bodyPr anchor="ctr">
            <a:noAutofit/>
          </a:bodyPr>
          <a:lstStyle/>
          <a:p>
            <a:pPr algn="ctr">
              <a:defRPr sz="2813" b="1">
                <a:solidFill>
                  <a:srgbClr val="11745A"/>
                </a:solidFill>
                <a:latin typeface="Arial"/>
                <a:ea typeface="Arial"/>
                <a:cs typeface="Arial"/>
              </a:defRPr>
            </a:pPr>
            <a:r>
              <a:rPr sz="2813" b="1">
                <a:solidFill>
                  <a:srgbClr val="11745A"/>
                </a:solidFill>
                <a:latin typeface="Arial"/>
                <a:ea typeface="Arial"/>
                <a:cs typeface="Arial"/>
              </a:rPr>
              <a:t>8 + 1 = 9</a:t>
            </a:r>
          </a:p>
        </p:txBody>
      </p:sp>
    </p:spTree>
    <p:extLst>
      <p:ext uri="{BB962C8B-B14F-4D97-AF65-F5344CB8AC3E}">
        <p14:creationId xmlns:p14="http://schemas.microsoft.com/office/powerpoint/2010/main" val="831822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0 0 L -0.27734375 0.39583333 E" pathEditMode="relative" ptsTypes="">
                                      <p:cBhvr>
                                        <p:cTn id="6" dur="800" fill="hold"/>
                                        <p:tgtEl>
                                          <p:spTgt spid="24"/>
                                        </p:tgtEl>
                                        <p:attrNameLst>
                                          <p:attrName>ppt_x</p:attrName>
                                          <p:attrName>ppt_y</p:attrName>
                                        </p:attrNameLst>
                                      </p:cBhvr>
                                    </p:animMotion>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object-1">
            <a:extLst>
              <a:ext uri="{FF2B5EF4-FFF2-40B4-BE49-F238E27FC236}">
                <a16:creationId xmlns:a16="http://schemas.microsoft.com/office/drawing/2014/main" id="{94F60DDD-AF8A-4913-9E6F-8975477E6E27}"/>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You do</a:t>
            </a:r>
          </a:p>
        </p:txBody>
      </p:sp>
      <p:sp>
        <p:nvSpPr>
          <p:cNvPr id="2" name="object-2">
            <a:extLst>
              <a:ext uri="{FF2B5EF4-FFF2-40B4-BE49-F238E27FC236}">
                <a16:creationId xmlns:a16="http://schemas.microsoft.com/office/drawing/2014/main" id="{2F13A54D-553B-464F-B17D-4E12C3A611A7}"/>
              </a:ext>
            </a:extLst>
          </p:cNvPr>
          <p:cNvSpPr>
            <a:spLocks noGrp="1"/>
          </p:cNvSpPr>
          <p:nvPr/>
        </p:nvSpPr>
        <p:spPr>
          <a:xfrm>
            <a:off x="11430000" y="476250"/>
            <a:ext cx="3155156" cy="547688"/>
          </a:xfrm>
          <a:prstGeom prst="rect">
            <a:avLst/>
          </a:prstGeom>
          <a:noFill/>
          <a:ln w="0">
            <a:noFill/>
          </a:ln>
        </p:spPr>
        <p:txBody>
          <a:bodyPr anchor="ctr">
            <a:noAutofit/>
          </a:bodyPr>
          <a:lstStyle/>
          <a:p>
            <a:pPr algn="r">
              <a:defRPr sz="2625" b="0">
                <a:solidFill>
                  <a:srgbClr val="52647A"/>
                </a:solidFill>
                <a:latin typeface="Arial"/>
                <a:ea typeface="Arial"/>
                <a:cs typeface="Arial"/>
              </a:defRPr>
            </a:pPr>
            <a:r>
              <a:rPr sz="2625" b="0">
                <a:solidFill>
                  <a:srgbClr val="52647A"/>
                </a:solidFill>
                <a:latin typeface="Arial"/>
                <a:ea typeface="Arial"/>
                <a:cs typeface="Arial"/>
              </a:rPr>
              <a:t>You try.</a:t>
            </a:r>
          </a:p>
        </p:txBody>
      </p:sp>
      <p:sp>
        <p:nvSpPr>
          <p:cNvPr id="3" name="object-3">
            <a:extLst>
              <a:ext uri="{FF2B5EF4-FFF2-40B4-BE49-F238E27FC236}">
                <a16:creationId xmlns:a16="http://schemas.microsoft.com/office/drawing/2014/main" id="{E330ED5C-6A26-40F4-8795-C2D49C02A350}"/>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Find one more than 3.</a:t>
            </a:r>
          </a:p>
        </p:txBody>
      </p:sp>
      <p:sp>
        <p:nvSpPr>
          <p:cNvPr id="4" name="object-4">
            <a:extLst>
              <a:ext uri="{FF2B5EF4-FFF2-40B4-BE49-F238E27FC236}">
                <a16:creationId xmlns:a16="http://schemas.microsoft.com/office/drawing/2014/main" id="{A6FAB6A2-027A-4E86-87A7-5117FB8721C3}"/>
              </a:ext>
            </a:extLst>
          </p:cNvPr>
          <p:cNvSpPr>
            <a:spLocks noGrp="1"/>
          </p:cNvSpPr>
          <p:nvPr/>
        </p:nvSpPr>
        <p:spPr>
          <a:xfrm>
            <a:off x="654844" y="8012906"/>
            <a:ext cx="13930313" cy="11906"/>
          </a:xfrm>
          <a:prstGeom prst="rect">
            <a:avLst/>
          </a:prstGeom>
          <a:solidFill>
            <a:srgbClr val="BCD0EA"/>
          </a:solidFill>
          <a:ln w="0">
            <a:noFill/>
          </a:ln>
        </p:spPr>
      </p:sp>
      <p:sp>
        <p:nvSpPr>
          <p:cNvPr id="5" name="object-5">
            <a:extLst>
              <a:ext uri="{FF2B5EF4-FFF2-40B4-BE49-F238E27FC236}">
                <a16:creationId xmlns:a16="http://schemas.microsoft.com/office/drawing/2014/main" id="{D24B25D6-BEB7-4C6B-A903-E4A16E46A5F8}"/>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Find one more within 10</a:t>
            </a:r>
          </a:p>
        </p:txBody>
      </p:sp>
      <p:sp>
        <p:nvSpPr>
          <p:cNvPr id="6" name="object-6">
            <a:extLst>
              <a:ext uri="{FF2B5EF4-FFF2-40B4-BE49-F238E27FC236}">
                <a16:creationId xmlns:a16="http://schemas.microsoft.com/office/drawing/2014/main" id="{9C7EE809-2566-4B6B-AF92-436B0A8E0526}"/>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5</a:t>
            </a:r>
          </a:p>
        </p:txBody>
      </p:sp>
      <p:sp>
        <p:nvSpPr>
          <p:cNvPr id="7" name="object-7">
            <a:extLst>
              <a:ext uri="{FF2B5EF4-FFF2-40B4-BE49-F238E27FC236}">
                <a16:creationId xmlns:a16="http://schemas.microsoft.com/office/drawing/2014/main" id="{7BED0F21-8B49-4030-A679-702E603F1AFE}"/>
              </a:ext>
            </a:extLst>
          </p:cNvPr>
          <p:cNvSpPr>
            <a:spLocks noGrp="1"/>
          </p:cNvSpPr>
          <p:nvPr/>
        </p:nvSpPr>
        <p:spPr>
          <a:xfrm>
            <a:off x="2262188" y="5000625"/>
            <a:ext cx="1964531" cy="1095375"/>
          </a:xfrm>
          <a:prstGeom prst="rect">
            <a:avLst/>
          </a:prstGeom>
          <a:solidFill>
            <a:srgbClr val="FFFFFF"/>
          </a:solidFill>
          <a:ln w="23813">
            <a:solidFill>
              <a:srgbClr val="1D4ED8"/>
            </a:solidFill>
          </a:ln>
        </p:spPr>
      </p:sp>
      <p:sp>
        <p:nvSpPr>
          <p:cNvPr id="8" name="object-8">
            <a:extLst>
              <a:ext uri="{FF2B5EF4-FFF2-40B4-BE49-F238E27FC236}">
                <a16:creationId xmlns:a16="http://schemas.microsoft.com/office/drawing/2014/main" id="{CE92689A-9E20-4A8B-9DCC-CF052507D861}"/>
              </a:ext>
            </a:extLst>
          </p:cNvPr>
          <p:cNvSpPr>
            <a:spLocks noGrp="1"/>
          </p:cNvSpPr>
          <p:nvPr/>
        </p:nvSpPr>
        <p:spPr>
          <a:xfrm>
            <a:off x="4226719" y="5000625"/>
            <a:ext cx="1964531" cy="1095375"/>
          </a:xfrm>
          <a:prstGeom prst="rect">
            <a:avLst/>
          </a:prstGeom>
          <a:solidFill>
            <a:srgbClr val="FFFFFF"/>
          </a:solidFill>
          <a:ln w="23813">
            <a:solidFill>
              <a:srgbClr val="1D4ED8"/>
            </a:solidFill>
          </a:ln>
        </p:spPr>
      </p:sp>
      <p:sp>
        <p:nvSpPr>
          <p:cNvPr id="9" name="object-9">
            <a:extLst>
              <a:ext uri="{FF2B5EF4-FFF2-40B4-BE49-F238E27FC236}">
                <a16:creationId xmlns:a16="http://schemas.microsoft.com/office/drawing/2014/main" id="{B1CD051D-2644-4B51-ABB8-D9A6DCB8AAA8}"/>
              </a:ext>
            </a:extLst>
          </p:cNvPr>
          <p:cNvSpPr>
            <a:spLocks noGrp="1"/>
          </p:cNvSpPr>
          <p:nvPr/>
        </p:nvSpPr>
        <p:spPr>
          <a:xfrm>
            <a:off x="6191250" y="5000625"/>
            <a:ext cx="1964531" cy="1095375"/>
          </a:xfrm>
          <a:prstGeom prst="rect">
            <a:avLst/>
          </a:prstGeom>
          <a:solidFill>
            <a:srgbClr val="FFFFFF"/>
          </a:solidFill>
          <a:ln w="23813">
            <a:solidFill>
              <a:srgbClr val="1D4ED8"/>
            </a:solidFill>
          </a:ln>
        </p:spPr>
      </p:sp>
      <p:sp>
        <p:nvSpPr>
          <p:cNvPr id="10" name="object-10">
            <a:extLst>
              <a:ext uri="{FF2B5EF4-FFF2-40B4-BE49-F238E27FC236}">
                <a16:creationId xmlns:a16="http://schemas.microsoft.com/office/drawing/2014/main" id="{A9B0C539-CD8C-415F-8D78-2F5512899318}"/>
              </a:ext>
            </a:extLst>
          </p:cNvPr>
          <p:cNvSpPr>
            <a:spLocks noGrp="1"/>
          </p:cNvSpPr>
          <p:nvPr/>
        </p:nvSpPr>
        <p:spPr>
          <a:xfrm>
            <a:off x="8155781" y="5000625"/>
            <a:ext cx="1964531" cy="1095375"/>
          </a:xfrm>
          <a:prstGeom prst="rect">
            <a:avLst/>
          </a:prstGeom>
          <a:solidFill>
            <a:srgbClr val="FFFFFF"/>
          </a:solidFill>
          <a:ln w="23813">
            <a:solidFill>
              <a:srgbClr val="1D4ED8"/>
            </a:solidFill>
          </a:ln>
        </p:spPr>
      </p:sp>
      <p:sp>
        <p:nvSpPr>
          <p:cNvPr id="11" name="object-11">
            <a:extLst>
              <a:ext uri="{FF2B5EF4-FFF2-40B4-BE49-F238E27FC236}">
                <a16:creationId xmlns:a16="http://schemas.microsoft.com/office/drawing/2014/main" id="{8829CA05-8359-4BF1-A0A7-88A3289A0C93}"/>
              </a:ext>
            </a:extLst>
          </p:cNvPr>
          <p:cNvSpPr>
            <a:spLocks noGrp="1"/>
          </p:cNvSpPr>
          <p:nvPr/>
        </p:nvSpPr>
        <p:spPr>
          <a:xfrm>
            <a:off x="10120313" y="5000625"/>
            <a:ext cx="1964531" cy="1095375"/>
          </a:xfrm>
          <a:prstGeom prst="rect">
            <a:avLst/>
          </a:prstGeom>
          <a:solidFill>
            <a:srgbClr val="FFFFFF"/>
          </a:solidFill>
          <a:ln w="23813">
            <a:solidFill>
              <a:srgbClr val="1D4ED8"/>
            </a:solidFill>
          </a:ln>
        </p:spPr>
      </p:sp>
      <p:sp>
        <p:nvSpPr>
          <p:cNvPr id="12" name="object-12">
            <a:extLst>
              <a:ext uri="{FF2B5EF4-FFF2-40B4-BE49-F238E27FC236}">
                <a16:creationId xmlns:a16="http://schemas.microsoft.com/office/drawing/2014/main" id="{95176AAD-1E61-4A6E-A42F-894EAE189144}"/>
              </a:ext>
            </a:extLst>
          </p:cNvPr>
          <p:cNvSpPr>
            <a:spLocks noGrp="1"/>
          </p:cNvSpPr>
          <p:nvPr/>
        </p:nvSpPr>
        <p:spPr>
          <a:xfrm>
            <a:off x="2262188" y="6096000"/>
            <a:ext cx="1964531" cy="1095375"/>
          </a:xfrm>
          <a:prstGeom prst="rect">
            <a:avLst/>
          </a:prstGeom>
          <a:solidFill>
            <a:srgbClr val="FFFFFF"/>
          </a:solidFill>
          <a:ln w="23813">
            <a:solidFill>
              <a:srgbClr val="1D4ED8"/>
            </a:solidFill>
          </a:ln>
        </p:spPr>
      </p:sp>
      <p:sp>
        <p:nvSpPr>
          <p:cNvPr id="13" name="object-13">
            <a:extLst>
              <a:ext uri="{FF2B5EF4-FFF2-40B4-BE49-F238E27FC236}">
                <a16:creationId xmlns:a16="http://schemas.microsoft.com/office/drawing/2014/main" id="{64F59561-AC90-4546-8969-47025A81F5A5}"/>
              </a:ext>
            </a:extLst>
          </p:cNvPr>
          <p:cNvSpPr>
            <a:spLocks noGrp="1"/>
          </p:cNvSpPr>
          <p:nvPr/>
        </p:nvSpPr>
        <p:spPr>
          <a:xfrm>
            <a:off x="4226719" y="6096000"/>
            <a:ext cx="1964531" cy="1095375"/>
          </a:xfrm>
          <a:prstGeom prst="rect">
            <a:avLst/>
          </a:prstGeom>
          <a:solidFill>
            <a:srgbClr val="FFFFFF"/>
          </a:solidFill>
          <a:ln w="23813">
            <a:solidFill>
              <a:srgbClr val="1D4ED8"/>
            </a:solidFill>
          </a:ln>
        </p:spPr>
      </p:sp>
      <p:sp>
        <p:nvSpPr>
          <p:cNvPr id="14" name="object-14">
            <a:extLst>
              <a:ext uri="{FF2B5EF4-FFF2-40B4-BE49-F238E27FC236}">
                <a16:creationId xmlns:a16="http://schemas.microsoft.com/office/drawing/2014/main" id="{8BA61AF5-163A-4061-8F59-ED87F754A486}"/>
              </a:ext>
            </a:extLst>
          </p:cNvPr>
          <p:cNvSpPr>
            <a:spLocks noGrp="1"/>
          </p:cNvSpPr>
          <p:nvPr/>
        </p:nvSpPr>
        <p:spPr>
          <a:xfrm>
            <a:off x="6191250" y="6096000"/>
            <a:ext cx="1964531" cy="1095375"/>
          </a:xfrm>
          <a:prstGeom prst="rect">
            <a:avLst/>
          </a:prstGeom>
          <a:solidFill>
            <a:srgbClr val="FFFFFF"/>
          </a:solidFill>
          <a:ln w="23813">
            <a:solidFill>
              <a:srgbClr val="1D4ED8"/>
            </a:solidFill>
          </a:ln>
        </p:spPr>
      </p:sp>
      <p:sp>
        <p:nvSpPr>
          <p:cNvPr id="15" name="object-15">
            <a:extLst>
              <a:ext uri="{FF2B5EF4-FFF2-40B4-BE49-F238E27FC236}">
                <a16:creationId xmlns:a16="http://schemas.microsoft.com/office/drawing/2014/main" id="{66C9907A-969D-4AF5-BF50-2A666D382B49}"/>
              </a:ext>
            </a:extLst>
          </p:cNvPr>
          <p:cNvSpPr>
            <a:spLocks noGrp="1"/>
          </p:cNvSpPr>
          <p:nvPr/>
        </p:nvSpPr>
        <p:spPr>
          <a:xfrm>
            <a:off x="8155781" y="6096000"/>
            <a:ext cx="1964531" cy="1095375"/>
          </a:xfrm>
          <a:prstGeom prst="rect">
            <a:avLst/>
          </a:prstGeom>
          <a:solidFill>
            <a:srgbClr val="FFFFFF"/>
          </a:solidFill>
          <a:ln w="23813">
            <a:solidFill>
              <a:srgbClr val="1D4ED8"/>
            </a:solidFill>
          </a:ln>
        </p:spPr>
      </p:sp>
      <p:sp>
        <p:nvSpPr>
          <p:cNvPr id="16" name="object-16">
            <a:extLst>
              <a:ext uri="{FF2B5EF4-FFF2-40B4-BE49-F238E27FC236}">
                <a16:creationId xmlns:a16="http://schemas.microsoft.com/office/drawing/2014/main" id="{F7385CEC-9232-4D28-854F-C3B7FC179B70}"/>
              </a:ext>
            </a:extLst>
          </p:cNvPr>
          <p:cNvSpPr>
            <a:spLocks noGrp="1"/>
          </p:cNvSpPr>
          <p:nvPr/>
        </p:nvSpPr>
        <p:spPr>
          <a:xfrm>
            <a:off x="10120313" y="6096000"/>
            <a:ext cx="1964531" cy="1095375"/>
          </a:xfrm>
          <a:prstGeom prst="rect">
            <a:avLst/>
          </a:prstGeom>
          <a:solidFill>
            <a:srgbClr val="FFFFFF"/>
          </a:solidFill>
          <a:ln w="23813">
            <a:solidFill>
              <a:srgbClr val="1D4ED8"/>
            </a:solidFill>
          </a:ln>
        </p:spPr>
      </p:sp>
      <p:sp>
        <p:nvSpPr>
          <p:cNvPr id="17" name="object-17">
            <a:extLst>
              <a:ext uri="{FF2B5EF4-FFF2-40B4-BE49-F238E27FC236}">
                <a16:creationId xmlns:a16="http://schemas.microsoft.com/office/drawing/2014/main" id="{76E3A172-CB7F-4C7D-BD27-30F8DCB50BFC}"/>
              </a:ext>
            </a:extLst>
          </p:cNvPr>
          <p:cNvSpPr>
            <a:spLocks noGrp="1"/>
          </p:cNvSpPr>
          <p:nvPr/>
        </p:nvSpPr>
        <p:spPr>
          <a:xfrm>
            <a:off x="2857500" y="5274469"/>
            <a:ext cx="500063" cy="500063"/>
          </a:xfrm>
          <a:prstGeom prst="ellipse">
            <a:avLst/>
          </a:prstGeom>
          <a:solidFill>
            <a:srgbClr val="1D4ED8"/>
          </a:solidFill>
          <a:ln w="11906">
            <a:solidFill>
              <a:srgbClr val="172B4D"/>
            </a:solidFill>
          </a:ln>
        </p:spPr>
      </p:sp>
      <p:sp>
        <p:nvSpPr>
          <p:cNvPr id="18" name="object-18">
            <a:extLst>
              <a:ext uri="{FF2B5EF4-FFF2-40B4-BE49-F238E27FC236}">
                <a16:creationId xmlns:a16="http://schemas.microsoft.com/office/drawing/2014/main" id="{522BED68-EABA-4AFF-BE32-AA9F51744D05}"/>
              </a:ext>
            </a:extLst>
          </p:cNvPr>
          <p:cNvSpPr>
            <a:spLocks noGrp="1"/>
          </p:cNvSpPr>
          <p:nvPr/>
        </p:nvSpPr>
        <p:spPr>
          <a:xfrm>
            <a:off x="4822031" y="5274469"/>
            <a:ext cx="500063" cy="500063"/>
          </a:xfrm>
          <a:prstGeom prst="ellipse">
            <a:avLst/>
          </a:prstGeom>
          <a:solidFill>
            <a:srgbClr val="1D4ED8"/>
          </a:solidFill>
          <a:ln w="11906">
            <a:solidFill>
              <a:srgbClr val="172B4D"/>
            </a:solidFill>
          </a:ln>
        </p:spPr>
      </p:sp>
      <p:sp>
        <p:nvSpPr>
          <p:cNvPr id="19" name="object-19">
            <a:extLst>
              <a:ext uri="{FF2B5EF4-FFF2-40B4-BE49-F238E27FC236}">
                <a16:creationId xmlns:a16="http://schemas.microsoft.com/office/drawing/2014/main" id="{73865903-1871-4104-96B7-3237B03F3726}"/>
              </a:ext>
            </a:extLst>
          </p:cNvPr>
          <p:cNvSpPr>
            <a:spLocks noGrp="1"/>
          </p:cNvSpPr>
          <p:nvPr/>
        </p:nvSpPr>
        <p:spPr>
          <a:xfrm>
            <a:off x="6786563" y="5274469"/>
            <a:ext cx="500063" cy="500063"/>
          </a:xfrm>
          <a:prstGeom prst="ellipse">
            <a:avLst/>
          </a:prstGeom>
          <a:solidFill>
            <a:srgbClr val="1D4ED8"/>
          </a:solidFill>
          <a:ln w="11906">
            <a:solidFill>
              <a:srgbClr val="172B4D"/>
            </a:solidFill>
          </a:ln>
        </p:spPr>
      </p:sp>
      <p:sp>
        <p:nvSpPr>
          <p:cNvPr id="20" name="object-20">
            <a:extLst>
              <a:ext uri="{FF2B5EF4-FFF2-40B4-BE49-F238E27FC236}">
                <a16:creationId xmlns:a16="http://schemas.microsoft.com/office/drawing/2014/main" id="{9FCB3602-7E1B-4491-B662-BEAB165F9E91}"/>
              </a:ext>
            </a:extLst>
          </p:cNvPr>
          <p:cNvSpPr>
            <a:spLocks noGrp="1"/>
          </p:cNvSpPr>
          <p:nvPr/>
        </p:nvSpPr>
        <p:spPr>
          <a:xfrm>
            <a:off x="12977813" y="2976563"/>
            <a:ext cx="500063" cy="500063"/>
          </a:xfrm>
          <a:prstGeom prst="ellipse">
            <a:avLst/>
          </a:prstGeom>
          <a:solidFill>
            <a:srgbClr val="9A5800"/>
          </a:solidFill>
          <a:ln w="11906">
            <a:solidFill>
              <a:srgbClr val="172B4D"/>
            </a:solidFill>
          </a:ln>
        </p:spPr>
      </p:sp>
      <p:sp>
        <p:nvSpPr>
          <p:cNvPr id="21" name="object-21">
            <a:extLst>
              <a:ext uri="{FF2B5EF4-FFF2-40B4-BE49-F238E27FC236}">
                <a16:creationId xmlns:a16="http://schemas.microsoft.com/office/drawing/2014/main" id="{4710EF2B-C751-4D53-A2A0-92FB2CF22C74}"/>
              </a:ext>
            </a:extLst>
          </p:cNvPr>
          <p:cNvSpPr>
            <a:spLocks noGrp="1"/>
          </p:cNvSpPr>
          <p:nvPr/>
        </p:nvSpPr>
        <p:spPr>
          <a:xfrm>
            <a:off x="892969" y="7262813"/>
            <a:ext cx="13454063" cy="738188"/>
          </a:xfrm>
          <a:prstGeom prst="rect">
            <a:avLst/>
          </a:prstGeom>
          <a:noFill/>
          <a:ln w="0">
            <a:noFill/>
          </a:ln>
        </p:spPr>
        <p:txBody>
          <a:bodyPr anchor="ctr">
            <a:noAutofit/>
          </a:bodyPr>
          <a:lstStyle/>
          <a:p>
            <a:pPr algn="ctr">
              <a:defRPr sz="2813" b="1">
                <a:solidFill>
                  <a:srgbClr val="11745A"/>
                </a:solidFill>
                <a:latin typeface="Arial"/>
                <a:ea typeface="Arial"/>
                <a:cs typeface="Arial"/>
              </a:defRPr>
            </a:pPr>
            <a:r>
              <a:rPr sz="2813" b="1">
                <a:solidFill>
                  <a:srgbClr val="11745A"/>
                </a:solidFill>
                <a:latin typeface="Arial"/>
                <a:ea typeface="Arial"/>
                <a:cs typeface="Arial"/>
              </a:rPr>
              <a:t>3 + 1 = 4</a:t>
            </a:r>
          </a:p>
        </p:txBody>
      </p:sp>
    </p:spTree>
    <p:extLst>
      <p:ext uri="{BB962C8B-B14F-4D97-AF65-F5344CB8AC3E}">
        <p14:creationId xmlns:p14="http://schemas.microsoft.com/office/powerpoint/2010/main" val="5227671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0 0 L -0.27734375 0.26805556 E" pathEditMode="relative" ptsTypes="">
                                      <p:cBhvr>
                                        <p:cTn id="6" dur="800" fill="hold"/>
                                        <p:tgtEl>
                                          <p:spTgt spid="20"/>
                                        </p:tgtEl>
                                        <p:attrNameLst>
                                          <p:attrName>ppt_x</p:attrName>
                                          <p:attrName>ppt_y</p:attrName>
                                        </p:attrNameLst>
                                      </p:cBhvr>
                                    </p:animMotion>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object-1">
            <a:extLst>
              <a:ext uri="{FF2B5EF4-FFF2-40B4-BE49-F238E27FC236}">
                <a16:creationId xmlns:a16="http://schemas.microsoft.com/office/drawing/2014/main" id="{885D529A-7A92-4F3A-96BC-BA8F07D6FDA1}"/>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You do</a:t>
            </a:r>
          </a:p>
        </p:txBody>
      </p:sp>
      <p:sp>
        <p:nvSpPr>
          <p:cNvPr id="2" name="object-2">
            <a:extLst>
              <a:ext uri="{FF2B5EF4-FFF2-40B4-BE49-F238E27FC236}">
                <a16:creationId xmlns:a16="http://schemas.microsoft.com/office/drawing/2014/main" id="{8819CE86-5304-40C0-BEDE-AF0940B52D76}"/>
              </a:ext>
            </a:extLst>
          </p:cNvPr>
          <p:cNvSpPr>
            <a:spLocks noGrp="1"/>
          </p:cNvSpPr>
          <p:nvPr/>
        </p:nvSpPr>
        <p:spPr>
          <a:xfrm>
            <a:off x="11430000" y="476250"/>
            <a:ext cx="3155156" cy="547688"/>
          </a:xfrm>
          <a:prstGeom prst="rect">
            <a:avLst/>
          </a:prstGeom>
          <a:noFill/>
          <a:ln w="0">
            <a:noFill/>
          </a:ln>
        </p:spPr>
        <p:txBody>
          <a:bodyPr anchor="ctr">
            <a:noAutofit/>
          </a:bodyPr>
          <a:lstStyle/>
          <a:p>
            <a:pPr algn="r">
              <a:defRPr sz="2625" b="0">
                <a:solidFill>
                  <a:srgbClr val="52647A"/>
                </a:solidFill>
                <a:latin typeface="Arial"/>
                <a:ea typeface="Arial"/>
                <a:cs typeface="Arial"/>
              </a:defRPr>
            </a:pPr>
            <a:r>
              <a:rPr sz="2625" b="0">
                <a:solidFill>
                  <a:srgbClr val="52647A"/>
                </a:solidFill>
                <a:latin typeface="Arial"/>
                <a:ea typeface="Arial"/>
                <a:cs typeface="Arial"/>
              </a:rPr>
              <a:t>You try.</a:t>
            </a:r>
          </a:p>
        </p:txBody>
      </p:sp>
      <p:sp>
        <p:nvSpPr>
          <p:cNvPr id="3" name="object-3">
            <a:extLst>
              <a:ext uri="{FF2B5EF4-FFF2-40B4-BE49-F238E27FC236}">
                <a16:creationId xmlns:a16="http://schemas.microsoft.com/office/drawing/2014/main" id="{7D53EC7D-D417-4763-8144-20D84C5C031E}"/>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Try these questions.</a:t>
            </a:r>
          </a:p>
        </p:txBody>
      </p:sp>
      <p:sp>
        <p:nvSpPr>
          <p:cNvPr id="4" name="object-4">
            <a:extLst>
              <a:ext uri="{FF2B5EF4-FFF2-40B4-BE49-F238E27FC236}">
                <a16:creationId xmlns:a16="http://schemas.microsoft.com/office/drawing/2014/main" id="{A479FFB9-B60B-4EE5-904E-E842F31868EC}"/>
              </a:ext>
            </a:extLst>
          </p:cNvPr>
          <p:cNvSpPr>
            <a:spLocks noGrp="1"/>
          </p:cNvSpPr>
          <p:nvPr/>
        </p:nvSpPr>
        <p:spPr>
          <a:xfrm>
            <a:off x="654844" y="8012906"/>
            <a:ext cx="13930313" cy="11906"/>
          </a:xfrm>
          <a:prstGeom prst="rect">
            <a:avLst/>
          </a:prstGeom>
          <a:solidFill>
            <a:srgbClr val="BCD0EA"/>
          </a:solidFill>
          <a:ln w="0">
            <a:noFill/>
          </a:ln>
        </p:spPr>
      </p:sp>
      <p:sp>
        <p:nvSpPr>
          <p:cNvPr id="5" name="object-5">
            <a:extLst>
              <a:ext uri="{FF2B5EF4-FFF2-40B4-BE49-F238E27FC236}">
                <a16:creationId xmlns:a16="http://schemas.microsoft.com/office/drawing/2014/main" id="{1BE32353-F2F5-42AE-821A-7C978E7D7277}"/>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Find one more within 10</a:t>
            </a:r>
          </a:p>
        </p:txBody>
      </p:sp>
      <p:sp>
        <p:nvSpPr>
          <p:cNvPr id="6" name="object-6">
            <a:extLst>
              <a:ext uri="{FF2B5EF4-FFF2-40B4-BE49-F238E27FC236}">
                <a16:creationId xmlns:a16="http://schemas.microsoft.com/office/drawing/2014/main" id="{FC04716E-7BBD-4D86-91DD-F8289B8FD33C}"/>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6</a:t>
            </a:r>
          </a:p>
        </p:txBody>
      </p:sp>
      <p:sp>
        <p:nvSpPr>
          <p:cNvPr id="7" name="object-7">
            <a:extLst>
              <a:ext uri="{FF2B5EF4-FFF2-40B4-BE49-F238E27FC236}">
                <a16:creationId xmlns:a16="http://schemas.microsoft.com/office/drawing/2014/main" id="{A8AC779F-EBEB-416A-8F94-BB004FFDAA6E}"/>
              </a:ext>
            </a:extLst>
          </p:cNvPr>
          <p:cNvSpPr>
            <a:spLocks noGrp="1"/>
          </p:cNvSpPr>
          <p:nvPr/>
        </p:nvSpPr>
        <p:spPr>
          <a:xfrm>
            <a:off x="773906"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a:t>
            </a:r>
          </a:p>
        </p:txBody>
      </p:sp>
      <p:sp>
        <p:nvSpPr>
          <p:cNvPr id="8" name="object-8">
            <a:extLst>
              <a:ext uri="{FF2B5EF4-FFF2-40B4-BE49-F238E27FC236}">
                <a16:creationId xmlns:a16="http://schemas.microsoft.com/office/drawing/2014/main" id="{32BB06D4-EA19-4F4C-A820-284F30EED1A4}"/>
              </a:ext>
            </a:extLst>
          </p:cNvPr>
          <p:cNvSpPr>
            <a:spLocks noGrp="1"/>
          </p:cNvSpPr>
          <p:nvPr/>
        </p:nvSpPr>
        <p:spPr>
          <a:xfrm>
            <a:off x="1464469" y="2512219"/>
            <a:ext cx="12644438" cy="976313"/>
          </a:xfrm>
          <a:prstGeom prst="rect">
            <a:avLst/>
          </a:prstGeom>
          <a:noFill/>
          <a:ln w="0">
            <a:noFill/>
          </a:ln>
        </p:spPr>
        <p:txBody>
          <a:bodyPr anchor="ctr">
            <a:noAutofit/>
          </a:bodyPr>
          <a:lstStyle/>
          <a:p>
            <a:pPr algn="l">
              <a:defRPr sz="2344" b="0">
                <a:solidFill>
                  <a:srgbClr val="172B4D"/>
                </a:solidFill>
                <a:latin typeface="Arial"/>
                <a:ea typeface="Arial"/>
                <a:cs typeface="Arial"/>
              </a:defRPr>
            </a:pPr>
            <a:r>
              <a:rPr sz="2344" b="0">
                <a:solidFill>
                  <a:srgbClr val="172B4D"/>
                </a:solidFill>
                <a:latin typeface="Arial"/>
                <a:ea typeface="Arial"/>
                <a:cs typeface="Arial"/>
              </a:rPr>
              <a:t>Find one more than 3, 6 and 9.</a:t>
            </a:r>
          </a:p>
        </p:txBody>
      </p:sp>
      <p:sp>
        <p:nvSpPr>
          <p:cNvPr id="9" name="object-9">
            <a:extLst>
              <a:ext uri="{FF2B5EF4-FFF2-40B4-BE49-F238E27FC236}">
                <a16:creationId xmlns:a16="http://schemas.microsoft.com/office/drawing/2014/main" id="{BE620BBD-C7A6-4049-99FB-80FDF44C867E}"/>
              </a:ext>
            </a:extLst>
          </p:cNvPr>
          <p:cNvSpPr>
            <a:spLocks noGrp="1"/>
          </p:cNvSpPr>
          <p:nvPr/>
        </p:nvSpPr>
        <p:spPr>
          <a:xfrm>
            <a:off x="773906"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2.</a:t>
            </a:r>
          </a:p>
        </p:txBody>
      </p:sp>
      <p:sp>
        <p:nvSpPr>
          <p:cNvPr id="10" name="object-10">
            <a:extLst>
              <a:ext uri="{FF2B5EF4-FFF2-40B4-BE49-F238E27FC236}">
                <a16:creationId xmlns:a16="http://schemas.microsoft.com/office/drawing/2014/main" id="{CF67A7C3-2CD8-4A55-8361-E986DB885CCA}"/>
              </a:ext>
            </a:extLst>
          </p:cNvPr>
          <p:cNvSpPr>
            <a:spLocks noGrp="1"/>
          </p:cNvSpPr>
          <p:nvPr/>
        </p:nvSpPr>
        <p:spPr>
          <a:xfrm>
            <a:off x="1464469" y="3559969"/>
            <a:ext cx="12644438" cy="976313"/>
          </a:xfrm>
          <a:prstGeom prst="rect">
            <a:avLst/>
          </a:prstGeom>
          <a:noFill/>
          <a:ln w="0">
            <a:noFill/>
          </a:ln>
        </p:spPr>
        <p:txBody>
          <a:bodyPr anchor="ctr">
            <a:noAutofit/>
          </a:bodyPr>
          <a:lstStyle/>
          <a:p>
            <a:pPr algn="l">
              <a:defRPr sz="2344" b="0">
                <a:solidFill>
                  <a:srgbClr val="172B4D"/>
                </a:solidFill>
                <a:latin typeface="Arial"/>
                <a:ea typeface="Arial"/>
                <a:cs typeface="Arial"/>
              </a:defRPr>
            </a:pPr>
            <a:r>
              <a:rPr sz="2344" b="0">
                <a:solidFill>
                  <a:srgbClr val="172B4D"/>
                </a:solidFill>
                <a:latin typeface="Arial"/>
                <a:ea typeface="Arial"/>
                <a:cs typeface="Arial"/>
              </a:rPr>
              <a:t>Complete: one more than __ is 8.</a:t>
            </a:r>
          </a:p>
        </p:txBody>
      </p:sp>
      <p:sp>
        <p:nvSpPr>
          <p:cNvPr id="11" name="object-11">
            <a:extLst>
              <a:ext uri="{FF2B5EF4-FFF2-40B4-BE49-F238E27FC236}">
                <a16:creationId xmlns:a16="http://schemas.microsoft.com/office/drawing/2014/main" id="{59156D24-44E6-48CE-90AB-FDE58706C046}"/>
              </a:ext>
            </a:extLst>
          </p:cNvPr>
          <p:cNvSpPr>
            <a:spLocks noGrp="1"/>
          </p:cNvSpPr>
          <p:nvPr/>
        </p:nvSpPr>
        <p:spPr>
          <a:xfrm>
            <a:off x="773906"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3.</a:t>
            </a:r>
          </a:p>
        </p:txBody>
      </p:sp>
      <p:sp>
        <p:nvSpPr>
          <p:cNvPr id="12" name="object-12">
            <a:extLst>
              <a:ext uri="{FF2B5EF4-FFF2-40B4-BE49-F238E27FC236}">
                <a16:creationId xmlns:a16="http://schemas.microsoft.com/office/drawing/2014/main" id="{4A38DB33-6CAB-4434-B7B9-D03B55051579}"/>
              </a:ext>
            </a:extLst>
          </p:cNvPr>
          <p:cNvSpPr>
            <a:spLocks noGrp="1"/>
          </p:cNvSpPr>
          <p:nvPr/>
        </p:nvSpPr>
        <p:spPr>
          <a:xfrm>
            <a:off x="1464469" y="4607719"/>
            <a:ext cx="12644438" cy="976313"/>
          </a:xfrm>
          <a:prstGeom prst="rect">
            <a:avLst/>
          </a:prstGeom>
          <a:noFill/>
          <a:ln w="0">
            <a:noFill/>
          </a:ln>
        </p:spPr>
        <p:txBody>
          <a:bodyPr anchor="ctr">
            <a:noAutofit/>
          </a:bodyPr>
          <a:lstStyle/>
          <a:p>
            <a:pPr algn="l">
              <a:defRPr sz="2344" b="0">
                <a:solidFill>
                  <a:srgbClr val="172B4D"/>
                </a:solidFill>
                <a:latin typeface="Arial"/>
                <a:ea typeface="Arial"/>
                <a:cs typeface="Arial"/>
              </a:defRPr>
            </a:pPr>
            <a:r>
              <a:rPr sz="2344" b="0">
                <a:solidFill>
                  <a:srgbClr val="172B4D"/>
                </a:solidFill>
                <a:latin typeface="Arial"/>
                <a:ea typeface="Arial"/>
                <a:cs typeface="Arial"/>
              </a:rPr>
              <a:t>A ten frame shows 7 counters. Add one and write the total.</a:t>
            </a:r>
          </a:p>
        </p:txBody>
      </p:sp>
      <p:sp>
        <p:nvSpPr>
          <p:cNvPr id="13" name="object-13">
            <a:extLst>
              <a:ext uri="{FF2B5EF4-FFF2-40B4-BE49-F238E27FC236}">
                <a16:creationId xmlns:a16="http://schemas.microsoft.com/office/drawing/2014/main" id="{48B270FE-DAC1-4F4F-B70C-946AAB4D4B38}"/>
              </a:ext>
            </a:extLst>
          </p:cNvPr>
          <p:cNvSpPr>
            <a:spLocks noGrp="1"/>
          </p:cNvSpPr>
          <p:nvPr/>
        </p:nvSpPr>
        <p:spPr>
          <a:xfrm>
            <a:off x="773906"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4.</a:t>
            </a:r>
          </a:p>
        </p:txBody>
      </p:sp>
      <p:sp>
        <p:nvSpPr>
          <p:cNvPr id="14" name="object-14">
            <a:extLst>
              <a:ext uri="{FF2B5EF4-FFF2-40B4-BE49-F238E27FC236}">
                <a16:creationId xmlns:a16="http://schemas.microsoft.com/office/drawing/2014/main" id="{F4727068-7C8D-4C93-BBF8-B351D2351012}"/>
              </a:ext>
            </a:extLst>
          </p:cNvPr>
          <p:cNvSpPr>
            <a:spLocks noGrp="1"/>
          </p:cNvSpPr>
          <p:nvPr/>
        </p:nvSpPr>
        <p:spPr>
          <a:xfrm>
            <a:off x="1464469" y="5655469"/>
            <a:ext cx="12644438" cy="976313"/>
          </a:xfrm>
          <a:prstGeom prst="rect">
            <a:avLst/>
          </a:prstGeom>
          <a:noFill/>
          <a:ln w="0">
            <a:noFill/>
          </a:ln>
        </p:spPr>
        <p:txBody>
          <a:bodyPr anchor="ctr">
            <a:noAutofit/>
          </a:bodyPr>
          <a:lstStyle/>
          <a:p>
            <a:pPr algn="l">
              <a:defRPr sz="2344" b="0">
                <a:solidFill>
                  <a:srgbClr val="172B4D"/>
                </a:solidFill>
                <a:latin typeface="Arial"/>
                <a:ea typeface="Arial"/>
                <a:cs typeface="Arial"/>
              </a:defRPr>
            </a:pPr>
            <a:r>
              <a:rPr sz="2344" b="0">
                <a:solidFill>
                  <a:srgbClr val="172B4D"/>
                </a:solidFill>
                <a:latin typeface="Arial"/>
                <a:ea typeface="Arial"/>
                <a:cs typeface="Arial"/>
              </a:rPr>
              <a:t>True or false: one more than 8 is 7. Explain.</a:t>
            </a:r>
          </a:p>
        </p:txBody>
      </p:sp>
      <p:sp>
        <p:nvSpPr>
          <p:cNvPr id="15" name="object-15">
            <a:extLst>
              <a:ext uri="{FF2B5EF4-FFF2-40B4-BE49-F238E27FC236}">
                <a16:creationId xmlns:a16="http://schemas.microsoft.com/office/drawing/2014/main" id="{414D6519-002B-4098-ADBC-4A4430D168EC}"/>
              </a:ext>
            </a:extLst>
          </p:cNvPr>
          <p:cNvSpPr>
            <a:spLocks noGrp="1"/>
          </p:cNvSpPr>
          <p:nvPr/>
        </p:nvSpPr>
        <p:spPr>
          <a:xfrm>
            <a:off x="773906"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5.</a:t>
            </a:r>
          </a:p>
        </p:txBody>
      </p:sp>
      <p:sp>
        <p:nvSpPr>
          <p:cNvPr id="16" name="object-16">
            <a:extLst>
              <a:ext uri="{FF2B5EF4-FFF2-40B4-BE49-F238E27FC236}">
                <a16:creationId xmlns:a16="http://schemas.microsoft.com/office/drawing/2014/main" id="{A068E63C-1A4B-4D52-B039-4559AB6A17A7}"/>
              </a:ext>
            </a:extLst>
          </p:cNvPr>
          <p:cNvSpPr>
            <a:spLocks noGrp="1"/>
          </p:cNvSpPr>
          <p:nvPr/>
        </p:nvSpPr>
        <p:spPr>
          <a:xfrm>
            <a:off x="1464469" y="6703219"/>
            <a:ext cx="12644438" cy="976313"/>
          </a:xfrm>
          <a:prstGeom prst="rect">
            <a:avLst/>
          </a:prstGeom>
          <a:noFill/>
          <a:ln w="0">
            <a:noFill/>
          </a:ln>
        </p:spPr>
        <p:txBody>
          <a:bodyPr anchor="ctr">
            <a:noAutofit/>
          </a:bodyPr>
          <a:lstStyle/>
          <a:p>
            <a:pPr algn="l">
              <a:defRPr sz="2344" b="0">
                <a:solidFill>
                  <a:srgbClr val="172B4D"/>
                </a:solidFill>
                <a:latin typeface="Arial"/>
                <a:ea typeface="Arial"/>
                <a:cs typeface="Arial"/>
              </a:defRPr>
            </a:pPr>
            <a:r>
              <a:rPr sz="2344" b="0">
                <a:solidFill>
                  <a:srgbClr val="172B4D"/>
                </a:solidFill>
                <a:latin typeface="Arial"/>
                <a:ea typeface="Arial"/>
                <a:cs typeface="Arial"/>
              </a:rPr>
              <a:t>Write a one-more sentence for 9 and 10.</a:t>
            </a:r>
          </a:p>
        </p:txBody>
      </p:sp>
    </p:spTree>
    <p:extLst>
      <p:ext uri="{BB962C8B-B14F-4D97-AF65-F5344CB8AC3E}">
        <p14:creationId xmlns:p14="http://schemas.microsoft.com/office/powerpoint/2010/main" val="982413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object-1">
            <a:extLst>
              <a:ext uri="{FF2B5EF4-FFF2-40B4-BE49-F238E27FC236}">
                <a16:creationId xmlns:a16="http://schemas.microsoft.com/office/drawing/2014/main" id="{F9450CD8-32D3-4402-B895-75246F2A896C}"/>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Answers</a:t>
            </a:r>
          </a:p>
        </p:txBody>
      </p:sp>
      <p:sp>
        <p:nvSpPr>
          <p:cNvPr id="2" name="object-2">
            <a:extLst>
              <a:ext uri="{FF2B5EF4-FFF2-40B4-BE49-F238E27FC236}">
                <a16:creationId xmlns:a16="http://schemas.microsoft.com/office/drawing/2014/main" id="{47D90AC4-9C7F-49AF-B546-82C88BE543CB}"/>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Check your answers. Explain any corrections.</a:t>
            </a:r>
          </a:p>
        </p:txBody>
      </p:sp>
      <p:sp>
        <p:nvSpPr>
          <p:cNvPr id="3" name="object-3">
            <a:extLst>
              <a:ext uri="{FF2B5EF4-FFF2-40B4-BE49-F238E27FC236}">
                <a16:creationId xmlns:a16="http://schemas.microsoft.com/office/drawing/2014/main" id="{EDECD866-7FEB-4BD2-9043-892981D80899}"/>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0FBDA254-2428-4679-B417-DD63021577C7}"/>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Find one more within 10</a:t>
            </a:r>
          </a:p>
        </p:txBody>
      </p:sp>
      <p:sp>
        <p:nvSpPr>
          <p:cNvPr id="5" name="object-5">
            <a:extLst>
              <a:ext uri="{FF2B5EF4-FFF2-40B4-BE49-F238E27FC236}">
                <a16:creationId xmlns:a16="http://schemas.microsoft.com/office/drawing/2014/main" id="{994B4232-334E-44CF-9CD1-73276E75B553}"/>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7</a:t>
            </a:r>
          </a:p>
        </p:txBody>
      </p:sp>
      <p:sp>
        <p:nvSpPr>
          <p:cNvPr id="6" name="object-6">
            <a:extLst>
              <a:ext uri="{FF2B5EF4-FFF2-40B4-BE49-F238E27FC236}">
                <a16:creationId xmlns:a16="http://schemas.microsoft.com/office/drawing/2014/main" id="{2D679870-C11A-4506-90CE-64C23F8EDD6D}"/>
              </a:ext>
            </a:extLst>
          </p:cNvPr>
          <p:cNvSpPr>
            <a:spLocks noGrp="1"/>
          </p:cNvSpPr>
          <p:nvPr/>
        </p:nvSpPr>
        <p:spPr>
          <a:xfrm>
            <a:off x="773906"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a:t>
            </a:r>
          </a:p>
        </p:txBody>
      </p:sp>
      <p:sp>
        <p:nvSpPr>
          <p:cNvPr id="7" name="object-7">
            <a:extLst>
              <a:ext uri="{FF2B5EF4-FFF2-40B4-BE49-F238E27FC236}">
                <a16:creationId xmlns:a16="http://schemas.microsoft.com/office/drawing/2014/main" id="{3484CCA1-4CCA-4A8B-8A14-814AAA4B0345}"/>
              </a:ext>
            </a:extLst>
          </p:cNvPr>
          <p:cNvSpPr>
            <a:spLocks noGrp="1"/>
          </p:cNvSpPr>
          <p:nvPr/>
        </p:nvSpPr>
        <p:spPr>
          <a:xfrm>
            <a:off x="1464469" y="2512219"/>
            <a:ext cx="12644438" cy="976313"/>
          </a:xfrm>
          <a:prstGeom prst="rect">
            <a:avLst/>
          </a:prstGeom>
          <a:noFill/>
          <a:ln w="0">
            <a:noFill/>
          </a:ln>
        </p:spPr>
        <p:txBody>
          <a:bodyPr anchor="ctr">
            <a:noAutofit/>
          </a:bodyPr>
          <a:lstStyle/>
          <a:p>
            <a:pPr algn="l">
              <a:defRPr sz="2344" b="0">
                <a:solidFill>
                  <a:srgbClr val="11745A"/>
                </a:solidFill>
                <a:latin typeface="Arial"/>
                <a:ea typeface="Arial"/>
                <a:cs typeface="Arial"/>
              </a:defRPr>
            </a:pPr>
            <a:r>
              <a:rPr sz="2344" b="0">
                <a:solidFill>
                  <a:srgbClr val="11745A"/>
                </a:solidFill>
                <a:latin typeface="Arial"/>
                <a:ea typeface="Arial"/>
                <a:cs typeface="Arial"/>
              </a:rPr>
              <a:t>4, 7 and 10.</a:t>
            </a:r>
          </a:p>
        </p:txBody>
      </p:sp>
      <p:sp>
        <p:nvSpPr>
          <p:cNvPr id="8" name="object-8">
            <a:extLst>
              <a:ext uri="{FF2B5EF4-FFF2-40B4-BE49-F238E27FC236}">
                <a16:creationId xmlns:a16="http://schemas.microsoft.com/office/drawing/2014/main" id="{FBDE3F0D-CBF9-4181-BBF5-A72529FC5C27}"/>
              </a:ext>
            </a:extLst>
          </p:cNvPr>
          <p:cNvSpPr>
            <a:spLocks noGrp="1"/>
          </p:cNvSpPr>
          <p:nvPr/>
        </p:nvSpPr>
        <p:spPr>
          <a:xfrm>
            <a:off x="773906"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2.</a:t>
            </a:r>
          </a:p>
        </p:txBody>
      </p:sp>
      <p:sp>
        <p:nvSpPr>
          <p:cNvPr id="9" name="object-9">
            <a:extLst>
              <a:ext uri="{FF2B5EF4-FFF2-40B4-BE49-F238E27FC236}">
                <a16:creationId xmlns:a16="http://schemas.microsoft.com/office/drawing/2014/main" id="{72052695-3888-47F9-9D21-7C317301B470}"/>
              </a:ext>
            </a:extLst>
          </p:cNvPr>
          <p:cNvSpPr>
            <a:spLocks noGrp="1"/>
          </p:cNvSpPr>
          <p:nvPr/>
        </p:nvSpPr>
        <p:spPr>
          <a:xfrm>
            <a:off x="1464469" y="3559969"/>
            <a:ext cx="12644438" cy="976313"/>
          </a:xfrm>
          <a:prstGeom prst="rect">
            <a:avLst/>
          </a:prstGeom>
          <a:noFill/>
          <a:ln w="0">
            <a:noFill/>
          </a:ln>
        </p:spPr>
        <p:txBody>
          <a:bodyPr anchor="ctr">
            <a:noAutofit/>
          </a:bodyPr>
          <a:lstStyle/>
          <a:p>
            <a:pPr algn="l">
              <a:defRPr sz="2344" b="0">
                <a:solidFill>
                  <a:srgbClr val="11745A"/>
                </a:solidFill>
                <a:latin typeface="Arial"/>
                <a:ea typeface="Arial"/>
                <a:cs typeface="Arial"/>
              </a:defRPr>
            </a:pPr>
            <a:r>
              <a:rPr sz="2344" b="0">
                <a:solidFill>
                  <a:srgbClr val="11745A"/>
                </a:solidFill>
                <a:latin typeface="Arial"/>
                <a:ea typeface="Arial"/>
                <a:cs typeface="Arial"/>
              </a:rPr>
              <a:t>7.</a:t>
            </a:r>
          </a:p>
        </p:txBody>
      </p:sp>
      <p:sp>
        <p:nvSpPr>
          <p:cNvPr id="10" name="object-10">
            <a:extLst>
              <a:ext uri="{FF2B5EF4-FFF2-40B4-BE49-F238E27FC236}">
                <a16:creationId xmlns:a16="http://schemas.microsoft.com/office/drawing/2014/main" id="{8EFA3350-686C-4262-9B02-33EEE7DEB4EE}"/>
              </a:ext>
            </a:extLst>
          </p:cNvPr>
          <p:cNvSpPr>
            <a:spLocks noGrp="1"/>
          </p:cNvSpPr>
          <p:nvPr/>
        </p:nvSpPr>
        <p:spPr>
          <a:xfrm>
            <a:off x="773906"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3.</a:t>
            </a:r>
          </a:p>
        </p:txBody>
      </p:sp>
      <p:sp>
        <p:nvSpPr>
          <p:cNvPr id="11" name="object-11">
            <a:extLst>
              <a:ext uri="{FF2B5EF4-FFF2-40B4-BE49-F238E27FC236}">
                <a16:creationId xmlns:a16="http://schemas.microsoft.com/office/drawing/2014/main" id="{E7FE50C2-1F44-42F8-8A5C-AD78F9CCFDE8}"/>
              </a:ext>
            </a:extLst>
          </p:cNvPr>
          <p:cNvSpPr>
            <a:spLocks noGrp="1"/>
          </p:cNvSpPr>
          <p:nvPr/>
        </p:nvSpPr>
        <p:spPr>
          <a:xfrm>
            <a:off x="1464469" y="4607719"/>
            <a:ext cx="12644438" cy="976313"/>
          </a:xfrm>
          <a:prstGeom prst="rect">
            <a:avLst/>
          </a:prstGeom>
          <a:noFill/>
          <a:ln w="0">
            <a:noFill/>
          </a:ln>
        </p:spPr>
        <p:txBody>
          <a:bodyPr anchor="ctr">
            <a:noAutofit/>
          </a:bodyPr>
          <a:lstStyle/>
          <a:p>
            <a:pPr algn="l">
              <a:defRPr sz="2344" b="0">
                <a:solidFill>
                  <a:srgbClr val="11745A"/>
                </a:solidFill>
                <a:latin typeface="Arial"/>
                <a:ea typeface="Arial"/>
                <a:cs typeface="Arial"/>
              </a:defRPr>
            </a:pPr>
            <a:r>
              <a:rPr sz="2344" b="0">
                <a:solidFill>
                  <a:srgbClr val="11745A"/>
                </a:solidFill>
                <a:latin typeface="Arial"/>
                <a:ea typeface="Arial"/>
                <a:cs typeface="Arial"/>
              </a:rPr>
              <a:t>8.</a:t>
            </a:r>
          </a:p>
        </p:txBody>
      </p:sp>
      <p:sp>
        <p:nvSpPr>
          <p:cNvPr id="12" name="object-12">
            <a:extLst>
              <a:ext uri="{FF2B5EF4-FFF2-40B4-BE49-F238E27FC236}">
                <a16:creationId xmlns:a16="http://schemas.microsoft.com/office/drawing/2014/main" id="{1DA18548-3712-43B7-AB14-1186F92AFEFE}"/>
              </a:ext>
            </a:extLst>
          </p:cNvPr>
          <p:cNvSpPr>
            <a:spLocks noGrp="1"/>
          </p:cNvSpPr>
          <p:nvPr/>
        </p:nvSpPr>
        <p:spPr>
          <a:xfrm>
            <a:off x="773906"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4.</a:t>
            </a:r>
          </a:p>
        </p:txBody>
      </p:sp>
      <p:sp>
        <p:nvSpPr>
          <p:cNvPr id="13" name="object-13">
            <a:extLst>
              <a:ext uri="{FF2B5EF4-FFF2-40B4-BE49-F238E27FC236}">
                <a16:creationId xmlns:a16="http://schemas.microsoft.com/office/drawing/2014/main" id="{EF61E82C-C814-427F-BC64-7013FC602771}"/>
              </a:ext>
            </a:extLst>
          </p:cNvPr>
          <p:cNvSpPr>
            <a:spLocks noGrp="1"/>
          </p:cNvSpPr>
          <p:nvPr/>
        </p:nvSpPr>
        <p:spPr>
          <a:xfrm>
            <a:off x="1464469" y="5655469"/>
            <a:ext cx="12644438" cy="976313"/>
          </a:xfrm>
          <a:prstGeom prst="rect">
            <a:avLst/>
          </a:prstGeom>
          <a:noFill/>
          <a:ln w="0">
            <a:noFill/>
          </a:ln>
        </p:spPr>
        <p:txBody>
          <a:bodyPr anchor="ctr">
            <a:noAutofit/>
          </a:bodyPr>
          <a:lstStyle/>
          <a:p>
            <a:pPr algn="l">
              <a:defRPr sz="2344" b="0">
                <a:solidFill>
                  <a:srgbClr val="11745A"/>
                </a:solidFill>
                <a:latin typeface="Arial"/>
                <a:ea typeface="Arial"/>
                <a:cs typeface="Arial"/>
              </a:defRPr>
            </a:pPr>
            <a:r>
              <a:rPr sz="2344" b="0">
                <a:solidFill>
                  <a:srgbClr val="11745A"/>
                </a:solidFill>
                <a:latin typeface="Arial"/>
                <a:ea typeface="Arial"/>
                <a:cs typeface="Arial"/>
              </a:rPr>
              <a:t>False; it is 9 because one more increases the number.</a:t>
            </a:r>
          </a:p>
        </p:txBody>
      </p:sp>
      <p:sp>
        <p:nvSpPr>
          <p:cNvPr id="14" name="object-14">
            <a:extLst>
              <a:ext uri="{FF2B5EF4-FFF2-40B4-BE49-F238E27FC236}">
                <a16:creationId xmlns:a16="http://schemas.microsoft.com/office/drawing/2014/main" id="{741712B9-791B-4573-BE02-9D6F30FEFF10}"/>
              </a:ext>
            </a:extLst>
          </p:cNvPr>
          <p:cNvSpPr>
            <a:spLocks noGrp="1"/>
          </p:cNvSpPr>
          <p:nvPr/>
        </p:nvSpPr>
        <p:spPr>
          <a:xfrm>
            <a:off x="773906"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5.</a:t>
            </a:r>
          </a:p>
        </p:txBody>
      </p:sp>
      <p:sp>
        <p:nvSpPr>
          <p:cNvPr id="15" name="object-15">
            <a:extLst>
              <a:ext uri="{FF2B5EF4-FFF2-40B4-BE49-F238E27FC236}">
                <a16:creationId xmlns:a16="http://schemas.microsoft.com/office/drawing/2014/main" id="{65C1EFE3-3023-4DFF-8CCE-196CA53EA4E5}"/>
              </a:ext>
            </a:extLst>
          </p:cNvPr>
          <p:cNvSpPr>
            <a:spLocks noGrp="1"/>
          </p:cNvSpPr>
          <p:nvPr/>
        </p:nvSpPr>
        <p:spPr>
          <a:xfrm>
            <a:off x="1464469" y="6703219"/>
            <a:ext cx="12644438" cy="976313"/>
          </a:xfrm>
          <a:prstGeom prst="rect">
            <a:avLst/>
          </a:prstGeom>
          <a:noFill/>
          <a:ln w="0">
            <a:noFill/>
          </a:ln>
        </p:spPr>
        <p:txBody>
          <a:bodyPr anchor="ctr">
            <a:noAutofit/>
          </a:bodyPr>
          <a:lstStyle/>
          <a:p>
            <a:pPr algn="l">
              <a:defRPr sz="2344" b="0">
                <a:solidFill>
                  <a:srgbClr val="11745A"/>
                </a:solidFill>
                <a:latin typeface="Arial"/>
                <a:ea typeface="Arial"/>
                <a:cs typeface="Arial"/>
              </a:defRPr>
            </a:pPr>
            <a:r>
              <a:rPr sz="2344" b="0">
                <a:solidFill>
                  <a:srgbClr val="11745A"/>
                </a:solidFill>
                <a:latin typeface="Arial"/>
                <a:ea typeface="Arial"/>
                <a:cs typeface="Arial"/>
              </a:rPr>
              <a:t>One more than 9 is 10.</a:t>
            </a:r>
          </a:p>
        </p:txBody>
      </p:sp>
    </p:spTree>
    <p:extLst>
      <p:ext uri="{BB962C8B-B14F-4D97-AF65-F5344CB8AC3E}">
        <p14:creationId xmlns:p14="http://schemas.microsoft.com/office/powerpoint/2010/main" val="761039471"/>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718</Words>
  <Application>Microsoft Office PowerPoint</Application>
  <DocSecurity>0</DocSecurity>
  <PresentationFormat>Custom</PresentationFormat>
  <Paragraphs>70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Garima Sharma</cp:lastModifiedBy>
  <cp:revision>1</cp:revision>
  <dcterms:created xsi:type="dcterms:W3CDTF">2026-09-14T13:14:42Z</dcterms:created>
  <dcterms:modified xsi:type="dcterms:W3CDTF">2026-09-14T13:14:56Z</dcterms:modified>
</cp:coreProperties>
</file>