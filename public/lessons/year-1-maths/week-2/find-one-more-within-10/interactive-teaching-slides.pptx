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f8f3b5aabd4966" /><Relationship Type="http://schemas.openxmlformats.org/officeDocument/2006/relationships/extended-properties" Target="/docProps/app.xml" Id="Rf7a3bde80337401e" /><Relationship Type="http://schemas.openxmlformats.org/officeDocument/2006/relationships/officeDocument" Target="/ppt/presentation.xml" Id="R3f65c34ba5cc4d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401d5782ec4e8f"/>
  </p:sldMasterIdLst>
  <p:notesMasterIdLst>
    <p:notesMasterId xmlns:r="http://schemas.openxmlformats.org/officeDocument/2006/relationships" r:id="Rebe8212505b44b3d"/>
  </p:notesMasterIdLst>
  <p:sldIdLst>
    <p:sldId xmlns:r="http://schemas.openxmlformats.org/officeDocument/2006/relationships" id="256" r:id="R2b80f2f4f2394b48"/>
    <p:sldId xmlns:r="http://schemas.openxmlformats.org/officeDocument/2006/relationships" id="257" r:id="R0dfbeee43e8c4a12"/>
    <p:sldId xmlns:r="http://schemas.openxmlformats.org/officeDocument/2006/relationships" id="258" r:id="R4deb609aff1b46fe"/>
    <p:sldId xmlns:r="http://schemas.openxmlformats.org/officeDocument/2006/relationships" id="259" r:id="R28603b9e5cc1457b"/>
    <p:sldId xmlns:r="http://schemas.openxmlformats.org/officeDocument/2006/relationships" id="260" r:id="Raaeccbb01d8e4551"/>
    <p:sldId xmlns:r="http://schemas.openxmlformats.org/officeDocument/2006/relationships" id="261" r:id="Reb7929085e524185"/>
    <p:sldId xmlns:r="http://schemas.openxmlformats.org/officeDocument/2006/relationships" id="262" r:id="Ra86286b3646c4ff6"/>
    <p:sldId xmlns:r="http://schemas.openxmlformats.org/officeDocument/2006/relationships" id="263" r:id="R0ab8c9b944d748b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ff0a7862b940bb" /><Relationship Type="http://schemas.openxmlformats.org/officeDocument/2006/relationships/slideMaster" Target="/ppt/slideMasters/slideMaster1.xml" Id="Ra5401d5782ec4e8f" /><Relationship Type="http://schemas.openxmlformats.org/officeDocument/2006/relationships/notesMaster" Target="/ppt/notesMasters/notesMaster1.xml" Id="Rebe8212505b44b3d" /><Relationship Type="http://schemas.openxmlformats.org/officeDocument/2006/relationships/presProps" Target="/ppt/presProps.xml" Id="R67ce341c1fe84a2f" /><Relationship Type="http://schemas.openxmlformats.org/officeDocument/2006/relationships/tableStyles" Target="/ppt/tableStyles.xml" Id="R63d17821ff684abc" /><Relationship Type="http://schemas.openxmlformats.org/officeDocument/2006/relationships/slide" Target="/ppt/slides/slide1.xml" Id="R2b80f2f4f2394b48" /><Relationship Type="http://schemas.openxmlformats.org/officeDocument/2006/relationships/slide" Target="/ppt/slides/slide2.xml" Id="R0dfbeee43e8c4a12" /><Relationship Type="http://schemas.openxmlformats.org/officeDocument/2006/relationships/slide" Target="/ppt/slides/slide3.xml" Id="R4deb609aff1b46fe" /><Relationship Type="http://schemas.openxmlformats.org/officeDocument/2006/relationships/slide" Target="/ppt/slides/slide4.xml" Id="R28603b9e5cc1457b" /><Relationship Type="http://schemas.openxmlformats.org/officeDocument/2006/relationships/slide" Target="/ppt/slides/slide5.xml" Id="Raaeccbb01d8e4551" /><Relationship Type="http://schemas.openxmlformats.org/officeDocument/2006/relationships/slide" Target="/ppt/slides/slide6.xml" Id="Reb7929085e524185" /><Relationship Type="http://schemas.openxmlformats.org/officeDocument/2006/relationships/slide" Target="/ppt/slides/slide7.xml" Id="Ra86286b3646c4ff6" /><Relationship Type="http://schemas.openxmlformats.org/officeDocument/2006/relationships/slide" Target="/ppt/slides/slide8.xml" Id="R0ab8c9b944d748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8cba7b4faa4f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b615b64e7a45fd" /><Relationship Type="http://schemas.openxmlformats.org/officeDocument/2006/relationships/notesMaster" Target="/ppt/notesMasters/notesMaster1.xml" Id="R2edb99d711b641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74305c57324301" /><Relationship Type="http://schemas.openxmlformats.org/officeDocument/2006/relationships/notesMaster" Target="/ppt/notesMasters/notesMaster1.xml" Id="R79102778977648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29d9626ebe4547" /><Relationship Type="http://schemas.openxmlformats.org/officeDocument/2006/relationships/notesMaster" Target="/ppt/notesMasters/notesMaster1.xml" Id="R41ed6e929ca54f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a39aa27497419e" /><Relationship Type="http://schemas.openxmlformats.org/officeDocument/2006/relationships/notesMaster" Target="/ppt/notesMasters/notesMaster1.xml" Id="R545174d3476644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e03405a4b34580" /><Relationship Type="http://schemas.openxmlformats.org/officeDocument/2006/relationships/notesMaster" Target="/ppt/notesMasters/notesMaster1.xml" Id="R99ee916ed77b47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f39f764fd74727" /><Relationship Type="http://schemas.openxmlformats.org/officeDocument/2006/relationships/notesMaster" Target="/ppt/notesMasters/notesMaster1.xml" Id="R4f9d92e0772347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7ce7ad9c034ec0" /><Relationship Type="http://schemas.openxmlformats.org/officeDocument/2006/relationships/notesMaster" Target="/ppt/notesMasters/notesMaster1.xml" Id="R6e5f8fa1b31b439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8e3afe1e334df4" /><Relationship Type="http://schemas.openxmlformats.org/officeDocument/2006/relationships/notesMaster" Target="/ppt/notesMasters/notesMaster1.xml" Id="R4f03f5a62ef841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learning objective in child-friendly language. Revisit: Say a number from 0 to 9. Children say the number that comes next on the number track.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silent thinking time. Invite pupils to say what they notice without evaluating answers. Warm-up: Say a number from 0 to 9. Children say the number that comes next on the number track.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using real objects where possible. Misconception to address: A child recounts inaccurately after adding one. Keep the original quantity organised, add one clearly, then connect to the next number on the track.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60-90 seconds. Scan responses. Ask one pupil to explain and another to agree, disagree or add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after pupils have committed to an answer. Expected explanation: 8, because one more than 7 is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rehearsal before sharing. Possible response: Both increase the number by exactly 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Choose by current learning need. Independent task: Lower support uses concrete objects and number tracks. Expected pupils solve pictorial and numeral questions. Higher challenge pupils reason about unknown starting numbers and errors.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Answers: 7. | Forwards, towards the larger numbers. | 9.. Use responses to decide the next lesson's pre-teach group.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8fec7d054b49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b7f2f5f1534a28" /><Relationship Type="http://schemas.openxmlformats.org/officeDocument/2006/relationships/slideLayout" Target="/ppt/slideLayouts/slideLayout1.xml" Id="R1c7b7762e5224d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7b7762e5224d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3ed313e354d4d" /><Relationship Type="http://schemas.openxmlformats.org/officeDocument/2006/relationships/notesSlide" Target="/ppt/notesSlides/notesSlide1.xml" Id="R29b47e42065a47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d605f9735409d" /><Relationship Type="http://schemas.openxmlformats.org/officeDocument/2006/relationships/notesSlide" Target="/ppt/notesSlides/notesSlide2.xml" Id="Rba0c06b09c9645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d6badd8f1488e" /><Relationship Type="http://schemas.openxmlformats.org/officeDocument/2006/relationships/notesSlide" Target="/ppt/notesSlides/notesSlide3.xml" Id="Ra69fe384fd7947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8feb6107cf4afb" /><Relationship Type="http://schemas.openxmlformats.org/officeDocument/2006/relationships/notesSlide" Target="/ppt/notesSlides/notesSlide4.xml" Id="R7cd823c9326543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33ff36ec541dc" /><Relationship Type="http://schemas.openxmlformats.org/officeDocument/2006/relationships/notesSlide" Target="/ppt/notesSlides/notesSlide5.xml" Id="R3f534432ad0c45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ef23f3816459b" /><Relationship Type="http://schemas.openxmlformats.org/officeDocument/2006/relationships/notesSlide" Target="/ppt/notesSlides/notesSlide6.xml" Id="R30abb51e78364c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7f4b0e01b46ff" /><Relationship Type="http://schemas.openxmlformats.org/officeDocument/2006/relationships/notesSlide" Target="/ppt/notesSlides/notesSlide7.xml" Id="R7e1ad95f5e0847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54f44ed5c440e6" /><Relationship Type="http://schemas.openxmlformats.org/officeDocument/2006/relationships/notesSlide" Target="/ppt/notesSlides/notesSlide8.xml" Id="Refaec950840443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845BDE-DA5A-402A-A411-35896BD2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F96A35-D973-4B27-8E32-C53BC798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09DA39-E3F0-4EE4-9CB5-459CA3E3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Find one more within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2719DE-CD08-4943-B875-F155FE35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09DD7E-6D0E-4FB2-A71B-82FBBE50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7F717-77B5-4496-975E-C3023DF1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6453E2-B240-4684-95E7-F57989A6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08F8B2-0FA0-40D1-B2CB-1953E72F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Learning objective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EE446E-9970-438E-961A-2D822D9E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Find one more than a number or quantity within 10.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C707B-9E7D-4F93-8D57-BBFEE06CE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24000"/>
            <a:ext cx="3200400" cy="3619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E6BA2B-E8E9-4D38-8C58-4FD46953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84785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Today we will…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6BD13-27E8-4152-AEF0-D2B61F2E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A7B68-9EDB-45AC-84B3-60C1EDDC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42ABCF-DA54-42D3-93E5-4E74EFD7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4B47BD-1B69-4BE8-AA59-E346BA40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BDB019-EFB1-4E2F-BAD4-1B587F3B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A032D4-791A-4E67-9EBB-70CEF045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71475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Look • Think • Talk • Try</a:t>
            </a:r>
          </a:p>
        </p:txBody>
      </p:sp>
    </p:spTree>
    <p:extLst>
      <p:ext uri="{BB962C8B-B14F-4D97-AF65-F5344CB8AC3E}">
        <p14:creationId xmlns:p14="http://schemas.microsoft.com/office/powerpoint/2010/main" val="3608114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32437D-F626-45E2-84B5-EE6F5E57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B55CDF-CEFC-49D2-9486-53476A81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07797-A885-4852-95A5-B7667D85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Notice and wonder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F9880-DF8E-4A6E-BCF6-D7FB6E5A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2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DAE36E-DF06-4C02-A30B-EB5B7DE97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C3D376-2D56-47A8-88CF-1AC1E5FC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6C958F-7B52-43B5-8AE3-6F70E8C2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Can you find one more without counting the whole set again?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5DD0B5-0B92-49EF-A890-39F95339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71750"/>
            <a:ext cx="9144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2A64B0-F84A-4AC9-A71C-07D5B915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697440-AF10-45F5-A2F1-9B909642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B24D11-C8F3-421C-80B5-3D929A28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9437ED-A298-4FAC-8EA9-BF2D36D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5B2D77-6AAF-4836-A9D6-76675446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533635-BD46-413C-BF09-31764E4C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34000"/>
            <a:ext cx="4000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167786-C7C3-4718-90B5-9D41FC7B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72100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30 seconds: silent thinking</a:t>
            </a:r>
          </a:p>
        </p:txBody>
      </p:sp>
    </p:spTree>
    <p:extLst>
      <p:ext uri="{BB962C8B-B14F-4D97-AF65-F5344CB8AC3E}">
        <p14:creationId xmlns:p14="http://schemas.microsoft.com/office/powerpoint/2010/main" val="7836427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566925-AF6D-49AD-82F7-EC814839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3C227F-7FE4-4C5D-96ED-B57AEDB1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8956B8-4B09-4D11-82D0-AA1EFBC3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Teacher model: think aloud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6D123B-74A3-4502-AF89-BA6242AC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3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C3B4DB-8E62-41E3-BA3B-52632F40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75867-2117-40A4-8BB9-E9EBA32D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62F2BE-B3F5-4D01-8972-479832C3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A68E40-9968-4426-811F-A1255049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FD3CD7-3FA8-4FC8-A3C7-6B123186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97C46A-F483-43CC-9682-AF7A2AA3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Build a set of 6 counters and confirm the total.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317069-003F-456D-AB7A-259BE8A1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7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19AA3F-26AF-47D0-82D2-4B13A814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BCCDDA-F414-4F03-B644-2B1AB070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098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Add exactly one counter while saying one more.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61EA2-1087-40C6-9DDE-CAF6D100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F21052-B5DB-4D0B-A163-FD53BDD7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9232F1-BB1C-41CA-ABF7-D79EF1FF2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052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Count or recognise the new total as 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55DBD6-7649-40CE-8248-905B4E74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481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1873FD-A1FF-4DA5-8194-04E5BC30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548DD2-1B94-4E38-844E-93C7304B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005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Show the same change by moving one step from 6 to 7 on a number track.</a:t>
            </a:r>
          </a:p>
        </p:txBody>
      </p:sp>
    </p:spTree>
    <p:extLst>
      <p:ext uri="{BB962C8B-B14F-4D97-AF65-F5344CB8AC3E}">
        <p14:creationId xmlns:p14="http://schemas.microsoft.com/office/powerpoint/2010/main" val="9690375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8F01E7-D33E-4618-80A1-A9C0B40E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346BD5-9FEB-42D2-BE49-730617F0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CF61E-0E65-48AA-87D1-7D2E93C8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Your turn: try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D7C8D9-A1EE-44A9-89F0-8C04EC17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4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C2F5E9-130F-488A-B366-228D6A68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78C8A9-3C08-4C06-981A-4EC32ADD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DADBEF-8C23-44E7-AB05-F3ED2B96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9906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96EDB5-E419-48ED-A25E-926EAEC2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048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A ten frame shows 7 counters. Add one more. What is the new total?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78C072-18B1-4516-9484-7E1B980D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57750"/>
            <a:ext cx="4762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329E7F-9246-4C4A-B01C-D6351E6E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95850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Use objects or draw your thinking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F63D08-6A86-46D5-8013-C1BF2245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2450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Do not call out — show your teacher when you are ready.</a:t>
            </a:r>
          </a:p>
        </p:txBody>
      </p:sp>
    </p:spTree>
    <p:extLst>
      <p:ext uri="{BB962C8B-B14F-4D97-AF65-F5344CB8AC3E}">
        <p14:creationId xmlns:p14="http://schemas.microsoft.com/office/powerpoint/2010/main" val="8254367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2D8CD6-A5CE-4DA0-BBFD-2AF0EE25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17E705-B4EE-4DF3-9F84-7E69BB52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8C341-D8BB-427A-B7DF-9F201DC3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Check and explain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D34C7-DEA1-446A-8A19-1E17A305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5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DAD7DF-627F-4ADC-B4AA-9BAB0114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9F183-BD6D-4A21-8D17-3713DD69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47D79C-1C0A-4576-913A-E602361F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905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568EA-9D3B-4C32-A70D-51DD9525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Answer reveal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71725E-7E8B-4122-BAE1-C9BDFA40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60BCA1-3C4A-4F17-8FB3-6A3BC9EE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10287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8, because one more than 7 is 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E8F676-E321-41B6-A9CD-86125178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5775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do you know?  •  What did you check?  •  Is there another way?</a:t>
            </a:r>
          </a:p>
        </p:txBody>
      </p:sp>
    </p:spTree>
    <p:extLst>
      <p:ext uri="{BB962C8B-B14F-4D97-AF65-F5344CB8AC3E}">
        <p14:creationId xmlns:p14="http://schemas.microsoft.com/office/powerpoint/2010/main" val="15661395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0DBFD9-D8BE-4BA4-AF49-55710982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CE75E9-0D2C-4C0C-8929-0E0C2323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310F2-4200-4D71-A3AB-1EADD8A3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Talk partner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B1FE2-6CCF-4165-94B9-A94C4FF0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6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E20723-B406-4016-A3B1-5DD11CD7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DB2A10-1C37-4BF2-8427-A018B5EB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A1C2D-E035-4EA4-B0B7-FB2758EC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2578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20E684-8CE6-494B-9D48-6A3203B9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4864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35EB7-1595-4E17-A840-A60B46FA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463899-531E-45CA-9F4F-809E2A53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Partner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D8C28D-D756-4087-9B8B-1723F17E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46863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are adding one counter and moving one step forwards on a number track connected?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92DF69-892D-40BC-9922-7D186D96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C2E250-9531-46DE-A331-46F4BC54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Partner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CBDBC5-CB11-4298-AC27-CA6E78F4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43150"/>
            <a:ext cx="49149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Listen carefully. Then explain your partner's idea back to them.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A7B9BB-195A-42E5-9DD7-BF9A9492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Sentence stem: I think… because…</a:t>
            </a:r>
          </a:p>
        </p:txBody>
      </p:sp>
    </p:spTree>
    <p:extLst>
      <p:ext uri="{BB962C8B-B14F-4D97-AF65-F5344CB8AC3E}">
        <p14:creationId xmlns:p14="http://schemas.microsoft.com/office/powerpoint/2010/main" val="20732063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AF6EDA-CB53-4541-88C5-BAA3DCEE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46A4C0-0C63-4101-8B5C-FDC58BE0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FF956D-5991-465A-B3F3-E2201332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Choose the right practice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5357A1-4508-4D97-8BC9-062F5AD5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7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9E7FDD-4839-4450-8778-E460E5D4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EE1B27-CE86-4DB3-BBDA-2990CF71F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CB7A7-E9BE-4F33-B792-8CC74B44C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E075C6-66E5-4446-845A-50AD0B55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4A4241-EB6F-4B26-9DD7-34459EFC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35C363-77B5-4601-8F24-0017DA2D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Use objects and adult prompts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E741BA-53AF-4913-B9EC-7CBCEA57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B3D8ED-6779-4B62-BFE4-1269DBF29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 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FD93BA-F76C-414F-B059-3D9AD783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9C21DC-D6D2-44A6-BF80-CFBCCFB8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Work independently, then explain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F4D778-72FF-4D6B-A245-A68FCE5E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EDD3C5-F831-46DA-906F-A9C31CCE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● ● 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F490AD-5AF0-4560-8B0F-AA993E39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Higher challenge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463467-4508-4C79-A639-5DDCA0AB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Prove, compare or generalise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A25016-A898-472C-B4D3-9D0AF71B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7212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Your teacher may move you to a different sheet today — that is good learning.</a:t>
            </a:r>
          </a:p>
        </p:txBody>
      </p:sp>
    </p:spTree>
    <p:extLst>
      <p:ext uri="{BB962C8B-B14F-4D97-AF65-F5344CB8AC3E}">
        <p14:creationId xmlns:p14="http://schemas.microsoft.com/office/powerpoint/2010/main" val="19395130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A9917F-A70C-4A91-9C0F-770A475DA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D47C0F-686C-432F-A63F-D5B6D3E8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2FBC4E-FC23-48EC-A303-F6C7C89F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AF82EA-8170-4A35-B8A4-64691524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FED69-76B1-4B9F-B7D3-3D94396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56610E-3BF6-454A-9DBB-EA4EE156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91AE82-C78F-4242-BE9F-CA7B7705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5B0E1C-6AC2-437E-AA80-47FE4532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5FBC5B-BC60-4DEE-B0E4-2CD9F236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19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EDADC4-8D29-4F70-8FF7-03FD937D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666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is one more than 6?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457B2E-EAD8-4BFF-A1B7-57FBFC5D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9823A8-2ECC-45BB-B1F9-267833AF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956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86DBD5-5DFA-4DC0-8562-DECAFEE5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527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AEDE9-6F92-4FEA-87AB-A64C27D0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0003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Which direction do we move for one more?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75D711-43E0-4FDC-8353-A0BFC529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62E1D5-5288-4080-82F3-61CF032C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29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7654A7-0431-4589-A68A-39F531AA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86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0F169B-9F49-41E5-B889-E4BA03FE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333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One more than which number is 10?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CE3431-0555-4E52-AC94-39D81A22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197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Show: thumbs up / sideways / down — How confident do you feel?</a:t>
            </a:r>
          </a:p>
        </p:txBody>
      </p:sp>
    </p:spTree>
    <p:extLst>
      <p:ext uri="{BB962C8B-B14F-4D97-AF65-F5344CB8AC3E}">
        <p14:creationId xmlns:p14="http://schemas.microsoft.com/office/powerpoint/2010/main" val="11602989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2026-09-07T14:29:58.0990000Z</dcterms:created>
  <dcterms:modified xsi:type="dcterms:W3CDTF">2026-09-07T14:29:58.0990000Z</dcterms:modified>
</coreProperties>
</file>