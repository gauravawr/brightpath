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02414c07e244eb" /><Relationship Type="http://schemas.openxmlformats.org/officeDocument/2006/relationships/extended-properties" Target="/docProps/app.xml" Id="R55422d1181154797" /><Relationship Type="http://schemas.openxmlformats.org/officeDocument/2006/relationships/officeDocument" Target="/ppt/presentation.xml" Id="R3d71de4fa96f4d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37393dc04a4206"/>
  </p:sldMasterIdLst>
  <p:notesMasterIdLst>
    <p:notesMasterId xmlns:r="http://schemas.openxmlformats.org/officeDocument/2006/relationships" r:id="R3adbf5af111a4353"/>
  </p:notesMasterIdLst>
  <p:sldIdLst>
    <p:sldId xmlns:r="http://schemas.openxmlformats.org/officeDocument/2006/relationships" id="256" r:id="Rfcd849d327f04aba"/>
    <p:sldId xmlns:r="http://schemas.openxmlformats.org/officeDocument/2006/relationships" id="257" r:id="R8f8e1fd12f504586"/>
    <p:sldId xmlns:r="http://schemas.openxmlformats.org/officeDocument/2006/relationships" id="258" r:id="R6bb6eca076774260"/>
    <p:sldId xmlns:r="http://schemas.openxmlformats.org/officeDocument/2006/relationships" id="259" r:id="Rb872dab622c7408c"/>
    <p:sldId xmlns:r="http://schemas.openxmlformats.org/officeDocument/2006/relationships" id="260" r:id="R3da0eddee3b04513"/>
    <p:sldId xmlns:r="http://schemas.openxmlformats.org/officeDocument/2006/relationships" id="261" r:id="R993db93bfddd4631"/>
    <p:sldId xmlns:r="http://schemas.openxmlformats.org/officeDocument/2006/relationships" id="262" r:id="Rb0863c9624934eae"/>
    <p:sldId xmlns:r="http://schemas.openxmlformats.org/officeDocument/2006/relationships" id="263" r:id="R2fc6e3b2685549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b522089c13434a" /><Relationship Type="http://schemas.openxmlformats.org/officeDocument/2006/relationships/slideMaster" Target="/ppt/slideMasters/slideMaster1.xml" Id="Raa37393dc04a4206" /><Relationship Type="http://schemas.openxmlformats.org/officeDocument/2006/relationships/notesMaster" Target="/ppt/notesMasters/notesMaster1.xml" Id="R3adbf5af111a4353" /><Relationship Type="http://schemas.openxmlformats.org/officeDocument/2006/relationships/presProps" Target="/ppt/presProps.xml" Id="Rb80398e9e9724694" /><Relationship Type="http://schemas.openxmlformats.org/officeDocument/2006/relationships/tableStyles" Target="/ppt/tableStyles.xml" Id="R34c175b4fe6144ef" /><Relationship Type="http://schemas.openxmlformats.org/officeDocument/2006/relationships/slide" Target="/ppt/slides/slide1.xml" Id="Rfcd849d327f04aba" /><Relationship Type="http://schemas.openxmlformats.org/officeDocument/2006/relationships/slide" Target="/ppt/slides/slide2.xml" Id="R8f8e1fd12f504586" /><Relationship Type="http://schemas.openxmlformats.org/officeDocument/2006/relationships/slide" Target="/ppt/slides/slide3.xml" Id="R6bb6eca076774260" /><Relationship Type="http://schemas.openxmlformats.org/officeDocument/2006/relationships/slide" Target="/ppt/slides/slide4.xml" Id="Rb872dab622c7408c" /><Relationship Type="http://schemas.openxmlformats.org/officeDocument/2006/relationships/slide" Target="/ppt/slides/slide5.xml" Id="R3da0eddee3b04513" /><Relationship Type="http://schemas.openxmlformats.org/officeDocument/2006/relationships/slide" Target="/ppt/slides/slide6.xml" Id="R993db93bfddd4631" /><Relationship Type="http://schemas.openxmlformats.org/officeDocument/2006/relationships/slide" Target="/ppt/slides/slide7.xml" Id="Rb0863c9624934eae" /><Relationship Type="http://schemas.openxmlformats.org/officeDocument/2006/relationships/slide" Target="/ppt/slides/slide8.xml" Id="R2fc6e3b2685549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0fce537d6141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3e3bb857cb4910" /><Relationship Type="http://schemas.openxmlformats.org/officeDocument/2006/relationships/notesMaster" Target="/ppt/notesMasters/notesMaster1.xml" Id="R1b5eaf9bab1e43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01cc37b6d94a65" /><Relationship Type="http://schemas.openxmlformats.org/officeDocument/2006/relationships/notesMaster" Target="/ppt/notesMasters/notesMaster1.xml" Id="R726d1d4377124a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a3a4b3eece04b8c" /><Relationship Type="http://schemas.openxmlformats.org/officeDocument/2006/relationships/notesMaster" Target="/ppt/notesMasters/notesMaster1.xml" Id="Raa76b56926ff47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c2bd842f594921" /><Relationship Type="http://schemas.openxmlformats.org/officeDocument/2006/relationships/notesMaster" Target="/ppt/notesMasters/notesMaster1.xml" Id="R90daff66fa624e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6b9ad2d94d4ad8" /><Relationship Type="http://schemas.openxmlformats.org/officeDocument/2006/relationships/notesMaster" Target="/ppt/notesMasters/notesMaster1.xml" Id="Rfae498e115644a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c98136997940c9" /><Relationship Type="http://schemas.openxmlformats.org/officeDocument/2006/relationships/notesMaster" Target="/ppt/notesMasters/notesMaster1.xml" Id="Rd4a5ae2dea1341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185c6de3d14608" /><Relationship Type="http://schemas.openxmlformats.org/officeDocument/2006/relationships/notesMaster" Target="/ppt/notesMasters/notesMaster1.xml" Id="R5da3dcab8d6845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93e7cbae734d5c" /><Relationship Type="http://schemas.openxmlformats.org/officeDocument/2006/relationships/notesMaster" Target="/ppt/notesMasters/notesMaster1.xml" Id="R932707c135124c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learning objective in child-friendly language. Revisit: Show two finger patterns. Children point to the hand showing more, then explain how they know.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silent thinking time. Invite pupils to say what they notice without evaluating answers. Warm-up: Show two finger patterns. Children point to the hand showing more, then explain how they know.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using real objects where possible. Misconception to address: A spread-out set looks larger. Pair objects one-to-one or count both sets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60-90 seconds. Scan responses. Ask one pupil to explain and another to agree, disagree or add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after pupils have committed to an answer. Expected explanation: Blue has more. Red has fewer.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rehearsal before sharing. Possible response: Add two red counters, remove two blue counters, or change both to another equal total.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Choose by current learning need. Independent task: Children compare sets on the chosen worksheet. Lower group uses paired pictures. Expected group writes comparison sentences. Higher group solves missing-set and reasoning problems.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Answers: A greater number of objects. | Each object has one partner and none remain. | No.. Use responses to decide the next lesson's pre-teach group.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df8d93b22b4f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1a27eebb5a4996" /><Relationship Type="http://schemas.openxmlformats.org/officeDocument/2006/relationships/slideLayout" Target="/ppt/slideLayouts/slideLayout1.xml" Id="R43443880498940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443880498940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4381b6e1d849aa" /><Relationship Type="http://schemas.openxmlformats.org/officeDocument/2006/relationships/notesSlide" Target="/ppt/notesSlides/notesSlide1.xml" Id="R2a1ab72191f643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c08b5467144e35" /><Relationship Type="http://schemas.openxmlformats.org/officeDocument/2006/relationships/notesSlide" Target="/ppt/notesSlides/notesSlide2.xml" Id="R0df50fff49d74e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86075c44824ed8" /><Relationship Type="http://schemas.openxmlformats.org/officeDocument/2006/relationships/notesSlide" Target="/ppt/notesSlides/notesSlide3.xml" Id="R36739ba8d9f840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a0a4a09d24f2a" /><Relationship Type="http://schemas.openxmlformats.org/officeDocument/2006/relationships/notesSlide" Target="/ppt/notesSlides/notesSlide4.xml" Id="Rcb6852d609d448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09caf5e99e451a" /><Relationship Type="http://schemas.openxmlformats.org/officeDocument/2006/relationships/notesSlide" Target="/ppt/notesSlides/notesSlide5.xml" Id="Re1193f6c40d24d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66bf594c14a24" /><Relationship Type="http://schemas.openxmlformats.org/officeDocument/2006/relationships/notesSlide" Target="/ppt/notesSlides/notesSlide6.xml" Id="Rbfc8469fc5ba46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b4e99bae44337" /><Relationship Type="http://schemas.openxmlformats.org/officeDocument/2006/relationships/notesSlide" Target="/ppt/notesSlides/notesSlide7.xml" Id="R7341acc59a554c3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984e8bbb6416b" /><Relationship Type="http://schemas.openxmlformats.org/officeDocument/2006/relationships/notesSlide" Target="/ppt/notesSlides/notesSlide8.xml" Id="Rc6099fa9ee8245a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54BC57-72B3-491B-B1FF-712DB572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DF6C44-AE7B-4A8A-9C33-62486B7D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81C340-60DE-4254-931D-5A8A86EC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Compare sets using more fewer and equal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C6B45-B148-4581-A0BE-7BE11070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2DAA41-E8C7-4444-92FB-00941E11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AC278E-F949-4D49-912E-6A6A84EF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5DD04C-131C-41DD-A4CB-970C856E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2E83E3-3F85-4C7A-B446-E0A2C37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Learning objective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E8B69-2385-4B04-A813-4D53DCA1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Compare two sets and describe them using more, fewer and equal.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571BC3-444F-4B80-A4E6-2249B360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24000"/>
            <a:ext cx="3200400" cy="3619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08818-B2F5-4938-A07D-A8C5885A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84785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Today we will…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1F390A-C2BD-46FE-BC51-EB72BE83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BBF31E-DEF0-4EA5-99C8-0AD4A87F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AFFF52-C403-4141-A50C-401DC792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E57C97-125D-490C-A7BD-7648148B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D38500-A233-4A4D-B942-15681003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B210B6-E208-4C48-B79E-16DDE11D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71475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Look • Think • Talk • Try</a:t>
            </a:r>
          </a:p>
        </p:txBody>
      </p:sp>
    </p:spTree>
    <p:extLst>
      <p:ext uri="{BB962C8B-B14F-4D97-AF65-F5344CB8AC3E}">
        <p14:creationId xmlns:p14="http://schemas.microsoft.com/office/powerpoint/2010/main" val="18437146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E2145C-97A8-416D-96AC-DC05D35B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465B26-D599-43E2-9255-7FDB39F5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D94605-954F-4DCE-8998-7C0420DA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Notice and wonder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5EEBF3-1619-4AAD-936B-3B0512A7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2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4C84EC-9256-4E21-9ECA-085237ED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7E71F3-AEEC-492F-82E8-6596780A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D21B83-6DE4-4AAC-BA3C-4C78ADEA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Which set wins: the biggest objects or the most objects?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6A6B78-DA6C-4C21-8E82-201C6C04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71750"/>
            <a:ext cx="9144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52E903-B0C1-4535-B435-1EF4B4A2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7E1EC-2196-4536-95AE-E951F75D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93EC1C-60E6-4288-B7C0-1D00B0E4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962CC3-4C5C-42CB-B57E-43FD54F9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5CB5C1-7EA7-47C8-B649-B0D416A4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CA11A6-DD83-4DDE-A680-946062C0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34000"/>
            <a:ext cx="4000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137905-8708-47B7-9FB1-FA7A3D31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7210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30 seconds: silent thinking</a:t>
            </a:r>
          </a:p>
        </p:txBody>
      </p:sp>
    </p:spTree>
    <p:extLst>
      <p:ext uri="{BB962C8B-B14F-4D97-AF65-F5344CB8AC3E}">
        <p14:creationId xmlns:p14="http://schemas.microsoft.com/office/powerpoint/2010/main" val="18252451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EBB3A7-9610-4F97-8DFF-051EDF26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283508-ACDD-4B67-926D-B0C6F9BF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10AA13-982B-477F-8B74-8913FCB6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Teacher model: think aloud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D3B6F-E3B2-440A-B100-6A472206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3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7D65BF-33F6-4558-BC99-4A764F2F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6898BF-A365-472C-A99B-AC260B90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9D3BA2-769F-40C3-BCF9-FCDFF8B8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1AAFC-1615-4F0B-A60C-C2453365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7C7ECB-D126-42CF-8478-96D641CF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74F182-4811-47EE-A3F8-FCA40651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Count both sets.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E179F3-580C-44A5-B8BC-166D812F2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7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12ABC2-FFDF-4C40-86B5-6485B93B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EA107F-9936-43A4-931C-B579D548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098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Pair one object from one set with one from the other.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26A554-2390-4403-AAA2-685481B7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51E249-FF5D-48C3-B196-1CAE7B98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82450A-6271-4326-A045-7D42DAE6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052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Notice which set has objects left over.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D05F07-E441-4FC3-B27E-94703C18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481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999EE5-006E-4630-BEEB-F107F465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C46A9A-6C60-477B-98D2-19180855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005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Say the full comparison using more, fewer or equal.</a:t>
            </a:r>
          </a:p>
        </p:txBody>
      </p:sp>
    </p:spTree>
    <p:extLst>
      <p:ext uri="{BB962C8B-B14F-4D97-AF65-F5344CB8AC3E}">
        <p14:creationId xmlns:p14="http://schemas.microsoft.com/office/powerpoint/2010/main" val="6337247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EB48E0-B160-404A-85AF-C8A2C50F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9BE629-3846-4F48-83F9-CA40E019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1F2D7C-3E13-4A67-AB95-72552F9F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Your turn: try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D9346-47C1-4A33-B48C-2C7288B7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4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BDB1C7-DE11-47A0-BA6D-0F3D0B9A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F76F38-258C-4262-968A-5F919DD9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926782-2AC6-441B-8192-6E3DAC8E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9906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1C635C-E6D4-474D-93CC-B46F20A1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048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Compare three red counters and five blue counters.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CFD072-6F23-46A2-9898-DC4B03F3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57750"/>
            <a:ext cx="4762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7DC45D-B536-436E-9222-43BFCDBB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958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Use objects or draw your thinking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E54FBB-B3FF-4C70-B0C6-FA7065AB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2450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Do not call out — show your teacher when you are ready.</a:t>
            </a:r>
          </a:p>
        </p:txBody>
      </p:sp>
    </p:spTree>
    <p:extLst>
      <p:ext uri="{BB962C8B-B14F-4D97-AF65-F5344CB8AC3E}">
        <p14:creationId xmlns:p14="http://schemas.microsoft.com/office/powerpoint/2010/main" val="12486581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D576CB-F2CD-4F76-9EEC-304E5581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5B21D-350C-4575-BABA-ADC06917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73C42F-45D2-4E7C-92F0-8475CEDF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Check and explain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BB91C-8E86-4C5E-8014-8DFE78B8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5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58F55-D00A-4AA6-8D0A-CFE5A432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2EE2D6-E338-41CD-BC7E-7A70C6D1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B71B28-C8A1-4F97-9FAA-2DE8EA1B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905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A422B4-02CC-4418-9A44-096DEF08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Answer reveal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7CEAD1-561A-4185-B431-FF1C89B8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1285FB-B2D4-4CA9-B654-61468FCA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10287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Blue has more. Red has fewer.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D00D27-22D8-41F9-B98D-D92565D1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do you know?  •  What did you check?  •  Is there another way?</a:t>
            </a:r>
          </a:p>
        </p:txBody>
      </p:sp>
    </p:spTree>
    <p:extLst>
      <p:ext uri="{BB962C8B-B14F-4D97-AF65-F5344CB8AC3E}">
        <p14:creationId xmlns:p14="http://schemas.microsoft.com/office/powerpoint/2010/main" val="519262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CF1AE4-6984-495B-9F6C-9C3BCBDB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139B2A-1BDB-4DF3-BFF6-8E8137BA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6D1518-AC19-4C99-85A1-CC9445B4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Talk partner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F9E57E-91B1-4EDB-A947-F88C1FDB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6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85FE8C-CB63-417F-9E26-9715AF34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1BB107-93F7-41EA-8627-7D2B6275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EA961B-1418-4C9E-8704-C820D1E0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2578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A4D69D-98C0-4E97-AB53-FBAC6A35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4864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90D29E-DF79-403C-BA73-10970E77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84C682-BFC5-410C-A748-D02B0E83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Partner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CD253A-0227-432F-98F0-2EF64B1B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46863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could you make the two sets equal?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49E514-661E-4282-B662-4E95D50F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A6D638-0D94-4D31-984B-A2DA31DA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Partner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260ED5-B74F-49EC-9AE4-E129F127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43150"/>
            <a:ext cx="49149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Listen carefully. Then explain your partner's idea back to them.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06BD4B-260D-479D-A8BF-A0520C72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Sentence stem: I think… because…</a:t>
            </a:r>
          </a:p>
        </p:txBody>
      </p:sp>
    </p:spTree>
    <p:extLst>
      <p:ext uri="{BB962C8B-B14F-4D97-AF65-F5344CB8AC3E}">
        <p14:creationId xmlns:p14="http://schemas.microsoft.com/office/powerpoint/2010/main" val="5655021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C53567-0529-45D6-A7E9-7D581828D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0D43A5-B06B-4B84-8575-7D11B75A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FE36C9-7E1B-4973-AD29-CA2E6506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Choose the right practice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B9EB63-47C1-41F2-BE79-B8FDCFCF0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7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94799A-4A1D-47A8-B141-B20B75BE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3A2A3E-62E9-460E-B6C5-F731F70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6F0F49-2F47-4130-81FE-C5A3E16A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AC3C7E-3A86-4C77-8B36-699DEB91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768057-8A7C-4B5C-989D-554A4A1B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E16534-12C1-40DC-91A1-2B39B6D6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Use objects and adult prompts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ED5411-7B1C-4540-B4C3-691B8EF6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7B535-2387-444C-B940-00F7A38C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 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E33504-13E2-4872-8357-53143ADB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89E743-39A0-476F-9E13-1B16A1C8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Work independently, then explain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AD7EE7-6C8D-4AEC-B1F9-5E039473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4780C-5171-43AA-A26E-C7E84A79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● ● 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CD595F-E811-4899-9A27-B58BDA99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Higher challenge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36CADD-FCDD-4D63-87CF-F3D5BF9B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Prove, compare or generalise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4FAF30-DE3B-4292-A33F-180B644A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7212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Your teacher may move you to a different sheet today — that is good learning.</a:t>
            </a:r>
          </a:p>
        </p:txBody>
      </p:sp>
    </p:spTree>
    <p:extLst>
      <p:ext uri="{BB962C8B-B14F-4D97-AF65-F5344CB8AC3E}">
        <p14:creationId xmlns:p14="http://schemas.microsoft.com/office/powerpoint/2010/main" val="7549829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A1D202-2451-47B6-AAD6-FE26DFB2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99CEA6-AE26-4332-AEC2-A61CC642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25C582-00EE-436E-8617-5867A8CC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D1ABFB-5B3D-4056-ABFD-BA2C20C5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7E8B68-2B23-44C7-AD89-4F51691EE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0BBEC5-0AE7-4FD0-BDAF-1419E33D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697C75-C2BB-4122-8416-267CA3E3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D690B-0A3D-48A5-994A-3DFCA7A1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79E524-86FA-4893-A7A2-0D667898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19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F0EEBC-A0DB-42D2-9DB3-F0B461AE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666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does more mean?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4D4D08-5C70-4EA0-86CC-9FC32ACF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D77546-4B80-48D7-9BE1-92F7FECF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956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F384F3-5D6D-4CFD-BB02-80186337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527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EE3A82-03E0-4775-B8BF-DE0672F4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0003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How do we know sets are equal?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957857-CFC8-4019-80EC-5B8CCB33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4797A2-72EE-4A0D-BDC0-5BBE4861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29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71D1ED-78A4-412A-8120-4691627B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86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8D9BF-44B2-4BD3-9AC1-200E385A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333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Does object size change quantity?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39DAB8-D791-444E-A450-B0F17E96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197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Show: thumbs up / sideways / down — How confident do you feel?</a:t>
            </a:r>
          </a:p>
        </p:txBody>
      </p:sp>
    </p:spTree>
    <p:extLst>
      <p:ext uri="{BB962C8B-B14F-4D97-AF65-F5344CB8AC3E}">
        <p14:creationId xmlns:p14="http://schemas.microsoft.com/office/powerpoint/2010/main" val="11324507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2026-09-07T13:12:27.0440000Z</dcterms:created>
  <dcterms:modified xsi:type="dcterms:W3CDTF">2026-09-07T13:12:27.0440000Z</dcterms:modified>
</coreProperties>
</file>