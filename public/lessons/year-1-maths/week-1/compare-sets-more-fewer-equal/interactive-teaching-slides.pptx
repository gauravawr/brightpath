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sets using more fewer and equal. Compare sets using more fewer and equal.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sets using more fewer and equal. I do. Pair one object from each set. Any unpaired objects show which set has more.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sets using more fewer and equal. You do. Pause before clicking. Let pupils try independently, then reveal and discuss every step. Pair one object from each set. Any unpaired objects show which set has more.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sets using more fewer and equal. I do. Pair one object from each set. Any unpaired objects show which set has more.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sets using more fewer and equal. You do. Pause before clicking. Let pupils try independently, then reveal and discuss every step. Pair one object from each set. Any unpaired objects show which set has more.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sets using more fewer and equal.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sets using more fewer and equal.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A478A394-2984-41E3-98A7-22B27322DA00}"/>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Compare sets using more fewer and equal</a:t>
            </a:r>
          </a:p>
        </p:txBody>
      </p:sp>
      <p:sp>
        <p:nvSpPr>
          <p:cNvPr id="2" name="object-2">
            <a:extLst>
              <a:ext uri="{FF2B5EF4-FFF2-40B4-BE49-F238E27FC236}">
                <a16:creationId xmlns:a16="http://schemas.microsoft.com/office/drawing/2014/main" id="{B0DE12AD-C324-4198-88A8-C6347239A709}"/>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73795987-363F-45E6-8A31-60D7CD42A2F3}"/>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C7AF84D9-FF19-4208-BD09-6F3C048F7632}"/>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Compare sets using more fewer and equal</a:t>
            </a:r>
          </a:p>
        </p:txBody>
      </p:sp>
      <p:sp>
        <p:nvSpPr>
          <p:cNvPr id="5" name="object-5">
            <a:extLst>
              <a:ext uri="{FF2B5EF4-FFF2-40B4-BE49-F238E27FC236}">
                <a16:creationId xmlns:a16="http://schemas.microsoft.com/office/drawing/2014/main" id="{730B18B6-5836-4D0B-B3F0-11447AC170A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98F79B12-EF84-468B-AD44-CA06C34F498A}"/>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Compare two sets and describe them using more, fewer and equal.</a:t>
            </a:r>
          </a:p>
        </p:txBody>
      </p:sp>
    </p:spTree>
    <p:extLst>
      <p:ext uri="{BB962C8B-B14F-4D97-AF65-F5344CB8AC3E}">
        <p14:creationId xmlns:p14="http://schemas.microsoft.com/office/powerpoint/2010/main" val="1343685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object-1">
            <a:extLst>
              <a:ext uri="{FF2B5EF4-FFF2-40B4-BE49-F238E27FC236}">
                <a16:creationId xmlns:a16="http://schemas.microsoft.com/office/drawing/2014/main" id="{8B1EF313-2504-421A-A790-7D1D90B6B53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92D3CDDB-DCEA-45D2-B953-1E13912BA03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Which set has more, fewer, or the same number?</a:t>
            </a:r>
          </a:p>
        </p:txBody>
      </p:sp>
      <p:sp>
        <p:nvSpPr>
          <p:cNvPr id="3" name="object-3">
            <a:extLst>
              <a:ext uri="{FF2B5EF4-FFF2-40B4-BE49-F238E27FC236}">
                <a16:creationId xmlns:a16="http://schemas.microsoft.com/office/drawing/2014/main" id="{E7CAEEB7-B2BF-4D59-8291-D97DBED13BE1}"/>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CEB9D9EF-2F26-42FB-9E4D-85AD6259D18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Compare sets using more fewer and equal</a:t>
            </a:r>
          </a:p>
        </p:txBody>
      </p:sp>
      <p:sp>
        <p:nvSpPr>
          <p:cNvPr id="5" name="object-5">
            <a:extLst>
              <a:ext uri="{FF2B5EF4-FFF2-40B4-BE49-F238E27FC236}">
                <a16:creationId xmlns:a16="http://schemas.microsoft.com/office/drawing/2014/main" id="{AF8AE414-F00F-4EB8-BE3B-B5A3F4ABFE88}"/>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D2A45990-E126-4990-AAC7-F58CC09CCA24}"/>
              </a:ext>
            </a:extLst>
          </p:cNvPr>
          <p:cNvSpPr>
            <a:spLocks noGrp="1"/>
          </p:cNvSpPr>
          <p:nvPr/>
        </p:nvSpPr>
        <p:spPr>
          <a:xfrm>
            <a:off x="1785938" y="3036094"/>
            <a:ext cx="523875" cy="523875"/>
          </a:xfrm>
          <a:prstGeom prst="ellipse">
            <a:avLst/>
          </a:prstGeom>
          <a:solidFill>
            <a:srgbClr val="B42332"/>
          </a:solidFill>
          <a:ln w="11906">
            <a:solidFill>
              <a:srgbClr val="172B4D"/>
            </a:solidFill>
          </a:ln>
        </p:spPr>
      </p:sp>
      <p:sp>
        <p:nvSpPr>
          <p:cNvPr id="7" name="object-7">
            <a:extLst>
              <a:ext uri="{FF2B5EF4-FFF2-40B4-BE49-F238E27FC236}">
                <a16:creationId xmlns:a16="http://schemas.microsoft.com/office/drawing/2014/main" id="{D828E02F-3282-4BC9-ABC9-683C3C56FA70}"/>
              </a:ext>
            </a:extLst>
          </p:cNvPr>
          <p:cNvSpPr>
            <a:spLocks noGrp="1"/>
          </p:cNvSpPr>
          <p:nvPr/>
        </p:nvSpPr>
        <p:spPr>
          <a:xfrm>
            <a:off x="3357563" y="3036094"/>
            <a:ext cx="523875" cy="523875"/>
          </a:xfrm>
          <a:prstGeom prst="ellipse">
            <a:avLst/>
          </a:prstGeom>
          <a:solidFill>
            <a:srgbClr val="B42332"/>
          </a:solidFill>
          <a:ln w="11906">
            <a:solidFill>
              <a:srgbClr val="172B4D"/>
            </a:solidFill>
          </a:ln>
        </p:spPr>
      </p:sp>
      <p:sp>
        <p:nvSpPr>
          <p:cNvPr id="8" name="object-8">
            <a:extLst>
              <a:ext uri="{FF2B5EF4-FFF2-40B4-BE49-F238E27FC236}">
                <a16:creationId xmlns:a16="http://schemas.microsoft.com/office/drawing/2014/main" id="{09710CDB-8448-46BF-9C90-7C6F60B4DB02}"/>
              </a:ext>
            </a:extLst>
          </p:cNvPr>
          <p:cNvSpPr>
            <a:spLocks noGrp="1"/>
          </p:cNvSpPr>
          <p:nvPr/>
        </p:nvSpPr>
        <p:spPr>
          <a:xfrm>
            <a:off x="4929188" y="3036094"/>
            <a:ext cx="523875" cy="523875"/>
          </a:xfrm>
          <a:prstGeom prst="ellipse">
            <a:avLst/>
          </a:prstGeom>
          <a:solidFill>
            <a:srgbClr val="B42332"/>
          </a:solidFill>
          <a:ln w="11906">
            <a:solidFill>
              <a:srgbClr val="172B4D"/>
            </a:solidFill>
          </a:ln>
        </p:spPr>
      </p:sp>
      <p:sp>
        <p:nvSpPr>
          <p:cNvPr id="9" name="object-9">
            <a:extLst>
              <a:ext uri="{FF2B5EF4-FFF2-40B4-BE49-F238E27FC236}">
                <a16:creationId xmlns:a16="http://schemas.microsoft.com/office/drawing/2014/main" id="{590431C7-29DB-4A80-A0EA-A4EAD9805051}"/>
              </a:ext>
            </a:extLst>
          </p:cNvPr>
          <p:cNvSpPr>
            <a:spLocks noGrp="1"/>
          </p:cNvSpPr>
          <p:nvPr/>
        </p:nvSpPr>
        <p:spPr>
          <a:xfrm>
            <a:off x="1785938" y="5238750"/>
            <a:ext cx="523875" cy="523875"/>
          </a:xfrm>
          <a:prstGeom prst="ellipse">
            <a:avLst/>
          </a:prstGeom>
          <a:solidFill>
            <a:srgbClr val="1D4ED8"/>
          </a:solidFill>
          <a:ln w="11906">
            <a:solidFill>
              <a:srgbClr val="172B4D"/>
            </a:solidFill>
          </a:ln>
        </p:spPr>
      </p:sp>
      <p:sp>
        <p:nvSpPr>
          <p:cNvPr id="10" name="object-10">
            <a:extLst>
              <a:ext uri="{FF2B5EF4-FFF2-40B4-BE49-F238E27FC236}">
                <a16:creationId xmlns:a16="http://schemas.microsoft.com/office/drawing/2014/main" id="{108763BC-AC75-47EB-8EE6-17B987803F05}"/>
              </a:ext>
            </a:extLst>
          </p:cNvPr>
          <p:cNvSpPr>
            <a:spLocks noGrp="1"/>
          </p:cNvSpPr>
          <p:nvPr/>
        </p:nvSpPr>
        <p:spPr>
          <a:xfrm>
            <a:off x="3357563" y="5238750"/>
            <a:ext cx="523875" cy="523875"/>
          </a:xfrm>
          <a:prstGeom prst="ellipse">
            <a:avLst/>
          </a:prstGeom>
          <a:solidFill>
            <a:srgbClr val="1D4ED8"/>
          </a:solidFill>
          <a:ln w="11906">
            <a:solidFill>
              <a:srgbClr val="172B4D"/>
            </a:solidFill>
          </a:ln>
        </p:spPr>
      </p:sp>
      <p:sp>
        <p:nvSpPr>
          <p:cNvPr id="11" name="object-11">
            <a:extLst>
              <a:ext uri="{FF2B5EF4-FFF2-40B4-BE49-F238E27FC236}">
                <a16:creationId xmlns:a16="http://schemas.microsoft.com/office/drawing/2014/main" id="{4CF8601E-BA21-41FE-8225-93C03D54ECB8}"/>
              </a:ext>
            </a:extLst>
          </p:cNvPr>
          <p:cNvSpPr>
            <a:spLocks noGrp="1"/>
          </p:cNvSpPr>
          <p:nvPr/>
        </p:nvSpPr>
        <p:spPr>
          <a:xfrm>
            <a:off x="4929188" y="5238750"/>
            <a:ext cx="523875" cy="523875"/>
          </a:xfrm>
          <a:prstGeom prst="ellipse">
            <a:avLst/>
          </a:prstGeom>
          <a:solidFill>
            <a:srgbClr val="1D4ED8"/>
          </a:solidFill>
          <a:ln w="11906">
            <a:solidFill>
              <a:srgbClr val="172B4D"/>
            </a:solidFill>
          </a:ln>
        </p:spPr>
      </p:sp>
      <p:sp>
        <p:nvSpPr>
          <p:cNvPr id="12" name="object-12">
            <a:extLst>
              <a:ext uri="{FF2B5EF4-FFF2-40B4-BE49-F238E27FC236}">
                <a16:creationId xmlns:a16="http://schemas.microsoft.com/office/drawing/2014/main" id="{82E89405-400F-47DC-ABD5-074C53CE90B8}"/>
              </a:ext>
            </a:extLst>
          </p:cNvPr>
          <p:cNvSpPr>
            <a:spLocks noGrp="1"/>
          </p:cNvSpPr>
          <p:nvPr/>
        </p:nvSpPr>
        <p:spPr>
          <a:xfrm>
            <a:off x="6500813" y="5238750"/>
            <a:ext cx="523875" cy="523875"/>
          </a:xfrm>
          <a:prstGeom prst="ellipse">
            <a:avLst/>
          </a:prstGeom>
          <a:solidFill>
            <a:srgbClr val="1D4ED8"/>
          </a:solidFill>
          <a:ln w="11906">
            <a:solidFill>
              <a:srgbClr val="172B4D"/>
            </a:solidFill>
          </a:ln>
        </p:spPr>
      </p:sp>
      <p:sp>
        <p:nvSpPr>
          <p:cNvPr id="13" name="object-13">
            <a:extLst>
              <a:ext uri="{FF2B5EF4-FFF2-40B4-BE49-F238E27FC236}">
                <a16:creationId xmlns:a16="http://schemas.microsoft.com/office/drawing/2014/main" id="{667355BC-D735-4D19-9486-805FDA05E652}"/>
              </a:ext>
            </a:extLst>
          </p:cNvPr>
          <p:cNvSpPr>
            <a:spLocks noGrp="1"/>
          </p:cNvSpPr>
          <p:nvPr/>
        </p:nvSpPr>
        <p:spPr>
          <a:xfrm>
            <a:off x="8072438" y="5238750"/>
            <a:ext cx="523875" cy="523875"/>
          </a:xfrm>
          <a:prstGeom prst="ellipse">
            <a:avLst/>
          </a:prstGeom>
          <a:solidFill>
            <a:srgbClr val="1D4ED8"/>
          </a:solidFill>
          <a:ln w="11906">
            <a:solidFill>
              <a:srgbClr val="172B4D"/>
            </a:solidFill>
          </a:ln>
        </p:spPr>
      </p:sp>
      <p:sp>
        <p:nvSpPr>
          <p:cNvPr id="14" name="object-14">
            <a:extLst>
              <a:ext uri="{FF2B5EF4-FFF2-40B4-BE49-F238E27FC236}">
                <a16:creationId xmlns:a16="http://schemas.microsoft.com/office/drawing/2014/main" id="{4E5AB64A-5A18-4BD4-8873-37CE68195A1C}"/>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5 &gt; 3: 2 more.</a:t>
            </a:r>
          </a:p>
        </p:txBody>
      </p:sp>
    </p:spTree>
    <p:extLst>
      <p:ext uri="{BB962C8B-B14F-4D97-AF65-F5344CB8AC3E}">
        <p14:creationId xmlns:p14="http://schemas.microsoft.com/office/powerpoint/2010/main" val="1149417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 -0.11805556 E" pathEditMode="relative" ptsTypes="">
                                      <p:cBhvr>
                                        <p:cTn id="6" dur="800" fill="hold"/>
                                        <p:tgtEl>
                                          <p:spTgt spid="9"/>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 -0.11805556 E" pathEditMode="relative" ptsTypes="">
                                      <p:cBhvr>
                                        <p:cTn id="10" dur="800" fill="hold"/>
                                        <p:tgtEl>
                                          <p:spTgt spid="10"/>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 0 L 0 -0.11805556 E" pathEditMode="relative" ptsTypes="">
                                      <p:cBhvr>
                                        <p:cTn id="14" dur="800" fill="hold"/>
                                        <p:tgtEl>
                                          <p:spTgt spid="11"/>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object-1">
            <a:extLst>
              <a:ext uri="{FF2B5EF4-FFF2-40B4-BE49-F238E27FC236}">
                <a16:creationId xmlns:a16="http://schemas.microsoft.com/office/drawing/2014/main" id="{FF51D56C-CE7A-4F54-8AB7-AF764E7F4C83}"/>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242EFC0F-94E8-462B-A753-624AA59CF31E}"/>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751449A5-E22E-4F14-81EA-6FC3131C3DF7}"/>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Which set has more, fewer, or the same number?</a:t>
            </a:r>
          </a:p>
        </p:txBody>
      </p:sp>
      <p:sp>
        <p:nvSpPr>
          <p:cNvPr id="4" name="object-4">
            <a:extLst>
              <a:ext uri="{FF2B5EF4-FFF2-40B4-BE49-F238E27FC236}">
                <a16:creationId xmlns:a16="http://schemas.microsoft.com/office/drawing/2014/main" id="{5BEFFFAD-F999-4097-B8E6-84AF58AD6D29}"/>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26F8A4B5-1D8B-4D35-AF3A-8B96D6B6A58D}"/>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Compare sets using more fewer and equal</a:t>
            </a:r>
          </a:p>
        </p:txBody>
      </p:sp>
      <p:sp>
        <p:nvSpPr>
          <p:cNvPr id="6" name="object-6">
            <a:extLst>
              <a:ext uri="{FF2B5EF4-FFF2-40B4-BE49-F238E27FC236}">
                <a16:creationId xmlns:a16="http://schemas.microsoft.com/office/drawing/2014/main" id="{85B95F46-70FD-4191-9C42-FE1CB7ED1D2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099DE912-C049-421A-BE5A-8293B1BE9BC0}"/>
              </a:ext>
            </a:extLst>
          </p:cNvPr>
          <p:cNvSpPr>
            <a:spLocks noGrp="1"/>
          </p:cNvSpPr>
          <p:nvPr/>
        </p:nvSpPr>
        <p:spPr>
          <a:xfrm>
            <a:off x="1785938" y="3036094"/>
            <a:ext cx="523875" cy="523875"/>
          </a:xfrm>
          <a:prstGeom prst="ellipse">
            <a:avLst/>
          </a:prstGeom>
          <a:solidFill>
            <a:srgbClr val="B42332"/>
          </a:solidFill>
          <a:ln w="11906">
            <a:solidFill>
              <a:srgbClr val="172B4D"/>
            </a:solidFill>
          </a:ln>
        </p:spPr>
      </p:sp>
      <p:sp>
        <p:nvSpPr>
          <p:cNvPr id="8" name="object-8">
            <a:extLst>
              <a:ext uri="{FF2B5EF4-FFF2-40B4-BE49-F238E27FC236}">
                <a16:creationId xmlns:a16="http://schemas.microsoft.com/office/drawing/2014/main" id="{3D579D65-C904-4AD5-833D-ED9FF28784B9}"/>
              </a:ext>
            </a:extLst>
          </p:cNvPr>
          <p:cNvSpPr>
            <a:spLocks noGrp="1"/>
          </p:cNvSpPr>
          <p:nvPr/>
        </p:nvSpPr>
        <p:spPr>
          <a:xfrm>
            <a:off x="3357563" y="3036094"/>
            <a:ext cx="523875" cy="523875"/>
          </a:xfrm>
          <a:prstGeom prst="ellipse">
            <a:avLst/>
          </a:prstGeom>
          <a:solidFill>
            <a:srgbClr val="B42332"/>
          </a:solidFill>
          <a:ln w="11906">
            <a:solidFill>
              <a:srgbClr val="172B4D"/>
            </a:solidFill>
          </a:ln>
        </p:spPr>
      </p:sp>
      <p:sp>
        <p:nvSpPr>
          <p:cNvPr id="9" name="object-9">
            <a:extLst>
              <a:ext uri="{FF2B5EF4-FFF2-40B4-BE49-F238E27FC236}">
                <a16:creationId xmlns:a16="http://schemas.microsoft.com/office/drawing/2014/main" id="{76338351-385E-422E-9225-F82D867DD343}"/>
              </a:ext>
            </a:extLst>
          </p:cNvPr>
          <p:cNvSpPr>
            <a:spLocks noGrp="1"/>
          </p:cNvSpPr>
          <p:nvPr/>
        </p:nvSpPr>
        <p:spPr>
          <a:xfrm>
            <a:off x="4929188" y="3036094"/>
            <a:ext cx="523875" cy="523875"/>
          </a:xfrm>
          <a:prstGeom prst="ellipse">
            <a:avLst/>
          </a:prstGeom>
          <a:solidFill>
            <a:srgbClr val="B42332"/>
          </a:solidFill>
          <a:ln w="11906">
            <a:solidFill>
              <a:srgbClr val="172B4D"/>
            </a:solidFill>
          </a:ln>
        </p:spPr>
      </p:sp>
      <p:sp>
        <p:nvSpPr>
          <p:cNvPr id="10" name="object-10">
            <a:extLst>
              <a:ext uri="{FF2B5EF4-FFF2-40B4-BE49-F238E27FC236}">
                <a16:creationId xmlns:a16="http://schemas.microsoft.com/office/drawing/2014/main" id="{E166F18A-7290-4278-9B66-283256697D71}"/>
              </a:ext>
            </a:extLst>
          </p:cNvPr>
          <p:cNvSpPr>
            <a:spLocks noGrp="1"/>
          </p:cNvSpPr>
          <p:nvPr/>
        </p:nvSpPr>
        <p:spPr>
          <a:xfrm>
            <a:off x="6500813" y="3036094"/>
            <a:ext cx="523875" cy="523875"/>
          </a:xfrm>
          <a:prstGeom prst="ellipse">
            <a:avLst/>
          </a:prstGeom>
          <a:solidFill>
            <a:srgbClr val="B42332"/>
          </a:solidFill>
          <a:ln w="11906">
            <a:solidFill>
              <a:srgbClr val="172B4D"/>
            </a:solidFill>
          </a:ln>
        </p:spPr>
      </p:sp>
      <p:sp>
        <p:nvSpPr>
          <p:cNvPr id="11" name="object-11">
            <a:extLst>
              <a:ext uri="{FF2B5EF4-FFF2-40B4-BE49-F238E27FC236}">
                <a16:creationId xmlns:a16="http://schemas.microsoft.com/office/drawing/2014/main" id="{E91ADBD0-2D2F-49A8-AEAB-B12E85D26878}"/>
              </a:ext>
            </a:extLst>
          </p:cNvPr>
          <p:cNvSpPr>
            <a:spLocks noGrp="1"/>
          </p:cNvSpPr>
          <p:nvPr/>
        </p:nvSpPr>
        <p:spPr>
          <a:xfrm>
            <a:off x="1785938" y="5238750"/>
            <a:ext cx="523875" cy="523875"/>
          </a:xfrm>
          <a:prstGeom prst="ellipse">
            <a:avLst/>
          </a:prstGeom>
          <a:solidFill>
            <a:srgbClr val="1D4ED8"/>
          </a:solidFill>
          <a:ln w="11906">
            <a:solidFill>
              <a:srgbClr val="172B4D"/>
            </a:solidFill>
          </a:ln>
        </p:spPr>
      </p:sp>
      <p:sp>
        <p:nvSpPr>
          <p:cNvPr id="12" name="object-12">
            <a:extLst>
              <a:ext uri="{FF2B5EF4-FFF2-40B4-BE49-F238E27FC236}">
                <a16:creationId xmlns:a16="http://schemas.microsoft.com/office/drawing/2014/main" id="{AB66CFBE-240D-4E2C-A0D5-3862BC1B2116}"/>
              </a:ext>
            </a:extLst>
          </p:cNvPr>
          <p:cNvSpPr>
            <a:spLocks noGrp="1"/>
          </p:cNvSpPr>
          <p:nvPr/>
        </p:nvSpPr>
        <p:spPr>
          <a:xfrm>
            <a:off x="3357563" y="5238750"/>
            <a:ext cx="523875" cy="523875"/>
          </a:xfrm>
          <a:prstGeom prst="ellipse">
            <a:avLst/>
          </a:prstGeom>
          <a:solidFill>
            <a:srgbClr val="1D4ED8"/>
          </a:solidFill>
          <a:ln w="11906">
            <a:solidFill>
              <a:srgbClr val="172B4D"/>
            </a:solidFill>
          </a:ln>
        </p:spPr>
      </p:sp>
      <p:sp>
        <p:nvSpPr>
          <p:cNvPr id="13" name="object-13">
            <a:extLst>
              <a:ext uri="{FF2B5EF4-FFF2-40B4-BE49-F238E27FC236}">
                <a16:creationId xmlns:a16="http://schemas.microsoft.com/office/drawing/2014/main" id="{3DA27808-C7D7-414C-B33A-73C6DB9FDDDC}"/>
              </a:ext>
            </a:extLst>
          </p:cNvPr>
          <p:cNvSpPr>
            <a:spLocks noGrp="1"/>
          </p:cNvSpPr>
          <p:nvPr/>
        </p:nvSpPr>
        <p:spPr>
          <a:xfrm>
            <a:off x="4929188" y="5238750"/>
            <a:ext cx="523875" cy="523875"/>
          </a:xfrm>
          <a:prstGeom prst="ellipse">
            <a:avLst/>
          </a:prstGeom>
          <a:solidFill>
            <a:srgbClr val="1D4ED8"/>
          </a:solidFill>
          <a:ln w="11906">
            <a:solidFill>
              <a:srgbClr val="172B4D"/>
            </a:solidFill>
          </a:ln>
        </p:spPr>
      </p:sp>
      <p:sp>
        <p:nvSpPr>
          <p:cNvPr id="14" name="object-14">
            <a:extLst>
              <a:ext uri="{FF2B5EF4-FFF2-40B4-BE49-F238E27FC236}">
                <a16:creationId xmlns:a16="http://schemas.microsoft.com/office/drawing/2014/main" id="{5CB119A0-D00B-4B7A-A3D1-DD3E998E0221}"/>
              </a:ext>
            </a:extLst>
          </p:cNvPr>
          <p:cNvSpPr>
            <a:spLocks noGrp="1"/>
          </p:cNvSpPr>
          <p:nvPr/>
        </p:nvSpPr>
        <p:spPr>
          <a:xfrm>
            <a:off x="6500813" y="5238750"/>
            <a:ext cx="523875" cy="523875"/>
          </a:xfrm>
          <a:prstGeom prst="ellipse">
            <a:avLst/>
          </a:prstGeom>
          <a:solidFill>
            <a:srgbClr val="1D4ED8"/>
          </a:solidFill>
          <a:ln w="11906">
            <a:solidFill>
              <a:srgbClr val="172B4D"/>
            </a:solidFill>
          </a:ln>
        </p:spPr>
      </p:sp>
      <p:sp>
        <p:nvSpPr>
          <p:cNvPr id="15" name="object-15">
            <a:extLst>
              <a:ext uri="{FF2B5EF4-FFF2-40B4-BE49-F238E27FC236}">
                <a16:creationId xmlns:a16="http://schemas.microsoft.com/office/drawing/2014/main" id="{77AE141C-5AB5-435F-BC08-26540642F0E8}"/>
              </a:ext>
            </a:extLst>
          </p:cNvPr>
          <p:cNvSpPr>
            <a:spLocks noGrp="1"/>
          </p:cNvSpPr>
          <p:nvPr/>
        </p:nvSpPr>
        <p:spPr>
          <a:xfrm>
            <a:off x="8072438" y="5238750"/>
            <a:ext cx="523875" cy="523875"/>
          </a:xfrm>
          <a:prstGeom prst="ellipse">
            <a:avLst/>
          </a:prstGeom>
          <a:solidFill>
            <a:srgbClr val="1D4ED8"/>
          </a:solidFill>
          <a:ln w="11906">
            <a:solidFill>
              <a:srgbClr val="172B4D"/>
            </a:solidFill>
          </a:ln>
        </p:spPr>
      </p:sp>
      <p:sp>
        <p:nvSpPr>
          <p:cNvPr id="16" name="object-16">
            <a:extLst>
              <a:ext uri="{FF2B5EF4-FFF2-40B4-BE49-F238E27FC236}">
                <a16:creationId xmlns:a16="http://schemas.microsoft.com/office/drawing/2014/main" id="{54F9700D-BF29-4E07-90E7-12CDE3FD2B83}"/>
              </a:ext>
            </a:extLst>
          </p:cNvPr>
          <p:cNvSpPr>
            <a:spLocks noGrp="1"/>
          </p:cNvSpPr>
          <p:nvPr/>
        </p:nvSpPr>
        <p:spPr>
          <a:xfrm>
            <a:off x="9644063" y="5238750"/>
            <a:ext cx="523875" cy="523875"/>
          </a:xfrm>
          <a:prstGeom prst="ellipse">
            <a:avLst/>
          </a:prstGeom>
          <a:solidFill>
            <a:srgbClr val="1D4ED8"/>
          </a:solidFill>
          <a:ln w="11906">
            <a:solidFill>
              <a:srgbClr val="172B4D"/>
            </a:solidFill>
          </a:ln>
        </p:spPr>
      </p:sp>
      <p:sp>
        <p:nvSpPr>
          <p:cNvPr id="17" name="object-17">
            <a:extLst>
              <a:ext uri="{FF2B5EF4-FFF2-40B4-BE49-F238E27FC236}">
                <a16:creationId xmlns:a16="http://schemas.microsoft.com/office/drawing/2014/main" id="{C4BBEAC1-E853-4660-8401-FF8249F3DDBF}"/>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6 &gt; 4: 2 more.</a:t>
            </a:r>
          </a:p>
        </p:txBody>
      </p:sp>
    </p:spTree>
    <p:extLst>
      <p:ext uri="{BB962C8B-B14F-4D97-AF65-F5344CB8AC3E}">
        <p14:creationId xmlns:p14="http://schemas.microsoft.com/office/powerpoint/2010/main" val="279633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 -0.11805556 E" pathEditMode="relative" ptsTypes="">
                                      <p:cBhvr>
                                        <p:cTn id="6" dur="800" fill="hold"/>
                                        <p:tgtEl>
                                          <p:spTgt spid="11"/>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 -0.11805556 E" pathEditMode="relative" ptsTypes="">
                                      <p:cBhvr>
                                        <p:cTn id="10" dur="800" fill="hold"/>
                                        <p:tgtEl>
                                          <p:spTgt spid="12"/>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 0 L 0 -0.11805556 E" pathEditMode="relative" ptsTypes="">
                                      <p:cBhvr>
                                        <p:cTn id="14" dur="800" fill="hold"/>
                                        <p:tgtEl>
                                          <p:spTgt spid="1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 0 L 0 -0.11805556 E" pathEditMode="relative" ptsTypes="">
                                      <p:cBhvr>
                                        <p:cTn id="18" dur="800" fill="hold"/>
                                        <p:tgtEl>
                                          <p:spTgt spid="14"/>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F1560B6E-17A1-4C9E-832B-884119F68DDA}"/>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EE0C6F84-FE1F-4491-8BC3-65FE4AE0BF0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Which set has more, fewer, or the same number?</a:t>
            </a:r>
          </a:p>
        </p:txBody>
      </p:sp>
      <p:sp>
        <p:nvSpPr>
          <p:cNvPr id="3" name="object-3">
            <a:extLst>
              <a:ext uri="{FF2B5EF4-FFF2-40B4-BE49-F238E27FC236}">
                <a16:creationId xmlns:a16="http://schemas.microsoft.com/office/drawing/2014/main" id="{3009D688-D77C-45F5-AAA2-07965144A92C}"/>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664F803A-FD6F-4559-AD4E-1BBC4B6C9FE0}"/>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Compare sets using more fewer and equal</a:t>
            </a:r>
          </a:p>
        </p:txBody>
      </p:sp>
      <p:sp>
        <p:nvSpPr>
          <p:cNvPr id="5" name="object-5">
            <a:extLst>
              <a:ext uri="{FF2B5EF4-FFF2-40B4-BE49-F238E27FC236}">
                <a16:creationId xmlns:a16="http://schemas.microsoft.com/office/drawing/2014/main" id="{2FB39450-FEB9-4DF5-B8CB-A2BC635767B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3D3DBC15-F9BF-4F0C-81E7-51D146EFEE29}"/>
              </a:ext>
            </a:extLst>
          </p:cNvPr>
          <p:cNvSpPr>
            <a:spLocks noGrp="1"/>
          </p:cNvSpPr>
          <p:nvPr/>
        </p:nvSpPr>
        <p:spPr>
          <a:xfrm>
            <a:off x="1785938" y="3036094"/>
            <a:ext cx="523875" cy="523875"/>
          </a:xfrm>
          <a:prstGeom prst="ellipse">
            <a:avLst/>
          </a:prstGeom>
          <a:solidFill>
            <a:srgbClr val="B42332"/>
          </a:solidFill>
          <a:ln w="11906">
            <a:solidFill>
              <a:srgbClr val="172B4D"/>
            </a:solidFill>
          </a:ln>
        </p:spPr>
      </p:sp>
      <p:sp>
        <p:nvSpPr>
          <p:cNvPr id="7" name="object-7">
            <a:extLst>
              <a:ext uri="{FF2B5EF4-FFF2-40B4-BE49-F238E27FC236}">
                <a16:creationId xmlns:a16="http://schemas.microsoft.com/office/drawing/2014/main" id="{6819FE18-BAD4-47D2-B679-483C679B9945}"/>
              </a:ext>
            </a:extLst>
          </p:cNvPr>
          <p:cNvSpPr>
            <a:spLocks noGrp="1"/>
          </p:cNvSpPr>
          <p:nvPr/>
        </p:nvSpPr>
        <p:spPr>
          <a:xfrm>
            <a:off x="3357563" y="3036094"/>
            <a:ext cx="523875" cy="523875"/>
          </a:xfrm>
          <a:prstGeom prst="ellipse">
            <a:avLst/>
          </a:prstGeom>
          <a:solidFill>
            <a:srgbClr val="B42332"/>
          </a:solidFill>
          <a:ln w="11906">
            <a:solidFill>
              <a:srgbClr val="172B4D"/>
            </a:solidFill>
          </a:ln>
        </p:spPr>
      </p:sp>
      <p:sp>
        <p:nvSpPr>
          <p:cNvPr id="8" name="object-8">
            <a:extLst>
              <a:ext uri="{FF2B5EF4-FFF2-40B4-BE49-F238E27FC236}">
                <a16:creationId xmlns:a16="http://schemas.microsoft.com/office/drawing/2014/main" id="{EF21757E-AF94-422C-9998-AA108BD74F26}"/>
              </a:ext>
            </a:extLst>
          </p:cNvPr>
          <p:cNvSpPr>
            <a:spLocks noGrp="1"/>
          </p:cNvSpPr>
          <p:nvPr/>
        </p:nvSpPr>
        <p:spPr>
          <a:xfrm>
            <a:off x="4929188" y="3036094"/>
            <a:ext cx="523875" cy="523875"/>
          </a:xfrm>
          <a:prstGeom prst="ellipse">
            <a:avLst/>
          </a:prstGeom>
          <a:solidFill>
            <a:srgbClr val="B42332"/>
          </a:solidFill>
          <a:ln w="11906">
            <a:solidFill>
              <a:srgbClr val="172B4D"/>
            </a:solidFill>
          </a:ln>
        </p:spPr>
      </p:sp>
      <p:sp>
        <p:nvSpPr>
          <p:cNvPr id="9" name="object-9">
            <a:extLst>
              <a:ext uri="{FF2B5EF4-FFF2-40B4-BE49-F238E27FC236}">
                <a16:creationId xmlns:a16="http://schemas.microsoft.com/office/drawing/2014/main" id="{92C6257B-73B7-4D3C-ABC8-AE9FDCBE0C3F}"/>
              </a:ext>
            </a:extLst>
          </p:cNvPr>
          <p:cNvSpPr>
            <a:spLocks noGrp="1"/>
          </p:cNvSpPr>
          <p:nvPr/>
        </p:nvSpPr>
        <p:spPr>
          <a:xfrm>
            <a:off x="6500813" y="3036094"/>
            <a:ext cx="523875" cy="523875"/>
          </a:xfrm>
          <a:prstGeom prst="ellipse">
            <a:avLst/>
          </a:prstGeom>
          <a:solidFill>
            <a:srgbClr val="B42332"/>
          </a:solidFill>
          <a:ln w="11906">
            <a:solidFill>
              <a:srgbClr val="172B4D"/>
            </a:solidFill>
          </a:ln>
        </p:spPr>
      </p:sp>
      <p:sp>
        <p:nvSpPr>
          <p:cNvPr id="10" name="object-10">
            <a:extLst>
              <a:ext uri="{FF2B5EF4-FFF2-40B4-BE49-F238E27FC236}">
                <a16:creationId xmlns:a16="http://schemas.microsoft.com/office/drawing/2014/main" id="{51351718-D051-4CE9-88CB-64F495860847}"/>
              </a:ext>
            </a:extLst>
          </p:cNvPr>
          <p:cNvSpPr>
            <a:spLocks noGrp="1"/>
          </p:cNvSpPr>
          <p:nvPr/>
        </p:nvSpPr>
        <p:spPr>
          <a:xfrm>
            <a:off x="8072438" y="3036094"/>
            <a:ext cx="523875" cy="523875"/>
          </a:xfrm>
          <a:prstGeom prst="ellipse">
            <a:avLst/>
          </a:prstGeom>
          <a:solidFill>
            <a:srgbClr val="B42332"/>
          </a:solidFill>
          <a:ln w="11906">
            <a:solidFill>
              <a:srgbClr val="172B4D"/>
            </a:solidFill>
          </a:ln>
        </p:spPr>
      </p:sp>
      <p:sp>
        <p:nvSpPr>
          <p:cNvPr id="11" name="object-11">
            <a:extLst>
              <a:ext uri="{FF2B5EF4-FFF2-40B4-BE49-F238E27FC236}">
                <a16:creationId xmlns:a16="http://schemas.microsoft.com/office/drawing/2014/main" id="{B756C8B8-2852-4172-80CF-624CE5FFF9D6}"/>
              </a:ext>
            </a:extLst>
          </p:cNvPr>
          <p:cNvSpPr>
            <a:spLocks noGrp="1"/>
          </p:cNvSpPr>
          <p:nvPr/>
        </p:nvSpPr>
        <p:spPr>
          <a:xfrm>
            <a:off x="1785938" y="5238750"/>
            <a:ext cx="523875" cy="523875"/>
          </a:xfrm>
          <a:prstGeom prst="ellipse">
            <a:avLst/>
          </a:prstGeom>
          <a:solidFill>
            <a:srgbClr val="1D4ED8"/>
          </a:solidFill>
          <a:ln w="11906">
            <a:solidFill>
              <a:srgbClr val="172B4D"/>
            </a:solidFill>
          </a:ln>
        </p:spPr>
      </p:sp>
      <p:sp>
        <p:nvSpPr>
          <p:cNvPr id="12" name="object-12">
            <a:extLst>
              <a:ext uri="{FF2B5EF4-FFF2-40B4-BE49-F238E27FC236}">
                <a16:creationId xmlns:a16="http://schemas.microsoft.com/office/drawing/2014/main" id="{474AE49A-3DE6-416B-9927-A0440DDF61FD}"/>
              </a:ext>
            </a:extLst>
          </p:cNvPr>
          <p:cNvSpPr>
            <a:spLocks noGrp="1"/>
          </p:cNvSpPr>
          <p:nvPr/>
        </p:nvSpPr>
        <p:spPr>
          <a:xfrm>
            <a:off x="3357563" y="5238750"/>
            <a:ext cx="523875" cy="523875"/>
          </a:xfrm>
          <a:prstGeom prst="ellipse">
            <a:avLst/>
          </a:prstGeom>
          <a:solidFill>
            <a:srgbClr val="1D4ED8"/>
          </a:solidFill>
          <a:ln w="11906">
            <a:solidFill>
              <a:srgbClr val="172B4D"/>
            </a:solidFill>
          </a:ln>
        </p:spPr>
      </p:sp>
      <p:sp>
        <p:nvSpPr>
          <p:cNvPr id="13" name="object-13">
            <a:extLst>
              <a:ext uri="{FF2B5EF4-FFF2-40B4-BE49-F238E27FC236}">
                <a16:creationId xmlns:a16="http://schemas.microsoft.com/office/drawing/2014/main" id="{3E596F5E-F5BD-4504-8EED-8E021CF5D196}"/>
              </a:ext>
            </a:extLst>
          </p:cNvPr>
          <p:cNvSpPr>
            <a:spLocks noGrp="1"/>
          </p:cNvSpPr>
          <p:nvPr/>
        </p:nvSpPr>
        <p:spPr>
          <a:xfrm>
            <a:off x="4929188" y="5238750"/>
            <a:ext cx="523875" cy="523875"/>
          </a:xfrm>
          <a:prstGeom prst="ellipse">
            <a:avLst/>
          </a:prstGeom>
          <a:solidFill>
            <a:srgbClr val="1D4ED8"/>
          </a:solidFill>
          <a:ln w="11906">
            <a:solidFill>
              <a:srgbClr val="172B4D"/>
            </a:solidFill>
          </a:ln>
        </p:spPr>
      </p:sp>
      <p:sp>
        <p:nvSpPr>
          <p:cNvPr id="14" name="object-14">
            <a:extLst>
              <a:ext uri="{FF2B5EF4-FFF2-40B4-BE49-F238E27FC236}">
                <a16:creationId xmlns:a16="http://schemas.microsoft.com/office/drawing/2014/main" id="{8588FE79-62BC-4995-8D92-8ED2A244E268}"/>
              </a:ext>
            </a:extLst>
          </p:cNvPr>
          <p:cNvSpPr>
            <a:spLocks noGrp="1"/>
          </p:cNvSpPr>
          <p:nvPr/>
        </p:nvSpPr>
        <p:spPr>
          <a:xfrm>
            <a:off x="6500813" y="5238750"/>
            <a:ext cx="523875" cy="523875"/>
          </a:xfrm>
          <a:prstGeom prst="ellipse">
            <a:avLst/>
          </a:prstGeom>
          <a:solidFill>
            <a:srgbClr val="1D4ED8"/>
          </a:solidFill>
          <a:ln w="11906">
            <a:solidFill>
              <a:srgbClr val="172B4D"/>
            </a:solidFill>
          </a:ln>
        </p:spPr>
      </p:sp>
      <p:sp>
        <p:nvSpPr>
          <p:cNvPr id="15" name="object-15">
            <a:extLst>
              <a:ext uri="{FF2B5EF4-FFF2-40B4-BE49-F238E27FC236}">
                <a16:creationId xmlns:a16="http://schemas.microsoft.com/office/drawing/2014/main" id="{C353AD7D-A276-41FA-95EF-B77A469560BD}"/>
              </a:ext>
            </a:extLst>
          </p:cNvPr>
          <p:cNvSpPr>
            <a:spLocks noGrp="1"/>
          </p:cNvSpPr>
          <p:nvPr/>
        </p:nvSpPr>
        <p:spPr>
          <a:xfrm>
            <a:off x="8072438" y="5238750"/>
            <a:ext cx="523875" cy="523875"/>
          </a:xfrm>
          <a:prstGeom prst="ellipse">
            <a:avLst/>
          </a:prstGeom>
          <a:solidFill>
            <a:srgbClr val="1D4ED8"/>
          </a:solidFill>
          <a:ln w="11906">
            <a:solidFill>
              <a:srgbClr val="172B4D"/>
            </a:solidFill>
          </a:ln>
        </p:spPr>
      </p:sp>
      <p:sp>
        <p:nvSpPr>
          <p:cNvPr id="16" name="object-16">
            <a:extLst>
              <a:ext uri="{FF2B5EF4-FFF2-40B4-BE49-F238E27FC236}">
                <a16:creationId xmlns:a16="http://schemas.microsoft.com/office/drawing/2014/main" id="{0FBE87B3-362F-4E67-9DD1-DAC8910AE72F}"/>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5 = 5: the sets are equal.</a:t>
            </a:r>
          </a:p>
        </p:txBody>
      </p:sp>
    </p:spTree>
    <p:extLst>
      <p:ext uri="{BB962C8B-B14F-4D97-AF65-F5344CB8AC3E}">
        <p14:creationId xmlns:p14="http://schemas.microsoft.com/office/powerpoint/2010/main" val="130101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 -0.11805556 E" pathEditMode="relative" ptsTypes="">
                                      <p:cBhvr>
                                        <p:cTn id="6" dur="800" fill="hold"/>
                                        <p:tgtEl>
                                          <p:spTgt spid="11"/>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 -0.11805556 E" pathEditMode="relative" ptsTypes="">
                                      <p:cBhvr>
                                        <p:cTn id="10" dur="800" fill="hold"/>
                                        <p:tgtEl>
                                          <p:spTgt spid="12"/>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 0 L 0 -0.11805556 E" pathEditMode="relative" ptsTypes="">
                                      <p:cBhvr>
                                        <p:cTn id="14" dur="800" fill="hold"/>
                                        <p:tgtEl>
                                          <p:spTgt spid="1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 0 L 0 -0.11805556 E" pathEditMode="relative" ptsTypes="">
                                      <p:cBhvr>
                                        <p:cTn id="18" dur="800" fill="hold"/>
                                        <p:tgtEl>
                                          <p:spTgt spid="14"/>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0 0 L 0 -0.11805556 E" pathEditMode="relative" ptsTypes="">
                                      <p:cBhvr>
                                        <p:cTn id="22" dur="800" fill="hold"/>
                                        <p:tgtEl>
                                          <p:spTgt spid="15"/>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object-1">
            <a:extLst>
              <a:ext uri="{FF2B5EF4-FFF2-40B4-BE49-F238E27FC236}">
                <a16:creationId xmlns:a16="http://schemas.microsoft.com/office/drawing/2014/main" id="{57358122-E3ED-45FF-958A-1E0AD2D135E2}"/>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71632DA7-6B2F-4F8A-B662-EFE28B2F31C9}"/>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05A9A401-3451-4F15-A276-4BEB4FB4168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Which set has more, fewer, or the same number?</a:t>
            </a:r>
          </a:p>
        </p:txBody>
      </p:sp>
      <p:sp>
        <p:nvSpPr>
          <p:cNvPr id="4" name="object-4">
            <a:extLst>
              <a:ext uri="{FF2B5EF4-FFF2-40B4-BE49-F238E27FC236}">
                <a16:creationId xmlns:a16="http://schemas.microsoft.com/office/drawing/2014/main" id="{3DE12764-9126-4439-85FA-5E4945151BD9}"/>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41AFDD6A-8530-44C1-99F7-096BCF82509C}"/>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Compare sets using more fewer and equal</a:t>
            </a:r>
          </a:p>
        </p:txBody>
      </p:sp>
      <p:sp>
        <p:nvSpPr>
          <p:cNvPr id="6" name="object-6">
            <a:extLst>
              <a:ext uri="{FF2B5EF4-FFF2-40B4-BE49-F238E27FC236}">
                <a16:creationId xmlns:a16="http://schemas.microsoft.com/office/drawing/2014/main" id="{6618D556-8355-462E-820C-E04E362CC1D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68975AC2-3CD7-496A-AAE7-A7CC8320DAA3}"/>
              </a:ext>
            </a:extLst>
          </p:cNvPr>
          <p:cNvSpPr>
            <a:spLocks noGrp="1"/>
          </p:cNvSpPr>
          <p:nvPr/>
        </p:nvSpPr>
        <p:spPr>
          <a:xfrm>
            <a:off x="1785938" y="3036094"/>
            <a:ext cx="523875" cy="523875"/>
          </a:xfrm>
          <a:prstGeom prst="ellipse">
            <a:avLst/>
          </a:prstGeom>
          <a:solidFill>
            <a:srgbClr val="B42332"/>
          </a:solidFill>
          <a:ln w="11906">
            <a:solidFill>
              <a:srgbClr val="172B4D"/>
            </a:solidFill>
          </a:ln>
        </p:spPr>
      </p:sp>
      <p:sp>
        <p:nvSpPr>
          <p:cNvPr id="8" name="object-8">
            <a:extLst>
              <a:ext uri="{FF2B5EF4-FFF2-40B4-BE49-F238E27FC236}">
                <a16:creationId xmlns:a16="http://schemas.microsoft.com/office/drawing/2014/main" id="{A5428712-AB44-4B4D-956B-A5D83215B33D}"/>
              </a:ext>
            </a:extLst>
          </p:cNvPr>
          <p:cNvSpPr>
            <a:spLocks noGrp="1"/>
          </p:cNvSpPr>
          <p:nvPr/>
        </p:nvSpPr>
        <p:spPr>
          <a:xfrm>
            <a:off x="3357563" y="3036094"/>
            <a:ext cx="523875" cy="523875"/>
          </a:xfrm>
          <a:prstGeom prst="ellipse">
            <a:avLst/>
          </a:prstGeom>
          <a:solidFill>
            <a:srgbClr val="B42332"/>
          </a:solidFill>
          <a:ln w="11906">
            <a:solidFill>
              <a:srgbClr val="172B4D"/>
            </a:solidFill>
          </a:ln>
        </p:spPr>
      </p:sp>
      <p:sp>
        <p:nvSpPr>
          <p:cNvPr id="9" name="object-9">
            <a:extLst>
              <a:ext uri="{FF2B5EF4-FFF2-40B4-BE49-F238E27FC236}">
                <a16:creationId xmlns:a16="http://schemas.microsoft.com/office/drawing/2014/main" id="{04293357-813C-48B0-99A3-D66A347324BE}"/>
              </a:ext>
            </a:extLst>
          </p:cNvPr>
          <p:cNvSpPr>
            <a:spLocks noGrp="1"/>
          </p:cNvSpPr>
          <p:nvPr/>
        </p:nvSpPr>
        <p:spPr>
          <a:xfrm>
            <a:off x="4929188" y="3036094"/>
            <a:ext cx="523875" cy="523875"/>
          </a:xfrm>
          <a:prstGeom prst="ellipse">
            <a:avLst/>
          </a:prstGeom>
          <a:solidFill>
            <a:srgbClr val="B42332"/>
          </a:solidFill>
          <a:ln w="11906">
            <a:solidFill>
              <a:srgbClr val="172B4D"/>
            </a:solidFill>
          </a:ln>
        </p:spPr>
      </p:sp>
      <p:sp>
        <p:nvSpPr>
          <p:cNvPr id="10" name="object-10">
            <a:extLst>
              <a:ext uri="{FF2B5EF4-FFF2-40B4-BE49-F238E27FC236}">
                <a16:creationId xmlns:a16="http://schemas.microsoft.com/office/drawing/2014/main" id="{E4661431-22E5-49CF-9C8F-142843053337}"/>
              </a:ext>
            </a:extLst>
          </p:cNvPr>
          <p:cNvSpPr>
            <a:spLocks noGrp="1"/>
          </p:cNvSpPr>
          <p:nvPr/>
        </p:nvSpPr>
        <p:spPr>
          <a:xfrm>
            <a:off x="6500813" y="3036094"/>
            <a:ext cx="523875" cy="523875"/>
          </a:xfrm>
          <a:prstGeom prst="ellipse">
            <a:avLst/>
          </a:prstGeom>
          <a:solidFill>
            <a:srgbClr val="B42332"/>
          </a:solidFill>
          <a:ln w="11906">
            <a:solidFill>
              <a:srgbClr val="172B4D"/>
            </a:solidFill>
          </a:ln>
        </p:spPr>
      </p:sp>
      <p:sp>
        <p:nvSpPr>
          <p:cNvPr id="11" name="object-11">
            <a:extLst>
              <a:ext uri="{FF2B5EF4-FFF2-40B4-BE49-F238E27FC236}">
                <a16:creationId xmlns:a16="http://schemas.microsoft.com/office/drawing/2014/main" id="{8B760222-48DD-4679-901D-449808AF83B3}"/>
              </a:ext>
            </a:extLst>
          </p:cNvPr>
          <p:cNvSpPr>
            <a:spLocks noGrp="1"/>
          </p:cNvSpPr>
          <p:nvPr/>
        </p:nvSpPr>
        <p:spPr>
          <a:xfrm>
            <a:off x="8072438" y="3036094"/>
            <a:ext cx="523875" cy="523875"/>
          </a:xfrm>
          <a:prstGeom prst="ellipse">
            <a:avLst/>
          </a:prstGeom>
          <a:solidFill>
            <a:srgbClr val="B42332"/>
          </a:solidFill>
          <a:ln w="11906">
            <a:solidFill>
              <a:srgbClr val="172B4D"/>
            </a:solidFill>
          </a:ln>
        </p:spPr>
      </p:sp>
      <p:sp>
        <p:nvSpPr>
          <p:cNvPr id="12" name="object-12">
            <a:extLst>
              <a:ext uri="{FF2B5EF4-FFF2-40B4-BE49-F238E27FC236}">
                <a16:creationId xmlns:a16="http://schemas.microsoft.com/office/drawing/2014/main" id="{C4AEDE69-246D-4B91-9EF6-038C1D36C6D8}"/>
              </a:ext>
            </a:extLst>
          </p:cNvPr>
          <p:cNvSpPr>
            <a:spLocks noGrp="1"/>
          </p:cNvSpPr>
          <p:nvPr/>
        </p:nvSpPr>
        <p:spPr>
          <a:xfrm>
            <a:off x="9644063" y="3036094"/>
            <a:ext cx="523875" cy="523875"/>
          </a:xfrm>
          <a:prstGeom prst="ellipse">
            <a:avLst/>
          </a:prstGeom>
          <a:solidFill>
            <a:srgbClr val="B42332"/>
          </a:solidFill>
          <a:ln w="11906">
            <a:solidFill>
              <a:srgbClr val="172B4D"/>
            </a:solidFill>
          </a:ln>
        </p:spPr>
      </p:sp>
      <p:sp>
        <p:nvSpPr>
          <p:cNvPr id="13" name="object-13">
            <a:extLst>
              <a:ext uri="{FF2B5EF4-FFF2-40B4-BE49-F238E27FC236}">
                <a16:creationId xmlns:a16="http://schemas.microsoft.com/office/drawing/2014/main" id="{9477ED59-A648-416D-91FD-3B8662F1B1B5}"/>
              </a:ext>
            </a:extLst>
          </p:cNvPr>
          <p:cNvSpPr>
            <a:spLocks noGrp="1"/>
          </p:cNvSpPr>
          <p:nvPr/>
        </p:nvSpPr>
        <p:spPr>
          <a:xfrm>
            <a:off x="1785938" y="5238750"/>
            <a:ext cx="523875" cy="523875"/>
          </a:xfrm>
          <a:prstGeom prst="ellipse">
            <a:avLst/>
          </a:prstGeom>
          <a:solidFill>
            <a:srgbClr val="1D4ED8"/>
          </a:solidFill>
          <a:ln w="11906">
            <a:solidFill>
              <a:srgbClr val="172B4D"/>
            </a:solidFill>
          </a:ln>
        </p:spPr>
      </p:sp>
      <p:sp>
        <p:nvSpPr>
          <p:cNvPr id="14" name="object-14">
            <a:extLst>
              <a:ext uri="{FF2B5EF4-FFF2-40B4-BE49-F238E27FC236}">
                <a16:creationId xmlns:a16="http://schemas.microsoft.com/office/drawing/2014/main" id="{7EC6A893-0A08-44CB-9E1B-56C173104219}"/>
              </a:ext>
            </a:extLst>
          </p:cNvPr>
          <p:cNvSpPr>
            <a:spLocks noGrp="1"/>
          </p:cNvSpPr>
          <p:nvPr/>
        </p:nvSpPr>
        <p:spPr>
          <a:xfrm>
            <a:off x="3357563" y="5238750"/>
            <a:ext cx="523875" cy="523875"/>
          </a:xfrm>
          <a:prstGeom prst="ellipse">
            <a:avLst/>
          </a:prstGeom>
          <a:solidFill>
            <a:srgbClr val="1D4ED8"/>
          </a:solidFill>
          <a:ln w="11906">
            <a:solidFill>
              <a:srgbClr val="172B4D"/>
            </a:solidFill>
          </a:ln>
        </p:spPr>
      </p:sp>
      <p:sp>
        <p:nvSpPr>
          <p:cNvPr id="15" name="object-15">
            <a:extLst>
              <a:ext uri="{FF2B5EF4-FFF2-40B4-BE49-F238E27FC236}">
                <a16:creationId xmlns:a16="http://schemas.microsoft.com/office/drawing/2014/main" id="{3ADE1EC0-581B-4E9B-B1E9-B64EFB9C14D7}"/>
              </a:ext>
            </a:extLst>
          </p:cNvPr>
          <p:cNvSpPr>
            <a:spLocks noGrp="1"/>
          </p:cNvSpPr>
          <p:nvPr/>
        </p:nvSpPr>
        <p:spPr>
          <a:xfrm>
            <a:off x="4929188" y="5238750"/>
            <a:ext cx="523875" cy="523875"/>
          </a:xfrm>
          <a:prstGeom prst="ellipse">
            <a:avLst/>
          </a:prstGeom>
          <a:solidFill>
            <a:srgbClr val="1D4ED8"/>
          </a:solidFill>
          <a:ln w="11906">
            <a:solidFill>
              <a:srgbClr val="172B4D"/>
            </a:solidFill>
          </a:ln>
        </p:spPr>
      </p:sp>
      <p:sp>
        <p:nvSpPr>
          <p:cNvPr id="16" name="object-16">
            <a:extLst>
              <a:ext uri="{FF2B5EF4-FFF2-40B4-BE49-F238E27FC236}">
                <a16:creationId xmlns:a16="http://schemas.microsoft.com/office/drawing/2014/main" id="{347AD7E0-E1D0-416D-B67E-69C1D610CF02}"/>
              </a:ext>
            </a:extLst>
          </p:cNvPr>
          <p:cNvSpPr>
            <a:spLocks noGrp="1"/>
          </p:cNvSpPr>
          <p:nvPr/>
        </p:nvSpPr>
        <p:spPr>
          <a:xfrm>
            <a:off x="6500813" y="5238750"/>
            <a:ext cx="523875" cy="523875"/>
          </a:xfrm>
          <a:prstGeom prst="ellipse">
            <a:avLst/>
          </a:prstGeom>
          <a:solidFill>
            <a:srgbClr val="1D4ED8"/>
          </a:solidFill>
          <a:ln w="11906">
            <a:solidFill>
              <a:srgbClr val="172B4D"/>
            </a:solidFill>
          </a:ln>
        </p:spPr>
      </p:sp>
      <p:sp>
        <p:nvSpPr>
          <p:cNvPr id="17" name="object-17">
            <a:extLst>
              <a:ext uri="{FF2B5EF4-FFF2-40B4-BE49-F238E27FC236}">
                <a16:creationId xmlns:a16="http://schemas.microsoft.com/office/drawing/2014/main" id="{FA45366F-992E-47B6-AC35-B83397D8CE34}"/>
              </a:ext>
            </a:extLst>
          </p:cNvPr>
          <p:cNvSpPr>
            <a:spLocks noGrp="1"/>
          </p:cNvSpPr>
          <p:nvPr/>
        </p:nvSpPr>
        <p:spPr>
          <a:xfrm>
            <a:off x="8072438" y="5238750"/>
            <a:ext cx="523875" cy="523875"/>
          </a:xfrm>
          <a:prstGeom prst="ellipse">
            <a:avLst/>
          </a:prstGeom>
          <a:solidFill>
            <a:srgbClr val="1D4ED8"/>
          </a:solidFill>
          <a:ln w="11906">
            <a:solidFill>
              <a:srgbClr val="172B4D"/>
            </a:solidFill>
          </a:ln>
        </p:spPr>
      </p:sp>
      <p:sp>
        <p:nvSpPr>
          <p:cNvPr id="18" name="object-18">
            <a:extLst>
              <a:ext uri="{FF2B5EF4-FFF2-40B4-BE49-F238E27FC236}">
                <a16:creationId xmlns:a16="http://schemas.microsoft.com/office/drawing/2014/main" id="{2526B20C-590C-46BD-AC13-98A0A09D233A}"/>
              </a:ext>
            </a:extLst>
          </p:cNvPr>
          <p:cNvSpPr>
            <a:spLocks noGrp="1"/>
          </p:cNvSpPr>
          <p:nvPr/>
        </p:nvSpPr>
        <p:spPr>
          <a:xfrm>
            <a:off x="9644063" y="5238750"/>
            <a:ext cx="523875" cy="523875"/>
          </a:xfrm>
          <a:prstGeom prst="ellipse">
            <a:avLst/>
          </a:prstGeom>
          <a:solidFill>
            <a:srgbClr val="1D4ED8"/>
          </a:solidFill>
          <a:ln w="11906">
            <a:solidFill>
              <a:srgbClr val="172B4D"/>
            </a:solidFill>
          </a:ln>
        </p:spPr>
      </p:sp>
      <p:sp>
        <p:nvSpPr>
          <p:cNvPr id="19" name="object-19">
            <a:extLst>
              <a:ext uri="{FF2B5EF4-FFF2-40B4-BE49-F238E27FC236}">
                <a16:creationId xmlns:a16="http://schemas.microsoft.com/office/drawing/2014/main" id="{AAED7012-5E0F-425F-B909-09A2E86C437F}"/>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6 = 6: the sets are equal.</a:t>
            </a:r>
          </a:p>
        </p:txBody>
      </p:sp>
    </p:spTree>
    <p:extLst>
      <p:ext uri="{BB962C8B-B14F-4D97-AF65-F5344CB8AC3E}">
        <p14:creationId xmlns:p14="http://schemas.microsoft.com/office/powerpoint/2010/main" val="1505699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 -0.11805556 E" pathEditMode="relative" ptsTypes="">
                                      <p:cBhvr>
                                        <p:cTn id="6" dur="800" fill="hold"/>
                                        <p:tgtEl>
                                          <p:spTgt spid="13"/>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 -0.11805556 E" pathEditMode="relative" ptsTypes="">
                                      <p:cBhvr>
                                        <p:cTn id="10" dur="800" fill="hold"/>
                                        <p:tgtEl>
                                          <p:spTgt spid="14"/>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 0 L 0 -0.11805556 E" pathEditMode="relative" ptsTypes="">
                                      <p:cBhvr>
                                        <p:cTn id="14" dur="800" fill="hold"/>
                                        <p:tgtEl>
                                          <p:spTgt spid="15"/>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 0 L 0 -0.11805556 E" pathEditMode="relative" ptsTypes="">
                                      <p:cBhvr>
                                        <p:cTn id="18" dur="800" fill="hold"/>
                                        <p:tgtEl>
                                          <p:spTgt spid="16"/>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0 0 L 0 -0.11805556 E" pathEditMode="relative" ptsTypes="">
                                      <p:cBhvr>
                                        <p:cTn id="22" dur="800" fill="hold"/>
                                        <p:tgtEl>
                                          <p:spTgt spid="17"/>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0 0 L 0 -0.11805556 E" pathEditMode="relative" ptsTypes="">
                                      <p:cBhvr>
                                        <p:cTn id="26" dur="800" fill="hold"/>
                                        <p:tgtEl>
                                          <p:spTgt spid="18"/>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4007F919-D6CC-421C-8E1A-6EA41480EB54}"/>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34289D7E-85F7-43C5-985F-5B7D1E539C2D}"/>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54E18C8B-125A-4958-BB99-D5B8436B93AE}"/>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23D30E00-F8DC-4304-8877-E72506FCD2B4}"/>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9019E244-143A-441A-B326-311ABFC3FF79}"/>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Compare sets using more fewer and equal</a:t>
            </a:r>
          </a:p>
        </p:txBody>
      </p:sp>
      <p:sp>
        <p:nvSpPr>
          <p:cNvPr id="6" name="object-6">
            <a:extLst>
              <a:ext uri="{FF2B5EF4-FFF2-40B4-BE49-F238E27FC236}">
                <a16:creationId xmlns:a16="http://schemas.microsoft.com/office/drawing/2014/main" id="{A05CE342-11F0-49F9-80D9-A24D59981B8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901ACC1C-2056-4B42-A1FE-4EC9488858CD}"/>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6E35426D-297E-4E04-A9DF-7DFC8F33F8CB}"/>
              </a:ext>
            </a:extLst>
          </p:cNvPr>
          <p:cNvSpPr>
            <a:spLocks noGrp="1"/>
          </p:cNvSpPr>
          <p:nvPr/>
        </p:nvSpPr>
        <p:spPr>
          <a:xfrm>
            <a:off x="1464469" y="25122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Compare four stars and two circles using more and fewer.</a:t>
            </a:r>
          </a:p>
        </p:txBody>
      </p:sp>
      <p:sp>
        <p:nvSpPr>
          <p:cNvPr id="9" name="object-9">
            <a:extLst>
              <a:ext uri="{FF2B5EF4-FFF2-40B4-BE49-F238E27FC236}">
                <a16:creationId xmlns:a16="http://schemas.microsoft.com/office/drawing/2014/main" id="{400D983F-CC89-4484-A275-8667C5DC9E7A}"/>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A8C36554-20D5-4F03-81C9-65AB51DE3AC8}"/>
              </a:ext>
            </a:extLst>
          </p:cNvPr>
          <p:cNvSpPr>
            <a:spLocks noGrp="1"/>
          </p:cNvSpPr>
          <p:nvPr/>
        </p:nvSpPr>
        <p:spPr>
          <a:xfrm>
            <a:off x="1464469" y="355996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Draw a set equal to five dots.</a:t>
            </a:r>
          </a:p>
        </p:txBody>
      </p:sp>
      <p:sp>
        <p:nvSpPr>
          <p:cNvPr id="11" name="object-11">
            <a:extLst>
              <a:ext uri="{FF2B5EF4-FFF2-40B4-BE49-F238E27FC236}">
                <a16:creationId xmlns:a16="http://schemas.microsoft.com/office/drawing/2014/main" id="{0C5F989A-7378-4AF1-B902-BC2C028B7802}"/>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69F7FB18-7F21-4DDF-9481-D16CBD157C5A}"/>
              </a:ext>
            </a:extLst>
          </p:cNvPr>
          <p:cNvSpPr>
            <a:spLocks noGrp="1"/>
          </p:cNvSpPr>
          <p:nvPr/>
        </p:nvSpPr>
        <p:spPr>
          <a:xfrm>
            <a:off x="1464469" y="46077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A set of three large objects and four small objects: which has more?</a:t>
            </a:r>
          </a:p>
        </p:txBody>
      </p:sp>
      <p:sp>
        <p:nvSpPr>
          <p:cNvPr id="13" name="object-13">
            <a:extLst>
              <a:ext uri="{FF2B5EF4-FFF2-40B4-BE49-F238E27FC236}">
                <a16:creationId xmlns:a16="http://schemas.microsoft.com/office/drawing/2014/main" id="{480C588E-BAB5-40D3-BC9D-4C5BDEDAA823}"/>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CC6253BC-3B85-4CB9-BA2B-365B3C034F01}"/>
              </a:ext>
            </a:extLst>
          </p:cNvPr>
          <p:cNvSpPr>
            <a:spLocks noGrp="1"/>
          </p:cNvSpPr>
          <p:nvPr/>
        </p:nvSpPr>
        <p:spPr>
          <a:xfrm>
            <a:off x="1464469" y="565546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Complete: ___ is more than 2 but fewer than 4.</a:t>
            </a:r>
          </a:p>
        </p:txBody>
      </p:sp>
      <p:sp>
        <p:nvSpPr>
          <p:cNvPr id="15" name="object-15">
            <a:extLst>
              <a:ext uri="{FF2B5EF4-FFF2-40B4-BE49-F238E27FC236}">
                <a16:creationId xmlns:a16="http://schemas.microsoft.com/office/drawing/2014/main" id="{441CEC0A-FBF1-44A3-81E3-AE5F9EBA7768}"/>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3FD34039-3BC3-4F9B-9B68-D75B735ABCE5}"/>
              </a:ext>
            </a:extLst>
          </p:cNvPr>
          <p:cNvSpPr>
            <a:spLocks noGrp="1"/>
          </p:cNvSpPr>
          <p:nvPr/>
        </p:nvSpPr>
        <p:spPr>
          <a:xfrm>
            <a:off x="1464469" y="67032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Explain how pairing proves two sets are equal.</a:t>
            </a:r>
          </a:p>
        </p:txBody>
      </p:sp>
    </p:spTree>
    <p:extLst>
      <p:ext uri="{BB962C8B-B14F-4D97-AF65-F5344CB8AC3E}">
        <p14:creationId xmlns:p14="http://schemas.microsoft.com/office/powerpoint/2010/main" val="1010707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object-1">
            <a:extLst>
              <a:ext uri="{FF2B5EF4-FFF2-40B4-BE49-F238E27FC236}">
                <a16:creationId xmlns:a16="http://schemas.microsoft.com/office/drawing/2014/main" id="{FADE5F0E-79E6-42DA-9EF0-9B26CAF37A96}"/>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742814EA-82DE-4A15-9F53-88C0D5559A5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9B39A6EF-2017-4DD4-B470-B46FE49F2DCA}"/>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2B4F011-AAAE-4830-914E-9DC30EA53BA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Compare sets using more fewer and equal</a:t>
            </a:r>
          </a:p>
        </p:txBody>
      </p:sp>
      <p:sp>
        <p:nvSpPr>
          <p:cNvPr id="5" name="object-5">
            <a:extLst>
              <a:ext uri="{FF2B5EF4-FFF2-40B4-BE49-F238E27FC236}">
                <a16:creationId xmlns:a16="http://schemas.microsoft.com/office/drawing/2014/main" id="{3A69E118-914C-46F0-A6B3-46A4DF83D7DD}"/>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773575C5-F00B-47CB-8363-26A5383E0BCF}"/>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F50B08E8-F0E6-4889-889A-5D90EFDB8AE6}"/>
              </a:ext>
            </a:extLst>
          </p:cNvPr>
          <p:cNvSpPr>
            <a:spLocks noGrp="1"/>
          </p:cNvSpPr>
          <p:nvPr/>
        </p:nvSpPr>
        <p:spPr>
          <a:xfrm>
            <a:off x="1464469" y="25122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Stars have more; circles have fewer.</a:t>
            </a:r>
          </a:p>
        </p:txBody>
      </p:sp>
      <p:sp>
        <p:nvSpPr>
          <p:cNvPr id="8" name="object-8">
            <a:extLst>
              <a:ext uri="{FF2B5EF4-FFF2-40B4-BE49-F238E27FC236}">
                <a16:creationId xmlns:a16="http://schemas.microsoft.com/office/drawing/2014/main" id="{CA9C2EE6-1EB0-4E34-8290-FD5C115F5D80}"/>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B0CFCDAA-955A-4F13-8D53-9E7C2736FB93}"/>
              </a:ext>
            </a:extLst>
          </p:cNvPr>
          <p:cNvSpPr>
            <a:spLocks noGrp="1"/>
          </p:cNvSpPr>
          <p:nvPr/>
        </p:nvSpPr>
        <p:spPr>
          <a:xfrm>
            <a:off x="1464469" y="355996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Five objects.</a:t>
            </a:r>
          </a:p>
        </p:txBody>
      </p:sp>
      <p:sp>
        <p:nvSpPr>
          <p:cNvPr id="10" name="object-10">
            <a:extLst>
              <a:ext uri="{FF2B5EF4-FFF2-40B4-BE49-F238E27FC236}">
                <a16:creationId xmlns:a16="http://schemas.microsoft.com/office/drawing/2014/main" id="{15667E92-EF92-4ECF-B8F1-3E7671943D43}"/>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639ECDCA-5048-493E-9677-75AF68C0BE4A}"/>
              </a:ext>
            </a:extLst>
          </p:cNvPr>
          <p:cNvSpPr>
            <a:spLocks noGrp="1"/>
          </p:cNvSpPr>
          <p:nvPr/>
        </p:nvSpPr>
        <p:spPr>
          <a:xfrm>
            <a:off x="1464469" y="46077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The four small objects.</a:t>
            </a:r>
          </a:p>
        </p:txBody>
      </p:sp>
      <p:sp>
        <p:nvSpPr>
          <p:cNvPr id="12" name="object-12">
            <a:extLst>
              <a:ext uri="{FF2B5EF4-FFF2-40B4-BE49-F238E27FC236}">
                <a16:creationId xmlns:a16="http://schemas.microsoft.com/office/drawing/2014/main" id="{9F2E9075-CAE7-490C-9A22-FCFF1091EAC7}"/>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09F243CA-1BF0-43FD-9DDA-05B7B2990F5B}"/>
              </a:ext>
            </a:extLst>
          </p:cNvPr>
          <p:cNvSpPr>
            <a:spLocks noGrp="1"/>
          </p:cNvSpPr>
          <p:nvPr/>
        </p:nvSpPr>
        <p:spPr>
          <a:xfrm>
            <a:off x="1464469" y="565546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3.</a:t>
            </a:r>
          </a:p>
        </p:txBody>
      </p:sp>
      <p:sp>
        <p:nvSpPr>
          <p:cNvPr id="14" name="object-14">
            <a:extLst>
              <a:ext uri="{FF2B5EF4-FFF2-40B4-BE49-F238E27FC236}">
                <a16:creationId xmlns:a16="http://schemas.microsoft.com/office/drawing/2014/main" id="{801EC4FD-2DB5-458F-853B-21D2E2F6CEE2}"/>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7D94696B-3456-425F-A9B5-4B0BC6CD7B2C}"/>
              </a:ext>
            </a:extLst>
          </p:cNvPr>
          <p:cNvSpPr>
            <a:spLocks noGrp="1"/>
          </p:cNvSpPr>
          <p:nvPr/>
        </p:nvSpPr>
        <p:spPr>
          <a:xfrm>
            <a:off x="1464469" y="67032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Every object has one partner and none are left.</a:t>
            </a:r>
          </a:p>
        </p:txBody>
      </p:sp>
    </p:spTree>
    <p:extLst>
      <p:ext uri="{BB962C8B-B14F-4D97-AF65-F5344CB8AC3E}">
        <p14:creationId xmlns:p14="http://schemas.microsoft.com/office/powerpoint/2010/main" val="92620790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763</Words>
  <Application>Microsoft Office PowerPoint</Application>
  <DocSecurity>0</DocSecurity>
  <PresentationFormat>Custom</PresentationFormat>
  <Paragraphs>70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2026-09-14T13:14:41Z</dcterms:created>
  <dcterms:modified xsi:type="dcterms:W3CDTF">2026-09-14T13:14:52Z</dcterms:modified>
</cp:coreProperties>
</file>