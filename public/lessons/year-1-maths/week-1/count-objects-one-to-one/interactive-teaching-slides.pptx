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5240000" cy="85725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Count objects using one-to-one correspondence. Count objects using one-to-one correspondence. Introduce the mathematical idea using the first worked example. The lesson can be placed anywhere in the teaching sequence.</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Count objects using one-to-one correspondence. I do. Touch and move each object exactly once. The last number tells the total. Zero means the frame stays empty.</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Count objects using one-to-one correspondence. You do. Pause before clicking. Let pupils try independently, then reveal and discuss every step. Touch and move each object exactly once. The last number tells the total. Zero means the frame stays empty.</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Count objects using one-to-one correspondence. I do. Touch and move each object exactly once. The last number tells the total. Zero means the frame stays empty.</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Count objects using one-to-one correspondence. You do. Pause before clicking. Let pupils try independently, then reveal and discuss every step. Touch and move each object exactly once. The last number tells the total. Zero means the frame stays empty.</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Count objects using one-to-one correspondence. You do. Pause before clicking. Let pupils try independently, then reveal and discuss every step. These are the existing expected-level worksheet questions, in their original order. Do not advance to the answer slide until pupils have had time to finish.</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Count objects using one-to-one correspondence. Answers. Answers to the preceding complete activity question set, in matching order. Accept mathematically valid alternatives for open questions.</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object-1">
            <a:extLst>
              <a:ext uri="{FF2B5EF4-FFF2-40B4-BE49-F238E27FC236}">
                <a16:creationId xmlns:a16="http://schemas.microsoft.com/office/drawing/2014/main" id="{6E4F6E52-C749-402D-8623-609DFA04862B}"/>
              </a:ext>
            </a:extLst>
          </p:cNvPr>
          <p:cNvSpPr>
            <a:spLocks noGrp="1"/>
          </p:cNvSpPr>
          <p:nvPr/>
        </p:nvSpPr>
        <p:spPr>
          <a:xfrm>
            <a:off x="654844" y="357188"/>
            <a:ext cx="13930313" cy="1547813"/>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Count objects using one-to-one correspondence</a:t>
            </a:r>
          </a:p>
        </p:txBody>
      </p:sp>
      <p:sp>
        <p:nvSpPr>
          <p:cNvPr id="2" name="object-2">
            <a:extLst>
              <a:ext uri="{FF2B5EF4-FFF2-40B4-BE49-F238E27FC236}">
                <a16:creationId xmlns:a16="http://schemas.microsoft.com/office/drawing/2014/main" id="{64299F3D-A906-448E-A952-1B99FB6B3935}"/>
              </a:ext>
            </a:extLst>
          </p:cNvPr>
          <p:cNvSpPr>
            <a:spLocks noGrp="1"/>
          </p:cNvSpPr>
          <p:nvPr/>
        </p:nvSpPr>
        <p:spPr>
          <a:xfrm>
            <a:off x="654844" y="2024063"/>
            <a:ext cx="13930313" cy="1012031"/>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Watch the model. Try the next question. Explain what changes.</a:t>
            </a:r>
          </a:p>
        </p:txBody>
      </p:sp>
      <p:sp>
        <p:nvSpPr>
          <p:cNvPr id="3" name="object-3">
            <a:extLst>
              <a:ext uri="{FF2B5EF4-FFF2-40B4-BE49-F238E27FC236}">
                <a16:creationId xmlns:a16="http://schemas.microsoft.com/office/drawing/2014/main" id="{E7FCAEB5-F917-4E7C-85B9-2139F49F5749}"/>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62342F68-B640-42C2-AA14-E0F567ED3D24}"/>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Count objects using one-to-one correspondence</a:t>
            </a:r>
          </a:p>
        </p:txBody>
      </p:sp>
      <p:sp>
        <p:nvSpPr>
          <p:cNvPr id="5" name="object-5">
            <a:extLst>
              <a:ext uri="{FF2B5EF4-FFF2-40B4-BE49-F238E27FC236}">
                <a16:creationId xmlns:a16="http://schemas.microsoft.com/office/drawing/2014/main" id="{3D73A899-8B09-4498-A664-9D3F0B3363F8}"/>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1</a:t>
            </a:r>
          </a:p>
        </p:txBody>
      </p:sp>
      <p:sp>
        <p:nvSpPr>
          <p:cNvPr id="6" name="object-6">
            <a:extLst>
              <a:ext uri="{FF2B5EF4-FFF2-40B4-BE49-F238E27FC236}">
                <a16:creationId xmlns:a16="http://schemas.microsoft.com/office/drawing/2014/main" id="{A32E1D89-48C5-4A3F-A45A-F42FC2E3B04D}"/>
              </a:ext>
            </a:extLst>
          </p:cNvPr>
          <p:cNvSpPr>
            <a:spLocks noGrp="1"/>
          </p:cNvSpPr>
          <p:nvPr/>
        </p:nvSpPr>
        <p:spPr>
          <a:xfrm>
            <a:off x="1190625" y="3631406"/>
            <a:ext cx="12858750" cy="2143125"/>
          </a:xfrm>
          <a:prstGeom prst="rect">
            <a:avLst/>
          </a:prstGeom>
          <a:noFill/>
          <a:ln w="0">
            <a:noFill/>
          </a:ln>
        </p:spPr>
        <p:txBody>
          <a:bodyPr anchor="ctr">
            <a:noAutofit/>
          </a:bodyPr>
          <a:lstStyle/>
          <a:p>
            <a:pPr algn="ctr">
              <a:defRPr sz="3375" b="1">
                <a:solidFill>
                  <a:srgbClr val="1D4ED8"/>
                </a:solidFill>
                <a:latin typeface="Arial"/>
                <a:ea typeface="Arial"/>
                <a:cs typeface="Arial"/>
              </a:defRPr>
            </a:pPr>
            <a:r>
              <a:rPr sz="3375" b="1">
                <a:solidFill>
                  <a:srgbClr val="1D4ED8"/>
                </a:solidFill>
                <a:latin typeface="Arial"/>
                <a:ea typeface="Arial"/>
                <a:cs typeface="Arial"/>
              </a:rPr>
              <a:t>Count a set accurately by saying one number for each object.</a:t>
            </a:r>
          </a:p>
        </p:txBody>
      </p:sp>
    </p:spTree>
    <p:extLst>
      <p:ext uri="{BB962C8B-B14F-4D97-AF65-F5344CB8AC3E}">
        <p14:creationId xmlns:p14="http://schemas.microsoft.com/office/powerpoint/2010/main" val="20512390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object-1">
            <a:extLst>
              <a:ext uri="{FF2B5EF4-FFF2-40B4-BE49-F238E27FC236}">
                <a16:creationId xmlns:a16="http://schemas.microsoft.com/office/drawing/2014/main" id="{751E2572-CC68-4F93-9B76-43FAE24CA6FD}"/>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I do</a:t>
            </a:r>
          </a:p>
        </p:txBody>
      </p:sp>
      <p:sp>
        <p:nvSpPr>
          <p:cNvPr id="2" name="object-2">
            <a:extLst>
              <a:ext uri="{FF2B5EF4-FFF2-40B4-BE49-F238E27FC236}">
                <a16:creationId xmlns:a16="http://schemas.microsoft.com/office/drawing/2014/main" id="{AD1C5DD1-8E86-40A8-8225-98BFCDE5C400}"/>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How many objects are there?</a:t>
            </a:r>
          </a:p>
        </p:txBody>
      </p:sp>
      <p:sp>
        <p:nvSpPr>
          <p:cNvPr id="3" name="object-3">
            <a:extLst>
              <a:ext uri="{FF2B5EF4-FFF2-40B4-BE49-F238E27FC236}">
                <a16:creationId xmlns:a16="http://schemas.microsoft.com/office/drawing/2014/main" id="{ABFAAF49-60F8-4A64-B39B-3DE4ECB2E76C}"/>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D055930E-D935-4E78-B558-6480B1B54897}"/>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Count objects using one-to-one correspondence</a:t>
            </a:r>
          </a:p>
        </p:txBody>
      </p:sp>
      <p:sp>
        <p:nvSpPr>
          <p:cNvPr id="5" name="object-5">
            <a:extLst>
              <a:ext uri="{FF2B5EF4-FFF2-40B4-BE49-F238E27FC236}">
                <a16:creationId xmlns:a16="http://schemas.microsoft.com/office/drawing/2014/main" id="{44C9EDDF-788B-477B-8230-A05D82D11B33}"/>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2</a:t>
            </a:r>
          </a:p>
        </p:txBody>
      </p:sp>
      <p:sp>
        <p:nvSpPr>
          <p:cNvPr id="6" name="object-6">
            <a:extLst>
              <a:ext uri="{FF2B5EF4-FFF2-40B4-BE49-F238E27FC236}">
                <a16:creationId xmlns:a16="http://schemas.microsoft.com/office/drawing/2014/main" id="{27FC973B-8586-4EE5-8453-F7980418CCC5}"/>
              </a:ext>
            </a:extLst>
          </p:cNvPr>
          <p:cNvSpPr>
            <a:spLocks noGrp="1"/>
          </p:cNvSpPr>
          <p:nvPr/>
        </p:nvSpPr>
        <p:spPr>
          <a:xfrm>
            <a:off x="1131094" y="2917031"/>
            <a:ext cx="571500" cy="571500"/>
          </a:xfrm>
          <a:prstGeom prst="ellipse">
            <a:avLst/>
          </a:prstGeom>
          <a:solidFill>
            <a:srgbClr val="1D4ED8"/>
          </a:solidFill>
          <a:ln w="11906">
            <a:solidFill>
              <a:srgbClr val="172B4D"/>
            </a:solidFill>
          </a:ln>
        </p:spPr>
      </p:sp>
      <p:sp>
        <p:nvSpPr>
          <p:cNvPr id="7" name="object-7">
            <a:extLst>
              <a:ext uri="{FF2B5EF4-FFF2-40B4-BE49-F238E27FC236}">
                <a16:creationId xmlns:a16="http://schemas.microsoft.com/office/drawing/2014/main" id="{97E72FDF-4350-444E-8440-4ABE78AA3C43}"/>
              </a:ext>
            </a:extLst>
          </p:cNvPr>
          <p:cNvSpPr>
            <a:spLocks noGrp="1"/>
          </p:cNvSpPr>
          <p:nvPr/>
        </p:nvSpPr>
        <p:spPr>
          <a:xfrm>
            <a:off x="952500" y="4048125"/>
            <a:ext cx="1309688" cy="654844"/>
          </a:xfrm>
          <a:prstGeom prst="rect">
            <a:avLst/>
          </a:prstGeom>
          <a:noFill/>
          <a:ln w="0">
            <a:noFill/>
          </a:ln>
        </p:spPr>
        <p:txBody>
          <a:bodyPr anchor="ctr">
            <a:noAutofit/>
          </a:bodyPr>
          <a:lstStyle/>
          <a:p>
            <a:pPr algn="ctr">
              <a:defRPr sz="2813" b="1">
                <a:solidFill>
                  <a:srgbClr val="52647A"/>
                </a:solidFill>
                <a:latin typeface="Arial"/>
                <a:ea typeface="Arial"/>
                <a:cs typeface="Arial"/>
              </a:defRPr>
            </a:pPr>
            <a:r>
              <a:rPr sz="2813" b="1">
                <a:solidFill>
                  <a:srgbClr val="52647A"/>
                </a:solidFill>
                <a:latin typeface="Arial"/>
                <a:ea typeface="Arial"/>
                <a:cs typeface="Arial"/>
              </a:rPr>
              <a:t>1</a:t>
            </a:r>
          </a:p>
        </p:txBody>
      </p:sp>
      <p:sp>
        <p:nvSpPr>
          <p:cNvPr id="8" name="object-8">
            <a:extLst>
              <a:ext uri="{FF2B5EF4-FFF2-40B4-BE49-F238E27FC236}">
                <a16:creationId xmlns:a16="http://schemas.microsoft.com/office/drawing/2014/main" id="{2018CD57-D142-4D87-B4C8-867A62B0188A}"/>
              </a:ext>
            </a:extLst>
          </p:cNvPr>
          <p:cNvSpPr>
            <a:spLocks noGrp="1"/>
          </p:cNvSpPr>
          <p:nvPr/>
        </p:nvSpPr>
        <p:spPr>
          <a:xfrm>
            <a:off x="2440781" y="3333750"/>
            <a:ext cx="571500" cy="571500"/>
          </a:xfrm>
          <a:prstGeom prst="ellipse">
            <a:avLst/>
          </a:prstGeom>
          <a:solidFill>
            <a:srgbClr val="1D4ED8"/>
          </a:solidFill>
          <a:ln w="11906">
            <a:solidFill>
              <a:srgbClr val="172B4D"/>
            </a:solidFill>
          </a:ln>
        </p:spPr>
      </p:sp>
      <p:sp>
        <p:nvSpPr>
          <p:cNvPr id="9" name="object-9">
            <a:extLst>
              <a:ext uri="{FF2B5EF4-FFF2-40B4-BE49-F238E27FC236}">
                <a16:creationId xmlns:a16="http://schemas.microsoft.com/office/drawing/2014/main" id="{A4671FE4-0B19-43C2-AF9A-546658423416}"/>
              </a:ext>
            </a:extLst>
          </p:cNvPr>
          <p:cNvSpPr>
            <a:spLocks noGrp="1"/>
          </p:cNvSpPr>
          <p:nvPr/>
        </p:nvSpPr>
        <p:spPr>
          <a:xfrm>
            <a:off x="2286000" y="4048125"/>
            <a:ext cx="1309688" cy="654844"/>
          </a:xfrm>
          <a:prstGeom prst="rect">
            <a:avLst/>
          </a:prstGeom>
          <a:noFill/>
          <a:ln w="0">
            <a:noFill/>
          </a:ln>
        </p:spPr>
        <p:txBody>
          <a:bodyPr anchor="ctr">
            <a:noAutofit/>
          </a:bodyPr>
          <a:lstStyle/>
          <a:p>
            <a:pPr algn="ctr">
              <a:defRPr sz="2813" b="1">
                <a:solidFill>
                  <a:srgbClr val="52647A"/>
                </a:solidFill>
                <a:latin typeface="Arial"/>
                <a:ea typeface="Arial"/>
                <a:cs typeface="Arial"/>
              </a:defRPr>
            </a:pPr>
            <a:r>
              <a:rPr sz="2813" b="1">
                <a:solidFill>
                  <a:srgbClr val="52647A"/>
                </a:solidFill>
                <a:latin typeface="Arial"/>
                <a:ea typeface="Arial"/>
                <a:cs typeface="Arial"/>
              </a:rPr>
              <a:t>2</a:t>
            </a:r>
          </a:p>
        </p:txBody>
      </p:sp>
      <p:sp>
        <p:nvSpPr>
          <p:cNvPr id="10" name="object-10">
            <a:extLst>
              <a:ext uri="{FF2B5EF4-FFF2-40B4-BE49-F238E27FC236}">
                <a16:creationId xmlns:a16="http://schemas.microsoft.com/office/drawing/2014/main" id="{9AA56853-4DBE-4E0D-8BC0-B1A22543EEF3}"/>
              </a:ext>
            </a:extLst>
          </p:cNvPr>
          <p:cNvSpPr>
            <a:spLocks noGrp="1"/>
          </p:cNvSpPr>
          <p:nvPr/>
        </p:nvSpPr>
        <p:spPr>
          <a:xfrm>
            <a:off x="3750469" y="2917031"/>
            <a:ext cx="571500" cy="571500"/>
          </a:xfrm>
          <a:prstGeom prst="ellipse">
            <a:avLst/>
          </a:prstGeom>
          <a:solidFill>
            <a:srgbClr val="1D4ED8"/>
          </a:solidFill>
          <a:ln w="11906">
            <a:solidFill>
              <a:srgbClr val="172B4D"/>
            </a:solidFill>
          </a:ln>
        </p:spPr>
      </p:sp>
      <p:sp>
        <p:nvSpPr>
          <p:cNvPr id="11" name="object-11">
            <a:extLst>
              <a:ext uri="{FF2B5EF4-FFF2-40B4-BE49-F238E27FC236}">
                <a16:creationId xmlns:a16="http://schemas.microsoft.com/office/drawing/2014/main" id="{D58BA4A0-E7D8-4CCA-8BFC-00A4A367E45C}"/>
              </a:ext>
            </a:extLst>
          </p:cNvPr>
          <p:cNvSpPr>
            <a:spLocks noGrp="1"/>
          </p:cNvSpPr>
          <p:nvPr/>
        </p:nvSpPr>
        <p:spPr>
          <a:xfrm>
            <a:off x="3619500" y="4048125"/>
            <a:ext cx="1309688" cy="654844"/>
          </a:xfrm>
          <a:prstGeom prst="rect">
            <a:avLst/>
          </a:prstGeom>
          <a:noFill/>
          <a:ln w="0">
            <a:noFill/>
          </a:ln>
        </p:spPr>
        <p:txBody>
          <a:bodyPr anchor="ctr">
            <a:noAutofit/>
          </a:bodyPr>
          <a:lstStyle/>
          <a:p>
            <a:pPr algn="ctr">
              <a:defRPr sz="2813" b="1">
                <a:solidFill>
                  <a:srgbClr val="52647A"/>
                </a:solidFill>
                <a:latin typeface="Arial"/>
                <a:ea typeface="Arial"/>
                <a:cs typeface="Arial"/>
              </a:defRPr>
            </a:pPr>
            <a:r>
              <a:rPr sz="2813" b="1">
                <a:solidFill>
                  <a:srgbClr val="52647A"/>
                </a:solidFill>
                <a:latin typeface="Arial"/>
                <a:ea typeface="Arial"/>
                <a:cs typeface="Arial"/>
              </a:rPr>
              <a:t>3</a:t>
            </a:r>
          </a:p>
        </p:txBody>
      </p:sp>
      <p:sp>
        <p:nvSpPr>
          <p:cNvPr id="12" name="object-12">
            <a:extLst>
              <a:ext uri="{FF2B5EF4-FFF2-40B4-BE49-F238E27FC236}">
                <a16:creationId xmlns:a16="http://schemas.microsoft.com/office/drawing/2014/main" id="{353731B2-5B07-4A7F-A717-75C9B1052EA7}"/>
              </a:ext>
            </a:extLst>
          </p:cNvPr>
          <p:cNvSpPr>
            <a:spLocks noGrp="1"/>
          </p:cNvSpPr>
          <p:nvPr/>
        </p:nvSpPr>
        <p:spPr>
          <a:xfrm>
            <a:off x="5060156" y="3333750"/>
            <a:ext cx="571500" cy="571500"/>
          </a:xfrm>
          <a:prstGeom prst="ellipse">
            <a:avLst/>
          </a:prstGeom>
          <a:solidFill>
            <a:srgbClr val="1D4ED8"/>
          </a:solidFill>
          <a:ln w="11906">
            <a:solidFill>
              <a:srgbClr val="172B4D"/>
            </a:solidFill>
          </a:ln>
        </p:spPr>
      </p:sp>
      <p:sp>
        <p:nvSpPr>
          <p:cNvPr id="13" name="object-13">
            <a:extLst>
              <a:ext uri="{FF2B5EF4-FFF2-40B4-BE49-F238E27FC236}">
                <a16:creationId xmlns:a16="http://schemas.microsoft.com/office/drawing/2014/main" id="{7949F4EE-E2BE-45A7-BE20-E514A6869914}"/>
              </a:ext>
            </a:extLst>
          </p:cNvPr>
          <p:cNvSpPr>
            <a:spLocks noGrp="1"/>
          </p:cNvSpPr>
          <p:nvPr/>
        </p:nvSpPr>
        <p:spPr>
          <a:xfrm>
            <a:off x="4953000" y="4048125"/>
            <a:ext cx="1309688" cy="654844"/>
          </a:xfrm>
          <a:prstGeom prst="rect">
            <a:avLst/>
          </a:prstGeom>
          <a:noFill/>
          <a:ln w="0">
            <a:noFill/>
          </a:ln>
        </p:spPr>
        <p:txBody>
          <a:bodyPr anchor="ctr">
            <a:noAutofit/>
          </a:bodyPr>
          <a:lstStyle/>
          <a:p>
            <a:pPr algn="ctr">
              <a:defRPr sz="2813" b="1">
                <a:solidFill>
                  <a:srgbClr val="52647A"/>
                </a:solidFill>
                <a:latin typeface="Arial"/>
                <a:ea typeface="Arial"/>
                <a:cs typeface="Arial"/>
              </a:defRPr>
            </a:pPr>
            <a:r>
              <a:rPr sz="2813" b="1">
                <a:solidFill>
                  <a:srgbClr val="52647A"/>
                </a:solidFill>
                <a:latin typeface="Arial"/>
                <a:ea typeface="Arial"/>
                <a:cs typeface="Arial"/>
              </a:rPr>
              <a:t>4</a:t>
            </a:r>
          </a:p>
        </p:txBody>
      </p:sp>
      <p:sp>
        <p:nvSpPr>
          <p:cNvPr id="14" name="object-14">
            <a:extLst>
              <a:ext uri="{FF2B5EF4-FFF2-40B4-BE49-F238E27FC236}">
                <a16:creationId xmlns:a16="http://schemas.microsoft.com/office/drawing/2014/main" id="{4E89ABF4-D74F-4D02-A32C-F603F7FA7B6E}"/>
              </a:ext>
            </a:extLst>
          </p:cNvPr>
          <p:cNvSpPr>
            <a:spLocks noGrp="1"/>
          </p:cNvSpPr>
          <p:nvPr/>
        </p:nvSpPr>
        <p:spPr>
          <a:xfrm>
            <a:off x="6369844" y="2917031"/>
            <a:ext cx="571500" cy="571500"/>
          </a:xfrm>
          <a:prstGeom prst="ellipse">
            <a:avLst/>
          </a:prstGeom>
          <a:solidFill>
            <a:srgbClr val="1D4ED8"/>
          </a:solidFill>
          <a:ln w="11906">
            <a:solidFill>
              <a:srgbClr val="172B4D"/>
            </a:solidFill>
          </a:ln>
        </p:spPr>
      </p:sp>
      <p:sp>
        <p:nvSpPr>
          <p:cNvPr id="15" name="object-15">
            <a:extLst>
              <a:ext uri="{FF2B5EF4-FFF2-40B4-BE49-F238E27FC236}">
                <a16:creationId xmlns:a16="http://schemas.microsoft.com/office/drawing/2014/main" id="{035C6C99-BAD6-4ED3-BC0E-E223A28764A7}"/>
              </a:ext>
            </a:extLst>
          </p:cNvPr>
          <p:cNvSpPr>
            <a:spLocks noGrp="1"/>
          </p:cNvSpPr>
          <p:nvPr/>
        </p:nvSpPr>
        <p:spPr>
          <a:xfrm>
            <a:off x="6286500" y="4048125"/>
            <a:ext cx="1309688" cy="654844"/>
          </a:xfrm>
          <a:prstGeom prst="rect">
            <a:avLst/>
          </a:prstGeom>
          <a:noFill/>
          <a:ln w="0">
            <a:noFill/>
          </a:ln>
        </p:spPr>
        <p:txBody>
          <a:bodyPr anchor="ctr">
            <a:noAutofit/>
          </a:bodyPr>
          <a:lstStyle/>
          <a:p>
            <a:pPr algn="ctr">
              <a:defRPr sz="2813" b="1">
                <a:solidFill>
                  <a:srgbClr val="52647A"/>
                </a:solidFill>
                <a:latin typeface="Arial"/>
                <a:ea typeface="Arial"/>
                <a:cs typeface="Arial"/>
              </a:defRPr>
            </a:pPr>
            <a:r>
              <a:rPr sz="2813" b="1">
                <a:solidFill>
                  <a:srgbClr val="52647A"/>
                </a:solidFill>
                <a:latin typeface="Arial"/>
                <a:ea typeface="Arial"/>
                <a:cs typeface="Arial"/>
              </a:rPr>
              <a:t>5</a:t>
            </a:r>
          </a:p>
        </p:txBody>
      </p:sp>
      <p:sp>
        <p:nvSpPr>
          <p:cNvPr id="16" name="object-16">
            <a:extLst>
              <a:ext uri="{FF2B5EF4-FFF2-40B4-BE49-F238E27FC236}">
                <a16:creationId xmlns:a16="http://schemas.microsoft.com/office/drawing/2014/main" id="{D34BA347-109B-49FF-8CC2-6408508CC358}"/>
              </a:ext>
            </a:extLst>
          </p:cNvPr>
          <p:cNvSpPr>
            <a:spLocks noGrp="1"/>
          </p:cNvSpPr>
          <p:nvPr/>
        </p:nvSpPr>
        <p:spPr>
          <a:xfrm>
            <a:off x="892969" y="7286625"/>
            <a:ext cx="13454063" cy="738188"/>
          </a:xfrm>
          <a:prstGeom prst="rect">
            <a:avLst/>
          </a:prstGeom>
          <a:noFill/>
          <a:ln w="0">
            <a:noFill/>
          </a:ln>
        </p:spPr>
        <p:txBody>
          <a:bodyPr anchor="ctr">
            <a:noAutofit/>
          </a:bodyPr>
          <a:lstStyle/>
          <a:p>
            <a:pPr algn="ctr">
              <a:defRPr sz="2813" b="1">
                <a:solidFill>
                  <a:srgbClr val="11745A"/>
                </a:solidFill>
                <a:latin typeface="Arial"/>
                <a:ea typeface="Arial"/>
                <a:cs typeface="Arial"/>
              </a:defRPr>
            </a:pPr>
            <a:r>
              <a:rPr sz="2813" b="1">
                <a:solidFill>
                  <a:srgbClr val="11745A"/>
                </a:solidFill>
                <a:latin typeface="Arial"/>
                <a:ea typeface="Arial"/>
                <a:cs typeface="Arial"/>
              </a:rPr>
              <a:t>5 altogether</a:t>
            </a:r>
          </a:p>
        </p:txBody>
      </p:sp>
    </p:spTree>
    <p:extLst>
      <p:ext uri="{BB962C8B-B14F-4D97-AF65-F5344CB8AC3E}">
        <p14:creationId xmlns:p14="http://schemas.microsoft.com/office/powerpoint/2010/main" val="9818885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0 0 L 0.02734375 0.28888889 E" pathEditMode="relative" ptsTypes="">
                                      <p:cBhvr>
                                        <p:cTn id="6" dur="800" fill="hold"/>
                                        <p:tgtEl>
                                          <p:spTgt spid="6"/>
                                        </p:tgtEl>
                                        <p:attrNameLst>
                                          <p:attrName>ppt_x</p:attrName>
                                          <p:attrName>ppt_y</p:attrName>
                                        </p:attrNameLst>
                                      </p:cBhvr>
                                    </p:animMotion>
                                  </p:childTnLst>
                                </p:cTn>
                              </p:par>
                            </p:childTnLst>
                          </p:cTn>
                        </p:par>
                        <p:par>
                          <p:cTn id="7" fill="hold">
                            <p:stCondLst>
                              <p:cond delay="800"/>
                            </p:stCondLst>
                            <p:childTnLst>
                              <p:par>
                                <p:cTn id="8" presetID="1" presetClass="entr" presetSubtype="0" fill="hold" grpId="0" nodeType="afterEffect">
                                  <p:stCondLst>
                                    <p:cond delay="0"/>
                                  </p:stCondLst>
                                  <p:childTnLst>
                                    <p:set>
                                      <p:cBhvr>
                                        <p:cTn id="9" dur="1" fill="hold">
                                          <p:stCondLst>
                                            <p:cond delay="0"/>
                                          </p:stCondLst>
                                        </p:cTn>
                                        <p:tgtEl>
                                          <p:spTgt spid="7"/>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63" presetClass="path" presetSubtype="0" accel="50000" decel="50000" fill="hold" nodeType="clickEffect">
                                  <p:stCondLst>
                                    <p:cond delay="0"/>
                                  </p:stCondLst>
                                  <p:childTnLst>
                                    <p:animMotion origin="layout" path="M 0 0 L 0.02265625 0.24027778 E" pathEditMode="relative" ptsTypes="">
                                      <p:cBhvr>
                                        <p:cTn id="13" dur="800" fill="hold"/>
                                        <p:tgtEl>
                                          <p:spTgt spid="8"/>
                                        </p:tgtEl>
                                        <p:attrNameLst>
                                          <p:attrName>ppt_x</p:attrName>
                                          <p:attrName>ppt_y</p:attrName>
                                        </p:attrNameLst>
                                      </p:cBhvr>
                                    </p:animMotion>
                                  </p:childTnLst>
                                </p:cTn>
                              </p:par>
                            </p:childTnLst>
                          </p:cTn>
                        </p:par>
                        <p:par>
                          <p:cTn id="14" fill="hold">
                            <p:stCondLst>
                              <p:cond delay="800"/>
                            </p:stCondLst>
                            <p:childTnLst>
                              <p:par>
                                <p:cTn id="15" presetID="1" presetClass="entr" presetSubtype="0" fill="hold" grpId="0" nodeType="after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63" presetClass="path" presetSubtype="0" accel="50000" decel="50000" fill="hold" nodeType="clickEffect">
                                  <p:stCondLst>
                                    <p:cond delay="0"/>
                                  </p:stCondLst>
                                  <p:childTnLst>
                                    <p:animMotion origin="layout" path="M 0 0 L 0.01796875 0.28888889 E" pathEditMode="relative" ptsTypes="">
                                      <p:cBhvr>
                                        <p:cTn id="20" dur="800" fill="hold"/>
                                        <p:tgtEl>
                                          <p:spTgt spid="10"/>
                                        </p:tgtEl>
                                        <p:attrNameLst>
                                          <p:attrName>ppt_x</p:attrName>
                                          <p:attrName>ppt_y</p:attrName>
                                        </p:attrNameLst>
                                      </p:cBhvr>
                                    </p:animMotion>
                                  </p:childTnLst>
                                </p:cTn>
                              </p:par>
                            </p:childTnLst>
                          </p:cTn>
                        </p:par>
                        <p:par>
                          <p:cTn id="21" fill="hold">
                            <p:stCondLst>
                              <p:cond delay="800"/>
                            </p:stCondLst>
                            <p:childTnLst>
                              <p:par>
                                <p:cTn id="22" presetID="1" presetClass="entr" presetSubtype="0" fill="hold" grpId="0" nodeType="afterEffect">
                                  <p:stCondLst>
                                    <p:cond delay="0"/>
                                  </p:stCondLst>
                                  <p:childTnLst>
                                    <p:set>
                                      <p:cBhvr>
                                        <p:cTn id="23" dur="1" fill="hold">
                                          <p:stCondLst>
                                            <p:cond delay="0"/>
                                          </p:stCondLst>
                                        </p:cTn>
                                        <p:tgtEl>
                                          <p:spTgt spid="11"/>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63" presetClass="path" presetSubtype="0" accel="50000" decel="50000" fill="hold" nodeType="clickEffect">
                                  <p:stCondLst>
                                    <p:cond delay="0"/>
                                  </p:stCondLst>
                                  <p:childTnLst>
                                    <p:animMotion origin="layout" path="M 0 0 L 0.01328125 0.24027778 E" pathEditMode="relative" ptsTypes="">
                                      <p:cBhvr>
                                        <p:cTn id="27" dur="800" fill="hold"/>
                                        <p:tgtEl>
                                          <p:spTgt spid="12"/>
                                        </p:tgtEl>
                                        <p:attrNameLst>
                                          <p:attrName>ppt_x</p:attrName>
                                          <p:attrName>ppt_y</p:attrName>
                                        </p:attrNameLst>
                                      </p:cBhvr>
                                    </p:animMotion>
                                  </p:childTnLst>
                                </p:cTn>
                              </p:par>
                            </p:childTnLst>
                          </p:cTn>
                        </p:par>
                        <p:par>
                          <p:cTn id="28" fill="hold">
                            <p:stCondLst>
                              <p:cond delay="800"/>
                            </p:stCondLst>
                            <p:childTnLst>
                              <p:par>
                                <p:cTn id="29" presetID="1" presetClass="entr" presetSubtype="0" fill="hold" grpId="0" nodeType="after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63" presetClass="path" presetSubtype="0" accel="50000" decel="50000" fill="hold" nodeType="clickEffect">
                                  <p:stCondLst>
                                    <p:cond delay="0"/>
                                  </p:stCondLst>
                                  <p:childTnLst>
                                    <p:animMotion origin="layout" path="M 0 0 L 0.00859375 0.28888889 E" pathEditMode="relative" ptsTypes="">
                                      <p:cBhvr>
                                        <p:cTn id="34" dur="800" fill="hold"/>
                                        <p:tgtEl>
                                          <p:spTgt spid="14"/>
                                        </p:tgtEl>
                                        <p:attrNameLst>
                                          <p:attrName>ppt_x</p:attrName>
                                          <p:attrName>ppt_y</p:attrName>
                                        </p:attrNameLst>
                                      </p:cBhvr>
                                    </p:animMotion>
                                  </p:childTnLst>
                                </p:cTn>
                              </p:par>
                            </p:childTnLst>
                          </p:cTn>
                        </p:par>
                        <p:par>
                          <p:cTn id="35" fill="hold">
                            <p:stCondLst>
                              <p:cond delay="800"/>
                            </p:stCondLst>
                            <p:childTnLst>
                              <p:par>
                                <p:cTn id="36" presetID="1" presetClass="entr" presetSubtype="0" fill="hold" grpId="0" nodeType="afterEffect">
                                  <p:stCondLst>
                                    <p:cond delay="0"/>
                                  </p:stCondLst>
                                  <p:childTnLst>
                                    <p:set>
                                      <p:cBhvr>
                                        <p:cTn id="37" dur="1" fill="hold">
                                          <p:stCondLst>
                                            <p:cond delay="0"/>
                                          </p:stCondLst>
                                        </p:cTn>
                                        <p:tgtEl>
                                          <p:spTgt spid="15"/>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1" grpId="0"/>
      <p:bldP spid="13" grpId="0"/>
      <p:bldP spid="15" grpId="0"/>
      <p:bldP spid="16"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object-1">
            <a:extLst>
              <a:ext uri="{FF2B5EF4-FFF2-40B4-BE49-F238E27FC236}">
                <a16:creationId xmlns:a16="http://schemas.microsoft.com/office/drawing/2014/main" id="{99B18809-9D7F-4035-9601-54C2E7702ACF}"/>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You do</a:t>
            </a:r>
          </a:p>
        </p:txBody>
      </p:sp>
      <p:sp>
        <p:nvSpPr>
          <p:cNvPr id="2" name="object-2">
            <a:extLst>
              <a:ext uri="{FF2B5EF4-FFF2-40B4-BE49-F238E27FC236}">
                <a16:creationId xmlns:a16="http://schemas.microsoft.com/office/drawing/2014/main" id="{FDF48A85-4923-4306-9A88-4EB8524611D2}"/>
              </a:ext>
            </a:extLst>
          </p:cNvPr>
          <p:cNvSpPr>
            <a:spLocks noGrp="1"/>
          </p:cNvSpPr>
          <p:nvPr/>
        </p:nvSpPr>
        <p:spPr>
          <a:xfrm>
            <a:off x="11430000" y="476250"/>
            <a:ext cx="3155156" cy="547688"/>
          </a:xfrm>
          <a:prstGeom prst="rect">
            <a:avLst/>
          </a:prstGeom>
          <a:noFill/>
          <a:ln w="0">
            <a:noFill/>
          </a:ln>
        </p:spPr>
        <p:txBody>
          <a:bodyPr anchor="ctr">
            <a:noAutofit/>
          </a:bodyPr>
          <a:lstStyle/>
          <a:p>
            <a:pPr algn="r">
              <a:defRPr sz="2625" b="0">
                <a:solidFill>
                  <a:srgbClr val="52647A"/>
                </a:solidFill>
                <a:latin typeface="Arial"/>
                <a:ea typeface="Arial"/>
                <a:cs typeface="Arial"/>
              </a:defRPr>
            </a:pPr>
            <a:r>
              <a:rPr sz="2625" b="0">
                <a:solidFill>
                  <a:srgbClr val="52647A"/>
                </a:solidFill>
                <a:latin typeface="Arial"/>
                <a:ea typeface="Arial"/>
                <a:cs typeface="Arial"/>
              </a:rPr>
              <a:t>You try.</a:t>
            </a:r>
          </a:p>
        </p:txBody>
      </p:sp>
      <p:sp>
        <p:nvSpPr>
          <p:cNvPr id="3" name="object-3">
            <a:extLst>
              <a:ext uri="{FF2B5EF4-FFF2-40B4-BE49-F238E27FC236}">
                <a16:creationId xmlns:a16="http://schemas.microsoft.com/office/drawing/2014/main" id="{B4B309CB-55B2-485B-84C7-A971388B1E32}"/>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How many objects are there?</a:t>
            </a:r>
          </a:p>
        </p:txBody>
      </p:sp>
      <p:sp>
        <p:nvSpPr>
          <p:cNvPr id="4" name="object-4">
            <a:extLst>
              <a:ext uri="{FF2B5EF4-FFF2-40B4-BE49-F238E27FC236}">
                <a16:creationId xmlns:a16="http://schemas.microsoft.com/office/drawing/2014/main" id="{4C0C891F-5D55-4EE0-BE34-C9A100298FF5}"/>
              </a:ext>
            </a:extLst>
          </p:cNvPr>
          <p:cNvSpPr>
            <a:spLocks noGrp="1"/>
          </p:cNvSpPr>
          <p:nvPr/>
        </p:nvSpPr>
        <p:spPr>
          <a:xfrm>
            <a:off x="654844" y="8012906"/>
            <a:ext cx="13930313" cy="11906"/>
          </a:xfrm>
          <a:prstGeom prst="rect">
            <a:avLst/>
          </a:prstGeom>
          <a:solidFill>
            <a:srgbClr val="BCD0EA"/>
          </a:solidFill>
          <a:ln w="0">
            <a:noFill/>
          </a:ln>
        </p:spPr>
      </p:sp>
      <p:sp>
        <p:nvSpPr>
          <p:cNvPr id="5" name="object-5">
            <a:extLst>
              <a:ext uri="{FF2B5EF4-FFF2-40B4-BE49-F238E27FC236}">
                <a16:creationId xmlns:a16="http://schemas.microsoft.com/office/drawing/2014/main" id="{806290E3-746C-4D8B-9E80-185F04CE08AA}"/>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Count objects using one-to-one correspondence</a:t>
            </a:r>
          </a:p>
        </p:txBody>
      </p:sp>
      <p:sp>
        <p:nvSpPr>
          <p:cNvPr id="6" name="object-6">
            <a:extLst>
              <a:ext uri="{FF2B5EF4-FFF2-40B4-BE49-F238E27FC236}">
                <a16:creationId xmlns:a16="http://schemas.microsoft.com/office/drawing/2014/main" id="{C1C581BD-5776-4546-8631-6369045E766D}"/>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3</a:t>
            </a:r>
          </a:p>
        </p:txBody>
      </p:sp>
      <p:sp>
        <p:nvSpPr>
          <p:cNvPr id="7" name="object-7">
            <a:extLst>
              <a:ext uri="{FF2B5EF4-FFF2-40B4-BE49-F238E27FC236}">
                <a16:creationId xmlns:a16="http://schemas.microsoft.com/office/drawing/2014/main" id="{63A77C97-DB61-48BA-8591-E4202CFFC70C}"/>
              </a:ext>
            </a:extLst>
          </p:cNvPr>
          <p:cNvSpPr>
            <a:spLocks noGrp="1"/>
          </p:cNvSpPr>
          <p:nvPr/>
        </p:nvSpPr>
        <p:spPr>
          <a:xfrm>
            <a:off x="1131094" y="2917031"/>
            <a:ext cx="571500" cy="571500"/>
          </a:xfrm>
          <a:prstGeom prst="ellipse">
            <a:avLst/>
          </a:prstGeom>
          <a:solidFill>
            <a:srgbClr val="1D4ED8"/>
          </a:solidFill>
          <a:ln w="11906">
            <a:solidFill>
              <a:srgbClr val="172B4D"/>
            </a:solidFill>
          </a:ln>
        </p:spPr>
      </p:sp>
      <p:sp>
        <p:nvSpPr>
          <p:cNvPr id="8" name="object-8">
            <a:extLst>
              <a:ext uri="{FF2B5EF4-FFF2-40B4-BE49-F238E27FC236}">
                <a16:creationId xmlns:a16="http://schemas.microsoft.com/office/drawing/2014/main" id="{EC74C04E-2E83-47E9-BD43-479E02CC226C}"/>
              </a:ext>
            </a:extLst>
          </p:cNvPr>
          <p:cNvSpPr>
            <a:spLocks noGrp="1"/>
          </p:cNvSpPr>
          <p:nvPr/>
        </p:nvSpPr>
        <p:spPr>
          <a:xfrm>
            <a:off x="952500" y="4048125"/>
            <a:ext cx="1309688" cy="654844"/>
          </a:xfrm>
          <a:prstGeom prst="rect">
            <a:avLst/>
          </a:prstGeom>
          <a:noFill/>
          <a:ln w="0">
            <a:noFill/>
          </a:ln>
        </p:spPr>
        <p:txBody>
          <a:bodyPr anchor="ctr">
            <a:noAutofit/>
          </a:bodyPr>
          <a:lstStyle/>
          <a:p>
            <a:pPr algn="ctr">
              <a:defRPr sz="2813" b="1">
                <a:solidFill>
                  <a:srgbClr val="52647A"/>
                </a:solidFill>
                <a:latin typeface="Arial"/>
                <a:ea typeface="Arial"/>
                <a:cs typeface="Arial"/>
              </a:defRPr>
            </a:pPr>
            <a:r>
              <a:rPr sz="2813" b="1">
                <a:solidFill>
                  <a:srgbClr val="52647A"/>
                </a:solidFill>
                <a:latin typeface="Arial"/>
                <a:ea typeface="Arial"/>
                <a:cs typeface="Arial"/>
              </a:rPr>
              <a:t>1</a:t>
            </a:r>
          </a:p>
        </p:txBody>
      </p:sp>
      <p:sp>
        <p:nvSpPr>
          <p:cNvPr id="9" name="object-9">
            <a:extLst>
              <a:ext uri="{FF2B5EF4-FFF2-40B4-BE49-F238E27FC236}">
                <a16:creationId xmlns:a16="http://schemas.microsoft.com/office/drawing/2014/main" id="{1A6672E3-DD2E-4842-B1C1-9801CC824E6F}"/>
              </a:ext>
            </a:extLst>
          </p:cNvPr>
          <p:cNvSpPr>
            <a:spLocks noGrp="1"/>
          </p:cNvSpPr>
          <p:nvPr/>
        </p:nvSpPr>
        <p:spPr>
          <a:xfrm>
            <a:off x="2440781" y="3333750"/>
            <a:ext cx="571500" cy="571500"/>
          </a:xfrm>
          <a:prstGeom prst="ellipse">
            <a:avLst/>
          </a:prstGeom>
          <a:solidFill>
            <a:srgbClr val="1D4ED8"/>
          </a:solidFill>
          <a:ln w="11906">
            <a:solidFill>
              <a:srgbClr val="172B4D"/>
            </a:solidFill>
          </a:ln>
        </p:spPr>
      </p:sp>
      <p:sp>
        <p:nvSpPr>
          <p:cNvPr id="10" name="object-10">
            <a:extLst>
              <a:ext uri="{FF2B5EF4-FFF2-40B4-BE49-F238E27FC236}">
                <a16:creationId xmlns:a16="http://schemas.microsoft.com/office/drawing/2014/main" id="{1D80C11B-4EC0-4F4A-8863-A872B85047BA}"/>
              </a:ext>
            </a:extLst>
          </p:cNvPr>
          <p:cNvSpPr>
            <a:spLocks noGrp="1"/>
          </p:cNvSpPr>
          <p:nvPr/>
        </p:nvSpPr>
        <p:spPr>
          <a:xfrm>
            <a:off x="2286000" y="4048125"/>
            <a:ext cx="1309688" cy="654844"/>
          </a:xfrm>
          <a:prstGeom prst="rect">
            <a:avLst/>
          </a:prstGeom>
          <a:noFill/>
          <a:ln w="0">
            <a:noFill/>
          </a:ln>
        </p:spPr>
        <p:txBody>
          <a:bodyPr anchor="ctr">
            <a:noAutofit/>
          </a:bodyPr>
          <a:lstStyle/>
          <a:p>
            <a:pPr algn="ctr">
              <a:defRPr sz="2813" b="1">
                <a:solidFill>
                  <a:srgbClr val="52647A"/>
                </a:solidFill>
                <a:latin typeface="Arial"/>
                <a:ea typeface="Arial"/>
                <a:cs typeface="Arial"/>
              </a:defRPr>
            </a:pPr>
            <a:r>
              <a:rPr sz="2813" b="1">
                <a:solidFill>
                  <a:srgbClr val="52647A"/>
                </a:solidFill>
                <a:latin typeface="Arial"/>
                <a:ea typeface="Arial"/>
                <a:cs typeface="Arial"/>
              </a:rPr>
              <a:t>2</a:t>
            </a:r>
          </a:p>
        </p:txBody>
      </p:sp>
      <p:sp>
        <p:nvSpPr>
          <p:cNvPr id="11" name="object-11">
            <a:extLst>
              <a:ext uri="{FF2B5EF4-FFF2-40B4-BE49-F238E27FC236}">
                <a16:creationId xmlns:a16="http://schemas.microsoft.com/office/drawing/2014/main" id="{93A72B8C-DDE1-49AA-ABCE-1C16C83CA2A7}"/>
              </a:ext>
            </a:extLst>
          </p:cNvPr>
          <p:cNvSpPr>
            <a:spLocks noGrp="1"/>
          </p:cNvSpPr>
          <p:nvPr/>
        </p:nvSpPr>
        <p:spPr>
          <a:xfrm>
            <a:off x="3750469" y="2917031"/>
            <a:ext cx="571500" cy="571500"/>
          </a:xfrm>
          <a:prstGeom prst="ellipse">
            <a:avLst/>
          </a:prstGeom>
          <a:solidFill>
            <a:srgbClr val="1D4ED8"/>
          </a:solidFill>
          <a:ln w="11906">
            <a:solidFill>
              <a:srgbClr val="172B4D"/>
            </a:solidFill>
          </a:ln>
        </p:spPr>
      </p:sp>
      <p:sp>
        <p:nvSpPr>
          <p:cNvPr id="12" name="object-12">
            <a:extLst>
              <a:ext uri="{FF2B5EF4-FFF2-40B4-BE49-F238E27FC236}">
                <a16:creationId xmlns:a16="http://schemas.microsoft.com/office/drawing/2014/main" id="{EBE51F8A-6781-467E-A3C0-4D5C194692F1}"/>
              </a:ext>
            </a:extLst>
          </p:cNvPr>
          <p:cNvSpPr>
            <a:spLocks noGrp="1"/>
          </p:cNvSpPr>
          <p:nvPr/>
        </p:nvSpPr>
        <p:spPr>
          <a:xfrm>
            <a:off x="3619500" y="4048125"/>
            <a:ext cx="1309688" cy="654844"/>
          </a:xfrm>
          <a:prstGeom prst="rect">
            <a:avLst/>
          </a:prstGeom>
          <a:noFill/>
          <a:ln w="0">
            <a:noFill/>
          </a:ln>
        </p:spPr>
        <p:txBody>
          <a:bodyPr anchor="ctr">
            <a:noAutofit/>
          </a:bodyPr>
          <a:lstStyle/>
          <a:p>
            <a:pPr algn="ctr">
              <a:defRPr sz="2813" b="1">
                <a:solidFill>
                  <a:srgbClr val="52647A"/>
                </a:solidFill>
                <a:latin typeface="Arial"/>
                <a:ea typeface="Arial"/>
                <a:cs typeface="Arial"/>
              </a:defRPr>
            </a:pPr>
            <a:r>
              <a:rPr sz="2813" b="1">
                <a:solidFill>
                  <a:srgbClr val="52647A"/>
                </a:solidFill>
                <a:latin typeface="Arial"/>
                <a:ea typeface="Arial"/>
                <a:cs typeface="Arial"/>
              </a:rPr>
              <a:t>3</a:t>
            </a:r>
          </a:p>
        </p:txBody>
      </p:sp>
      <p:sp>
        <p:nvSpPr>
          <p:cNvPr id="13" name="object-13">
            <a:extLst>
              <a:ext uri="{FF2B5EF4-FFF2-40B4-BE49-F238E27FC236}">
                <a16:creationId xmlns:a16="http://schemas.microsoft.com/office/drawing/2014/main" id="{4E940E00-22F5-4BC3-8B72-5AA966813BFA}"/>
              </a:ext>
            </a:extLst>
          </p:cNvPr>
          <p:cNvSpPr>
            <a:spLocks noGrp="1"/>
          </p:cNvSpPr>
          <p:nvPr/>
        </p:nvSpPr>
        <p:spPr>
          <a:xfrm>
            <a:off x="5060156" y="3333750"/>
            <a:ext cx="571500" cy="571500"/>
          </a:xfrm>
          <a:prstGeom prst="ellipse">
            <a:avLst/>
          </a:prstGeom>
          <a:solidFill>
            <a:srgbClr val="1D4ED8"/>
          </a:solidFill>
          <a:ln w="11906">
            <a:solidFill>
              <a:srgbClr val="172B4D"/>
            </a:solidFill>
          </a:ln>
        </p:spPr>
      </p:sp>
      <p:sp>
        <p:nvSpPr>
          <p:cNvPr id="14" name="object-14">
            <a:extLst>
              <a:ext uri="{FF2B5EF4-FFF2-40B4-BE49-F238E27FC236}">
                <a16:creationId xmlns:a16="http://schemas.microsoft.com/office/drawing/2014/main" id="{56E45C21-EC9E-428A-B0AE-A0D89FDBA524}"/>
              </a:ext>
            </a:extLst>
          </p:cNvPr>
          <p:cNvSpPr>
            <a:spLocks noGrp="1"/>
          </p:cNvSpPr>
          <p:nvPr/>
        </p:nvSpPr>
        <p:spPr>
          <a:xfrm>
            <a:off x="4953000" y="4048125"/>
            <a:ext cx="1309688" cy="654844"/>
          </a:xfrm>
          <a:prstGeom prst="rect">
            <a:avLst/>
          </a:prstGeom>
          <a:noFill/>
          <a:ln w="0">
            <a:noFill/>
          </a:ln>
        </p:spPr>
        <p:txBody>
          <a:bodyPr anchor="ctr">
            <a:noAutofit/>
          </a:bodyPr>
          <a:lstStyle/>
          <a:p>
            <a:pPr algn="ctr">
              <a:defRPr sz="2813" b="1">
                <a:solidFill>
                  <a:srgbClr val="52647A"/>
                </a:solidFill>
                <a:latin typeface="Arial"/>
                <a:ea typeface="Arial"/>
                <a:cs typeface="Arial"/>
              </a:defRPr>
            </a:pPr>
            <a:r>
              <a:rPr sz="2813" b="1">
                <a:solidFill>
                  <a:srgbClr val="52647A"/>
                </a:solidFill>
                <a:latin typeface="Arial"/>
                <a:ea typeface="Arial"/>
                <a:cs typeface="Arial"/>
              </a:rPr>
              <a:t>4</a:t>
            </a:r>
          </a:p>
        </p:txBody>
      </p:sp>
      <p:sp>
        <p:nvSpPr>
          <p:cNvPr id="15" name="object-15">
            <a:extLst>
              <a:ext uri="{FF2B5EF4-FFF2-40B4-BE49-F238E27FC236}">
                <a16:creationId xmlns:a16="http://schemas.microsoft.com/office/drawing/2014/main" id="{4ED59614-4EB2-47B2-8951-8FCEFC04E4E2}"/>
              </a:ext>
            </a:extLst>
          </p:cNvPr>
          <p:cNvSpPr>
            <a:spLocks noGrp="1"/>
          </p:cNvSpPr>
          <p:nvPr/>
        </p:nvSpPr>
        <p:spPr>
          <a:xfrm>
            <a:off x="6369844" y="2917031"/>
            <a:ext cx="571500" cy="571500"/>
          </a:xfrm>
          <a:prstGeom prst="ellipse">
            <a:avLst/>
          </a:prstGeom>
          <a:solidFill>
            <a:srgbClr val="1D4ED8"/>
          </a:solidFill>
          <a:ln w="11906">
            <a:solidFill>
              <a:srgbClr val="172B4D"/>
            </a:solidFill>
          </a:ln>
        </p:spPr>
      </p:sp>
      <p:sp>
        <p:nvSpPr>
          <p:cNvPr id="16" name="object-16">
            <a:extLst>
              <a:ext uri="{FF2B5EF4-FFF2-40B4-BE49-F238E27FC236}">
                <a16:creationId xmlns:a16="http://schemas.microsoft.com/office/drawing/2014/main" id="{C6524520-9A72-4950-8F79-C2EBB74CA80E}"/>
              </a:ext>
            </a:extLst>
          </p:cNvPr>
          <p:cNvSpPr>
            <a:spLocks noGrp="1"/>
          </p:cNvSpPr>
          <p:nvPr/>
        </p:nvSpPr>
        <p:spPr>
          <a:xfrm>
            <a:off x="6286500" y="4048125"/>
            <a:ext cx="1309688" cy="654844"/>
          </a:xfrm>
          <a:prstGeom prst="rect">
            <a:avLst/>
          </a:prstGeom>
          <a:noFill/>
          <a:ln w="0">
            <a:noFill/>
          </a:ln>
        </p:spPr>
        <p:txBody>
          <a:bodyPr anchor="ctr">
            <a:noAutofit/>
          </a:bodyPr>
          <a:lstStyle/>
          <a:p>
            <a:pPr algn="ctr">
              <a:defRPr sz="2813" b="1">
                <a:solidFill>
                  <a:srgbClr val="52647A"/>
                </a:solidFill>
                <a:latin typeface="Arial"/>
                <a:ea typeface="Arial"/>
                <a:cs typeface="Arial"/>
              </a:defRPr>
            </a:pPr>
            <a:r>
              <a:rPr sz="2813" b="1">
                <a:solidFill>
                  <a:srgbClr val="52647A"/>
                </a:solidFill>
                <a:latin typeface="Arial"/>
                <a:ea typeface="Arial"/>
                <a:cs typeface="Arial"/>
              </a:rPr>
              <a:t>5</a:t>
            </a:r>
          </a:p>
        </p:txBody>
      </p:sp>
      <p:sp>
        <p:nvSpPr>
          <p:cNvPr id="17" name="object-17">
            <a:extLst>
              <a:ext uri="{FF2B5EF4-FFF2-40B4-BE49-F238E27FC236}">
                <a16:creationId xmlns:a16="http://schemas.microsoft.com/office/drawing/2014/main" id="{33CD6C22-1342-450E-BFD3-FD66149F16ED}"/>
              </a:ext>
            </a:extLst>
          </p:cNvPr>
          <p:cNvSpPr>
            <a:spLocks noGrp="1"/>
          </p:cNvSpPr>
          <p:nvPr/>
        </p:nvSpPr>
        <p:spPr>
          <a:xfrm>
            <a:off x="7679531" y="3333750"/>
            <a:ext cx="571500" cy="571500"/>
          </a:xfrm>
          <a:prstGeom prst="ellipse">
            <a:avLst/>
          </a:prstGeom>
          <a:solidFill>
            <a:srgbClr val="1D4ED8"/>
          </a:solidFill>
          <a:ln w="11906">
            <a:solidFill>
              <a:srgbClr val="172B4D"/>
            </a:solidFill>
          </a:ln>
        </p:spPr>
      </p:sp>
      <p:sp>
        <p:nvSpPr>
          <p:cNvPr id="18" name="object-18">
            <a:extLst>
              <a:ext uri="{FF2B5EF4-FFF2-40B4-BE49-F238E27FC236}">
                <a16:creationId xmlns:a16="http://schemas.microsoft.com/office/drawing/2014/main" id="{1719E51F-C0AB-4DBC-9735-3C06B2DAEBF8}"/>
              </a:ext>
            </a:extLst>
          </p:cNvPr>
          <p:cNvSpPr>
            <a:spLocks noGrp="1"/>
          </p:cNvSpPr>
          <p:nvPr/>
        </p:nvSpPr>
        <p:spPr>
          <a:xfrm>
            <a:off x="7620000" y="4048125"/>
            <a:ext cx="1309688" cy="654844"/>
          </a:xfrm>
          <a:prstGeom prst="rect">
            <a:avLst/>
          </a:prstGeom>
          <a:noFill/>
          <a:ln w="0">
            <a:noFill/>
          </a:ln>
        </p:spPr>
        <p:txBody>
          <a:bodyPr anchor="ctr">
            <a:noAutofit/>
          </a:bodyPr>
          <a:lstStyle/>
          <a:p>
            <a:pPr algn="ctr">
              <a:defRPr sz="2813" b="1">
                <a:solidFill>
                  <a:srgbClr val="52647A"/>
                </a:solidFill>
                <a:latin typeface="Arial"/>
                <a:ea typeface="Arial"/>
                <a:cs typeface="Arial"/>
              </a:defRPr>
            </a:pPr>
            <a:r>
              <a:rPr sz="2813" b="1">
                <a:solidFill>
                  <a:srgbClr val="52647A"/>
                </a:solidFill>
                <a:latin typeface="Arial"/>
                <a:ea typeface="Arial"/>
                <a:cs typeface="Arial"/>
              </a:rPr>
              <a:t>6</a:t>
            </a:r>
          </a:p>
        </p:txBody>
      </p:sp>
      <p:sp>
        <p:nvSpPr>
          <p:cNvPr id="19" name="object-19">
            <a:extLst>
              <a:ext uri="{FF2B5EF4-FFF2-40B4-BE49-F238E27FC236}">
                <a16:creationId xmlns:a16="http://schemas.microsoft.com/office/drawing/2014/main" id="{AADCCA7F-DD15-4271-A555-5A3F4CB4F04E}"/>
              </a:ext>
            </a:extLst>
          </p:cNvPr>
          <p:cNvSpPr>
            <a:spLocks noGrp="1"/>
          </p:cNvSpPr>
          <p:nvPr/>
        </p:nvSpPr>
        <p:spPr>
          <a:xfrm>
            <a:off x="892969" y="7286625"/>
            <a:ext cx="13454063" cy="738188"/>
          </a:xfrm>
          <a:prstGeom prst="rect">
            <a:avLst/>
          </a:prstGeom>
          <a:noFill/>
          <a:ln w="0">
            <a:noFill/>
          </a:ln>
        </p:spPr>
        <p:txBody>
          <a:bodyPr anchor="ctr">
            <a:noAutofit/>
          </a:bodyPr>
          <a:lstStyle/>
          <a:p>
            <a:pPr algn="ctr">
              <a:defRPr sz="2813" b="1">
                <a:solidFill>
                  <a:srgbClr val="11745A"/>
                </a:solidFill>
                <a:latin typeface="Arial"/>
                <a:ea typeface="Arial"/>
                <a:cs typeface="Arial"/>
              </a:defRPr>
            </a:pPr>
            <a:r>
              <a:rPr sz="2813" b="1">
                <a:solidFill>
                  <a:srgbClr val="11745A"/>
                </a:solidFill>
                <a:latin typeface="Arial"/>
                <a:ea typeface="Arial"/>
                <a:cs typeface="Arial"/>
              </a:rPr>
              <a:t>6 altogether</a:t>
            </a:r>
          </a:p>
        </p:txBody>
      </p:sp>
    </p:spTree>
    <p:extLst>
      <p:ext uri="{BB962C8B-B14F-4D97-AF65-F5344CB8AC3E}">
        <p14:creationId xmlns:p14="http://schemas.microsoft.com/office/powerpoint/2010/main" val="15509234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0 0 L 0.02734375 0.28888889 E" pathEditMode="relative" ptsTypes="">
                                      <p:cBhvr>
                                        <p:cTn id="6" dur="800" fill="hold"/>
                                        <p:tgtEl>
                                          <p:spTgt spid="7"/>
                                        </p:tgtEl>
                                        <p:attrNameLst>
                                          <p:attrName>ppt_x</p:attrName>
                                          <p:attrName>ppt_y</p:attrName>
                                        </p:attrNameLst>
                                      </p:cBhvr>
                                    </p:animMotion>
                                  </p:childTnLst>
                                </p:cTn>
                              </p:par>
                            </p:childTnLst>
                          </p:cTn>
                        </p:par>
                        <p:par>
                          <p:cTn id="7" fill="hold">
                            <p:stCondLst>
                              <p:cond delay="800"/>
                            </p:stCondLst>
                            <p:childTnLst>
                              <p:par>
                                <p:cTn id="8" presetID="1" presetClass="entr" presetSubtype="0" fill="hold" grpId="0" nodeType="afterEffect">
                                  <p:stCondLst>
                                    <p:cond delay="0"/>
                                  </p:stCondLst>
                                  <p:childTnLst>
                                    <p:set>
                                      <p:cBhvr>
                                        <p:cTn id="9" dur="1" fill="hold">
                                          <p:stCondLst>
                                            <p:cond delay="0"/>
                                          </p:stCondLst>
                                        </p:cTn>
                                        <p:tgtEl>
                                          <p:spTgt spid="8"/>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63" presetClass="path" presetSubtype="0" accel="50000" decel="50000" fill="hold" nodeType="clickEffect">
                                  <p:stCondLst>
                                    <p:cond delay="0"/>
                                  </p:stCondLst>
                                  <p:childTnLst>
                                    <p:animMotion origin="layout" path="M 0 0 L 0.02265625 0.24027778 E" pathEditMode="relative" ptsTypes="">
                                      <p:cBhvr>
                                        <p:cTn id="13" dur="800" fill="hold"/>
                                        <p:tgtEl>
                                          <p:spTgt spid="9"/>
                                        </p:tgtEl>
                                        <p:attrNameLst>
                                          <p:attrName>ppt_x</p:attrName>
                                          <p:attrName>ppt_y</p:attrName>
                                        </p:attrNameLst>
                                      </p:cBhvr>
                                    </p:animMotion>
                                  </p:childTnLst>
                                </p:cTn>
                              </p:par>
                            </p:childTnLst>
                          </p:cTn>
                        </p:par>
                        <p:par>
                          <p:cTn id="14" fill="hold">
                            <p:stCondLst>
                              <p:cond delay="800"/>
                            </p:stCondLst>
                            <p:childTnLst>
                              <p:par>
                                <p:cTn id="15" presetID="1" presetClass="entr" presetSubtype="0" fill="hold" grpId="0" nodeType="after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63" presetClass="path" presetSubtype="0" accel="50000" decel="50000" fill="hold" nodeType="clickEffect">
                                  <p:stCondLst>
                                    <p:cond delay="0"/>
                                  </p:stCondLst>
                                  <p:childTnLst>
                                    <p:animMotion origin="layout" path="M 0 0 L 0.01796875 0.28888889 E" pathEditMode="relative" ptsTypes="">
                                      <p:cBhvr>
                                        <p:cTn id="20" dur="800" fill="hold"/>
                                        <p:tgtEl>
                                          <p:spTgt spid="11"/>
                                        </p:tgtEl>
                                        <p:attrNameLst>
                                          <p:attrName>ppt_x</p:attrName>
                                          <p:attrName>ppt_y</p:attrName>
                                        </p:attrNameLst>
                                      </p:cBhvr>
                                    </p:animMotion>
                                  </p:childTnLst>
                                </p:cTn>
                              </p:par>
                            </p:childTnLst>
                          </p:cTn>
                        </p:par>
                        <p:par>
                          <p:cTn id="21" fill="hold">
                            <p:stCondLst>
                              <p:cond delay="800"/>
                            </p:stCondLst>
                            <p:childTnLst>
                              <p:par>
                                <p:cTn id="22" presetID="1" presetClass="entr" presetSubtype="0" fill="hold" grpId="0" nodeType="afterEffect">
                                  <p:stCondLst>
                                    <p:cond delay="0"/>
                                  </p:stCondLst>
                                  <p:childTnLst>
                                    <p:set>
                                      <p:cBhvr>
                                        <p:cTn id="23" dur="1" fill="hold">
                                          <p:stCondLst>
                                            <p:cond delay="0"/>
                                          </p:stCondLst>
                                        </p:cTn>
                                        <p:tgtEl>
                                          <p:spTgt spid="12"/>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63" presetClass="path" presetSubtype="0" accel="50000" decel="50000" fill="hold" nodeType="clickEffect">
                                  <p:stCondLst>
                                    <p:cond delay="0"/>
                                  </p:stCondLst>
                                  <p:childTnLst>
                                    <p:animMotion origin="layout" path="M 0 0 L 0.01328125 0.24027778 E" pathEditMode="relative" ptsTypes="">
                                      <p:cBhvr>
                                        <p:cTn id="27" dur="800" fill="hold"/>
                                        <p:tgtEl>
                                          <p:spTgt spid="13"/>
                                        </p:tgtEl>
                                        <p:attrNameLst>
                                          <p:attrName>ppt_x</p:attrName>
                                          <p:attrName>ppt_y</p:attrName>
                                        </p:attrNameLst>
                                      </p:cBhvr>
                                    </p:animMotion>
                                  </p:childTnLst>
                                </p:cTn>
                              </p:par>
                            </p:childTnLst>
                          </p:cTn>
                        </p:par>
                        <p:par>
                          <p:cTn id="28" fill="hold">
                            <p:stCondLst>
                              <p:cond delay="800"/>
                            </p:stCondLst>
                            <p:childTnLst>
                              <p:par>
                                <p:cTn id="29" presetID="1" presetClass="entr" presetSubtype="0" fill="hold" grpId="0" nodeType="after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63" presetClass="path" presetSubtype="0" accel="50000" decel="50000" fill="hold" nodeType="clickEffect">
                                  <p:stCondLst>
                                    <p:cond delay="0"/>
                                  </p:stCondLst>
                                  <p:childTnLst>
                                    <p:animMotion origin="layout" path="M 0 0 L 0.00859375 0.28888889 E" pathEditMode="relative" ptsTypes="">
                                      <p:cBhvr>
                                        <p:cTn id="34" dur="800" fill="hold"/>
                                        <p:tgtEl>
                                          <p:spTgt spid="15"/>
                                        </p:tgtEl>
                                        <p:attrNameLst>
                                          <p:attrName>ppt_x</p:attrName>
                                          <p:attrName>ppt_y</p:attrName>
                                        </p:attrNameLst>
                                      </p:cBhvr>
                                    </p:animMotion>
                                  </p:childTnLst>
                                </p:cTn>
                              </p:par>
                            </p:childTnLst>
                          </p:cTn>
                        </p:par>
                        <p:par>
                          <p:cTn id="35" fill="hold">
                            <p:stCondLst>
                              <p:cond delay="800"/>
                            </p:stCondLst>
                            <p:childTnLst>
                              <p:par>
                                <p:cTn id="36" presetID="1" presetClass="entr" presetSubtype="0" fill="hold" grpId="0" nodeType="afterEffect">
                                  <p:stCondLst>
                                    <p:cond delay="0"/>
                                  </p:stCondLst>
                                  <p:childTnLst>
                                    <p:set>
                                      <p:cBhvr>
                                        <p:cTn id="37" dur="1" fill="hold">
                                          <p:stCondLst>
                                            <p:cond delay="0"/>
                                          </p:stCondLst>
                                        </p:cTn>
                                        <p:tgtEl>
                                          <p:spTgt spid="16"/>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63" presetClass="path" presetSubtype="0" accel="50000" decel="50000" fill="hold" nodeType="clickEffect">
                                  <p:stCondLst>
                                    <p:cond delay="0"/>
                                  </p:stCondLst>
                                  <p:childTnLst>
                                    <p:animMotion origin="layout" path="M 0 0 L 0.00390625 0.24027778 E" pathEditMode="relative" ptsTypes="">
                                      <p:cBhvr>
                                        <p:cTn id="41" dur="800" fill="hold"/>
                                        <p:tgtEl>
                                          <p:spTgt spid="17"/>
                                        </p:tgtEl>
                                        <p:attrNameLst>
                                          <p:attrName>ppt_x</p:attrName>
                                          <p:attrName>ppt_y</p:attrName>
                                        </p:attrNameLst>
                                      </p:cBhvr>
                                    </p:animMotion>
                                  </p:childTnLst>
                                </p:cTn>
                              </p:par>
                            </p:childTnLst>
                          </p:cTn>
                        </p:par>
                        <p:par>
                          <p:cTn id="42" fill="hold">
                            <p:stCondLst>
                              <p:cond delay="800"/>
                            </p:stCondLst>
                            <p:childTnLst>
                              <p:par>
                                <p:cTn id="43" presetID="1" presetClass="entr" presetSubtype="0" fill="hold" grpId="0" nodeType="afterEffect">
                                  <p:stCondLst>
                                    <p:cond delay="0"/>
                                  </p:stCondLst>
                                  <p:childTnLst>
                                    <p:set>
                                      <p:cBhvr>
                                        <p:cTn id="44" dur="1" fill="hold">
                                          <p:stCondLst>
                                            <p:cond delay="0"/>
                                          </p:stCondLst>
                                        </p:cTn>
                                        <p:tgtEl>
                                          <p:spTgt spid="18"/>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P spid="12" grpId="0"/>
      <p:bldP spid="14" grpId="0"/>
      <p:bldP spid="16" grpId="0"/>
      <p:bldP spid="18" grpId="0"/>
      <p:bldP spid="19"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object-1">
            <a:extLst>
              <a:ext uri="{FF2B5EF4-FFF2-40B4-BE49-F238E27FC236}">
                <a16:creationId xmlns:a16="http://schemas.microsoft.com/office/drawing/2014/main" id="{CA426E8D-427C-4A27-B481-3A490247D721}"/>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I do</a:t>
            </a:r>
          </a:p>
        </p:txBody>
      </p:sp>
      <p:sp>
        <p:nvSpPr>
          <p:cNvPr id="2" name="object-2">
            <a:extLst>
              <a:ext uri="{FF2B5EF4-FFF2-40B4-BE49-F238E27FC236}">
                <a16:creationId xmlns:a16="http://schemas.microsoft.com/office/drawing/2014/main" id="{1A83867F-17C2-48FE-A9D6-8B8FCF8600DE}"/>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How many objects are there?</a:t>
            </a:r>
          </a:p>
        </p:txBody>
      </p:sp>
      <p:sp>
        <p:nvSpPr>
          <p:cNvPr id="3" name="object-3">
            <a:extLst>
              <a:ext uri="{FF2B5EF4-FFF2-40B4-BE49-F238E27FC236}">
                <a16:creationId xmlns:a16="http://schemas.microsoft.com/office/drawing/2014/main" id="{C1B61213-A012-459E-94E4-680B4AF9E1DC}"/>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531DF662-EB7F-42DF-8FBE-CC6268833B34}"/>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Count objects using one-to-one correspondence</a:t>
            </a:r>
          </a:p>
        </p:txBody>
      </p:sp>
      <p:sp>
        <p:nvSpPr>
          <p:cNvPr id="5" name="object-5">
            <a:extLst>
              <a:ext uri="{FF2B5EF4-FFF2-40B4-BE49-F238E27FC236}">
                <a16:creationId xmlns:a16="http://schemas.microsoft.com/office/drawing/2014/main" id="{9E7B0F8C-B204-4677-8527-0E8B82040EC7}"/>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4</a:t>
            </a:r>
          </a:p>
        </p:txBody>
      </p:sp>
      <p:sp>
        <p:nvSpPr>
          <p:cNvPr id="6" name="object-6">
            <a:extLst>
              <a:ext uri="{FF2B5EF4-FFF2-40B4-BE49-F238E27FC236}">
                <a16:creationId xmlns:a16="http://schemas.microsoft.com/office/drawing/2014/main" id="{584A85E9-0E42-4943-9029-82AFB8235A16}"/>
              </a:ext>
            </a:extLst>
          </p:cNvPr>
          <p:cNvSpPr>
            <a:spLocks noGrp="1"/>
          </p:cNvSpPr>
          <p:nvPr/>
        </p:nvSpPr>
        <p:spPr>
          <a:xfrm>
            <a:off x="1131094" y="2917031"/>
            <a:ext cx="571500" cy="571500"/>
          </a:xfrm>
          <a:prstGeom prst="ellipse">
            <a:avLst/>
          </a:prstGeom>
          <a:solidFill>
            <a:srgbClr val="1D4ED8"/>
          </a:solidFill>
          <a:ln w="11906">
            <a:solidFill>
              <a:srgbClr val="172B4D"/>
            </a:solidFill>
          </a:ln>
        </p:spPr>
      </p:sp>
      <p:sp>
        <p:nvSpPr>
          <p:cNvPr id="7" name="object-7">
            <a:extLst>
              <a:ext uri="{FF2B5EF4-FFF2-40B4-BE49-F238E27FC236}">
                <a16:creationId xmlns:a16="http://schemas.microsoft.com/office/drawing/2014/main" id="{D68418E0-23F0-401B-82FC-E530E8DF6D84}"/>
              </a:ext>
            </a:extLst>
          </p:cNvPr>
          <p:cNvSpPr>
            <a:spLocks noGrp="1"/>
          </p:cNvSpPr>
          <p:nvPr/>
        </p:nvSpPr>
        <p:spPr>
          <a:xfrm>
            <a:off x="952500" y="4048125"/>
            <a:ext cx="1309688" cy="654844"/>
          </a:xfrm>
          <a:prstGeom prst="rect">
            <a:avLst/>
          </a:prstGeom>
          <a:noFill/>
          <a:ln w="0">
            <a:noFill/>
          </a:ln>
        </p:spPr>
        <p:txBody>
          <a:bodyPr anchor="ctr">
            <a:noAutofit/>
          </a:bodyPr>
          <a:lstStyle/>
          <a:p>
            <a:pPr algn="ctr">
              <a:defRPr sz="2813" b="1">
                <a:solidFill>
                  <a:srgbClr val="52647A"/>
                </a:solidFill>
                <a:latin typeface="Arial"/>
                <a:ea typeface="Arial"/>
                <a:cs typeface="Arial"/>
              </a:defRPr>
            </a:pPr>
            <a:r>
              <a:rPr sz="2813" b="1">
                <a:solidFill>
                  <a:srgbClr val="52647A"/>
                </a:solidFill>
                <a:latin typeface="Arial"/>
                <a:ea typeface="Arial"/>
                <a:cs typeface="Arial"/>
              </a:rPr>
              <a:t>1</a:t>
            </a:r>
          </a:p>
        </p:txBody>
      </p:sp>
      <p:sp>
        <p:nvSpPr>
          <p:cNvPr id="8" name="object-8">
            <a:extLst>
              <a:ext uri="{FF2B5EF4-FFF2-40B4-BE49-F238E27FC236}">
                <a16:creationId xmlns:a16="http://schemas.microsoft.com/office/drawing/2014/main" id="{09D70A17-1A91-4A62-8762-AF6402CCD01A}"/>
              </a:ext>
            </a:extLst>
          </p:cNvPr>
          <p:cNvSpPr>
            <a:spLocks noGrp="1"/>
          </p:cNvSpPr>
          <p:nvPr/>
        </p:nvSpPr>
        <p:spPr>
          <a:xfrm>
            <a:off x="2440781" y="3333750"/>
            <a:ext cx="571500" cy="571500"/>
          </a:xfrm>
          <a:prstGeom prst="ellipse">
            <a:avLst/>
          </a:prstGeom>
          <a:solidFill>
            <a:srgbClr val="1D4ED8"/>
          </a:solidFill>
          <a:ln w="11906">
            <a:solidFill>
              <a:srgbClr val="172B4D"/>
            </a:solidFill>
          </a:ln>
        </p:spPr>
      </p:sp>
      <p:sp>
        <p:nvSpPr>
          <p:cNvPr id="9" name="object-9">
            <a:extLst>
              <a:ext uri="{FF2B5EF4-FFF2-40B4-BE49-F238E27FC236}">
                <a16:creationId xmlns:a16="http://schemas.microsoft.com/office/drawing/2014/main" id="{67D7C9C8-8D6D-48AD-817B-12D33DF32AFE}"/>
              </a:ext>
            </a:extLst>
          </p:cNvPr>
          <p:cNvSpPr>
            <a:spLocks noGrp="1"/>
          </p:cNvSpPr>
          <p:nvPr/>
        </p:nvSpPr>
        <p:spPr>
          <a:xfrm>
            <a:off x="2286000" y="4048125"/>
            <a:ext cx="1309688" cy="654844"/>
          </a:xfrm>
          <a:prstGeom prst="rect">
            <a:avLst/>
          </a:prstGeom>
          <a:noFill/>
          <a:ln w="0">
            <a:noFill/>
          </a:ln>
        </p:spPr>
        <p:txBody>
          <a:bodyPr anchor="ctr">
            <a:noAutofit/>
          </a:bodyPr>
          <a:lstStyle/>
          <a:p>
            <a:pPr algn="ctr">
              <a:defRPr sz="2813" b="1">
                <a:solidFill>
                  <a:srgbClr val="52647A"/>
                </a:solidFill>
                <a:latin typeface="Arial"/>
                <a:ea typeface="Arial"/>
                <a:cs typeface="Arial"/>
              </a:defRPr>
            </a:pPr>
            <a:r>
              <a:rPr sz="2813" b="1">
                <a:solidFill>
                  <a:srgbClr val="52647A"/>
                </a:solidFill>
                <a:latin typeface="Arial"/>
                <a:ea typeface="Arial"/>
                <a:cs typeface="Arial"/>
              </a:rPr>
              <a:t>2</a:t>
            </a:r>
          </a:p>
        </p:txBody>
      </p:sp>
      <p:sp>
        <p:nvSpPr>
          <p:cNvPr id="10" name="object-10">
            <a:extLst>
              <a:ext uri="{FF2B5EF4-FFF2-40B4-BE49-F238E27FC236}">
                <a16:creationId xmlns:a16="http://schemas.microsoft.com/office/drawing/2014/main" id="{1D2225D9-FBA4-40C9-8808-391317A14D1F}"/>
              </a:ext>
            </a:extLst>
          </p:cNvPr>
          <p:cNvSpPr>
            <a:spLocks noGrp="1"/>
          </p:cNvSpPr>
          <p:nvPr/>
        </p:nvSpPr>
        <p:spPr>
          <a:xfrm>
            <a:off x="3750469" y="2917031"/>
            <a:ext cx="571500" cy="571500"/>
          </a:xfrm>
          <a:prstGeom prst="ellipse">
            <a:avLst/>
          </a:prstGeom>
          <a:solidFill>
            <a:srgbClr val="1D4ED8"/>
          </a:solidFill>
          <a:ln w="11906">
            <a:solidFill>
              <a:srgbClr val="172B4D"/>
            </a:solidFill>
          </a:ln>
        </p:spPr>
      </p:sp>
      <p:sp>
        <p:nvSpPr>
          <p:cNvPr id="11" name="object-11">
            <a:extLst>
              <a:ext uri="{FF2B5EF4-FFF2-40B4-BE49-F238E27FC236}">
                <a16:creationId xmlns:a16="http://schemas.microsoft.com/office/drawing/2014/main" id="{83F8EE1E-78F4-4527-B51A-B856453E1DB8}"/>
              </a:ext>
            </a:extLst>
          </p:cNvPr>
          <p:cNvSpPr>
            <a:spLocks noGrp="1"/>
          </p:cNvSpPr>
          <p:nvPr/>
        </p:nvSpPr>
        <p:spPr>
          <a:xfrm>
            <a:off x="3619500" y="4048125"/>
            <a:ext cx="1309688" cy="654844"/>
          </a:xfrm>
          <a:prstGeom prst="rect">
            <a:avLst/>
          </a:prstGeom>
          <a:noFill/>
          <a:ln w="0">
            <a:noFill/>
          </a:ln>
        </p:spPr>
        <p:txBody>
          <a:bodyPr anchor="ctr">
            <a:noAutofit/>
          </a:bodyPr>
          <a:lstStyle/>
          <a:p>
            <a:pPr algn="ctr">
              <a:defRPr sz="2813" b="1">
                <a:solidFill>
                  <a:srgbClr val="52647A"/>
                </a:solidFill>
                <a:latin typeface="Arial"/>
                <a:ea typeface="Arial"/>
                <a:cs typeface="Arial"/>
              </a:defRPr>
            </a:pPr>
            <a:r>
              <a:rPr sz="2813" b="1">
                <a:solidFill>
                  <a:srgbClr val="52647A"/>
                </a:solidFill>
                <a:latin typeface="Arial"/>
                <a:ea typeface="Arial"/>
                <a:cs typeface="Arial"/>
              </a:rPr>
              <a:t>3</a:t>
            </a:r>
          </a:p>
        </p:txBody>
      </p:sp>
      <p:sp>
        <p:nvSpPr>
          <p:cNvPr id="12" name="object-12">
            <a:extLst>
              <a:ext uri="{FF2B5EF4-FFF2-40B4-BE49-F238E27FC236}">
                <a16:creationId xmlns:a16="http://schemas.microsoft.com/office/drawing/2014/main" id="{51871623-E571-42D8-92B0-DB112095D4A7}"/>
              </a:ext>
            </a:extLst>
          </p:cNvPr>
          <p:cNvSpPr>
            <a:spLocks noGrp="1"/>
          </p:cNvSpPr>
          <p:nvPr/>
        </p:nvSpPr>
        <p:spPr>
          <a:xfrm>
            <a:off x="5060156" y="3333750"/>
            <a:ext cx="571500" cy="571500"/>
          </a:xfrm>
          <a:prstGeom prst="ellipse">
            <a:avLst/>
          </a:prstGeom>
          <a:solidFill>
            <a:srgbClr val="1D4ED8"/>
          </a:solidFill>
          <a:ln w="11906">
            <a:solidFill>
              <a:srgbClr val="172B4D"/>
            </a:solidFill>
          </a:ln>
        </p:spPr>
      </p:sp>
      <p:sp>
        <p:nvSpPr>
          <p:cNvPr id="13" name="object-13">
            <a:extLst>
              <a:ext uri="{FF2B5EF4-FFF2-40B4-BE49-F238E27FC236}">
                <a16:creationId xmlns:a16="http://schemas.microsoft.com/office/drawing/2014/main" id="{7E6C95C7-7CB9-4CC2-B524-FDDC5BB0DDF1}"/>
              </a:ext>
            </a:extLst>
          </p:cNvPr>
          <p:cNvSpPr>
            <a:spLocks noGrp="1"/>
          </p:cNvSpPr>
          <p:nvPr/>
        </p:nvSpPr>
        <p:spPr>
          <a:xfrm>
            <a:off x="4953000" y="4048125"/>
            <a:ext cx="1309688" cy="654844"/>
          </a:xfrm>
          <a:prstGeom prst="rect">
            <a:avLst/>
          </a:prstGeom>
          <a:noFill/>
          <a:ln w="0">
            <a:noFill/>
          </a:ln>
        </p:spPr>
        <p:txBody>
          <a:bodyPr anchor="ctr">
            <a:noAutofit/>
          </a:bodyPr>
          <a:lstStyle/>
          <a:p>
            <a:pPr algn="ctr">
              <a:defRPr sz="2813" b="1">
                <a:solidFill>
                  <a:srgbClr val="52647A"/>
                </a:solidFill>
                <a:latin typeface="Arial"/>
                <a:ea typeface="Arial"/>
                <a:cs typeface="Arial"/>
              </a:defRPr>
            </a:pPr>
            <a:r>
              <a:rPr sz="2813" b="1">
                <a:solidFill>
                  <a:srgbClr val="52647A"/>
                </a:solidFill>
                <a:latin typeface="Arial"/>
                <a:ea typeface="Arial"/>
                <a:cs typeface="Arial"/>
              </a:rPr>
              <a:t>4</a:t>
            </a:r>
          </a:p>
        </p:txBody>
      </p:sp>
      <p:sp>
        <p:nvSpPr>
          <p:cNvPr id="14" name="object-14">
            <a:extLst>
              <a:ext uri="{FF2B5EF4-FFF2-40B4-BE49-F238E27FC236}">
                <a16:creationId xmlns:a16="http://schemas.microsoft.com/office/drawing/2014/main" id="{C1B57E62-62F7-4D7D-941B-150A28948AD2}"/>
              </a:ext>
            </a:extLst>
          </p:cNvPr>
          <p:cNvSpPr>
            <a:spLocks noGrp="1"/>
          </p:cNvSpPr>
          <p:nvPr/>
        </p:nvSpPr>
        <p:spPr>
          <a:xfrm>
            <a:off x="6369844" y="2917031"/>
            <a:ext cx="571500" cy="571500"/>
          </a:xfrm>
          <a:prstGeom prst="ellipse">
            <a:avLst/>
          </a:prstGeom>
          <a:solidFill>
            <a:srgbClr val="1D4ED8"/>
          </a:solidFill>
          <a:ln w="11906">
            <a:solidFill>
              <a:srgbClr val="172B4D"/>
            </a:solidFill>
          </a:ln>
        </p:spPr>
      </p:sp>
      <p:sp>
        <p:nvSpPr>
          <p:cNvPr id="15" name="object-15">
            <a:extLst>
              <a:ext uri="{FF2B5EF4-FFF2-40B4-BE49-F238E27FC236}">
                <a16:creationId xmlns:a16="http://schemas.microsoft.com/office/drawing/2014/main" id="{E3938F0C-AA22-424E-84F8-289F968CDAD4}"/>
              </a:ext>
            </a:extLst>
          </p:cNvPr>
          <p:cNvSpPr>
            <a:spLocks noGrp="1"/>
          </p:cNvSpPr>
          <p:nvPr/>
        </p:nvSpPr>
        <p:spPr>
          <a:xfrm>
            <a:off x="6286500" y="4048125"/>
            <a:ext cx="1309688" cy="654844"/>
          </a:xfrm>
          <a:prstGeom prst="rect">
            <a:avLst/>
          </a:prstGeom>
          <a:noFill/>
          <a:ln w="0">
            <a:noFill/>
          </a:ln>
        </p:spPr>
        <p:txBody>
          <a:bodyPr anchor="ctr">
            <a:noAutofit/>
          </a:bodyPr>
          <a:lstStyle/>
          <a:p>
            <a:pPr algn="ctr">
              <a:defRPr sz="2813" b="1">
                <a:solidFill>
                  <a:srgbClr val="52647A"/>
                </a:solidFill>
                <a:latin typeface="Arial"/>
                <a:ea typeface="Arial"/>
                <a:cs typeface="Arial"/>
              </a:defRPr>
            </a:pPr>
            <a:r>
              <a:rPr sz="2813" b="1">
                <a:solidFill>
                  <a:srgbClr val="52647A"/>
                </a:solidFill>
                <a:latin typeface="Arial"/>
                <a:ea typeface="Arial"/>
                <a:cs typeface="Arial"/>
              </a:rPr>
              <a:t>5</a:t>
            </a:r>
          </a:p>
        </p:txBody>
      </p:sp>
      <p:sp>
        <p:nvSpPr>
          <p:cNvPr id="16" name="object-16">
            <a:extLst>
              <a:ext uri="{FF2B5EF4-FFF2-40B4-BE49-F238E27FC236}">
                <a16:creationId xmlns:a16="http://schemas.microsoft.com/office/drawing/2014/main" id="{E66EC90F-1945-4D32-9F9E-17F95C79C226}"/>
              </a:ext>
            </a:extLst>
          </p:cNvPr>
          <p:cNvSpPr>
            <a:spLocks noGrp="1"/>
          </p:cNvSpPr>
          <p:nvPr/>
        </p:nvSpPr>
        <p:spPr>
          <a:xfrm>
            <a:off x="7679531" y="3333750"/>
            <a:ext cx="571500" cy="571500"/>
          </a:xfrm>
          <a:prstGeom prst="ellipse">
            <a:avLst/>
          </a:prstGeom>
          <a:solidFill>
            <a:srgbClr val="1D4ED8"/>
          </a:solidFill>
          <a:ln w="11906">
            <a:solidFill>
              <a:srgbClr val="172B4D"/>
            </a:solidFill>
          </a:ln>
        </p:spPr>
      </p:sp>
      <p:sp>
        <p:nvSpPr>
          <p:cNvPr id="17" name="object-17">
            <a:extLst>
              <a:ext uri="{FF2B5EF4-FFF2-40B4-BE49-F238E27FC236}">
                <a16:creationId xmlns:a16="http://schemas.microsoft.com/office/drawing/2014/main" id="{058245FA-DC7C-4CA2-80C5-F8EEDFE7CECA}"/>
              </a:ext>
            </a:extLst>
          </p:cNvPr>
          <p:cNvSpPr>
            <a:spLocks noGrp="1"/>
          </p:cNvSpPr>
          <p:nvPr/>
        </p:nvSpPr>
        <p:spPr>
          <a:xfrm>
            <a:off x="7620000" y="4048125"/>
            <a:ext cx="1309688" cy="654844"/>
          </a:xfrm>
          <a:prstGeom prst="rect">
            <a:avLst/>
          </a:prstGeom>
          <a:noFill/>
          <a:ln w="0">
            <a:noFill/>
          </a:ln>
        </p:spPr>
        <p:txBody>
          <a:bodyPr anchor="ctr">
            <a:noAutofit/>
          </a:bodyPr>
          <a:lstStyle/>
          <a:p>
            <a:pPr algn="ctr">
              <a:defRPr sz="2813" b="1">
                <a:solidFill>
                  <a:srgbClr val="52647A"/>
                </a:solidFill>
                <a:latin typeface="Arial"/>
                <a:ea typeface="Arial"/>
                <a:cs typeface="Arial"/>
              </a:defRPr>
            </a:pPr>
            <a:r>
              <a:rPr sz="2813" b="1">
                <a:solidFill>
                  <a:srgbClr val="52647A"/>
                </a:solidFill>
                <a:latin typeface="Arial"/>
                <a:ea typeface="Arial"/>
                <a:cs typeface="Arial"/>
              </a:rPr>
              <a:t>6</a:t>
            </a:r>
          </a:p>
        </p:txBody>
      </p:sp>
      <p:sp>
        <p:nvSpPr>
          <p:cNvPr id="18" name="object-18">
            <a:extLst>
              <a:ext uri="{FF2B5EF4-FFF2-40B4-BE49-F238E27FC236}">
                <a16:creationId xmlns:a16="http://schemas.microsoft.com/office/drawing/2014/main" id="{3169A14B-923F-45AA-8847-DBEA9496AC62}"/>
              </a:ext>
            </a:extLst>
          </p:cNvPr>
          <p:cNvSpPr>
            <a:spLocks noGrp="1"/>
          </p:cNvSpPr>
          <p:nvPr/>
        </p:nvSpPr>
        <p:spPr>
          <a:xfrm>
            <a:off x="8989219" y="2917031"/>
            <a:ext cx="571500" cy="571500"/>
          </a:xfrm>
          <a:prstGeom prst="ellipse">
            <a:avLst/>
          </a:prstGeom>
          <a:solidFill>
            <a:srgbClr val="1D4ED8"/>
          </a:solidFill>
          <a:ln w="11906">
            <a:solidFill>
              <a:srgbClr val="172B4D"/>
            </a:solidFill>
          </a:ln>
        </p:spPr>
      </p:sp>
      <p:sp>
        <p:nvSpPr>
          <p:cNvPr id="19" name="object-19">
            <a:extLst>
              <a:ext uri="{FF2B5EF4-FFF2-40B4-BE49-F238E27FC236}">
                <a16:creationId xmlns:a16="http://schemas.microsoft.com/office/drawing/2014/main" id="{D2D78ABE-8C52-4DE8-9A52-C961D5FB33A5}"/>
              </a:ext>
            </a:extLst>
          </p:cNvPr>
          <p:cNvSpPr>
            <a:spLocks noGrp="1"/>
          </p:cNvSpPr>
          <p:nvPr/>
        </p:nvSpPr>
        <p:spPr>
          <a:xfrm>
            <a:off x="8953500" y="4048125"/>
            <a:ext cx="1309688" cy="654844"/>
          </a:xfrm>
          <a:prstGeom prst="rect">
            <a:avLst/>
          </a:prstGeom>
          <a:noFill/>
          <a:ln w="0">
            <a:noFill/>
          </a:ln>
        </p:spPr>
        <p:txBody>
          <a:bodyPr anchor="ctr">
            <a:noAutofit/>
          </a:bodyPr>
          <a:lstStyle/>
          <a:p>
            <a:pPr algn="ctr">
              <a:defRPr sz="2813" b="1">
                <a:solidFill>
                  <a:srgbClr val="52647A"/>
                </a:solidFill>
                <a:latin typeface="Arial"/>
                <a:ea typeface="Arial"/>
                <a:cs typeface="Arial"/>
              </a:defRPr>
            </a:pPr>
            <a:r>
              <a:rPr sz="2813" b="1">
                <a:solidFill>
                  <a:srgbClr val="52647A"/>
                </a:solidFill>
                <a:latin typeface="Arial"/>
                <a:ea typeface="Arial"/>
                <a:cs typeface="Arial"/>
              </a:rPr>
              <a:t>7</a:t>
            </a:r>
          </a:p>
        </p:txBody>
      </p:sp>
      <p:sp>
        <p:nvSpPr>
          <p:cNvPr id="20" name="object-20">
            <a:extLst>
              <a:ext uri="{FF2B5EF4-FFF2-40B4-BE49-F238E27FC236}">
                <a16:creationId xmlns:a16="http://schemas.microsoft.com/office/drawing/2014/main" id="{A3F818F2-4FAF-47AC-97EF-32E49A213853}"/>
              </a:ext>
            </a:extLst>
          </p:cNvPr>
          <p:cNvSpPr>
            <a:spLocks noGrp="1"/>
          </p:cNvSpPr>
          <p:nvPr/>
        </p:nvSpPr>
        <p:spPr>
          <a:xfrm>
            <a:off x="892969" y="7286625"/>
            <a:ext cx="13454063" cy="738188"/>
          </a:xfrm>
          <a:prstGeom prst="rect">
            <a:avLst/>
          </a:prstGeom>
          <a:noFill/>
          <a:ln w="0">
            <a:noFill/>
          </a:ln>
        </p:spPr>
        <p:txBody>
          <a:bodyPr anchor="ctr">
            <a:noAutofit/>
          </a:bodyPr>
          <a:lstStyle/>
          <a:p>
            <a:pPr algn="ctr">
              <a:defRPr sz="2813" b="1">
                <a:solidFill>
                  <a:srgbClr val="11745A"/>
                </a:solidFill>
                <a:latin typeface="Arial"/>
                <a:ea typeface="Arial"/>
                <a:cs typeface="Arial"/>
              </a:defRPr>
            </a:pPr>
            <a:r>
              <a:rPr sz="2813" b="1">
                <a:solidFill>
                  <a:srgbClr val="11745A"/>
                </a:solidFill>
                <a:latin typeface="Arial"/>
                <a:ea typeface="Arial"/>
                <a:cs typeface="Arial"/>
              </a:rPr>
              <a:t>7 altogether</a:t>
            </a:r>
          </a:p>
        </p:txBody>
      </p:sp>
    </p:spTree>
    <p:extLst>
      <p:ext uri="{BB962C8B-B14F-4D97-AF65-F5344CB8AC3E}">
        <p14:creationId xmlns:p14="http://schemas.microsoft.com/office/powerpoint/2010/main" val="1330886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0 0 L 0.02734375 0.28888889 E" pathEditMode="relative" ptsTypes="">
                                      <p:cBhvr>
                                        <p:cTn id="6" dur="800" fill="hold"/>
                                        <p:tgtEl>
                                          <p:spTgt spid="6"/>
                                        </p:tgtEl>
                                        <p:attrNameLst>
                                          <p:attrName>ppt_x</p:attrName>
                                          <p:attrName>ppt_y</p:attrName>
                                        </p:attrNameLst>
                                      </p:cBhvr>
                                    </p:animMotion>
                                  </p:childTnLst>
                                </p:cTn>
                              </p:par>
                            </p:childTnLst>
                          </p:cTn>
                        </p:par>
                        <p:par>
                          <p:cTn id="7" fill="hold">
                            <p:stCondLst>
                              <p:cond delay="800"/>
                            </p:stCondLst>
                            <p:childTnLst>
                              <p:par>
                                <p:cTn id="8" presetID="1" presetClass="entr" presetSubtype="0" fill="hold" grpId="0" nodeType="afterEffect">
                                  <p:stCondLst>
                                    <p:cond delay="0"/>
                                  </p:stCondLst>
                                  <p:childTnLst>
                                    <p:set>
                                      <p:cBhvr>
                                        <p:cTn id="9" dur="1" fill="hold">
                                          <p:stCondLst>
                                            <p:cond delay="0"/>
                                          </p:stCondLst>
                                        </p:cTn>
                                        <p:tgtEl>
                                          <p:spTgt spid="7"/>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63" presetClass="path" presetSubtype="0" accel="50000" decel="50000" fill="hold" nodeType="clickEffect">
                                  <p:stCondLst>
                                    <p:cond delay="0"/>
                                  </p:stCondLst>
                                  <p:childTnLst>
                                    <p:animMotion origin="layout" path="M 0 0 L 0.02265625 0.24027778 E" pathEditMode="relative" ptsTypes="">
                                      <p:cBhvr>
                                        <p:cTn id="13" dur="800" fill="hold"/>
                                        <p:tgtEl>
                                          <p:spTgt spid="8"/>
                                        </p:tgtEl>
                                        <p:attrNameLst>
                                          <p:attrName>ppt_x</p:attrName>
                                          <p:attrName>ppt_y</p:attrName>
                                        </p:attrNameLst>
                                      </p:cBhvr>
                                    </p:animMotion>
                                  </p:childTnLst>
                                </p:cTn>
                              </p:par>
                            </p:childTnLst>
                          </p:cTn>
                        </p:par>
                        <p:par>
                          <p:cTn id="14" fill="hold">
                            <p:stCondLst>
                              <p:cond delay="800"/>
                            </p:stCondLst>
                            <p:childTnLst>
                              <p:par>
                                <p:cTn id="15" presetID="1" presetClass="entr" presetSubtype="0" fill="hold" grpId="0" nodeType="after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63" presetClass="path" presetSubtype="0" accel="50000" decel="50000" fill="hold" nodeType="clickEffect">
                                  <p:stCondLst>
                                    <p:cond delay="0"/>
                                  </p:stCondLst>
                                  <p:childTnLst>
                                    <p:animMotion origin="layout" path="M 0 0 L 0.01796875 0.28888889 E" pathEditMode="relative" ptsTypes="">
                                      <p:cBhvr>
                                        <p:cTn id="20" dur="800" fill="hold"/>
                                        <p:tgtEl>
                                          <p:spTgt spid="10"/>
                                        </p:tgtEl>
                                        <p:attrNameLst>
                                          <p:attrName>ppt_x</p:attrName>
                                          <p:attrName>ppt_y</p:attrName>
                                        </p:attrNameLst>
                                      </p:cBhvr>
                                    </p:animMotion>
                                  </p:childTnLst>
                                </p:cTn>
                              </p:par>
                            </p:childTnLst>
                          </p:cTn>
                        </p:par>
                        <p:par>
                          <p:cTn id="21" fill="hold">
                            <p:stCondLst>
                              <p:cond delay="800"/>
                            </p:stCondLst>
                            <p:childTnLst>
                              <p:par>
                                <p:cTn id="22" presetID="1" presetClass="entr" presetSubtype="0" fill="hold" grpId="0" nodeType="afterEffect">
                                  <p:stCondLst>
                                    <p:cond delay="0"/>
                                  </p:stCondLst>
                                  <p:childTnLst>
                                    <p:set>
                                      <p:cBhvr>
                                        <p:cTn id="23" dur="1" fill="hold">
                                          <p:stCondLst>
                                            <p:cond delay="0"/>
                                          </p:stCondLst>
                                        </p:cTn>
                                        <p:tgtEl>
                                          <p:spTgt spid="11"/>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63" presetClass="path" presetSubtype="0" accel="50000" decel="50000" fill="hold" nodeType="clickEffect">
                                  <p:stCondLst>
                                    <p:cond delay="0"/>
                                  </p:stCondLst>
                                  <p:childTnLst>
                                    <p:animMotion origin="layout" path="M 0 0 L 0.01328125 0.24027778 E" pathEditMode="relative" ptsTypes="">
                                      <p:cBhvr>
                                        <p:cTn id="27" dur="800" fill="hold"/>
                                        <p:tgtEl>
                                          <p:spTgt spid="12"/>
                                        </p:tgtEl>
                                        <p:attrNameLst>
                                          <p:attrName>ppt_x</p:attrName>
                                          <p:attrName>ppt_y</p:attrName>
                                        </p:attrNameLst>
                                      </p:cBhvr>
                                    </p:animMotion>
                                  </p:childTnLst>
                                </p:cTn>
                              </p:par>
                            </p:childTnLst>
                          </p:cTn>
                        </p:par>
                        <p:par>
                          <p:cTn id="28" fill="hold">
                            <p:stCondLst>
                              <p:cond delay="800"/>
                            </p:stCondLst>
                            <p:childTnLst>
                              <p:par>
                                <p:cTn id="29" presetID="1" presetClass="entr" presetSubtype="0" fill="hold" grpId="0" nodeType="after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63" presetClass="path" presetSubtype="0" accel="50000" decel="50000" fill="hold" nodeType="clickEffect">
                                  <p:stCondLst>
                                    <p:cond delay="0"/>
                                  </p:stCondLst>
                                  <p:childTnLst>
                                    <p:animMotion origin="layout" path="M 0 0 L 0.00859375 0.28888889 E" pathEditMode="relative" ptsTypes="">
                                      <p:cBhvr>
                                        <p:cTn id="34" dur="800" fill="hold"/>
                                        <p:tgtEl>
                                          <p:spTgt spid="14"/>
                                        </p:tgtEl>
                                        <p:attrNameLst>
                                          <p:attrName>ppt_x</p:attrName>
                                          <p:attrName>ppt_y</p:attrName>
                                        </p:attrNameLst>
                                      </p:cBhvr>
                                    </p:animMotion>
                                  </p:childTnLst>
                                </p:cTn>
                              </p:par>
                            </p:childTnLst>
                          </p:cTn>
                        </p:par>
                        <p:par>
                          <p:cTn id="35" fill="hold">
                            <p:stCondLst>
                              <p:cond delay="800"/>
                            </p:stCondLst>
                            <p:childTnLst>
                              <p:par>
                                <p:cTn id="36" presetID="1" presetClass="entr" presetSubtype="0" fill="hold" grpId="0" nodeType="afterEffect">
                                  <p:stCondLst>
                                    <p:cond delay="0"/>
                                  </p:stCondLst>
                                  <p:childTnLst>
                                    <p:set>
                                      <p:cBhvr>
                                        <p:cTn id="37" dur="1" fill="hold">
                                          <p:stCondLst>
                                            <p:cond delay="0"/>
                                          </p:stCondLst>
                                        </p:cTn>
                                        <p:tgtEl>
                                          <p:spTgt spid="15"/>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63" presetClass="path" presetSubtype="0" accel="50000" decel="50000" fill="hold" nodeType="clickEffect">
                                  <p:stCondLst>
                                    <p:cond delay="0"/>
                                  </p:stCondLst>
                                  <p:childTnLst>
                                    <p:animMotion origin="layout" path="M 0 0 L 0.00390625 0.24027778 E" pathEditMode="relative" ptsTypes="">
                                      <p:cBhvr>
                                        <p:cTn id="41" dur="800" fill="hold"/>
                                        <p:tgtEl>
                                          <p:spTgt spid="16"/>
                                        </p:tgtEl>
                                        <p:attrNameLst>
                                          <p:attrName>ppt_x</p:attrName>
                                          <p:attrName>ppt_y</p:attrName>
                                        </p:attrNameLst>
                                      </p:cBhvr>
                                    </p:animMotion>
                                  </p:childTnLst>
                                </p:cTn>
                              </p:par>
                            </p:childTnLst>
                          </p:cTn>
                        </p:par>
                        <p:par>
                          <p:cTn id="42" fill="hold">
                            <p:stCondLst>
                              <p:cond delay="800"/>
                            </p:stCondLst>
                            <p:childTnLst>
                              <p:par>
                                <p:cTn id="43" presetID="1" presetClass="entr" presetSubtype="0" fill="hold" grpId="0" nodeType="afterEffect">
                                  <p:stCondLst>
                                    <p:cond delay="0"/>
                                  </p:stCondLst>
                                  <p:childTnLst>
                                    <p:set>
                                      <p:cBhvr>
                                        <p:cTn id="44" dur="1" fill="hold">
                                          <p:stCondLst>
                                            <p:cond delay="0"/>
                                          </p:stCondLst>
                                        </p:cTn>
                                        <p:tgtEl>
                                          <p:spTgt spid="17"/>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63" presetClass="path" presetSubtype="0" accel="50000" decel="50000" fill="hold" nodeType="clickEffect">
                                  <p:stCondLst>
                                    <p:cond delay="0"/>
                                  </p:stCondLst>
                                  <p:childTnLst>
                                    <p:animMotion origin="layout" path="M 0 0 L -0.00078125 0.28888889 E" pathEditMode="relative" ptsTypes="">
                                      <p:cBhvr>
                                        <p:cTn id="48" dur="800" fill="hold"/>
                                        <p:tgtEl>
                                          <p:spTgt spid="18"/>
                                        </p:tgtEl>
                                        <p:attrNameLst>
                                          <p:attrName>ppt_x</p:attrName>
                                          <p:attrName>ppt_y</p:attrName>
                                        </p:attrNameLst>
                                      </p:cBhvr>
                                    </p:animMotion>
                                  </p:childTnLst>
                                </p:cTn>
                              </p:par>
                            </p:childTnLst>
                          </p:cTn>
                        </p:par>
                        <p:par>
                          <p:cTn id="49" fill="hold">
                            <p:stCondLst>
                              <p:cond delay="800"/>
                            </p:stCondLst>
                            <p:childTnLst>
                              <p:par>
                                <p:cTn id="50" presetID="1" presetClass="entr" presetSubtype="0" fill="hold" grpId="0" nodeType="afterEffect">
                                  <p:stCondLst>
                                    <p:cond delay="0"/>
                                  </p:stCondLst>
                                  <p:childTnLst>
                                    <p:set>
                                      <p:cBhvr>
                                        <p:cTn id="51" dur="1" fill="hold">
                                          <p:stCondLst>
                                            <p:cond delay="0"/>
                                          </p:stCondLst>
                                        </p:cTn>
                                        <p:tgtEl>
                                          <p:spTgt spid="19"/>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1" grpId="0"/>
      <p:bldP spid="13" grpId="0"/>
      <p:bldP spid="15" grpId="0"/>
      <p:bldP spid="17" grpId="0"/>
      <p:bldP spid="19" grpId="0"/>
      <p:bldP spid="20"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 name="object-1">
            <a:extLst>
              <a:ext uri="{FF2B5EF4-FFF2-40B4-BE49-F238E27FC236}">
                <a16:creationId xmlns:a16="http://schemas.microsoft.com/office/drawing/2014/main" id="{DA4F8731-7BA5-4893-9DCE-301D3CA91CE9}"/>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You do</a:t>
            </a:r>
          </a:p>
        </p:txBody>
      </p:sp>
      <p:sp>
        <p:nvSpPr>
          <p:cNvPr id="2" name="object-2">
            <a:extLst>
              <a:ext uri="{FF2B5EF4-FFF2-40B4-BE49-F238E27FC236}">
                <a16:creationId xmlns:a16="http://schemas.microsoft.com/office/drawing/2014/main" id="{0533B823-0B66-4ED5-96FF-E36B4AD5F997}"/>
              </a:ext>
            </a:extLst>
          </p:cNvPr>
          <p:cNvSpPr>
            <a:spLocks noGrp="1"/>
          </p:cNvSpPr>
          <p:nvPr/>
        </p:nvSpPr>
        <p:spPr>
          <a:xfrm>
            <a:off x="11430000" y="476250"/>
            <a:ext cx="3155156" cy="547688"/>
          </a:xfrm>
          <a:prstGeom prst="rect">
            <a:avLst/>
          </a:prstGeom>
          <a:noFill/>
          <a:ln w="0">
            <a:noFill/>
          </a:ln>
        </p:spPr>
        <p:txBody>
          <a:bodyPr anchor="ctr">
            <a:noAutofit/>
          </a:bodyPr>
          <a:lstStyle/>
          <a:p>
            <a:pPr algn="r">
              <a:defRPr sz="2625" b="0">
                <a:solidFill>
                  <a:srgbClr val="52647A"/>
                </a:solidFill>
                <a:latin typeface="Arial"/>
                <a:ea typeface="Arial"/>
                <a:cs typeface="Arial"/>
              </a:defRPr>
            </a:pPr>
            <a:r>
              <a:rPr sz="2625" b="0">
                <a:solidFill>
                  <a:srgbClr val="52647A"/>
                </a:solidFill>
                <a:latin typeface="Arial"/>
                <a:ea typeface="Arial"/>
                <a:cs typeface="Arial"/>
              </a:rPr>
              <a:t>You try.</a:t>
            </a:r>
          </a:p>
        </p:txBody>
      </p:sp>
      <p:sp>
        <p:nvSpPr>
          <p:cNvPr id="3" name="object-3">
            <a:extLst>
              <a:ext uri="{FF2B5EF4-FFF2-40B4-BE49-F238E27FC236}">
                <a16:creationId xmlns:a16="http://schemas.microsoft.com/office/drawing/2014/main" id="{9DE804E3-4C8B-43D9-B5F2-C7E3911BB29A}"/>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How many objects are there?</a:t>
            </a:r>
          </a:p>
        </p:txBody>
      </p:sp>
      <p:sp>
        <p:nvSpPr>
          <p:cNvPr id="4" name="object-4">
            <a:extLst>
              <a:ext uri="{FF2B5EF4-FFF2-40B4-BE49-F238E27FC236}">
                <a16:creationId xmlns:a16="http://schemas.microsoft.com/office/drawing/2014/main" id="{72112FA6-7D84-4B52-ADB2-E4E28604B146}"/>
              </a:ext>
            </a:extLst>
          </p:cNvPr>
          <p:cNvSpPr>
            <a:spLocks noGrp="1"/>
          </p:cNvSpPr>
          <p:nvPr/>
        </p:nvSpPr>
        <p:spPr>
          <a:xfrm>
            <a:off x="654844" y="8012906"/>
            <a:ext cx="13930313" cy="11906"/>
          </a:xfrm>
          <a:prstGeom prst="rect">
            <a:avLst/>
          </a:prstGeom>
          <a:solidFill>
            <a:srgbClr val="BCD0EA"/>
          </a:solidFill>
          <a:ln w="0">
            <a:noFill/>
          </a:ln>
        </p:spPr>
      </p:sp>
      <p:sp>
        <p:nvSpPr>
          <p:cNvPr id="5" name="object-5">
            <a:extLst>
              <a:ext uri="{FF2B5EF4-FFF2-40B4-BE49-F238E27FC236}">
                <a16:creationId xmlns:a16="http://schemas.microsoft.com/office/drawing/2014/main" id="{D10FB995-DE1E-4651-BB25-0BCDBCD02B68}"/>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Count objects using one-to-one correspondence</a:t>
            </a:r>
          </a:p>
        </p:txBody>
      </p:sp>
      <p:sp>
        <p:nvSpPr>
          <p:cNvPr id="6" name="object-6">
            <a:extLst>
              <a:ext uri="{FF2B5EF4-FFF2-40B4-BE49-F238E27FC236}">
                <a16:creationId xmlns:a16="http://schemas.microsoft.com/office/drawing/2014/main" id="{385924A4-AFFB-4FE7-99D4-E8FBD48312E1}"/>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5</a:t>
            </a:r>
          </a:p>
        </p:txBody>
      </p:sp>
      <p:sp>
        <p:nvSpPr>
          <p:cNvPr id="7" name="object-7">
            <a:extLst>
              <a:ext uri="{FF2B5EF4-FFF2-40B4-BE49-F238E27FC236}">
                <a16:creationId xmlns:a16="http://schemas.microsoft.com/office/drawing/2014/main" id="{0B77483A-00DF-4CB8-87B6-D6F8FF338491}"/>
              </a:ext>
            </a:extLst>
          </p:cNvPr>
          <p:cNvSpPr>
            <a:spLocks noGrp="1"/>
          </p:cNvSpPr>
          <p:nvPr/>
        </p:nvSpPr>
        <p:spPr>
          <a:xfrm>
            <a:off x="1131094" y="2917031"/>
            <a:ext cx="571500" cy="571500"/>
          </a:xfrm>
          <a:prstGeom prst="ellipse">
            <a:avLst/>
          </a:prstGeom>
          <a:solidFill>
            <a:srgbClr val="1D4ED8"/>
          </a:solidFill>
          <a:ln w="11906">
            <a:solidFill>
              <a:srgbClr val="172B4D"/>
            </a:solidFill>
          </a:ln>
        </p:spPr>
      </p:sp>
      <p:sp>
        <p:nvSpPr>
          <p:cNvPr id="8" name="object-8">
            <a:extLst>
              <a:ext uri="{FF2B5EF4-FFF2-40B4-BE49-F238E27FC236}">
                <a16:creationId xmlns:a16="http://schemas.microsoft.com/office/drawing/2014/main" id="{2F6DD3DC-CA22-42DD-B12C-8A86FDC4920E}"/>
              </a:ext>
            </a:extLst>
          </p:cNvPr>
          <p:cNvSpPr>
            <a:spLocks noGrp="1"/>
          </p:cNvSpPr>
          <p:nvPr/>
        </p:nvSpPr>
        <p:spPr>
          <a:xfrm>
            <a:off x="952500" y="4048125"/>
            <a:ext cx="1309688" cy="654844"/>
          </a:xfrm>
          <a:prstGeom prst="rect">
            <a:avLst/>
          </a:prstGeom>
          <a:noFill/>
          <a:ln w="0">
            <a:noFill/>
          </a:ln>
        </p:spPr>
        <p:txBody>
          <a:bodyPr anchor="ctr">
            <a:noAutofit/>
          </a:bodyPr>
          <a:lstStyle/>
          <a:p>
            <a:pPr algn="ctr">
              <a:defRPr sz="2813" b="1">
                <a:solidFill>
                  <a:srgbClr val="52647A"/>
                </a:solidFill>
                <a:latin typeface="Arial"/>
                <a:ea typeface="Arial"/>
                <a:cs typeface="Arial"/>
              </a:defRPr>
            </a:pPr>
            <a:r>
              <a:rPr sz="2813" b="1">
                <a:solidFill>
                  <a:srgbClr val="52647A"/>
                </a:solidFill>
                <a:latin typeface="Arial"/>
                <a:ea typeface="Arial"/>
                <a:cs typeface="Arial"/>
              </a:rPr>
              <a:t>1</a:t>
            </a:r>
          </a:p>
        </p:txBody>
      </p:sp>
      <p:sp>
        <p:nvSpPr>
          <p:cNvPr id="9" name="object-9">
            <a:extLst>
              <a:ext uri="{FF2B5EF4-FFF2-40B4-BE49-F238E27FC236}">
                <a16:creationId xmlns:a16="http://schemas.microsoft.com/office/drawing/2014/main" id="{D2C165E2-3E78-4D46-BCD0-FBBBC1E8B2E2}"/>
              </a:ext>
            </a:extLst>
          </p:cNvPr>
          <p:cNvSpPr>
            <a:spLocks noGrp="1"/>
          </p:cNvSpPr>
          <p:nvPr/>
        </p:nvSpPr>
        <p:spPr>
          <a:xfrm>
            <a:off x="2440781" y="3333750"/>
            <a:ext cx="571500" cy="571500"/>
          </a:xfrm>
          <a:prstGeom prst="ellipse">
            <a:avLst/>
          </a:prstGeom>
          <a:solidFill>
            <a:srgbClr val="1D4ED8"/>
          </a:solidFill>
          <a:ln w="11906">
            <a:solidFill>
              <a:srgbClr val="172B4D"/>
            </a:solidFill>
          </a:ln>
        </p:spPr>
      </p:sp>
      <p:sp>
        <p:nvSpPr>
          <p:cNvPr id="10" name="object-10">
            <a:extLst>
              <a:ext uri="{FF2B5EF4-FFF2-40B4-BE49-F238E27FC236}">
                <a16:creationId xmlns:a16="http://schemas.microsoft.com/office/drawing/2014/main" id="{CF7FF0A8-0DD7-4E01-9AD7-6C68660BF225}"/>
              </a:ext>
            </a:extLst>
          </p:cNvPr>
          <p:cNvSpPr>
            <a:spLocks noGrp="1"/>
          </p:cNvSpPr>
          <p:nvPr/>
        </p:nvSpPr>
        <p:spPr>
          <a:xfrm>
            <a:off x="2286000" y="4048125"/>
            <a:ext cx="1309688" cy="654844"/>
          </a:xfrm>
          <a:prstGeom prst="rect">
            <a:avLst/>
          </a:prstGeom>
          <a:noFill/>
          <a:ln w="0">
            <a:noFill/>
          </a:ln>
        </p:spPr>
        <p:txBody>
          <a:bodyPr anchor="ctr">
            <a:noAutofit/>
          </a:bodyPr>
          <a:lstStyle/>
          <a:p>
            <a:pPr algn="ctr">
              <a:defRPr sz="2813" b="1">
                <a:solidFill>
                  <a:srgbClr val="52647A"/>
                </a:solidFill>
                <a:latin typeface="Arial"/>
                <a:ea typeface="Arial"/>
                <a:cs typeface="Arial"/>
              </a:defRPr>
            </a:pPr>
            <a:r>
              <a:rPr sz="2813" b="1">
                <a:solidFill>
                  <a:srgbClr val="52647A"/>
                </a:solidFill>
                <a:latin typeface="Arial"/>
                <a:ea typeface="Arial"/>
                <a:cs typeface="Arial"/>
              </a:rPr>
              <a:t>2</a:t>
            </a:r>
          </a:p>
        </p:txBody>
      </p:sp>
      <p:sp>
        <p:nvSpPr>
          <p:cNvPr id="11" name="object-11">
            <a:extLst>
              <a:ext uri="{FF2B5EF4-FFF2-40B4-BE49-F238E27FC236}">
                <a16:creationId xmlns:a16="http://schemas.microsoft.com/office/drawing/2014/main" id="{B9F7C184-5A75-4E4F-B8B8-148E1151592E}"/>
              </a:ext>
            </a:extLst>
          </p:cNvPr>
          <p:cNvSpPr>
            <a:spLocks noGrp="1"/>
          </p:cNvSpPr>
          <p:nvPr/>
        </p:nvSpPr>
        <p:spPr>
          <a:xfrm>
            <a:off x="3750469" y="2917031"/>
            <a:ext cx="571500" cy="571500"/>
          </a:xfrm>
          <a:prstGeom prst="ellipse">
            <a:avLst/>
          </a:prstGeom>
          <a:solidFill>
            <a:srgbClr val="1D4ED8"/>
          </a:solidFill>
          <a:ln w="11906">
            <a:solidFill>
              <a:srgbClr val="172B4D"/>
            </a:solidFill>
          </a:ln>
        </p:spPr>
      </p:sp>
      <p:sp>
        <p:nvSpPr>
          <p:cNvPr id="12" name="object-12">
            <a:extLst>
              <a:ext uri="{FF2B5EF4-FFF2-40B4-BE49-F238E27FC236}">
                <a16:creationId xmlns:a16="http://schemas.microsoft.com/office/drawing/2014/main" id="{567934DB-5D91-432B-B8F2-BA85013BEE51}"/>
              </a:ext>
            </a:extLst>
          </p:cNvPr>
          <p:cNvSpPr>
            <a:spLocks noGrp="1"/>
          </p:cNvSpPr>
          <p:nvPr/>
        </p:nvSpPr>
        <p:spPr>
          <a:xfrm>
            <a:off x="3619500" y="4048125"/>
            <a:ext cx="1309688" cy="654844"/>
          </a:xfrm>
          <a:prstGeom prst="rect">
            <a:avLst/>
          </a:prstGeom>
          <a:noFill/>
          <a:ln w="0">
            <a:noFill/>
          </a:ln>
        </p:spPr>
        <p:txBody>
          <a:bodyPr anchor="ctr">
            <a:noAutofit/>
          </a:bodyPr>
          <a:lstStyle/>
          <a:p>
            <a:pPr algn="ctr">
              <a:defRPr sz="2813" b="1">
                <a:solidFill>
                  <a:srgbClr val="52647A"/>
                </a:solidFill>
                <a:latin typeface="Arial"/>
                <a:ea typeface="Arial"/>
                <a:cs typeface="Arial"/>
              </a:defRPr>
            </a:pPr>
            <a:r>
              <a:rPr sz="2813" b="1">
                <a:solidFill>
                  <a:srgbClr val="52647A"/>
                </a:solidFill>
                <a:latin typeface="Arial"/>
                <a:ea typeface="Arial"/>
                <a:cs typeface="Arial"/>
              </a:rPr>
              <a:t>3</a:t>
            </a:r>
          </a:p>
        </p:txBody>
      </p:sp>
      <p:sp>
        <p:nvSpPr>
          <p:cNvPr id="13" name="object-13">
            <a:extLst>
              <a:ext uri="{FF2B5EF4-FFF2-40B4-BE49-F238E27FC236}">
                <a16:creationId xmlns:a16="http://schemas.microsoft.com/office/drawing/2014/main" id="{C1238448-1EF5-4B56-A765-DF00F4B0C541}"/>
              </a:ext>
            </a:extLst>
          </p:cNvPr>
          <p:cNvSpPr>
            <a:spLocks noGrp="1"/>
          </p:cNvSpPr>
          <p:nvPr/>
        </p:nvSpPr>
        <p:spPr>
          <a:xfrm>
            <a:off x="5060156" y="3333750"/>
            <a:ext cx="571500" cy="571500"/>
          </a:xfrm>
          <a:prstGeom prst="ellipse">
            <a:avLst/>
          </a:prstGeom>
          <a:solidFill>
            <a:srgbClr val="1D4ED8"/>
          </a:solidFill>
          <a:ln w="11906">
            <a:solidFill>
              <a:srgbClr val="172B4D"/>
            </a:solidFill>
          </a:ln>
        </p:spPr>
      </p:sp>
      <p:sp>
        <p:nvSpPr>
          <p:cNvPr id="14" name="object-14">
            <a:extLst>
              <a:ext uri="{FF2B5EF4-FFF2-40B4-BE49-F238E27FC236}">
                <a16:creationId xmlns:a16="http://schemas.microsoft.com/office/drawing/2014/main" id="{29D98EF4-B6D8-4051-9653-D07006E44D15}"/>
              </a:ext>
            </a:extLst>
          </p:cNvPr>
          <p:cNvSpPr>
            <a:spLocks noGrp="1"/>
          </p:cNvSpPr>
          <p:nvPr/>
        </p:nvSpPr>
        <p:spPr>
          <a:xfrm>
            <a:off x="4953000" y="4048125"/>
            <a:ext cx="1309688" cy="654844"/>
          </a:xfrm>
          <a:prstGeom prst="rect">
            <a:avLst/>
          </a:prstGeom>
          <a:noFill/>
          <a:ln w="0">
            <a:noFill/>
          </a:ln>
        </p:spPr>
        <p:txBody>
          <a:bodyPr anchor="ctr">
            <a:noAutofit/>
          </a:bodyPr>
          <a:lstStyle/>
          <a:p>
            <a:pPr algn="ctr">
              <a:defRPr sz="2813" b="1">
                <a:solidFill>
                  <a:srgbClr val="52647A"/>
                </a:solidFill>
                <a:latin typeface="Arial"/>
                <a:ea typeface="Arial"/>
                <a:cs typeface="Arial"/>
              </a:defRPr>
            </a:pPr>
            <a:r>
              <a:rPr sz="2813" b="1">
                <a:solidFill>
                  <a:srgbClr val="52647A"/>
                </a:solidFill>
                <a:latin typeface="Arial"/>
                <a:ea typeface="Arial"/>
                <a:cs typeface="Arial"/>
              </a:rPr>
              <a:t>4</a:t>
            </a:r>
          </a:p>
        </p:txBody>
      </p:sp>
      <p:sp>
        <p:nvSpPr>
          <p:cNvPr id="15" name="object-15">
            <a:extLst>
              <a:ext uri="{FF2B5EF4-FFF2-40B4-BE49-F238E27FC236}">
                <a16:creationId xmlns:a16="http://schemas.microsoft.com/office/drawing/2014/main" id="{9F770A47-7DDD-4DF0-86B8-ACF41FDFF235}"/>
              </a:ext>
            </a:extLst>
          </p:cNvPr>
          <p:cNvSpPr>
            <a:spLocks noGrp="1"/>
          </p:cNvSpPr>
          <p:nvPr/>
        </p:nvSpPr>
        <p:spPr>
          <a:xfrm>
            <a:off x="6369844" y="2917031"/>
            <a:ext cx="571500" cy="571500"/>
          </a:xfrm>
          <a:prstGeom prst="ellipse">
            <a:avLst/>
          </a:prstGeom>
          <a:solidFill>
            <a:srgbClr val="1D4ED8"/>
          </a:solidFill>
          <a:ln w="11906">
            <a:solidFill>
              <a:srgbClr val="172B4D"/>
            </a:solidFill>
          </a:ln>
        </p:spPr>
      </p:sp>
      <p:sp>
        <p:nvSpPr>
          <p:cNvPr id="16" name="object-16">
            <a:extLst>
              <a:ext uri="{FF2B5EF4-FFF2-40B4-BE49-F238E27FC236}">
                <a16:creationId xmlns:a16="http://schemas.microsoft.com/office/drawing/2014/main" id="{10CA3421-D800-4694-8810-693B2E129CBA}"/>
              </a:ext>
            </a:extLst>
          </p:cNvPr>
          <p:cNvSpPr>
            <a:spLocks noGrp="1"/>
          </p:cNvSpPr>
          <p:nvPr/>
        </p:nvSpPr>
        <p:spPr>
          <a:xfrm>
            <a:off x="6286500" y="4048125"/>
            <a:ext cx="1309688" cy="654844"/>
          </a:xfrm>
          <a:prstGeom prst="rect">
            <a:avLst/>
          </a:prstGeom>
          <a:noFill/>
          <a:ln w="0">
            <a:noFill/>
          </a:ln>
        </p:spPr>
        <p:txBody>
          <a:bodyPr anchor="ctr">
            <a:noAutofit/>
          </a:bodyPr>
          <a:lstStyle/>
          <a:p>
            <a:pPr algn="ctr">
              <a:defRPr sz="2813" b="1">
                <a:solidFill>
                  <a:srgbClr val="52647A"/>
                </a:solidFill>
                <a:latin typeface="Arial"/>
                <a:ea typeface="Arial"/>
                <a:cs typeface="Arial"/>
              </a:defRPr>
            </a:pPr>
            <a:r>
              <a:rPr sz="2813" b="1">
                <a:solidFill>
                  <a:srgbClr val="52647A"/>
                </a:solidFill>
                <a:latin typeface="Arial"/>
                <a:ea typeface="Arial"/>
                <a:cs typeface="Arial"/>
              </a:rPr>
              <a:t>5</a:t>
            </a:r>
          </a:p>
        </p:txBody>
      </p:sp>
      <p:sp>
        <p:nvSpPr>
          <p:cNvPr id="17" name="object-17">
            <a:extLst>
              <a:ext uri="{FF2B5EF4-FFF2-40B4-BE49-F238E27FC236}">
                <a16:creationId xmlns:a16="http://schemas.microsoft.com/office/drawing/2014/main" id="{97BB7D2F-C2E0-4645-8CDF-68FC84E72373}"/>
              </a:ext>
            </a:extLst>
          </p:cNvPr>
          <p:cNvSpPr>
            <a:spLocks noGrp="1"/>
          </p:cNvSpPr>
          <p:nvPr/>
        </p:nvSpPr>
        <p:spPr>
          <a:xfrm>
            <a:off x="7679531" y="3333750"/>
            <a:ext cx="571500" cy="571500"/>
          </a:xfrm>
          <a:prstGeom prst="ellipse">
            <a:avLst/>
          </a:prstGeom>
          <a:solidFill>
            <a:srgbClr val="1D4ED8"/>
          </a:solidFill>
          <a:ln w="11906">
            <a:solidFill>
              <a:srgbClr val="172B4D"/>
            </a:solidFill>
          </a:ln>
        </p:spPr>
      </p:sp>
      <p:sp>
        <p:nvSpPr>
          <p:cNvPr id="18" name="object-18">
            <a:extLst>
              <a:ext uri="{FF2B5EF4-FFF2-40B4-BE49-F238E27FC236}">
                <a16:creationId xmlns:a16="http://schemas.microsoft.com/office/drawing/2014/main" id="{7C5615C7-E62B-498C-8DB4-DC44935281E0}"/>
              </a:ext>
            </a:extLst>
          </p:cNvPr>
          <p:cNvSpPr>
            <a:spLocks noGrp="1"/>
          </p:cNvSpPr>
          <p:nvPr/>
        </p:nvSpPr>
        <p:spPr>
          <a:xfrm>
            <a:off x="7620000" y="4048125"/>
            <a:ext cx="1309688" cy="654844"/>
          </a:xfrm>
          <a:prstGeom prst="rect">
            <a:avLst/>
          </a:prstGeom>
          <a:noFill/>
          <a:ln w="0">
            <a:noFill/>
          </a:ln>
        </p:spPr>
        <p:txBody>
          <a:bodyPr anchor="ctr">
            <a:noAutofit/>
          </a:bodyPr>
          <a:lstStyle/>
          <a:p>
            <a:pPr algn="ctr">
              <a:defRPr sz="2813" b="1">
                <a:solidFill>
                  <a:srgbClr val="52647A"/>
                </a:solidFill>
                <a:latin typeface="Arial"/>
                <a:ea typeface="Arial"/>
                <a:cs typeface="Arial"/>
              </a:defRPr>
            </a:pPr>
            <a:r>
              <a:rPr sz="2813" b="1">
                <a:solidFill>
                  <a:srgbClr val="52647A"/>
                </a:solidFill>
                <a:latin typeface="Arial"/>
                <a:ea typeface="Arial"/>
                <a:cs typeface="Arial"/>
              </a:rPr>
              <a:t>6</a:t>
            </a:r>
          </a:p>
        </p:txBody>
      </p:sp>
      <p:sp>
        <p:nvSpPr>
          <p:cNvPr id="19" name="object-19">
            <a:extLst>
              <a:ext uri="{FF2B5EF4-FFF2-40B4-BE49-F238E27FC236}">
                <a16:creationId xmlns:a16="http://schemas.microsoft.com/office/drawing/2014/main" id="{CC0397C3-CA40-4467-8512-D38C2FEE8F53}"/>
              </a:ext>
            </a:extLst>
          </p:cNvPr>
          <p:cNvSpPr>
            <a:spLocks noGrp="1"/>
          </p:cNvSpPr>
          <p:nvPr/>
        </p:nvSpPr>
        <p:spPr>
          <a:xfrm>
            <a:off x="8989219" y="2917031"/>
            <a:ext cx="571500" cy="571500"/>
          </a:xfrm>
          <a:prstGeom prst="ellipse">
            <a:avLst/>
          </a:prstGeom>
          <a:solidFill>
            <a:srgbClr val="1D4ED8"/>
          </a:solidFill>
          <a:ln w="11906">
            <a:solidFill>
              <a:srgbClr val="172B4D"/>
            </a:solidFill>
          </a:ln>
        </p:spPr>
      </p:sp>
      <p:sp>
        <p:nvSpPr>
          <p:cNvPr id="20" name="object-20">
            <a:extLst>
              <a:ext uri="{FF2B5EF4-FFF2-40B4-BE49-F238E27FC236}">
                <a16:creationId xmlns:a16="http://schemas.microsoft.com/office/drawing/2014/main" id="{64363EDA-F1B6-4ECF-B6EC-F46ED41E5ADE}"/>
              </a:ext>
            </a:extLst>
          </p:cNvPr>
          <p:cNvSpPr>
            <a:spLocks noGrp="1"/>
          </p:cNvSpPr>
          <p:nvPr/>
        </p:nvSpPr>
        <p:spPr>
          <a:xfrm>
            <a:off x="8953500" y="4048125"/>
            <a:ext cx="1309688" cy="654844"/>
          </a:xfrm>
          <a:prstGeom prst="rect">
            <a:avLst/>
          </a:prstGeom>
          <a:noFill/>
          <a:ln w="0">
            <a:noFill/>
          </a:ln>
        </p:spPr>
        <p:txBody>
          <a:bodyPr anchor="ctr">
            <a:noAutofit/>
          </a:bodyPr>
          <a:lstStyle/>
          <a:p>
            <a:pPr algn="ctr">
              <a:defRPr sz="2813" b="1">
                <a:solidFill>
                  <a:srgbClr val="52647A"/>
                </a:solidFill>
                <a:latin typeface="Arial"/>
                <a:ea typeface="Arial"/>
                <a:cs typeface="Arial"/>
              </a:defRPr>
            </a:pPr>
            <a:r>
              <a:rPr sz="2813" b="1">
                <a:solidFill>
                  <a:srgbClr val="52647A"/>
                </a:solidFill>
                <a:latin typeface="Arial"/>
                <a:ea typeface="Arial"/>
                <a:cs typeface="Arial"/>
              </a:rPr>
              <a:t>7</a:t>
            </a:r>
          </a:p>
        </p:txBody>
      </p:sp>
      <p:sp>
        <p:nvSpPr>
          <p:cNvPr id="21" name="object-21">
            <a:extLst>
              <a:ext uri="{FF2B5EF4-FFF2-40B4-BE49-F238E27FC236}">
                <a16:creationId xmlns:a16="http://schemas.microsoft.com/office/drawing/2014/main" id="{C9C94269-5698-42DD-A5E3-F95460A5DB03}"/>
              </a:ext>
            </a:extLst>
          </p:cNvPr>
          <p:cNvSpPr>
            <a:spLocks noGrp="1"/>
          </p:cNvSpPr>
          <p:nvPr/>
        </p:nvSpPr>
        <p:spPr>
          <a:xfrm>
            <a:off x="10298906" y="3333750"/>
            <a:ext cx="571500" cy="571500"/>
          </a:xfrm>
          <a:prstGeom prst="ellipse">
            <a:avLst/>
          </a:prstGeom>
          <a:solidFill>
            <a:srgbClr val="1D4ED8"/>
          </a:solidFill>
          <a:ln w="11906">
            <a:solidFill>
              <a:srgbClr val="172B4D"/>
            </a:solidFill>
          </a:ln>
        </p:spPr>
      </p:sp>
      <p:sp>
        <p:nvSpPr>
          <p:cNvPr id="22" name="object-22">
            <a:extLst>
              <a:ext uri="{FF2B5EF4-FFF2-40B4-BE49-F238E27FC236}">
                <a16:creationId xmlns:a16="http://schemas.microsoft.com/office/drawing/2014/main" id="{930F845D-0A86-44A5-8D8D-4578D7C6177E}"/>
              </a:ext>
            </a:extLst>
          </p:cNvPr>
          <p:cNvSpPr>
            <a:spLocks noGrp="1"/>
          </p:cNvSpPr>
          <p:nvPr/>
        </p:nvSpPr>
        <p:spPr>
          <a:xfrm>
            <a:off x="10287000" y="4048125"/>
            <a:ext cx="1309688" cy="654844"/>
          </a:xfrm>
          <a:prstGeom prst="rect">
            <a:avLst/>
          </a:prstGeom>
          <a:noFill/>
          <a:ln w="0">
            <a:noFill/>
          </a:ln>
        </p:spPr>
        <p:txBody>
          <a:bodyPr anchor="ctr">
            <a:noAutofit/>
          </a:bodyPr>
          <a:lstStyle/>
          <a:p>
            <a:pPr algn="ctr">
              <a:defRPr sz="2813" b="1">
                <a:solidFill>
                  <a:srgbClr val="52647A"/>
                </a:solidFill>
                <a:latin typeface="Arial"/>
                <a:ea typeface="Arial"/>
                <a:cs typeface="Arial"/>
              </a:defRPr>
            </a:pPr>
            <a:r>
              <a:rPr sz="2813" b="1">
                <a:solidFill>
                  <a:srgbClr val="52647A"/>
                </a:solidFill>
                <a:latin typeface="Arial"/>
                <a:ea typeface="Arial"/>
                <a:cs typeface="Arial"/>
              </a:rPr>
              <a:t>8</a:t>
            </a:r>
          </a:p>
        </p:txBody>
      </p:sp>
      <p:sp>
        <p:nvSpPr>
          <p:cNvPr id="23" name="object-23">
            <a:extLst>
              <a:ext uri="{FF2B5EF4-FFF2-40B4-BE49-F238E27FC236}">
                <a16:creationId xmlns:a16="http://schemas.microsoft.com/office/drawing/2014/main" id="{C85D158A-AB60-467F-ADFB-8A44B32AA318}"/>
              </a:ext>
            </a:extLst>
          </p:cNvPr>
          <p:cNvSpPr>
            <a:spLocks noGrp="1"/>
          </p:cNvSpPr>
          <p:nvPr/>
        </p:nvSpPr>
        <p:spPr>
          <a:xfrm>
            <a:off x="892969" y="7286625"/>
            <a:ext cx="13454063" cy="738188"/>
          </a:xfrm>
          <a:prstGeom prst="rect">
            <a:avLst/>
          </a:prstGeom>
          <a:noFill/>
          <a:ln w="0">
            <a:noFill/>
          </a:ln>
        </p:spPr>
        <p:txBody>
          <a:bodyPr anchor="ctr">
            <a:noAutofit/>
          </a:bodyPr>
          <a:lstStyle/>
          <a:p>
            <a:pPr algn="ctr">
              <a:defRPr sz="2813" b="1">
                <a:solidFill>
                  <a:srgbClr val="11745A"/>
                </a:solidFill>
                <a:latin typeface="Arial"/>
                <a:ea typeface="Arial"/>
                <a:cs typeface="Arial"/>
              </a:defRPr>
            </a:pPr>
            <a:r>
              <a:rPr sz="2813" b="1">
                <a:solidFill>
                  <a:srgbClr val="11745A"/>
                </a:solidFill>
                <a:latin typeface="Arial"/>
                <a:ea typeface="Arial"/>
                <a:cs typeface="Arial"/>
              </a:rPr>
              <a:t>8 altogether</a:t>
            </a:r>
          </a:p>
        </p:txBody>
      </p:sp>
    </p:spTree>
    <p:extLst>
      <p:ext uri="{BB962C8B-B14F-4D97-AF65-F5344CB8AC3E}">
        <p14:creationId xmlns:p14="http://schemas.microsoft.com/office/powerpoint/2010/main" val="1788086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0 0 L 0.02734375 0.28888889 E" pathEditMode="relative" ptsTypes="">
                                      <p:cBhvr>
                                        <p:cTn id="6" dur="800" fill="hold"/>
                                        <p:tgtEl>
                                          <p:spTgt spid="7"/>
                                        </p:tgtEl>
                                        <p:attrNameLst>
                                          <p:attrName>ppt_x</p:attrName>
                                          <p:attrName>ppt_y</p:attrName>
                                        </p:attrNameLst>
                                      </p:cBhvr>
                                    </p:animMotion>
                                  </p:childTnLst>
                                </p:cTn>
                              </p:par>
                            </p:childTnLst>
                          </p:cTn>
                        </p:par>
                        <p:par>
                          <p:cTn id="7" fill="hold">
                            <p:stCondLst>
                              <p:cond delay="800"/>
                            </p:stCondLst>
                            <p:childTnLst>
                              <p:par>
                                <p:cTn id="8" presetID="1" presetClass="entr" presetSubtype="0" fill="hold" grpId="0" nodeType="afterEffect">
                                  <p:stCondLst>
                                    <p:cond delay="0"/>
                                  </p:stCondLst>
                                  <p:childTnLst>
                                    <p:set>
                                      <p:cBhvr>
                                        <p:cTn id="9" dur="1" fill="hold">
                                          <p:stCondLst>
                                            <p:cond delay="0"/>
                                          </p:stCondLst>
                                        </p:cTn>
                                        <p:tgtEl>
                                          <p:spTgt spid="8"/>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63" presetClass="path" presetSubtype="0" accel="50000" decel="50000" fill="hold" nodeType="clickEffect">
                                  <p:stCondLst>
                                    <p:cond delay="0"/>
                                  </p:stCondLst>
                                  <p:childTnLst>
                                    <p:animMotion origin="layout" path="M 0 0 L 0.02265625 0.24027778 E" pathEditMode="relative" ptsTypes="">
                                      <p:cBhvr>
                                        <p:cTn id="13" dur="800" fill="hold"/>
                                        <p:tgtEl>
                                          <p:spTgt spid="9"/>
                                        </p:tgtEl>
                                        <p:attrNameLst>
                                          <p:attrName>ppt_x</p:attrName>
                                          <p:attrName>ppt_y</p:attrName>
                                        </p:attrNameLst>
                                      </p:cBhvr>
                                    </p:animMotion>
                                  </p:childTnLst>
                                </p:cTn>
                              </p:par>
                            </p:childTnLst>
                          </p:cTn>
                        </p:par>
                        <p:par>
                          <p:cTn id="14" fill="hold">
                            <p:stCondLst>
                              <p:cond delay="800"/>
                            </p:stCondLst>
                            <p:childTnLst>
                              <p:par>
                                <p:cTn id="15" presetID="1" presetClass="entr" presetSubtype="0" fill="hold" grpId="0" nodeType="after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63" presetClass="path" presetSubtype="0" accel="50000" decel="50000" fill="hold" nodeType="clickEffect">
                                  <p:stCondLst>
                                    <p:cond delay="0"/>
                                  </p:stCondLst>
                                  <p:childTnLst>
                                    <p:animMotion origin="layout" path="M 0 0 L 0.01796875 0.28888889 E" pathEditMode="relative" ptsTypes="">
                                      <p:cBhvr>
                                        <p:cTn id="20" dur="800" fill="hold"/>
                                        <p:tgtEl>
                                          <p:spTgt spid="11"/>
                                        </p:tgtEl>
                                        <p:attrNameLst>
                                          <p:attrName>ppt_x</p:attrName>
                                          <p:attrName>ppt_y</p:attrName>
                                        </p:attrNameLst>
                                      </p:cBhvr>
                                    </p:animMotion>
                                  </p:childTnLst>
                                </p:cTn>
                              </p:par>
                            </p:childTnLst>
                          </p:cTn>
                        </p:par>
                        <p:par>
                          <p:cTn id="21" fill="hold">
                            <p:stCondLst>
                              <p:cond delay="800"/>
                            </p:stCondLst>
                            <p:childTnLst>
                              <p:par>
                                <p:cTn id="22" presetID="1" presetClass="entr" presetSubtype="0" fill="hold" grpId="0" nodeType="afterEffect">
                                  <p:stCondLst>
                                    <p:cond delay="0"/>
                                  </p:stCondLst>
                                  <p:childTnLst>
                                    <p:set>
                                      <p:cBhvr>
                                        <p:cTn id="23" dur="1" fill="hold">
                                          <p:stCondLst>
                                            <p:cond delay="0"/>
                                          </p:stCondLst>
                                        </p:cTn>
                                        <p:tgtEl>
                                          <p:spTgt spid="12"/>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63" presetClass="path" presetSubtype="0" accel="50000" decel="50000" fill="hold" nodeType="clickEffect">
                                  <p:stCondLst>
                                    <p:cond delay="0"/>
                                  </p:stCondLst>
                                  <p:childTnLst>
                                    <p:animMotion origin="layout" path="M 0 0 L 0.01328125 0.24027778 E" pathEditMode="relative" ptsTypes="">
                                      <p:cBhvr>
                                        <p:cTn id="27" dur="800" fill="hold"/>
                                        <p:tgtEl>
                                          <p:spTgt spid="13"/>
                                        </p:tgtEl>
                                        <p:attrNameLst>
                                          <p:attrName>ppt_x</p:attrName>
                                          <p:attrName>ppt_y</p:attrName>
                                        </p:attrNameLst>
                                      </p:cBhvr>
                                    </p:animMotion>
                                  </p:childTnLst>
                                </p:cTn>
                              </p:par>
                            </p:childTnLst>
                          </p:cTn>
                        </p:par>
                        <p:par>
                          <p:cTn id="28" fill="hold">
                            <p:stCondLst>
                              <p:cond delay="800"/>
                            </p:stCondLst>
                            <p:childTnLst>
                              <p:par>
                                <p:cTn id="29" presetID="1" presetClass="entr" presetSubtype="0" fill="hold" grpId="0" nodeType="after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63" presetClass="path" presetSubtype="0" accel="50000" decel="50000" fill="hold" nodeType="clickEffect">
                                  <p:stCondLst>
                                    <p:cond delay="0"/>
                                  </p:stCondLst>
                                  <p:childTnLst>
                                    <p:animMotion origin="layout" path="M 0 0 L 0.00859375 0.28888889 E" pathEditMode="relative" ptsTypes="">
                                      <p:cBhvr>
                                        <p:cTn id="34" dur="800" fill="hold"/>
                                        <p:tgtEl>
                                          <p:spTgt spid="15"/>
                                        </p:tgtEl>
                                        <p:attrNameLst>
                                          <p:attrName>ppt_x</p:attrName>
                                          <p:attrName>ppt_y</p:attrName>
                                        </p:attrNameLst>
                                      </p:cBhvr>
                                    </p:animMotion>
                                  </p:childTnLst>
                                </p:cTn>
                              </p:par>
                            </p:childTnLst>
                          </p:cTn>
                        </p:par>
                        <p:par>
                          <p:cTn id="35" fill="hold">
                            <p:stCondLst>
                              <p:cond delay="800"/>
                            </p:stCondLst>
                            <p:childTnLst>
                              <p:par>
                                <p:cTn id="36" presetID="1" presetClass="entr" presetSubtype="0" fill="hold" grpId="0" nodeType="afterEffect">
                                  <p:stCondLst>
                                    <p:cond delay="0"/>
                                  </p:stCondLst>
                                  <p:childTnLst>
                                    <p:set>
                                      <p:cBhvr>
                                        <p:cTn id="37" dur="1" fill="hold">
                                          <p:stCondLst>
                                            <p:cond delay="0"/>
                                          </p:stCondLst>
                                        </p:cTn>
                                        <p:tgtEl>
                                          <p:spTgt spid="16"/>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63" presetClass="path" presetSubtype="0" accel="50000" decel="50000" fill="hold" nodeType="clickEffect">
                                  <p:stCondLst>
                                    <p:cond delay="0"/>
                                  </p:stCondLst>
                                  <p:childTnLst>
                                    <p:animMotion origin="layout" path="M 0 0 L 0.00390625 0.24027778 E" pathEditMode="relative" ptsTypes="">
                                      <p:cBhvr>
                                        <p:cTn id="41" dur="800" fill="hold"/>
                                        <p:tgtEl>
                                          <p:spTgt spid="17"/>
                                        </p:tgtEl>
                                        <p:attrNameLst>
                                          <p:attrName>ppt_x</p:attrName>
                                          <p:attrName>ppt_y</p:attrName>
                                        </p:attrNameLst>
                                      </p:cBhvr>
                                    </p:animMotion>
                                  </p:childTnLst>
                                </p:cTn>
                              </p:par>
                            </p:childTnLst>
                          </p:cTn>
                        </p:par>
                        <p:par>
                          <p:cTn id="42" fill="hold">
                            <p:stCondLst>
                              <p:cond delay="800"/>
                            </p:stCondLst>
                            <p:childTnLst>
                              <p:par>
                                <p:cTn id="43" presetID="1" presetClass="entr" presetSubtype="0" fill="hold" grpId="0" nodeType="afterEffect">
                                  <p:stCondLst>
                                    <p:cond delay="0"/>
                                  </p:stCondLst>
                                  <p:childTnLst>
                                    <p:set>
                                      <p:cBhvr>
                                        <p:cTn id="44" dur="1" fill="hold">
                                          <p:stCondLst>
                                            <p:cond delay="0"/>
                                          </p:stCondLst>
                                        </p:cTn>
                                        <p:tgtEl>
                                          <p:spTgt spid="18"/>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63" presetClass="path" presetSubtype="0" accel="50000" decel="50000" fill="hold" nodeType="clickEffect">
                                  <p:stCondLst>
                                    <p:cond delay="0"/>
                                  </p:stCondLst>
                                  <p:childTnLst>
                                    <p:animMotion origin="layout" path="M 0 0 L -0.00078125 0.28888889 E" pathEditMode="relative" ptsTypes="">
                                      <p:cBhvr>
                                        <p:cTn id="48" dur="800" fill="hold"/>
                                        <p:tgtEl>
                                          <p:spTgt spid="19"/>
                                        </p:tgtEl>
                                        <p:attrNameLst>
                                          <p:attrName>ppt_x</p:attrName>
                                          <p:attrName>ppt_y</p:attrName>
                                        </p:attrNameLst>
                                      </p:cBhvr>
                                    </p:animMotion>
                                  </p:childTnLst>
                                </p:cTn>
                              </p:par>
                            </p:childTnLst>
                          </p:cTn>
                        </p:par>
                        <p:par>
                          <p:cTn id="49" fill="hold">
                            <p:stCondLst>
                              <p:cond delay="800"/>
                            </p:stCondLst>
                            <p:childTnLst>
                              <p:par>
                                <p:cTn id="50" presetID="1" presetClass="entr" presetSubtype="0" fill="hold" grpId="0" nodeType="afterEffect">
                                  <p:stCondLst>
                                    <p:cond delay="0"/>
                                  </p:stCondLst>
                                  <p:childTnLst>
                                    <p:set>
                                      <p:cBhvr>
                                        <p:cTn id="51" dur="1" fill="hold">
                                          <p:stCondLst>
                                            <p:cond delay="0"/>
                                          </p:stCondLst>
                                        </p:cTn>
                                        <p:tgtEl>
                                          <p:spTgt spid="20"/>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63" presetClass="path" presetSubtype="0" accel="50000" decel="50000" fill="hold" nodeType="clickEffect">
                                  <p:stCondLst>
                                    <p:cond delay="0"/>
                                  </p:stCondLst>
                                  <p:childTnLst>
                                    <p:animMotion origin="layout" path="M 0 0 L -0.00546875 0.24027778 E" pathEditMode="relative" ptsTypes="">
                                      <p:cBhvr>
                                        <p:cTn id="55" dur="800" fill="hold"/>
                                        <p:tgtEl>
                                          <p:spTgt spid="21"/>
                                        </p:tgtEl>
                                        <p:attrNameLst>
                                          <p:attrName>ppt_x</p:attrName>
                                          <p:attrName>ppt_y</p:attrName>
                                        </p:attrNameLst>
                                      </p:cBhvr>
                                    </p:animMotion>
                                  </p:childTnLst>
                                </p:cTn>
                              </p:par>
                            </p:childTnLst>
                          </p:cTn>
                        </p:par>
                        <p:par>
                          <p:cTn id="56" fill="hold">
                            <p:stCondLst>
                              <p:cond delay="800"/>
                            </p:stCondLst>
                            <p:childTnLst>
                              <p:par>
                                <p:cTn id="57" presetID="1" presetClass="entr" presetSubtype="0" fill="hold" grpId="0" nodeType="afterEffect">
                                  <p:stCondLst>
                                    <p:cond delay="0"/>
                                  </p:stCondLst>
                                  <p:childTnLst>
                                    <p:set>
                                      <p:cBhvr>
                                        <p:cTn id="58" dur="1" fill="hold">
                                          <p:stCondLst>
                                            <p:cond delay="0"/>
                                          </p:stCondLst>
                                        </p:cTn>
                                        <p:tgtEl>
                                          <p:spTgt spid="22"/>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P spid="12" grpId="0"/>
      <p:bldP spid="14" grpId="0"/>
      <p:bldP spid="16" grpId="0"/>
      <p:bldP spid="18" grpId="0"/>
      <p:bldP spid="20" grpId="0"/>
      <p:bldP spid="22" grpId="0"/>
      <p:bldP spid="23"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object-1">
            <a:extLst>
              <a:ext uri="{FF2B5EF4-FFF2-40B4-BE49-F238E27FC236}">
                <a16:creationId xmlns:a16="http://schemas.microsoft.com/office/drawing/2014/main" id="{3C264525-A2BE-4073-B29B-09E38175E7A2}"/>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You do</a:t>
            </a:r>
          </a:p>
        </p:txBody>
      </p:sp>
      <p:sp>
        <p:nvSpPr>
          <p:cNvPr id="2" name="object-2">
            <a:extLst>
              <a:ext uri="{FF2B5EF4-FFF2-40B4-BE49-F238E27FC236}">
                <a16:creationId xmlns:a16="http://schemas.microsoft.com/office/drawing/2014/main" id="{20CCFB24-3F74-4044-A44B-A5F06CBD772F}"/>
              </a:ext>
            </a:extLst>
          </p:cNvPr>
          <p:cNvSpPr>
            <a:spLocks noGrp="1"/>
          </p:cNvSpPr>
          <p:nvPr/>
        </p:nvSpPr>
        <p:spPr>
          <a:xfrm>
            <a:off x="11430000" y="476250"/>
            <a:ext cx="3155156" cy="547688"/>
          </a:xfrm>
          <a:prstGeom prst="rect">
            <a:avLst/>
          </a:prstGeom>
          <a:noFill/>
          <a:ln w="0">
            <a:noFill/>
          </a:ln>
        </p:spPr>
        <p:txBody>
          <a:bodyPr anchor="ctr">
            <a:noAutofit/>
          </a:bodyPr>
          <a:lstStyle/>
          <a:p>
            <a:pPr algn="r">
              <a:defRPr sz="2625" b="0">
                <a:solidFill>
                  <a:srgbClr val="52647A"/>
                </a:solidFill>
                <a:latin typeface="Arial"/>
                <a:ea typeface="Arial"/>
                <a:cs typeface="Arial"/>
              </a:defRPr>
            </a:pPr>
            <a:r>
              <a:rPr sz="2625" b="0">
                <a:solidFill>
                  <a:srgbClr val="52647A"/>
                </a:solidFill>
                <a:latin typeface="Arial"/>
                <a:ea typeface="Arial"/>
                <a:cs typeface="Arial"/>
              </a:rPr>
              <a:t>You try.</a:t>
            </a:r>
          </a:p>
        </p:txBody>
      </p:sp>
      <p:sp>
        <p:nvSpPr>
          <p:cNvPr id="3" name="object-3">
            <a:extLst>
              <a:ext uri="{FF2B5EF4-FFF2-40B4-BE49-F238E27FC236}">
                <a16:creationId xmlns:a16="http://schemas.microsoft.com/office/drawing/2014/main" id="{3B8C7F4F-4BBE-4775-A1D5-1534B2BFFAB6}"/>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Try these questions.</a:t>
            </a:r>
          </a:p>
        </p:txBody>
      </p:sp>
      <p:sp>
        <p:nvSpPr>
          <p:cNvPr id="4" name="object-4">
            <a:extLst>
              <a:ext uri="{FF2B5EF4-FFF2-40B4-BE49-F238E27FC236}">
                <a16:creationId xmlns:a16="http://schemas.microsoft.com/office/drawing/2014/main" id="{D41B7B66-8A85-4B8D-ACC8-FC8FA0B10698}"/>
              </a:ext>
            </a:extLst>
          </p:cNvPr>
          <p:cNvSpPr>
            <a:spLocks noGrp="1"/>
          </p:cNvSpPr>
          <p:nvPr/>
        </p:nvSpPr>
        <p:spPr>
          <a:xfrm>
            <a:off x="654844" y="8012906"/>
            <a:ext cx="13930313" cy="11906"/>
          </a:xfrm>
          <a:prstGeom prst="rect">
            <a:avLst/>
          </a:prstGeom>
          <a:solidFill>
            <a:srgbClr val="BCD0EA"/>
          </a:solidFill>
          <a:ln w="0">
            <a:noFill/>
          </a:ln>
        </p:spPr>
      </p:sp>
      <p:sp>
        <p:nvSpPr>
          <p:cNvPr id="5" name="object-5">
            <a:extLst>
              <a:ext uri="{FF2B5EF4-FFF2-40B4-BE49-F238E27FC236}">
                <a16:creationId xmlns:a16="http://schemas.microsoft.com/office/drawing/2014/main" id="{477F2CD9-0931-43CE-82B2-6F22AE805F97}"/>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Count objects using one-to-one correspondence</a:t>
            </a:r>
          </a:p>
        </p:txBody>
      </p:sp>
      <p:sp>
        <p:nvSpPr>
          <p:cNvPr id="6" name="object-6">
            <a:extLst>
              <a:ext uri="{FF2B5EF4-FFF2-40B4-BE49-F238E27FC236}">
                <a16:creationId xmlns:a16="http://schemas.microsoft.com/office/drawing/2014/main" id="{19753973-F7D4-40FF-94C8-CCE85A8E4DBA}"/>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6</a:t>
            </a:r>
          </a:p>
        </p:txBody>
      </p:sp>
      <p:sp>
        <p:nvSpPr>
          <p:cNvPr id="7" name="object-7">
            <a:extLst>
              <a:ext uri="{FF2B5EF4-FFF2-40B4-BE49-F238E27FC236}">
                <a16:creationId xmlns:a16="http://schemas.microsoft.com/office/drawing/2014/main" id="{9AB6FF46-93B7-4EB1-AA15-BD65E4AD5B55}"/>
              </a:ext>
            </a:extLst>
          </p:cNvPr>
          <p:cNvSpPr>
            <a:spLocks noGrp="1"/>
          </p:cNvSpPr>
          <p:nvPr/>
        </p:nvSpPr>
        <p:spPr>
          <a:xfrm>
            <a:off x="773906"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a:t>
            </a:r>
          </a:p>
        </p:txBody>
      </p:sp>
      <p:sp>
        <p:nvSpPr>
          <p:cNvPr id="8" name="object-8">
            <a:extLst>
              <a:ext uri="{FF2B5EF4-FFF2-40B4-BE49-F238E27FC236}">
                <a16:creationId xmlns:a16="http://schemas.microsoft.com/office/drawing/2014/main" id="{FE843281-1F85-45A4-A3AA-5678407E19EA}"/>
              </a:ext>
            </a:extLst>
          </p:cNvPr>
          <p:cNvSpPr>
            <a:spLocks noGrp="1"/>
          </p:cNvSpPr>
          <p:nvPr/>
        </p:nvSpPr>
        <p:spPr>
          <a:xfrm>
            <a:off x="1464469" y="2512219"/>
            <a:ext cx="12644438" cy="976313"/>
          </a:xfrm>
          <a:prstGeom prst="rect">
            <a:avLst/>
          </a:prstGeom>
          <a:noFill/>
          <a:ln w="0">
            <a:noFill/>
          </a:ln>
        </p:spPr>
        <p:txBody>
          <a:bodyPr anchor="ctr">
            <a:noAutofit/>
          </a:bodyPr>
          <a:lstStyle/>
          <a:p>
            <a:pPr algn="l">
              <a:defRPr sz="2344" b="0">
                <a:solidFill>
                  <a:srgbClr val="172B4D"/>
                </a:solidFill>
                <a:latin typeface="Arial"/>
                <a:ea typeface="Arial"/>
                <a:cs typeface="Arial"/>
              </a:defRPr>
            </a:pPr>
            <a:r>
              <a:rPr sz="2344" b="0">
                <a:solidFill>
                  <a:srgbClr val="172B4D"/>
                </a:solidFill>
                <a:latin typeface="Arial"/>
                <a:ea typeface="Arial"/>
                <a:cs typeface="Arial"/>
              </a:rPr>
              <a:t>Count: ▲ ● ■ ▲ ●. Write the total.</a:t>
            </a:r>
          </a:p>
        </p:txBody>
      </p:sp>
      <p:sp>
        <p:nvSpPr>
          <p:cNvPr id="9" name="object-9">
            <a:extLst>
              <a:ext uri="{FF2B5EF4-FFF2-40B4-BE49-F238E27FC236}">
                <a16:creationId xmlns:a16="http://schemas.microsoft.com/office/drawing/2014/main" id="{FF037500-6867-4F6D-A40D-1505AE455B46}"/>
              </a:ext>
            </a:extLst>
          </p:cNvPr>
          <p:cNvSpPr>
            <a:spLocks noGrp="1"/>
          </p:cNvSpPr>
          <p:nvPr/>
        </p:nvSpPr>
        <p:spPr>
          <a:xfrm>
            <a:off x="773906"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2.</a:t>
            </a:r>
          </a:p>
        </p:txBody>
      </p:sp>
      <p:sp>
        <p:nvSpPr>
          <p:cNvPr id="10" name="object-10">
            <a:extLst>
              <a:ext uri="{FF2B5EF4-FFF2-40B4-BE49-F238E27FC236}">
                <a16:creationId xmlns:a16="http://schemas.microsoft.com/office/drawing/2014/main" id="{71951858-35C3-4AEF-9A20-C7C77ACB2DE4}"/>
              </a:ext>
            </a:extLst>
          </p:cNvPr>
          <p:cNvSpPr>
            <a:spLocks noGrp="1"/>
          </p:cNvSpPr>
          <p:nvPr/>
        </p:nvSpPr>
        <p:spPr>
          <a:xfrm>
            <a:off x="1464469" y="3559969"/>
            <a:ext cx="12644438" cy="976313"/>
          </a:xfrm>
          <a:prstGeom prst="rect">
            <a:avLst/>
          </a:prstGeom>
          <a:noFill/>
          <a:ln w="0">
            <a:noFill/>
          </a:ln>
        </p:spPr>
        <p:txBody>
          <a:bodyPr anchor="ctr">
            <a:noAutofit/>
          </a:bodyPr>
          <a:lstStyle/>
          <a:p>
            <a:pPr algn="l">
              <a:defRPr sz="2344" b="0">
                <a:solidFill>
                  <a:srgbClr val="172B4D"/>
                </a:solidFill>
                <a:latin typeface="Arial"/>
                <a:ea typeface="Arial"/>
                <a:cs typeface="Arial"/>
              </a:defRPr>
            </a:pPr>
            <a:r>
              <a:rPr sz="2344" b="0">
                <a:solidFill>
                  <a:srgbClr val="172B4D"/>
                </a:solidFill>
                <a:latin typeface="Arial"/>
                <a:ea typeface="Arial"/>
                <a:cs typeface="Arial"/>
              </a:rPr>
              <a:t>Count six dots arranged in two rows. Write the total.</a:t>
            </a:r>
          </a:p>
        </p:txBody>
      </p:sp>
      <p:sp>
        <p:nvSpPr>
          <p:cNvPr id="11" name="object-11">
            <a:extLst>
              <a:ext uri="{FF2B5EF4-FFF2-40B4-BE49-F238E27FC236}">
                <a16:creationId xmlns:a16="http://schemas.microsoft.com/office/drawing/2014/main" id="{C7BB35C6-C8E7-4565-8614-9435EA4A2F03}"/>
              </a:ext>
            </a:extLst>
          </p:cNvPr>
          <p:cNvSpPr>
            <a:spLocks noGrp="1"/>
          </p:cNvSpPr>
          <p:nvPr/>
        </p:nvSpPr>
        <p:spPr>
          <a:xfrm>
            <a:off x="773906"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3.</a:t>
            </a:r>
          </a:p>
        </p:txBody>
      </p:sp>
      <p:sp>
        <p:nvSpPr>
          <p:cNvPr id="12" name="object-12">
            <a:extLst>
              <a:ext uri="{FF2B5EF4-FFF2-40B4-BE49-F238E27FC236}">
                <a16:creationId xmlns:a16="http://schemas.microsoft.com/office/drawing/2014/main" id="{428D2C56-03F3-4D10-A3A6-2C7F28EB238A}"/>
              </a:ext>
            </a:extLst>
          </p:cNvPr>
          <p:cNvSpPr>
            <a:spLocks noGrp="1"/>
          </p:cNvSpPr>
          <p:nvPr/>
        </p:nvSpPr>
        <p:spPr>
          <a:xfrm>
            <a:off x="1464469" y="4607719"/>
            <a:ext cx="12644438" cy="976313"/>
          </a:xfrm>
          <a:prstGeom prst="rect">
            <a:avLst/>
          </a:prstGeom>
          <a:noFill/>
          <a:ln w="0">
            <a:noFill/>
          </a:ln>
        </p:spPr>
        <p:txBody>
          <a:bodyPr anchor="ctr">
            <a:noAutofit/>
          </a:bodyPr>
          <a:lstStyle/>
          <a:p>
            <a:pPr algn="l">
              <a:defRPr sz="2344" b="0">
                <a:solidFill>
                  <a:srgbClr val="172B4D"/>
                </a:solidFill>
                <a:latin typeface="Arial"/>
                <a:ea typeface="Arial"/>
                <a:cs typeface="Arial"/>
              </a:defRPr>
            </a:pPr>
            <a:r>
              <a:rPr sz="2344" b="0">
                <a:solidFill>
                  <a:srgbClr val="172B4D"/>
                </a:solidFill>
                <a:latin typeface="Arial"/>
                <a:ea typeface="Arial"/>
                <a:cs typeface="Arial"/>
              </a:rPr>
              <a:t>Mia counts four objects as 1, 2, 3, 4, 5. What went wrong?</a:t>
            </a:r>
          </a:p>
        </p:txBody>
      </p:sp>
      <p:sp>
        <p:nvSpPr>
          <p:cNvPr id="13" name="object-13">
            <a:extLst>
              <a:ext uri="{FF2B5EF4-FFF2-40B4-BE49-F238E27FC236}">
                <a16:creationId xmlns:a16="http://schemas.microsoft.com/office/drawing/2014/main" id="{F5A7158F-8012-487E-AE2C-7451956B6891}"/>
              </a:ext>
            </a:extLst>
          </p:cNvPr>
          <p:cNvSpPr>
            <a:spLocks noGrp="1"/>
          </p:cNvSpPr>
          <p:nvPr/>
        </p:nvSpPr>
        <p:spPr>
          <a:xfrm>
            <a:off x="773906"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4.</a:t>
            </a:r>
          </a:p>
        </p:txBody>
      </p:sp>
      <p:sp>
        <p:nvSpPr>
          <p:cNvPr id="14" name="object-14">
            <a:extLst>
              <a:ext uri="{FF2B5EF4-FFF2-40B4-BE49-F238E27FC236}">
                <a16:creationId xmlns:a16="http://schemas.microsoft.com/office/drawing/2014/main" id="{C7EC7F41-283F-4F4C-8151-F3C217FB5EE3}"/>
              </a:ext>
            </a:extLst>
          </p:cNvPr>
          <p:cNvSpPr>
            <a:spLocks noGrp="1"/>
          </p:cNvSpPr>
          <p:nvPr/>
        </p:nvSpPr>
        <p:spPr>
          <a:xfrm>
            <a:off x="1464469" y="5655469"/>
            <a:ext cx="12644438" cy="976313"/>
          </a:xfrm>
          <a:prstGeom prst="rect">
            <a:avLst/>
          </a:prstGeom>
          <a:noFill/>
          <a:ln w="0">
            <a:noFill/>
          </a:ln>
        </p:spPr>
        <p:txBody>
          <a:bodyPr anchor="ctr">
            <a:noAutofit/>
          </a:bodyPr>
          <a:lstStyle/>
          <a:p>
            <a:pPr algn="l">
              <a:defRPr sz="2344" b="0">
                <a:solidFill>
                  <a:srgbClr val="172B4D"/>
                </a:solidFill>
                <a:latin typeface="Arial"/>
                <a:ea typeface="Arial"/>
                <a:cs typeface="Arial"/>
              </a:defRPr>
            </a:pPr>
            <a:r>
              <a:rPr sz="2344" b="0">
                <a:solidFill>
                  <a:srgbClr val="172B4D"/>
                </a:solidFill>
                <a:latin typeface="Arial"/>
                <a:ea typeface="Arial"/>
                <a:cs typeface="Arial"/>
              </a:rPr>
              <a:t>Draw seven objects in a way that is easy to count.</a:t>
            </a:r>
          </a:p>
        </p:txBody>
      </p:sp>
      <p:sp>
        <p:nvSpPr>
          <p:cNvPr id="15" name="object-15">
            <a:extLst>
              <a:ext uri="{FF2B5EF4-FFF2-40B4-BE49-F238E27FC236}">
                <a16:creationId xmlns:a16="http://schemas.microsoft.com/office/drawing/2014/main" id="{485D5297-145B-41DE-8B2C-BDEA6800A7D4}"/>
              </a:ext>
            </a:extLst>
          </p:cNvPr>
          <p:cNvSpPr>
            <a:spLocks noGrp="1"/>
          </p:cNvSpPr>
          <p:nvPr/>
        </p:nvSpPr>
        <p:spPr>
          <a:xfrm>
            <a:off x="773906"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5.</a:t>
            </a:r>
          </a:p>
        </p:txBody>
      </p:sp>
      <p:sp>
        <p:nvSpPr>
          <p:cNvPr id="16" name="object-16">
            <a:extLst>
              <a:ext uri="{FF2B5EF4-FFF2-40B4-BE49-F238E27FC236}">
                <a16:creationId xmlns:a16="http://schemas.microsoft.com/office/drawing/2014/main" id="{94A28257-F669-43FA-8069-CB9F21A9FE3D}"/>
              </a:ext>
            </a:extLst>
          </p:cNvPr>
          <p:cNvSpPr>
            <a:spLocks noGrp="1"/>
          </p:cNvSpPr>
          <p:nvPr/>
        </p:nvSpPr>
        <p:spPr>
          <a:xfrm>
            <a:off x="1464469" y="6703219"/>
            <a:ext cx="12644438" cy="976313"/>
          </a:xfrm>
          <a:prstGeom prst="rect">
            <a:avLst/>
          </a:prstGeom>
          <a:noFill/>
          <a:ln w="0">
            <a:noFill/>
          </a:ln>
        </p:spPr>
        <p:txBody>
          <a:bodyPr anchor="ctr">
            <a:noAutofit/>
          </a:bodyPr>
          <a:lstStyle/>
          <a:p>
            <a:pPr algn="l">
              <a:defRPr sz="2344" b="0">
                <a:solidFill>
                  <a:srgbClr val="172B4D"/>
                </a:solidFill>
                <a:latin typeface="Arial"/>
                <a:ea typeface="Arial"/>
                <a:cs typeface="Arial"/>
              </a:defRPr>
            </a:pPr>
            <a:r>
              <a:rPr sz="2344" b="0">
                <a:solidFill>
                  <a:srgbClr val="172B4D"/>
                </a:solidFill>
                <a:latin typeface="Arial"/>
                <a:ea typeface="Arial"/>
                <a:cs typeface="Arial"/>
              </a:rPr>
              <a:t>Explain how you know your total is correct.</a:t>
            </a:r>
          </a:p>
        </p:txBody>
      </p:sp>
    </p:spTree>
    <p:extLst>
      <p:ext uri="{BB962C8B-B14F-4D97-AF65-F5344CB8AC3E}">
        <p14:creationId xmlns:p14="http://schemas.microsoft.com/office/powerpoint/2010/main" val="15028495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object-1">
            <a:extLst>
              <a:ext uri="{FF2B5EF4-FFF2-40B4-BE49-F238E27FC236}">
                <a16:creationId xmlns:a16="http://schemas.microsoft.com/office/drawing/2014/main" id="{AAFDF055-D0A2-49FE-A4DE-653D40266196}"/>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Answers</a:t>
            </a:r>
          </a:p>
        </p:txBody>
      </p:sp>
      <p:sp>
        <p:nvSpPr>
          <p:cNvPr id="2" name="object-2">
            <a:extLst>
              <a:ext uri="{FF2B5EF4-FFF2-40B4-BE49-F238E27FC236}">
                <a16:creationId xmlns:a16="http://schemas.microsoft.com/office/drawing/2014/main" id="{6B1F41C7-1CEB-442B-9567-58E3254D3385}"/>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Check your answers. Explain any corrections.</a:t>
            </a:r>
          </a:p>
        </p:txBody>
      </p:sp>
      <p:sp>
        <p:nvSpPr>
          <p:cNvPr id="3" name="object-3">
            <a:extLst>
              <a:ext uri="{FF2B5EF4-FFF2-40B4-BE49-F238E27FC236}">
                <a16:creationId xmlns:a16="http://schemas.microsoft.com/office/drawing/2014/main" id="{DF7FF28C-3A11-4A55-A167-052858234F6A}"/>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594C746E-5217-4D7A-976D-9420487A91C4}"/>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Count objects using one-to-one correspondence</a:t>
            </a:r>
          </a:p>
        </p:txBody>
      </p:sp>
      <p:sp>
        <p:nvSpPr>
          <p:cNvPr id="5" name="object-5">
            <a:extLst>
              <a:ext uri="{FF2B5EF4-FFF2-40B4-BE49-F238E27FC236}">
                <a16:creationId xmlns:a16="http://schemas.microsoft.com/office/drawing/2014/main" id="{59914C8A-E359-4E1E-9D99-A99B3549955B}"/>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7</a:t>
            </a:r>
          </a:p>
        </p:txBody>
      </p:sp>
      <p:sp>
        <p:nvSpPr>
          <p:cNvPr id="6" name="object-6">
            <a:extLst>
              <a:ext uri="{FF2B5EF4-FFF2-40B4-BE49-F238E27FC236}">
                <a16:creationId xmlns:a16="http://schemas.microsoft.com/office/drawing/2014/main" id="{438D414C-5F81-45BB-B1E3-36B8D31ADF1E}"/>
              </a:ext>
            </a:extLst>
          </p:cNvPr>
          <p:cNvSpPr>
            <a:spLocks noGrp="1"/>
          </p:cNvSpPr>
          <p:nvPr/>
        </p:nvSpPr>
        <p:spPr>
          <a:xfrm>
            <a:off x="773906"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a:t>
            </a:r>
          </a:p>
        </p:txBody>
      </p:sp>
      <p:sp>
        <p:nvSpPr>
          <p:cNvPr id="7" name="object-7">
            <a:extLst>
              <a:ext uri="{FF2B5EF4-FFF2-40B4-BE49-F238E27FC236}">
                <a16:creationId xmlns:a16="http://schemas.microsoft.com/office/drawing/2014/main" id="{20F7E2F0-E909-4520-8A33-5DABF7ECAE29}"/>
              </a:ext>
            </a:extLst>
          </p:cNvPr>
          <p:cNvSpPr>
            <a:spLocks noGrp="1"/>
          </p:cNvSpPr>
          <p:nvPr/>
        </p:nvSpPr>
        <p:spPr>
          <a:xfrm>
            <a:off x="1464469" y="2512219"/>
            <a:ext cx="12644438" cy="976313"/>
          </a:xfrm>
          <a:prstGeom prst="rect">
            <a:avLst/>
          </a:prstGeom>
          <a:noFill/>
          <a:ln w="0">
            <a:noFill/>
          </a:ln>
        </p:spPr>
        <p:txBody>
          <a:bodyPr anchor="ctr">
            <a:noAutofit/>
          </a:bodyPr>
          <a:lstStyle/>
          <a:p>
            <a:pPr algn="l">
              <a:defRPr sz="2344" b="0">
                <a:solidFill>
                  <a:srgbClr val="11745A"/>
                </a:solidFill>
                <a:latin typeface="Arial"/>
                <a:ea typeface="Arial"/>
                <a:cs typeface="Arial"/>
              </a:defRPr>
            </a:pPr>
            <a:r>
              <a:rPr sz="2344" b="0">
                <a:solidFill>
                  <a:srgbClr val="11745A"/>
                </a:solidFill>
                <a:latin typeface="Arial"/>
                <a:ea typeface="Arial"/>
                <a:cs typeface="Arial"/>
              </a:rPr>
              <a:t>5.</a:t>
            </a:r>
          </a:p>
        </p:txBody>
      </p:sp>
      <p:sp>
        <p:nvSpPr>
          <p:cNvPr id="8" name="object-8">
            <a:extLst>
              <a:ext uri="{FF2B5EF4-FFF2-40B4-BE49-F238E27FC236}">
                <a16:creationId xmlns:a16="http://schemas.microsoft.com/office/drawing/2014/main" id="{2E4F9CC1-0EA8-4933-94E7-39E9A83D921E}"/>
              </a:ext>
            </a:extLst>
          </p:cNvPr>
          <p:cNvSpPr>
            <a:spLocks noGrp="1"/>
          </p:cNvSpPr>
          <p:nvPr/>
        </p:nvSpPr>
        <p:spPr>
          <a:xfrm>
            <a:off x="773906"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2.</a:t>
            </a:r>
          </a:p>
        </p:txBody>
      </p:sp>
      <p:sp>
        <p:nvSpPr>
          <p:cNvPr id="9" name="object-9">
            <a:extLst>
              <a:ext uri="{FF2B5EF4-FFF2-40B4-BE49-F238E27FC236}">
                <a16:creationId xmlns:a16="http://schemas.microsoft.com/office/drawing/2014/main" id="{D514A951-4103-41F9-BF7B-24F758574738}"/>
              </a:ext>
            </a:extLst>
          </p:cNvPr>
          <p:cNvSpPr>
            <a:spLocks noGrp="1"/>
          </p:cNvSpPr>
          <p:nvPr/>
        </p:nvSpPr>
        <p:spPr>
          <a:xfrm>
            <a:off x="1464469" y="3559969"/>
            <a:ext cx="12644438" cy="976313"/>
          </a:xfrm>
          <a:prstGeom prst="rect">
            <a:avLst/>
          </a:prstGeom>
          <a:noFill/>
          <a:ln w="0">
            <a:noFill/>
          </a:ln>
        </p:spPr>
        <p:txBody>
          <a:bodyPr anchor="ctr">
            <a:noAutofit/>
          </a:bodyPr>
          <a:lstStyle/>
          <a:p>
            <a:pPr algn="l">
              <a:defRPr sz="2344" b="0">
                <a:solidFill>
                  <a:srgbClr val="11745A"/>
                </a:solidFill>
                <a:latin typeface="Arial"/>
                <a:ea typeface="Arial"/>
                <a:cs typeface="Arial"/>
              </a:defRPr>
            </a:pPr>
            <a:r>
              <a:rPr sz="2344" b="0">
                <a:solidFill>
                  <a:srgbClr val="11745A"/>
                </a:solidFill>
                <a:latin typeface="Arial"/>
                <a:ea typeface="Arial"/>
                <a:cs typeface="Arial"/>
              </a:rPr>
              <a:t>6.</a:t>
            </a:r>
          </a:p>
        </p:txBody>
      </p:sp>
      <p:sp>
        <p:nvSpPr>
          <p:cNvPr id="10" name="object-10">
            <a:extLst>
              <a:ext uri="{FF2B5EF4-FFF2-40B4-BE49-F238E27FC236}">
                <a16:creationId xmlns:a16="http://schemas.microsoft.com/office/drawing/2014/main" id="{83F40777-2949-4B4D-BFF9-A4679B09ABF6}"/>
              </a:ext>
            </a:extLst>
          </p:cNvPr>
          <p:cNvSpPr>
            <a:spLocks noGrp="1"/>
          </p:cNvSpPr>
          <p:nvPr/>
        </p:nvSpPr>
        <p:spPr>
          <a:xfrm>
            <a:off x="773906"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3.</a:t>
            </a:r>
          </a:p>
        </p:txBody>
      </p:sp>
      <p:sp>
        <p:nvSpPr>
          <p:cNvPr id="11" name="object-11">
            <a:extLst>
              <a:ext uri="{FF2B5EF4-FFF2-40B4-BE49-F238E27FC236}">
                <a16:creationId xmlns:a16="http://schemas.microsoft.com/office/drawing/2014/main" id="{439AE6A5-5859-43D0-9050-87C3C3EBC5E2}"/>
              </a:ext>
            </a:extLst>
          </p:cNvPr>
          <p:cNvSpPr>
            <a:spLocks noGrp="1"/>
          </p:cNvSpPr>
          <p:nvPr/>
        </p:nvSpPr>
        <p:spPr>
          <a:xfrm>
            <a:off x="1464469" y="4607719"/>
            <a:ext cx="12644438" cy="976313"/>
          </a:xfrm>
          <a:prstGeom prst="rect">
            <a:avLst/>
          </a:prstGeom>
          <a:noFill/>
          <a:ln w="0">
            <a:noFill/>
          </a:ln>
        </p:spPr>
        <p:txBody>
          <a:bodyPr anchor="ctr">
            <a:noAutofit/>
          </a:bodyPr>
          <a:lstStyle/>
          <a:p>
            <a:pPr algn="l">
              <a:defRPr sz="2344" b="0">
                <a:solidFill>
                  <a:srgbClr val="11745A"/>
                </a:solidFill>
                <a:latin typeface="Arial"/>
                <a:ea typeface="Arial"/>
                <a:cs typeface="Arial"/>
              </a:defRPr>
            </a:pPr>
            <a:r>
              <a:rPr sz="2344" b="0">
                <a:solidFill>
                  <a:srgbClr val="11745A"/>
                </a:solidFill>
                <a:latin typeface="Arial"/>
                <a:ea typeface="Arial"/>
                <a:cs typeface="Arial"/>
              </a:rPr>
              <a:t>She counted one object twice or said an extra number.</a:t>
            </a:r>
          </a:p>
        </p:txBody>
      </p:sp>
      <p:sp>
        <p:nvSpPr>
          <p:cNvPr id="12" name="object-12">
            <a:extLst>
              <a:ext uri="{FF2B5EF4-FFF2-40B4-BE49-F238E27FC236}">
                <a16:creationId xmlns:a16="http://schemas.microsoft.com/office/drawing/2014/main" id="{6A2480C6-A94B-4CFD-961E-6BECF1D3D986}"/>
              </a:ext>
            </a:extLst>
          </p:cNvPr>
          <p:cNvSpPr>
            <a:spLocks noGrp="1"/>
          </p:cNvSpPr>
          <p:nvPr/>
        </p:nvSpPr>
        <p:spPr>
          <a:xfrm>
            <a:off x="773906"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4.</a:t>
            </a:r>
          </a:p>
        </p:txBody>
      </p:sp>
      <p:sp>
        <p:nvSpPr>
          <p:cNvPr id="13" name="object-13">
            <a:extLst>
              <a:ext uri="{FF2B5EF4-FFF2-40B4-BE49-F238E27FC236}">
                <a16:creationId xmlns:a16="http://schemas.microsoft.com/office/drawing/2014/main" id="{768FF9AA-931F-4B43-A4D0-E711DDC50333}"/>
              </a:ext>
            </a:extLst>
          </p:cNvPr>
          <p:cNvSpPr>
            <a:spLocks noGrp="1"/>
          </p:cNvSpPr>
          <p:nvPr/>
        </p:nvSpPr>
        <p:spPr>
          <a:xfrm>
            <a:off x="1464469" y="5655469"/>
            <a:ext cx="12644438" cy="976313"/>
          </a:xfrm>
          <a:prstGeom prst="rect">
            <a:avLst/>
          </a:prstGeom>
          <a:noFill/>
          <a:ln w="0">
            <a:noFill/>
          </a:ln>
        </p:spPr>
        <p:txBody>
          <a:bodyPr anchor="ctr">
            <a:noAutofit/>
          </a:bodyPr>
          <a:lstStyle/>
          <a:p>
            <a:pPr algn="l">
              <a:defRPr sz="2344" b="0">
                <a:solidFill>
                  <a:srgbClr val="11745A"/>
                </a:solidFill>
                <a:latin typeface="Arial"/>
                <a:ea typeface="Arial"/>
                <a:cs typeface="Arial"/>
              </a:defRPr>
            </a:pPr>
            <a:r>
              <a:rPr sz="2344" b="0">
                <a:solidFill>
                  <a:srgbClr val="11745A"/>
                </a:solidFill>
                <a:latin typeface="Arial"/>
                <a:ea typeface="Arial"/>
                <a:cs typeface="Arial"/>
              </a:rPr>
              <a:t>Seven objects in an organised arrangement.</a:t>
            </a:r>
          </a:p>
        </p:txBody>
      </p:sp>
      <p:sp>
        <p:nvSpPr>
          <p:cNvPr id="14" name="object-14">
            <a:extLst>
              <a:ext uri="{FF2B5EF4-FFF2-40B4-BE49-F238E27FC236}">
                <a16:creationId xmlns:a16="http://schemas.microsoft.com/office/drawing/2014/main" id="{40406BA4-9581-44D3-BBBA-9EAE793B32BA}"/>
              </a:ext>
            </a:extLst>
          </p:cNvPr>
          <p:cNvSpPr>
            <a:spLocks noGrp="1"/>
          </p:cNvSpPr>
          <p:nvPr/>
        </p:nvSpPr>
        <p:spPr>
          <a:xfrm>
            <a:off x="773906"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5.</a:t>
            </a:r>
          </a:p>
        </p:txBody>
      </p:sp>
      <p:sp>
        <p:nvSpPr>
          <p:cNvPr id="15" name="object-15">
            <a:extLst>
              <a:ext uri="{FF2B5EF4-FFF2-40B4-BE49-F238E27FC236}">
                <a16:creationId xmlns:a16="http://schemas.microsoft.com/office/drawing/2014/main" id="{27929723-E516-48B0-9C40-57C513DA55B4}"/>
              </a:ext>
            </a:extLst>
          </p:cNvPr>
          <p:cNvSpPr>
            <a:spLocks noGrp="1"/>
          </p:cNvSpPr>
          <p:nvPr/>
        </p:nvSpPr>
        <p:spPr>
          <a:xfrm>
            <a:off x="1464469" y="6703219"/>
            <a:ext cx="12644438" cy="976313"/>
          </a:xfrm>
          <a:prstGeom prst="rect">
            <a:avLst/>
          </a:prstGeom>
          <a:noFill/>
          <a:ln w="0">
            <a:noFill/>
          </a:ln>
        </p:spPr>
        <p:txBody>
          <a:bodyPr anchor="ctr">
            <a:noAutofit/>
          </a:bodyPr>
          <a:lstStyle/>
          <a:p>
            <a:pPr algn="l">
              <a:defRPr sz="2344" b="0">
                <a:solidFill>
                  <a:srgbClr val="11745A"/>
                </a:solidFill>
                <a:latin typeface="Arial"/>
                <a:ea typeface="Arial"/>
                <a:cs typeface="Arial"/>
              </a:defRPr>
            </a:pPr>
            <a:r>
              <a:rPr sz="2344" b="0">
                <a:solidFill>
                  <a:srgbClr val="11745A"/>
                </a:solidFill>
                <a:latin typeface="Arial"/>
                <a:ea typeface="Arial"/>
                <a:cs typeface="Arial"/>
              </a:rPr>
              <a:t>I counted each object once and checked again.</a:t>
            </a:r>
          </a:p>
        </p:txBody>
      </p:sp>
    </p:spTree>
    <p:extLst>
      <p:ext uri="{BB962C8B-B14F-4D97-AF65-F5344CB8AC3E}">
        <p14:creationId xmlns:p14="http://schemas.microsoft.com/office/powerpoint/2010/main" val="79183983"/>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744</Words>
  <Application>Microsoft Office PowerPoint</Application>
  <DocSecurity>0</DocSecurity>
  <PresentationFormat>Custom</PresentationFormat>
  <Paragraphs>96</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Garima Sharma</cp:lastModifiedBy>
  <cp:revision>1</cp:revision>
  <dcterms:created xsi:type="dcterms:W3CDTF">2026-09-14T13:14:41Z</dcterms:created>
  <dcterms:modified xsi:type="dcterms:W3CDTF">2026-09-14T13:14:47Z</dcterms:modified>
</cp:coreProperties>
</file>