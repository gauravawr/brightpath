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c6a7da1ce7c460e" /><Relationship Type="http://schemas.openxmlformats.org/officeDocument/2006/relationships/extended-properties" Target="/docProps/app.xml" Id="R0c54f790f5e44915" /><Relationship Type="http://schemas.openxmlformats.org/officeDocument/2006/relationships/officeDocument" Target="/ppt/presentation.xml" Id="R89a02289f7a74f4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8b6b46277404bba"/>
  </p:sldMasterIdLst>
  <p:notesMasterIdLst>
    <p:notesMasterId xmlns:r="http://schemas.openxmlformats.org/officeDocument/2006/relationships" r:id="Ra41221b9d5db4c8f"/>
  </p:notesMasterIdLst>
  <p:sldIdLst>
    <p:sldId xmlns:r="http://schemas.openxmlformats.org/officeDocument/2006/relationships" id="256" r:id="Rcda050aae87c45bb"/>
    <p:sldId xmlns:r="http://schemas.openxmlformats.org/officeDocument/2006/relationships" id="257" r:id="R7f5e4ee98acf410c"/>
    <p:sldId xmlns:r="http://schemas.openxmlformats.org/officeDocument/2006/relationships" id="258" r:id="R145e75d5b670445c"/>
    <p:sldId xmlns:r="http://schemas.openxmlformats.org/officeDocument/2006/relationships" id="259" r:id="Re67ca034dfbc4fe5"/>
    <p:sldId xmlns:r="http://schemas.openxmlformats.org/officeDocument/2006/relationships" id="260" r:id="R9f593a5c6d6d44ee"/>
    <p:sldId xmlns:r="http://schemas.openxmlformats.org/officeDocument/2006/relationships" id="261" r:id="R9fb0c4f9d7aa4323"/>
    <p:sldId xmlns:r="http://schemas.openxmlformats.org/officeDocument/2006/relationships" id="262" r:id="Ra3b652ea1cfc4d2a"/>
    <p:sldId xmlns:r="http://schemas.openxmlformats.org/officeDocument/2006/relationships" id="263" r:id="R3e7309793a7649d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66781908f3440fd" /><Relationship Type="http://schemas.openxmlformats.org/officeDocument/2006/relationships/slideMaster" Target="/ppt/slideMasters/slideMaster1.xml" Id="Re8b6b46277404bba" /><Relationship Type="http://schemas.openxmlformats.org/officeDocument/2006/relationships/notesMaster" Target="/ppt/notesMasters/notesMaster1.xml" Id="Ra41221b9d5db4c8f" /><Relationship Type="http://schemas.openxmlformats.org/officeDocument/2006/relationships/presProps" Target="/ppt/presProps.xml" Id="R549deeebf9fc4575" /><Relationship Type="http://schemas.openxmlformats.org/officeDocument/2006/relationships/tableStyles" Target="/ppt/tableStyles.xml" Id="Rc63c9ddcb15944ff" /><Relationship Type="http://schemas.openxmlformats.org/officeDocument/2006/relationships/slide" Target="/ppt/slides/slide1.xml" Id="Rcda050aae87c45bb" /><Relationship Type="http://schemas.openxmlformats.org/officeDocument/2006/relationships/slide" Target="/ppt/slides/slide2.xml" Id="R7f5e4ee98acf410c" /><Relationship Type="http://schemas.openxmlformats.org/officeDocument/2006/relationships/slide" Target="/ppt/slides/slide3.xml" Id="R145e75d5b670445c" /><Relationship Type="http://schemas.openxmlformats.org/officeDocument/2006/relationships/slide" Target="/ppt/slides/slide4.xml" Id="Re67ca034dfbc4fe5" /><Relationship Type="http://schemas.openxmlformats.org/officeDocument/2006/relationships/slide" Target="/ppt/slides/slide5.xml" Id="R9f593a5c6d6d44ee" /><Relationship Type="http://schemas.openxmlformats.org/officeDocument/2006/relationships/slide" Target="/ppt/slides/slide6.xml" Id="R9fb0c4f9d7aa4323" /><Relationship Type="http://schemas.openxmlformats.org/officeDocument/2006/relationships/slide" Target="/ppt/slides/slide7.xml" Id="Ra3b652ea1cfc4d2a" /><Relationship Type="http://schemas.openxmlformats.org/officeDocument/2006/relationships/slide" Target="/ppt/slides/slide8.xml" Id="R3e7309793a7649d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090475e777149a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19618103bf4414e" /><Relationship Type="http://schemas.openxmlformats.org/officeDocument/2006/relationships/notesMaster" Target="/ppt/notesMasters/notesMaster1.xml" Id="R0af94b1996134ac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702ee19373d403d" /><Relationship Type="http://schemas.openxmlformats.org/officeDocument/2006/relationships/notesMaster" Target="/ppt/notesMasters/notesMaster1.xml" Id="R5f28318a1662461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cda991eb7e042c4" /><Relationship Type="http://schemas.openxmlformats.org/officeDocument/2006/relationships/notesMaster" Target="/ppt/notesMasters/notesMaster1.xml" Id="R471f52098441430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bfbb336daa649a8" /><Relationship Type="http://schemas.openxmlformats.org/officeDocument/2006/relationships/notesMaster" Target="/ppt/notesMasters/notesMaster1.xml" Id="R75e62c32d0f0473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0d3fec583bc4ac0" /><Relationship Type="http://schemas.openxmlformats.org/officeDocument/2006/relationships/notesMaster" Target="/ppt/notesMasters/notesMaster1.xml" Id="R70ca408a41c9412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0fa2eb2e9624c51" /><Relationship Type="http://schemas.openxmlformats.org/officeDocument/2006/relationships/notesMaster" Target="/ppt/notesMasters/notesMaster1.xml" Id="Rf7cb3191994043a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5819a7a21a64c9a" /><Relationship Type="http://schemas.openxmlformats.org/officeDocument/2006/relationships/notesMaster" Target="/ppt/notesMasters/notesMaster1.xml" Id="Re42fea4357ab4e4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c89c56d63184b25" /><Relationship Type="http://schemas.openxmlformats.org/officeDocument/2006/relationships/notesMaster" Target="/ppt/notesMasters/notesMaster1.xml" Id="R1fb3a35123ef4f4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Introduce the learning objective in child-friendly language. Revisit: Hold up numeral cards 0 to 5 in mixed order. Children show the matching number of fingers.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Give silent thinking time. Invite pupils to say what they notice without evaluating answers. Warm-up: Hold up numeral cards 0 to 5 in mixed order. Children show the matching number of fingers.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Model using real objects where possible. Misconception to address: A child matches by appearance or position instead of counting. Count the set first, then name the numeral.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Give 60-90 seconds. Scan responses. Ask one pupil to explain and another to agree, disagree or add 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after pupils have committed to an answer. Expected explanation: Four dots match numeral 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Allow rehearsal before sharing. Possible response: Arrangement changes, but both sets contain four dots.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Choose by current learning need. Independent task: Children complete the chosen matching worksheet. Lower group uses five frames. Expected group matches mixed arrangements. Higher group identifies false matches and creates clues.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Answers: A written number symbol. | How many are in a set. | Count the set and compare with the numeral.. Use responses to decide the next lesson's pre-teach group.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0e91996b8ee407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2638a89878b45fe" /><Relationship Type="http://schemas.openxmlformats.org/officeDocument/2006/relationships/slideLayout" Target="/ppt/slideLayouts/slideLayout1.xml" Id="R769eb9e009ff4f0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69eb9e009ff4f0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ff5c9dafff49d5" /><Relationship Type="http://schemas.openxmlformats.org/officeDocument/2006/relationships/notesSlide" Target="/ppt/notesSlides/notesSlide1.xml" Id="Rf82c36428bc94c8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49c021ee934a26" /><Relationship Type="http://schemas.openxmlformats.org/officeDocument/2006/relationships/notesSlide" Target="/ppt/notesSlides/notesSlide2.xml" Id="R1346a061878a47e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1d643de52b4674" /><Relationship Type="http://schemas.openxmlformats.org/officeDocument/2006/relationships/notesSlide" Target="/ppt/notesSlides/notesSlide3.xml" Id="Rf0fc6d530df04ee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392556642e444f" /><Relationship Type="http://schemas.openxmlformats.org/officeDocument/2006/relationships/notesSlide" Target="/ppt/notesSlides/notesSlide4.xml" Id="Re6117cfee4f7468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6cead1973a413d" /><Relationship Type="http://schemas.openxmlformats.org/officeDocument/2006/relationships/notesSlide" Target="/ppt/notesSlides/notesSlide5.xml" Id="R258f919823a543d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479b34c6f14ac5" /><Relationship Type="http://schemas.openxmlformats.org/officeDocument/2006/relationships/notesSlide" Target="/ppt/notesSlides/notesSlide6.xml" Id="R53370e4a730a43b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aa7415a09f4333" /><Relationship Type="http://schemas.openxmlformats.org/officeDocument/2006/relationships/notesSlide" Target="/ppt/notesSlides/notesSlide7.xml" Id="Re7bdecd1474b422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b35db8cca747e5" /><Relationship Type="http://schemas.openxmlformats.org/officeDocument/2006/relationships/notesSlide" Target="/ppt/notesSlides/notesSlide8.xml" Id="Rb34b67217c6f4d0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B6057E-9071-4DBC-94F6-4C6FC76C0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B1208E-D0BF-44E8-B951-D041F4D56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YEAR 1 MATHS  •  AUTUMN WEEK 1  •  DAY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C3F0AF-4403-4421-8695-3A0119A8D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Match numerals to quantities 0 to 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117FFB-3156-4B42-9374-A8ED67EF9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61950"/>
            <a:ext cx="90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1 / 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5FF996-2793-44EC-BA21-73D1EDAEA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6F4AA7-E5ED-4242-9D8A-621C8F6FF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338666-E7C2-4218-B35D-CD4EF1448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20955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8C3D39-A0DC-4BF3-AC96-2D237B438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66850"/>
            <a:ext cx="1866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Learning objective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C6348A-F7C4-4F9C-82FD-D09833E0C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7239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334155"/>
                </a:solidFill>
                <a:latin typeface="Arial"/>
                <a:ea typeface="Arial"/>
                <a:cs typeface="Arial"/>
              </a:rPr>
              <a:t>Match each numeral from 0 to 5 to a set with the same quantity.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3497F4-C3E2-414A-ADBC-6C71DE51F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524000"/>
            <a:ext cx="3200400" cy="3619500"/>
          </a:xfrm>
          <a:prstGeom xmlns:a="http://schemas.openxmlformats.org/drawingml/2006/main" prst="roundRect">
            <a:avLst>
              <a:gd name="adj" fmla="val 2381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B8BEEA-95AE-461E-AC2E-50E1D7F73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847850"/>
            <a:ext cx="2571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Today we will…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AE5070-E17A-44BF-BC62-9C42C5DE3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7241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898FB1-7CD5-4C24-B37A-765809563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7241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AD59EC-6452-46C5-845C-77AACFDF9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7241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AE176A-D9D2-45AD-BBC1-D079E346B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27241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F8F40D-C6F7-4E90-ABBB-611151576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7241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C9D33B-EB39-476C-A470-5BE8DA943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714750"/>
            <a:ext cx="26479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Look • Think • Talk • Try</a:t>
            </a:r>
          </a:p>
        </p:txBody>
      </p:sp>
    </p:spTree>
    <p:extLst>
      <p:ext uri="{BB962C8B-B14F-4D97-AF65-F5344CB8AC3E}">
        <p14:creationId xmlns:p14="http://schemas.microsoft.com/office/powerpoint/2010/main" val="9744255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477E42-AAF9-4CB7-B02F-C39105EE1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EAAA37-B7B9-4593-B5DB-5F93505CD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YEAR 1 MATHS  •  AUTUMN WEEK 1  •  DAY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A7D7C5-EE07-40E1-BD6E-699757CC7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Notice and wonder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B5D4CA-D9A7-4F2A-8494-B45C51512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61950"/>
            <a:ext cx="90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2 / 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26BFAE-5A46-4C8F-AFFD-B7BF137B9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0360D1-A838-4C03-BC81-9367F7955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261ECD-7258-400E-A9E7-C83CC2A3F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Which numeral belongs with this hidden set?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0FDE03-5082-4A04-99FD-FA4B3EB3C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571750"/>
            <a:ext cx="9144000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22D1C3-741C-4484-854A-0287B60EB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3909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ED4B2E-ABF2-4022-B39B-3CFB6F4C5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3909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E44D68-80B7-4772-AEC3-199B3406F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3909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8F4E92-1D36-4FE8-85FD-276008375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3909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491735-6A50-4E44-B625-F834DB6E9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3909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6E964F-BD9B-4722-8DDF-C26985433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334000"/>
            <a:ext cx="40005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632D16-26C4-49D5-A4AE-525EC5755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5372100"/>
            <a:ext cx="3771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30 seconds: silent thinking</a:t>
            </a:r>
          </a:p>
        </p:txBody>
      </p:sp>
    </p:spTree>
    <p:extLst>
      <p:ext uri="{BB962C8B-B14F-4D97-AF65-F5344CB8AC3E}">
        <p14:creationId xmlns:p14="http://schemas.microsoft.com/office/powerpoint/2010/main" val="35613169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579597-375E-402A-B3DF-63DB1A9E8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0748C5-C600-4E44-91A9-559B1F090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YEAR 1 MATHS  •  AUTUMN WEEK 1  •  DAY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5F3511-D4AF-4BE9-8E38-268035DEC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Teacher model: think aloud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E1F623-8B07-4E6B-9BBC-A9485D3B8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61950"/>
            <a:ext cx="90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3 / 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01B1C9-725E-469F-98BC-5A75B9C71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14055C-816B-4C2E-84A9-8FC05BB12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7028EC-F1CC-47E7-AE07-B5E02F6DD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972800" cy="4286250"/>
          </a:xfrm>
          <a:prstGeom xmlns:a="http://schemas.openxmlformats.org/drawingml/2006/main" prst="roundRect">
            <a:avLst>
              <a:gd name="adj" fmla="val 1778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F44E84-29A2-4187-A489-B342C1539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1231C7-6EBB-4772-AD94-047440DF4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09750"/>
            <a:ext cx="514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31D507-321E-4518-B69B-8B9FB07BB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71450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334155"/>
                </a:solidFill>
                <a:latin typeface="Arial"/>
                <a:ea typeface="Arial"/>
                <a:cs typeface="Arial"/>
              </a:rPr>
              <a:t>Read the numeral.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894A54-C62C-439C-90A1-CA96F6C71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747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2AD0C9-79CC-4342-9526-86C2B0901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05100"/>
            <a:ext cx="514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E9E212-F018-42CE-8B9E-68CE5824C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6098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Count the objects in the set once.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4FFC26-B9B5-4226-984C-4F31B55A1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5282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D0C17F-E78F-49E6-A0BF-E76E34E38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00450"/>
            <a:ext cx="514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08520A-65E3-404B-867B-FC16D4F5A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50520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Compare the number said with the numeral.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B4F177-F482-4657-A54C-5EC490C33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4817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E410796-F95F-4708-BB20-547ECE1B3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95800"/>
            <a:ext cx="514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64EA97F-7723-4451-BDF8-FFE48E051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4005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Place them together only when both show the same quantity.</a:t>
            </a:r>
          </a:p>
        </p:txBody>
      </p:sp>
    </p:spTree>
    <p:extLst>
      <p:ext uri="{BB962C8B-B14F-4D97-AF65-F5344CB8AC3E}">
        <p14:creationId xmlns:p14="http://schemas.microsoft.com/office/powerpoint/2010/main" val="101063330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459AB0-C1F5-4767-8948-67B98BD1A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BE6C56-A406-452F-B0AD-FA59DA2D7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YEAR 1 MATHS  •  AUTUMN WEEK 1  •  DAY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9A7F29-B5E2-401B-8C00-2DB58B2D1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Your turn: try it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6F0CB8-790D-4AA1-8109-3222A1853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61950"/>
            <a:ext cx="90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4 / 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BA470F-3755-4BAF-BCB2-83E9DC747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529128-9BC1-4304-88A4-0D1BFC97B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38937B-86AE-4E44-8DA9-A895C2527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524000"/>
            <a:ext cx="9906000" cy="304800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3B8F6B-75A5-42F3-A9B9-CC09BD002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1952625"/>
            <a:ext cx="9048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Match numeral 4 to the correct card: three stars, four dots or five squares.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EEB702-4A0E-4B7E-9E1D-B45B58383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857750"/>
            <a:ext cx="47625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EDD5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0469AE-9D2F-462C-92E6-C7C9DFFA3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4895850"/>
            <a:ext cx="4533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9A3412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9A3412"/>
                </a:solidFill>
                <a:latin typeface="Arial"/>
                <a:ea typeface="Arial"/>
                <a:cs typeface="Arial"/>
              </a:rPr>
              <a:t>Use objects or draw your thinking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D554A4-5CF8-4C5A-8290-DBB6F0297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524500"/>
            <a:ext cx="876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Do not call out — show your teacher when you are ready.</a:t>
            </a:r>
          </a:p>
        </p:txBody>
      </p:sp>
    </p:spTree>
    <p:extLst>
      <p:ext uri="{BB962C8B-B14F-4D97-AF65-F5344CB8AC3E}">
        <p14:creationId xmlns:p14="http://schemas.microsoft.com/office/powerpoint/2010/main" val="188731998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B66CBF-1D13-470A-A797-A489FE91C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D49873-B0DD-47AC-97BE-E4A76E3F1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YEAR 1 MATHS  •  AUTUMN WEEK 1  •  DAY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4C4C21-8236-445B-8343-1587CA06B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Check and explain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C9B3ED-C7E8-44F8-9246-880D163A3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61950"/>
            <a:ext cx="90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5 / 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1FFEAF-DA69-4BF2-B5A4-07517C1BC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1EFB85-8092-441D-B72C-F2F67BC6F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C099CE-285B-4E46-9285-D1B4A8BEA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9050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9D447C-ED18-43E2-B5E6-D2335883B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66850"/>
            <a:ext cx="1676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4785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47857"/>
                </a:solidFill>
                <a:latin typeface="Arial"/>
                <a:ea typeface="Arial"/>
                <a:cs typeface="Arial"/>
              </a:rPr>
              <a:t>Answer reveal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890EB3-5354-4D76-8AC5-BB34CC2E0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1097280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3B2791-403F-41D8-B447-33EC9C55C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81250"/>
            <a:ext cx="102870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Four dots match numeral 4.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5F10C8-9B39-432F-9AEE-8AD3B15CB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857750"/>
            <a:ext cx="1009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34155"/>
                </a:solidFill>
                <a:latin typeface="Arial"/>
                <a:ea typeface="Arial"/>
                <a:cs typeface="Arial"/>
              </a:rPr>
              <a:t>How do you know?  •  What did you check?  •  Is there another way?</a:t>
            </a:r>
          </a:p>
        </p:txBody>
      </p:sp>
    </p:spTree>
    <p:extLst>
      <p:ext uri="{BB962C8B-B14F-4D97-AF65-F5344CB8AC3E}">
        <p14:creationId xmlns:p14="http://schemas.microsoft.com/office/powerpoint/2010/main" val="149829047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7BE7E1-9694-4304-B5D2-C89512B22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2DC1E2-A2E5-4AB6-818E-C315F941B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YEAR 1 MATHS  •  AUTUMN WEEK 1  •  DAY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B99B31-9845-4A7B-8B9E-9990E4E1F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Talk partner challenge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6335A1-ACB6-4938-A6AA-E2B79ABF8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61950"/>
            <a:ext cx="90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6 / 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1305D4-2EE0-4308-AFD9-FFC8DBD7C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9918E3-A762-4A2C-8EEB-836E52C08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2083B5-57D4-4DB2-B13E-0E193568C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5257800" cy="4381500"/>
          </a:xfrm>
          <a:prstGeom xmlns:a="http://schemas.openxmlformats.org/drawingml/2006/main" prst="roundRect">
            <a:avLst>
              <a:gd name="adj" fmla="val 1739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E86F00-5925-41DD-AB2D-3BF155A1C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428750"/>
            <a:ext cx="5486400" cy="4381500"/>
          </a:xfrm>
          <a:prstGeom xmlns:a="http://schemas.openxmlformats.org/drawingml/2006/main" prst="roundRect">
            <a:avLst>
              <a:gd name="adj" fmla="val 1739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4F94B6-3D00-43A5-A4E1-D4BD6C6D3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95450"/>
            <a:ext cx="20002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0CEFFD-AC91-40AD-B6B1-375B5C630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733550"/>
            <a:ext cx="1771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Partner 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C8087E-988D-46CC-964A-58AE9BDD5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343150"/>
            <a:ext cx="468630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Why can four dots in a line and four dots in a square both match 4?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609056-EF5F-4132-9AC6-F521F7AB2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695450"/>
            <a:ext cx="20002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EDD5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F6F81B-C052-4001-9EE2-6D27ADDB6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33550"/>
            <a:ext cx="1771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9A3412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9A3412"/>
                </a:solidFill>
                <a:latin typeface="Arial"/>
                <a:ea typeface="Arial"/>
                <a:cs typeface="Arial"/>
              </a:rPr>
              <a:t>Partner B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4CE236-36F6-49B1-A919-31D6BB2DB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343150"/>
            <a:ext cx="491490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Listen carefully. Then explain your partner's idea back to them.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2E000D-5C80-490C-8870-5642C4D9F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905500"/>
            <a:ext cx="609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Sentence stem: I think… because…</a:t>
            </a:r>
          </a:p>
        </p:txBody>
      </p:sp>
    </p:spTree>
    <p:extLst>
      <p:ext uri="{BB962C8B-B14F-4D97-AF65-F5344CB8AC3E}">
        <p14:creationId xmlns:p14="http://schemas.microsoft.com/office/powerpoint/2010/main" val="51539671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88583E5-6F2C-435F-BE08-1D079660E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35897D-A528-4F39-B889-B7C1CDB71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YEAR 1 MATHS  •  AUTUMN WEEK 1  •  DAY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72C20D-3CEE-4720-99BD-CB05FFB8C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Choose the right practice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BDF503-AF03-4079-A657-F33AB4034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61950"/>
            <a:ext cx="90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7 / 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8CE841-DFFB-45BD-A2D8-1F85089DD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AF2B16-DE8F-4623-BEDE-C013F65B2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7D47C1-B20C-45B6-8830-B95E03D94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3352800" cy="3714750"/>
          </a:xfrm>
          <a:prstGeom xmlns:a="http://schemas.openxmlformats.org/drawingml/2006/main" prst="roundRect">
            <a:avLst>
              <a:gd name="adj" fmla="val 2273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99751E-2DE2-4AA2-998D-52A5348A5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857375"/>
            <a:ext cx="27813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9FA6D8-AA18-44B4-9CE3-E20C86F29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24125"/>
            <a:ext cx="28956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Lower support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5AFE86-872D-4022-81F6-7F953404B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38500"/>
            <a:ext cx="27051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Use objects and adult prompts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82F49E-CAA6-4A7E-85EC-C86908586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524000"/>
            <a:ext cx="3352800" cy="3714750"/>
          </a:xfrm>
          <a:prstGeom xmlns:a="http://schemas.openxmlformats.org/drawingml/2006/main" prst="roundRect">
            <a:avLst>
              <a:gd name="adj" fmla="val 2273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948581-BFD1-42EC-94A7-98280CF7C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857375"/>
            <a:ext cx="27813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● 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9F7877-F9C5-42E5-9674-6CA18E437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524125"/>
            <a:ext cx="28956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Expected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AA0492-D273-48D2-8B05-2B095159A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238500"/>
            <a:ext cx="27051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Work independently, then explain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AC16BE-9E0A-489B-B75C-065649419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524000"/>
            <a:ext cx="3352800" cy="3714750"/>
          </a:xfrm>
          <a:prstGeom xmlns:a="http://schemas.openxmlformats.org/drawingml/2006/main" prst="roundRect">
            <a:avLst>
              <a:gd name="adj" fmla="val 2273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93ABD7-F183-4D25-A7EB-9213281AB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857375"/>
            <a:ext cx="27813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047857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47857"/>
                </a:solidFill>
                <a:latin typeface="Arial"/>
                <a:ea typeface="Arial"/>
                <a:cs typeface="Arial"/>
              </a:rPr>
              <a:t>● ● ●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50AE105-A743-4E59-BDD5-AFB341800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524125"/>
            <a:ext cx="28956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Higher challenge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A80C6F5-EF8E-4B8B-B996-B33CC9DEB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238500"/>
            <a:ext cx="27051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Prove, compare or generalise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CE2E29B-2CB3-4461-B9DA-262F060CE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572125"/>
            <a:ext cx="895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Your teacher may move you to a different sheet today — that is good learning.</a:t>
            </a:r>
          </a:p>
        </p:txBody>
      </p:sp>
    </p:spTree>
    <p:extLst>
      <p:ext uri="{BB962C8B-B14F-4D97-AF65-F5344CB8AC3E}">
        <p14:creationId xmlns:p14="http://schemas.microsoft.com/office/powerpoint/2010/main" val="75623803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06E970D-621D-4C12-8251-704DD1AF0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3B140C-FF19-490B-8E99-8BABB4FFD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YEAR 1 MATHS  •  AUTUMN WEEK 1  •  DAY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B6FF21-076E-4E87-9E83-9311E5D68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173A3E-5097-4AA1-832E-5CD62069D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61950"/>
            <a:ext cx="90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8 / 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5FE98A-CE81-43D2-97B5-13C795B6B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85FEE7-C859-4CC1-A221-645794225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9A580F-4500-4075-B811-5A2C7F349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24000"/>
            <a:ext cx="1066800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092547-53F2-405E-81D2-C3C408421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76212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85641E-10E0-4F4C-BB15-0FB77BA08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819275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B6099B-CDC8-4617-B7B0-8F59CAFF6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1666875"/>
            <a:ext cx="9239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What is a numeral?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C7CA40-DF5C-4D25-A407-AAD2F2D69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57500"/>
            <a:ext cx="1066800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A42BB2-6781-4D55-B104-37E4A34F7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9562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9E89E6-1B34-4305-994B-E42AFCA6B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152775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F6A156-1470-456C-972F-B815C6670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3000375"/>
            <a:ext cx="9239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What is a quantity?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FE089D-ED21-42D2-8B4E-9BB12D103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91000"/>
            <a:ext cx="1066800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D5D2B7-34C2-416B-A0CE-06FBF6268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2912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59748C3-4387-4BD1-8C6B-D21BF8351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86275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886E128-8137-4CEB-9BAD-A2F68AFC3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4333875"/>
            <a:ext cx="9239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How do you prove a match?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0380311-E4C0-48D8-AC7E-9C1EF379E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619750"/>
            <a:ext cx="895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Show: thumbs up / sideways / down — How confident do you feel?</a:t>
            </a:r>
          </a:p>
        </p:txBody>
      </p:sp>
    </p:spTree>
    <p:extLst>
      <p:ext uri="{BB962C8B-B14F-4D97-AF65-F5344CB8AC3E}">
        <p14:creationId xmlns:p14="http://schemas.microsoft.com/office/powerpoint/2010/main" val="170187076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2026-09-07T13:12:22.6080000Z</dcterms:created>
  <dcterms:modified xsi:type="dcterms:W3CDTF">2026-09-07T13:12:22.6080000Z</dcterms:modified>
</coreProperties>
</file>