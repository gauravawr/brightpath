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3070f4c05342ec" /><Relationship Type="http://schemas.openxmlformats.org/officeDocument/2006/relationships/extended-properties" Target="/docProps/app.xml" Id="Rb5279ca755ad424b" /><Relationship Type="http://schemas.openxmlformats.org/officeDocument/2006/relationships/officeDocument" Target="/ppt/presentation.xml" Id="Rc966a55c80f041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45b01ce268416e"/>
  </p:sldMasterIdLst>
  <p:notesMasterIdLst>
    <p:notesMasterId xmlns:r="http://schemas.openxmlformats.org/officeDocument/2006/relationships" r:id="R6a014d746d1e476a"/>
  </p:notesMasterIdLst>
  <p:sldIdLst>
    <p:sldId xmlns:r="http://schemas.openxmlformats.org/officeDocument/2006/relationships" id="256" r:id="R0587d408745c4225"/>
    <p:sldId xmlns:r="http://schemas.openxmlformats.org/officeDocument/2006/relationships" id="257" r:id="R9fac23bfe5b64ee8"/>
    <p:sldId xmlns:r="http://schemas.openxmlformats.org/officeDocument/2006/relationships" id="258" r:id="Rab3754e64b5c40a3"/>
    <p:sldId xmlns:r="http://schemas.openxmlformats.org/officeDocument/2006/relationships" id="259" r:id="Rbaa3d00262044fea"/>
    <p:sldId xmlns:r="http://schemas.openxmlformats.org/officeDocument/2006/relationships" id="260" r:id="R94a051b2c18647e5"/>
    <p:sldId xmlns:r="http://schemas.openxmlformats.org/officeDocument/2006/relationships" id="261" r:id="Rabfaa4f182f24b93"/>
    <p:sldId xmlns:r="http://schemas.openxmlformats.org/officeDocument/2006/relationships" id="262" r:id="Rb8bf21d061e64c8c"/>
    <p:sldId xmlns:r="http://schemas.openxmlformats.org/officeDocument/2006/relationships" id="263" r:id="R5be28191952349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22cc0add674fb8" /><Relationship Type="http://schemas.openxmlformats.org/officeDocument/2006/relationships/slideMaster" Target="/ppt/slideMasters/slideMaster1.xml" Id="R0345b01ce268416e" /><Relationship Type="http://schemas.openxmlformats.org/officeDocument/2006/relationships/notesMaster" Target="/ppt/notesMasters/notesMaster1.xml" Id="R6a014d746d1e476a" /><Relationship Type="http://schemas.openxmlformats.org/officeDocument/2006/relationships/presProps" Target="/ppt/presProps.xml" Id="Rea70665a6056497a" /><Relationship Type="http://schemas.openxmlformats.org/officeDocument/2006/relationships/tableStyles" Target="/ppt/tableStyles.xml" Id="Rc1c14c4cab064f6d" /><Relationship Type="http://schemas.openxmlformats.org/officeDocument/2006/relationships/slide" Target="/ppt/slides/slide1.xml" Id="R0587d408745c4225" /><Relationship Type="http://schemas.openxmlformats.org/officeDocument/2006/relationships/slide" Target="/ppt/slides/slide2.xml" Id="R9fac23bfe5b64ee8" /><Relationship Type="http://schemas.openxmlformats.org/officeDocument/2006/relationships/slide" Target="/ppt/slides/slide3.xml" Id="Rab3754e64b5c40a3" /><Relationship Type="http://schemas.openxmlformats.org/officeDocument/2006/relationships/slide" Target="/ppt/slides/slide4.xml" Id="Rbaa3d00262044fea" /><Relationship Type="http://schemas.openxmlformats.org/officeDocument/2006/relationships/slide" Target="/ppt/slides/slide5.xml" Id="R94a051b2c18647e5" /><Relationship Type="http://schemas.openxmlformats.org/officeDocument/2006/relationships/slide" Target="/ppt/slides/slide6.xml" Id="Rabfaa4f182f24b93" /><Relationship Type="http://schemas.openxmlformats.org/officeDocument/2006/relationships/slide" Target="/ppt/slides/slide7.xml" Id="Rb8bf21d061e64c8c" /><Relationship Type="http://schemas.openxmlformats.org/officeDocument/2006/relationships/slide" Target="/ppt/slides/slide8.xml" Id="R5be28191952349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301a8a0c204f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a39db666014a9c" /><Relationship Type="http://schemas.openxmlformats.org/officeDocument/2006/relationships/notesMaster" Target="/ppt/notesMasters/notesMaster1.xml" Id="R4d48a51cb64246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9ef864cb6a4e70" /><Relationship Type="http://schemas.openxmlformats.org/officeDocument/2006/relationships/notesMaster" Target="/ppt/notesMasters/notesMaster1.xml" Id="R2e8cf872660e4b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30e791940949a6" /><Relationship Type="http://schemas.openxmlformats.org/officeDocument/2006/relationships/notesMaster" Target="/ppt/notesMasters/notesMaster1.xml" Id="Rb037c7b45a164b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f5fd1e078946c4" /><Relationship Type="http://schemas.openxmlformats.org/officeDocument/2006/relationships/notesMaster" Target="/ppt/notesMasters/notesMaster1.xml" Id="Rc76db9215df547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39b115a4264311" /><Relationship Type="http://schemas.openxmlformats.org/officeDocument/2006/relationships/notesMaster" Target="/ppt/notesMasters/notesMaster1.xml" Id="Ra26d5db95bda43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c4ec42d3db4dd9" /><Relationship Type="http://schemas.openxmlformats.org/officeDocument/2006/relationships/notesMaster" Target="/ppt/notesMasters/notesMaster1.xml" Id="Rf2f8fdb2c4354e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581a82c68245d2" /><Relationship Type="http://schemas.openxmlformats.org/officeDocument/2006/relationships/notesMaster" Target="/ppt/notesMasters/notesMaster1.xml" Id="R5ec73cd203ce45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7d395c5a454d2d" /><Relationship Type="http://schemas.openxmlformats.org/officeDocument/2006/relationships/notesMaster" Target="/ppt/notesMasters/notesMaster1.xml" Id="Raa8f24bb5b794a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Flash dot patterns from 0 to 5. Children show the number on their fingers.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Flash dot patterns from 0 to 5. Children show the number on their fingers.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thinks a larger drawing represents a larger number. Recount each item and compare the totals.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Each representation must contain or show four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No. Both represent 4 because each set has four circles.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Children match and create representations on the chosen worksheet. Higher group finds unusual but accurate ways to show each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Show a number in a form we can see. | Use an empty set or frame. | The number of items..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830368c2445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280af855984ac6" /><Relationship Type="http://schemas.openxmlformats.org/officeDocument/2006/relationships/slideLayout" Target="/ppt/slideLayouts/slideLayout1.xml" Id="R6eb5096bd2214d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b5096bd2214d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a6fd19c98417d" /><Relationship Type="http://schemas.openxmlformats.org/officeDocument/2006/relationships/notesSlide" Target="/ppt/notesSlides/notesSlide1.xml" Id="R95a965e10a634a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382e066fd4821" /><Relationship Type="http://schemas.openxmlformats.org/officeDocument/2006/relationships/notesSlide" Target="/ppt/notesSlides/notesSlide2.xml" Id="Rd52e82e6b6d544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2a67df7d3423f" /><Relationship Type="http://schemas.openxmlformats.org/officeDocument/2006/relationships/notesSlide" Target="/ppt/notesSlides/notesSlide3.xml" Id="R2be9814899c74b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a8a1c70904d33" /><Relationship Type="http://schemas.openxmlformats.org/officeDocument/2006/relationships/notesSlide" Target="/ppt/notesSlides/notesSlide4.xml" Id="R00600081794c4f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945b14639413d" /><Relationship Type="http://schemas.openxmlformats.org/officeDocument/2006/relationships/notesSlide" Target="/ppt/notesSlides/notesSlide5.xml" Id="R82aa84ace2b448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40ba787d74542" /><Relationship Type="http://schemas.openxmlformats.org/officeDocument/2006/relationships/notesSlide" Target="/ppt/notesSlides/notesSlide6.xml" Id="R1fd81a26d26549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622e62d3c43ad" /><Relationship Type="http://schemas.openxmlformats.org/officeDocument/2006/relationships/notesSlide" Target="/ppt/notesSlides/notesSlide7.xml" Id="R3981a0d4591d44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d323d2a824eac" /><Relationship Type="http://schemas.openxmlformats.org/officeDocument/2006/relationships/notesSlide" Target="/ppt/notesSlides/notesSlide8.xml" Id="R9edde7200fbe48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9E13-DBDF-44CE-8441-086DA689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89908-60B1-433A-A96F-0BE58432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87CC3-06CA-491B-9F4C-224E1476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Represent numbers 0 to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C0ECB-E490-44E6-89AA-72D75662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E8DE7-0A61-4C4E-AF45-CF3D58E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BD03B-924D-488F-B4E4-7AD19CE1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108F55-3D9C-44A3-AB72-CA2BEDA0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D28D0-DDF3-4491-9F26-C4B6ECCB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E21FA-9331-4B8B-9C53-52A49BD2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Show numbers from 0 to 5 using objects, pictures and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2ED60-F489-4FA2-AAD1-D4077763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65B44-6AB4-43DE-BDFD-0AFDB11F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65066-1024-4C9E-B102-168F8832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CE26D-CC1E-4DA5-B94F-080461AD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0355F-1B74-4A45-BD42-A6F3E742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A8A37-F42D-4A19-A685-379386CB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B681A-7750-4B8C-B093-9FEC21AF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18562553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30D63-8ECC-4B55-89F1-A3556448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16E7D-3C0B-484E-98D1-0D273079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83C36-6034-47DF-BBA8-FE3BB95B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F64B7-947D-454C-88E0-9AF7FFB6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4B36E-6EF8-4D26-AAA7-6D952A0E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24B13-E8FF-4956-9DD4-34E9633C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7C7DE-0D44-41B2-BE1F-D801A012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many ways can we show the number 3?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EA4CB-E940-40CA-B17E-750DC64C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A0C42-AEE8-4302-BB95-74F53471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4AE25-2C35-4D6F-978E-87E573F3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9AA2C-E580-4EBA-B186-12D5F984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C2B35C-0CD4-4DA0-9FA8-DB6B941A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98DCBF-43F7-4E33-A24F-23778889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41065-6484-4925-AFF9-90B7F383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E135E-5625-4323-8D2A-A9AE93AD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5927936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BF17C8-2424-43AE-B803-1FD52D7C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E7FA6-A438-43FB-A80A-E0953FF5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9675C-AE9B-437F-BFA7-B7B9BDA7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44DA7-D6D7-46F3-B57B-5A8A77CF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9054C-D67C-4D79-A4C7-23DABC92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CBAB7-85A7-442C-B865-12D79A3D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F5FBC-3748-423A-906E-68066C15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437B9-FB92-45EB-B535-71FDF511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9E52C-FB4D-401C-B844-7F2E3C06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D66C5-7939-4216-9996-3B3D2A4C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Choose a numeral card.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6DEE25-25FF-4C66-83F2-76C8B0C3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F969D-048E-43BD-9B88-D2787D7D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0CFC3-A8ED-49A4-8CCB-8A45A6E4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Make that number with counters.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17F9B-5C42-4423-851B-4D1AA408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48A60-1111-446E-9C8E-CE2B0053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A7F2E-5559-4803-8AA5-7C6F3053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Draw the same number of marks.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C1DED-3288-412A-AAF4-32EB9ED9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C8A24E-F6B2-4A81-BD11-01AA8469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38E797-14C7-466C-ACA0-E08B03AF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both representations to prove they show the same amount.</a:t>
            </a:r>
          </a:p>
        </p:txBody>
      </p:sp>
    </p:spTree>
    <p:extLst>
      <p:ext uri="{BB962C8B-B14F-4D97-AF65-F5344CB8AC3E}">
        <p14:creationId xmlns:p14="http://schemas.microsoft.com/office/powerpoint/2010/main" val="17515630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9C5762-68CB-454D-B8D5-0A630D85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97C3E-AC57-47F7-925E-9EF58929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A1BDC-35AE-4456-ADAE-3663DB85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F315B-C0D8-4590-B638-B726891D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924EB-C8EE-4732-8F30-5330EBB6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D03BB-D669-4AA1-9115-9B446076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E513B-4C76-45A1-AA3B-BFC5F095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93D02-C95F-42F2-B78B-1BA2165A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Show 4 with counters, fingers and drawn marks.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FA554-9716-49BE-BFEB-3488BDEC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50F23-4C06-4F54-9C9A-551E26D5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42BA2-5094-4729-9237-E8E50835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10896015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B7184-EB4B-4B25-A2E1-E283F545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4DA1E-4D0B-4B5B-BB61-94F329C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76722-D6E6-44C0-B3DE-D1322B66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834A43-592D-4CC7-85F1-C29F51B5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69294-959A-45EC-84B9-73699D38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C1170-8B19-4F9B-A4C5-59484F8D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3B36C-A2F8-4E5D-8DA5-BDE8545A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3DA315-D484-433F-88C8-4D158319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3F46A-6068-490E-ACD0-97F88609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D3D61-90E3-47B7-9B4F-8CB9101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Each representation must contain or show four items.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01336-4228-4645-8CA8-B32D8F08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20508898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DE6B96-3745-4CB3-9938-F7A43060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6924D-B7F8-4384-A437-50E9493D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1E8F2-7E84-49F6-BF85-819694FF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97A01-C2B2-4CD9-BDE0-AD370C35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6C330-8D2D-4F2A-AD9A-1A04BBF9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E79D5-634F-49D6-98D5-9C7300FE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59F19-0B38-422D-83A6-806E798F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FE32B-2E94-4A1D-80EB-AE12D2C0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5E576-4FA4-4D44-B92F-1D577A76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35582-0C04-4158-BA0B-CB1940BE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94A83-2E8C-43E0-BA33-82C9559E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Do four large circles show more than four small circles?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5F071F-CD39-4ABD-BD1D-E50E9312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79CE0E-BAEB-44A1-89CA-5267A5A3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834A0-5C88-47D1-989B-76D90893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B242B1-43F8-40D9-AB4E-96F469B6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5728699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98ACC-375A-43C9-B601-4BA0B72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2A569-4883-4117-9A31-20EA2591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C4435-CB16-4CDD-A59B-602B2C64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EAFBB-D67B-4B97-BEE0-FBAFB01F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3DB20-AD40-452A-B0CE-9905ACA3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CA6E2-67D1-4DD2-A52E-535A938F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BBEC8-D323-4338-A6FF-7DDDF60F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1C35B-70EE-46CD-926A-57E8C962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AACE6-B9EB-411E-B028-413C8C36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2B46C1-2FBF-436A-8CD2-0836FB1D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29341-AE0B-4E55-AE79-B09198E9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12697-A41F-4FFD-9F16-B8B551E0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570F22-C0F8-435E-96A6-1625F307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0D9BD-BD46-45EB-8660-AAE52071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B0438-4E95-4321-AF98-B720BA0F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318EC0-9CD3-4BD5-AB12-CDAB10AB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80FF63-EA7F-48C2-ABCC-EF48CD8B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FC1064-87D6-42DD-B5FF-D0DAE77E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F1349-F687-4CC5-A52B-7CF5F904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15035461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94728F-D50F-46ED-8F7D-051935AB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3D5F1-DA64-4F10-BEAE-B9BA4A9F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65BB8F-3F0F-4395-9FFC-C4FECFE7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A7D85-EE30-4707-BF9F-C1C87BE6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7D50A-7C35-4C51-AD66-B0A07E64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0E6CFA-E935-476C-9383-6E9450FA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53DDF-98F4-4EF3-BC02-6EE5D201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A8954-588D-4BBE-B84B-4A9E4C36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A473A-0F93-485E-87B3-27A7A99C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83E10-C504-4B52-ACA6-5056DD0F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does represent mean?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8CC9C-0359-49F8-A3EB-AC651A82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E41BE-ED29-42A0-8D38-96BA8B3E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6AE8B-C0FE-4EF6-BE50-6C5C2708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05524-4F4E-4DED-8501-CACC2CEF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can we show zero?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4AFF4E-AA42-4457-9EB8-A63A47AB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C4AFF-67E5-4ABE-A099-6DA357C7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A8957-F3B3-4DE8-B626-CE1714B5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8905C8-5FB9-42F5-8C35-E0FC864D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must stay the same in different representations?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E2289-8C1B-445A-8DDF-6ECE7C2B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6680142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2026-09-07T13:12:17.9420000Z</dcterms:created>
  <dcterms:modified xsi:type="dcterms:W3CDTF">2026-09-07T13:12:17.9420000Z</dcterms:modified>
</coreProperties>
</file>