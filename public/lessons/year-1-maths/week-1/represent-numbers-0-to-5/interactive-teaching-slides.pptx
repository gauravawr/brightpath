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 numbers 0 to 5. Represent numbers 0 to 5.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 numbers 0 to 5. I do. Touch and move each object exactly once. The last number tells the total. Zero means the frame stays empty.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 numbers 0 to 5. You do. Pause before clicking. Let pupils try independently, then reveal and discuss every step. Touch and move each object exactly once. The last number tells the total. Zero means the frame stays empty.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 numbers 0 to 5. I do. Touch and move each object exactly once. The last number tells the total. Zero means the frame stays empty.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 numbers 0 to 5. You do. Pause before clicking. Let pupils try independently, then reveal and discuss every step. Touch and move each object exactly once. The last number tells the total. Zero means the frame stays empty.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 numbers 0 to 5.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 numbers 0 to 5.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CD83660F-BD7C-4EA4-BE06-FFEC28C71476}"/>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Represent numbers 0 to 5</a:t>
            </a:r>
          </a:p>
        </p:txBody>
      </p:sp>
      <p:sp>
        <p:nvSpPr>
          <p:cNvPr id="2" name="object-2">
            <a:extLst>
              <a:ext uri="{FF2B5EF4-FFF2-40B4-BE49-F238E27FC236}">
                <a16:creationId xmlns:a16="http://schemas.microsoft.com/office/drawing/2014/main" id="{B106F1CC-D4F7-45AA-8AB7-57235CD3069D}"/>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6F441800-AEE9-4D11-AA9D-69D834F5536F}"/>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8639F2E-89F2-4E7F-8896-3F57BFA46AA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Represent numbers 0 to 5</a:t>
            </a:r>
          </a:p>
        </p:txBody>
      </p:sp>
      <p:sp>
        <p:nvSpPr>
          <p:cNvPr id="5" name="object-5">
            <a:extLst>
              <a:ext uri="{FF2B5EF4-FFF2-40B4-BE49-F238E27FC236}">
                <a16:creationId xmlns:a16="http://schemas.microsoft.com/office/drawing/2014/main" id="{72BCF4FC-DF0A-44A5-8134-2CCD3522692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2D501A25-66B5-4BAF-959E-56B3A8230301}"/>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Show numbers from 0 to 5 using objects, pictures and marks.</a:t>
            </a:r>
          </a:p>
        </p:txBody>
      </p:sp>
    </p:spTree>
    <p:extLst>
      <p:ext uri="{BB962C8B-B14F-4D97-AF65-F5344CB8AC3E}">
        <p14:creationId xmlns:p14="http://schemas.microsoft.com/office/powerpoint/2010/main" val="291675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object-1">
            <a:extLst>
              <a:ext uri="{FF2B5EF4-FFF2-40B4-BE49-F238E27FC236}">
                <a16:creationId xmlns:a16="http://schemas.microsoft.com/office/drawing/2014/main" id="{1C7A5DA2-F1EB-44A1-B77A-2D2A7A9C9114}"/>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659C94DE-93BB-4E36-BD8C-FF43AF36139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objects are there? Show the amount in the frame.</a:t>
            </a:r>
          </a:p>
        </p:txBody>
      </p:sp>
      <p:sp>
        <p:nvSpPr>
          <p:cNvPr id="3" name="object-3">
            <a:extLst>
              <a:ext uri="{FF2B5EF4-FFF2-40B4-BE49-F238E27FC236}">
                <a16:creationId xmlns:a16="http://schemas.microsoft.com/office/drawing/2014/main" id="{AA92120B-ED96-487A-B45F-1C834D9412D3}"/>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CF0D0C57-E217-402C-A6B7-D590C5CDB09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Represent numbers 0 to 5</a:t>
            </a:r>
          </a:p>
        </p:txBody>
      </p:sp>
      <p:sp>
        <p:nvSpPr>
          <p:cNvPr id="5" name="object-5">
            <a:extLst>
              <a:ext uri="{FF2B5EF4-FFF2-40B4-BE49-F238E27FC236}">
                <a16:creationId xmlns:a16="http://schemas.microsoft.com/office/drawing/2014/main" id="{99A40E55-96C4-4C0A-A725-FE32AD287B9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628E2E74-57EA-4D9C-8196-F47749946921}"/>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7" name="object-7">
            <a:extLst>
              <a:ext uri="{FF2B5EF4-FFF2-40B4-BE49-F238E27FC236}">
                <a16:creationId xmlns:a16="http://schemas.microsoft.com/office/drawing/2014/main" id="{7CA6216B-2A27-4BA9-803B-61BD4816D14A}"/>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7287A481-2A64-410E-A6C3-0D186EBA51C0}"/>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D5946C47-0A66-4829-8EF5-1C7300C190BD}"/>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00B651DF-C037-4E29-9D8C-9CE307D926D6}"/>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66CA6A4B-5011-4952-9534-77F5990C2616}"/>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1DFA9434-4772-4CE2-ACEB-21AE3869990D}"/>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9B1E0570-A2BB-42A8-B14C-FE3B9D28898F}"/>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15A87BE4-555D-45C7-8A68-DADBCA53FECA}"/>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03E481B0-C14C-464D-951E-DE8C5DD261CF}"/>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BCADE1EF-7ACD-4FD4-AA46-205A9F2C9AFA}"/>
              </a:ext>
            </a:extLst>
          </p:cNvPr>
          <p:cNvSpPr>
            <a:spLocks noGrp="1"/>
          </p:cNvSpPr>
          <p:nvPr/>
        </p:nvSpPr>
        <p:spPr>
          <a:xfrm>
            <a:off x="1131094" y="2917031"/>
            <a:ext cx="571500" cy="571500"/>
          </a:xfrm>
          <a:prstGeom prst="ellipse">
            <a:avLst/>
          </a:prstGeom>
          <a:solidFill>
            <a:srgbClr val="1D4ED8"/>
          </a:solidFill>
          <a:ln w="11906">
            <a:solidFill>
              <a:srgbClr val="172B4D"/>
            </a:solidFill>
          </a:ln>
        </p:spPr>
      </p:sp>
      <p:sp>
        <p:nvSpPr>
          <p:cNvPr id="17" name="object-17">
            <a:extLst>
              <a:ext uri="{FF2B5EF4-FFF2-40B4-BE49-F238E27FC236}">
                <a16:creationId xmlns:a16="http://schemas.microsoft.com/office/drawing/2014/main" id="{565671FA-CA71-4D3A-8C60-7F3999B82316}"/>
              </a:ext>
            </a:extLst>
          </p:cNvPr>
          <p:cNvSpPr>
            <a:spLocks noGrp="1"/>
          </p:cNvSpPr>
          <p:nvPr/>
        </p:nvSpPr>
        <p:spPr>
          <a:xfrm>
            <a:off x="952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1</a:t>
            </a:r>
          </a:p>
        </p:txBody>
      </p:sp>
      <p:sp>
        <p:nvSpPr>
          <p:cNvPr id="18" name="object-18">
            <a:extLst>
              <a:ext uri="{FF2B5EF4-FFF2-40B4-BE49-F238E27FC236}">
                <a16:creationId xmlns:a16="http://schemas.microsoft.com/office/drawing/2014/main" id="{2184FCB5-1395-4CF1-AF66-14BFF69B9E2C}"/>
              </a:ext>
            </a:extLst>
          </p:cNvPr>
          <p:cNvSpPr>
            <a:spLocks noGrp="1"/>
          </p:cNvSpPr>
          <p:nvPr/>
        </p:nvSpPr>
        <p:spPr>
          <a:xfrm>
            <a:off x="2440781" y="3333750"/>
            <a:ext cx="571500" cy="571500"/>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448D4203-6168-46E3-8166-2B35B5E2BAB7}"/>
              </a:ext>
            </a:extLst>
          </p:cNvPr>
          <p:cNvSpPr>
            <a:spLocks noGrp="1"/>
          </p:cNvSpPr>
          <p:nvPr/>
        </p:nvSpPr>
        <p:spPr>
          <a:xfrm>
            <a:off x="2286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2</a:t>
            </a:r>
          </a:p>
        </p:txBody>
      </p:sp>
      <p:sp>
        <p:nvSpPr>
          <p:cNvPr id="20" name="object-20">
            <a:extLst>
              <a:ext uri="{FF2B5EF4-FFF2-40B4-BE49-F238E27FC236}">
                <a16:creationId xmlns:a16="http://schemas.microsoft.com/office/drawing/2014/main" id="{B79900A5-2DB2-425D-895D-6FB745CCA202}"/>
              </a:ext>
            </a:extLst>
          </p:cNvPr>
          <p:cNvSpPr>
            <a:spLocks noGrp="1"/>
          </p:cNvSpPr>
          <p:nvPr/>
        </p:nvSpPr>
        <p:spPr>
          <a:xfrm>
            <a:off x="3750469" y="2917031"/>
            <a:ext cx="571500" cy="571500"/>
          </a:xfrm>
          <a:prstGeom prst="ellipse">
            <a:avLst/>
          </a:prstGeom>
          <a:solidFill>
            <a:srgbClr val="1D4ED8"/>
          </a:solidFill>
          <a:ln w="11906">
            <a:solidFill>
              <a:srgbClr val="172B4D"/>
            </a:solidFill>
          </a:ln>
        </p:spPr>
      </p:sp>
      <p:sp>
        <p:nvSpPr>
          <p:cNvPr id="21" name="object-21">
            <a:extLst>
              <a:ext uri="{FF2B5EF4-FFF2-40B4-BE49-F238E27FC236}">
                <a16:creationId xmlns:a16="http://schemas.microsoft.com/office/drawing/2014/main" id="{C30DB88C-36AE-43BE-A32F-B626D60C552C}"/>
              </a:ext>
            </a:extLst>
          </p:cNvPr>
          <p:cNvSpPr>
            <a:spLocks noGrp="1"/>
          </p:cNvSpPr>
          <p:nvPr/>
        </p:nvSpPr>
        <p:spPr>
          <a:xfrm>
            <a:off x="3619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3</a:t>
            </a:r>
          </a:p>
        </p:txBody>
      </p:sp>
      <p:sp>
        <p:nvSpPr>
          <p:cNvPr id="22" name="object-22">
            <a:extLst>
              <a:ext uri="{FF2B5EF4-FFF2-40B4-BE49-F238E27FC236}">
                <a16:creationId xmlns:a16="http://schemas.microsoft.com/office/drawing/2014/main" id="{2FEDBF1B-74FB-436D-8657-98C3A2E25945}"/>
              </a:ext>
            </a:extLst>
          </p:cNvPr>
          <p:cNvSpPr>
            <a:spLocks noGrp="1"/>
          </p:cNvSpPr>
          <p:nvPr/>
        </p:nvSpPr>
        <p:spPr>
          <a:xfrm>
            <a:off x="5060156" y="3333750"/>
            <a:ext cx="571500" cy="571500"/>
          </a:xfrm>
          <a:prstGeom prst="ellipse">
            <a:avLst/>
          </a:prstGeom>
          <a:solidFill>
            <a:srgbClr val="1D4ED8"/>
          </a:solidFill>
          <a:ln w="11906">
            <a:solidFill>
              <a:srgbClr val="172B4D"/>
            </a:solidFill>
          </a:ln>
        </p:spPr>
      </p:sp>
      <p:sp>
        <p:nvSpPr>
          <p:cNvPr id="23" name="object-23">
            <a:extLst>
              <a:ext uri="{FF2B5EF4-FFF2-40B4-BE49-F238E27FC236}">
                <a16:creationId xmlns:a16="http://schemas.microsoft.com/office/drawing/2014/main" id="{389DDB27-768F-4CAB-9627-B71FE9282AE1}"/>
              </a:ext>
            </a:extLst>
          </p:cNvPr>
          <p:cNvSpPr>
            <a:spLocks noGrp="1"/>
          </p:cNvSpPr>
          <p:nvPr/>
        </p:nvSpPr>
        <p:spPr>
          <a:xfrm>
            <a:off x="4953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4</a:t>
            </a:r>
          </a:p>
        </p:txBody>
      </p:sp>
      <p:sp>
        <p:nvSpPr>
          <p:cNvPr id="24" name="object-24">
            <a:extLst>
              <a:ext uri="{FF2B5EF4-FFF2-40B4-BE49-F238E27FC236}">
                <a16:creationId xmlns:a16="http://schemas.microsoft.com/office/drawing/2014/main" id="{FBDED93E-CF56-4D3C-BB75-14BA0E47BB67}"/>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4 altogether</a:t>
            </a:r>
          </a:p>
        </p:txBody>
      </p:sp>
    </p:spTree>
    <p:extLst>
      <p:ext uri="{BB962C8B-B14F-4D97-AF65-F5344CB8AC3E}">
        <p14:creationId xmlns:p14="http://schemas.microsoft.com/office/powerpoint/2010/main" val="76677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11328125 0.275 E" pathEditMode="relative" ptsTypes="">
                                      <p:cBhvr>
                                        <p:cTn id="6" dur="800" fill="hold"/>
                                        <p:tgtEl>
                                          <p:spTgt spid="16"/>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1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 0 L 0.15625 0.22638889 E" pathEditMode="relative" ptsTypes="">
                                      <p:cBhvr>
                                        <p:cTn id="13" dur="800" fill="hold"/>
                                        <p:tgtEl>
                                          <p:spTgt spid="18"/>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nodeType="clickEffect">
                                  <p:stCondLst>
                                    <p:cond delay="0"/>
                                  </p:stCondLst>
                                  <p:childTnLst>
                                    <p:animMotion origin="layout" path="M 0 0 L 0.19921875 0.275 E" pathEditMode="relative" ptsTypes="">
                                      <p:cBhvr>
                                        <p:cTn id="20" dur="800" fill="hold"/>
                                        <p:tgtEl>
                                          <p:spTgt spid="20"/>
                                        </p:tgtEl>
                                        <p:attrNameLst>
                                          <p:attrName>ppt_x</p:attrName>
                                          <p:attrName>ppt_y</p:attrName>
                                        </p:attrNameLst>
                                      </p:cBhvr>
                                    </p:animMotion>
                                  </p:childTnLst>
                                </p:cTn>
                              </p:par>
                            </p:childTnLst>
                          </p:cTn>
                        </p:par>
                        <p:par>
                          <p:cTn id="21" fill="hold">
                            <p:stCondLst>
                              <p:cond delay="800"/>
                            </p:stCondLst>
                            <p:childTnLst>
                              <p:par>
                                <p:cTn id="22" presetID="1" presetClass="entr" presetSubtype="0" fill="hold" grpId="0" nodeType="after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 0 L 0.2421875 0.22638889 E" pathEditMode="relative" ptsTypes="">
                                      <p:cBhvr>
                                        <p:cTn id="27" dur="800" fill="hold"/>
                                        <p:tgtEl>
                                          <p:spTgt spid="22"/>
                                        </p:tgtEl>
                                        <p:attrNameLst>
                                          <p:attrName>ppt_x</p:attrName>
                                          <p:attrName>ppt_y</p:attrName>
                                        </p:attrNameLst>
                                      </p:cBhvr>
                                    </p:animMotion>
                                  </p:childTnLst>
                                </p:cTn>
                              </p:par>
                            </p:childTnLst>
                          </p:cTn>
                        </p:par>
                        <p:par>
                          <p:cTn id="28" fill="hold">
                            <p:stCondLst>
                              <p:cond delay="800"/>
                            </p:stCondLst>
                            <p:childTnLst>
                              <p:par>
                                <p:cTn id="29" presetID="1" presetClass="entr" presetSubtype="0"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p:bldP spid="23"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object-1">
            <a:extLst>
              <a:ext uri="{FF2B5EF4-FFF2-40B4-BE49-F238E27FC236}">
                <a16:creationId xmlns:a16="http://schemas.microsoft.com/office/drawing/2014/main" id="{DF486929-7489-4E92-80E9-5667CC3DC2D8}"/>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1EAB9D69-452C-40DA-A50B-91719052B6FB}"/>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5B2CBE65-67E3-446C-9A96-24A5CD96F89B}"/>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objects are there? Show the amount in the frame.</a:t>
            </a:r>
          </a:p>
        </p:txBody>
      </p:sp>
      <p:sp>
        <p:nvSpPr>
          <p:cNvPr id="4" name="object-4">
            <a:extLst>
              <a:ext uri="{FF2B5EF4-FFF2-40B4-BE49-F238E27FC236}">
                <a16:creationId xmlns:a16="http://schemas.microsoft.com/office/drawing/2014/main" id="{228AE990-F39B-436E-A5B7-3398E47BAE44}"/>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2DA349EE-B187-455D-B7F8-2407FAE9313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Represent numbers 0 to 5</a:t>
            </a:r>
          </a:p>
        </p:txBody>
      </p:sp>
      <p:sp>
        <p:nvSpPr>
          <p:cNvPr id="6" name="object-6">
            <a:extLst>
              <a:ext uri="{FF2B5EF4-FFF2-40B4-BE49-F238E27FC236}">
                <a16:creationId xmlns:a16="http://schemas.microsoft.com/office/drawing/2014/main" id="{13DC58AE-C772-4B2D-A524-AE6634E61BC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419743AA-00B5-4EC1-B02D-8DB6E615308A}"/>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44DCB25F-4C23-4A56-A642-45630C23DFB0}"/>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0AFF965D-1700-451E-88DF-BCE03F63E687}"/>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D01B039A-804A-4435-94FA-3B7EB6B88A3F}"/>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A4331D3A-1CA6-41E4-BD28-E1517214D81D}"/>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B962F471-7C62-404C-84F1-4922C774C115}"/>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9DCD65CF-F3A9-40D5-AE35-7B87BD949AE6}"/>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00548706-5343-4C23-89AC-BCAB2DFD4CFF}"/>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63EBE8DB-D9D6-478A-8083-C9C2D4176B99}"/>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C1E86E68-EC1E-447B-9061-27479A8B1424}"/>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7" name="object-17">
            <a:extLst>
              <a:ext uri="{FF2B5EF4-FFF2-40B4-BE49-F238E27FC236}">
                <a16:creationId xmlns:a16="http://schemas.microsoft.com/office/drawing/2014/main" id="{6AC2E86B-B060-4ADC-92D0-4E06341353AA}"/>
              </a:ext>
            </a:extLst>
          </p:cNvPr>
          <p:cNvSpPr>
            <a:spLocks noGrp="1"/>
          </p:cNvSpPr>
          <p:nvPr/>
        </p:nvSpPr>
        <p:spPr>
          <a:xfrm>
            <a:off x="1131094" y="2917031"/>
            <a:ext cx="571500" cy="571500"/>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BD98AEA0-9241-4C43-8B70-B867857042EC}"/>
              </a:ext>
            </a:extLst>
          </p:cNvPr>
          <p:cNvSpPr>
            <a:spLocks noGrp="1"/>
          </p:cNvSpPr>
          <p:nvPr/>
        </p:nvSpPr>
        <p:spPr>
          <a:xfrm>
            <a:off x="952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1</a:t>
            </a:r>
          </a:p>
        </p:txBody>
      </p:sp>
      <p:sp>
        <p:nvSpPr>
          <p:cNvPr id="19" name="object-19">
            <a:extLst>
              <a:ext uri="{FF2B5EF4-FFF2-40B4-BE49-F238E27FC236}">
                <a16:creationId xmlns:a16="http://schemas.microsoft.com/office/drawing/2014/main" id="{4440C3C6-8C4D-42F8-A0F4-F73047501FEC}"/>
              </a:ext>
            </a:extLst>
          </p:cNvPr>
          <p:cNvSpPr>
            <a:spLocks noGrp="1"/>
          </p:cNvSpPr>
          <p:nvPr/>
        </p:nvSpPr>
        <p:spPr>
          <a:xfrm>
            <a:off x="2440781" y="3333750"/>
            <a:ext cx="571500" cy="571500"/>
          </a:xfrm>
          <a:prstGeom prst="ellipse">
            <a:avLst/>
          </a:prstGeom>
          <a:solidFill>
            <a:srgbClr val="1D4ED8"/>
          </a:solidFill>
          <a:ln w="11906">
            <a:solidFill>
              <a:srgbClr val="172B4D"/>
            </a:solidFill>
          </a:ln>
        </p:spPr>
      </p:sp>
      <p:sp>
        <p:nvSpPr>
          <p:cNvPr id="20" name="object-20">
            <a:extLst>
              <a:ext uri="{FF2B5EF4-FFF2-40B4-BE49-F238E27FC236}">
                <a16:creationId xmlns:a16="http://schemas.microsoft.com/office/drawing/2014/main" id="{6A0FFC24-2A1D-4606-8603-20ED1E0BBDD6}"/>
              </a:ext>
            </a:extLst>
          </p:cNvPr>
          <p:cNvSpPr>
            <a:spLocks noGrp="1"/>
          </p:cNvSpPr>
          <p:nvPr/>
        </p:nvSpPr>
        <p:spPr>
          <a:xfrm>
            <a:off x="2286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2</a:t>
            </a:r>
          </a:p>
        </p:txBody>
      </p:sp>
      <p:sp>
        <p:nvSpPr>
          <p:cNvPr id="21" name="object-21">
            <a:extLst>
              <a:ext uri="{FF2B5EF4-FFF2-40B4-BE49-F238E27FC236}">
                <a16:creationId xmlns:a16="http://schemas.microsoft.com/office/drawing/2014/main" id="{AEE74D2D-61C6-4F3B-A510-2792AB48AB25}"/>
              </a:ext>
            </a:extLst>
          </p:cNvPr>
          <p:cNvSpPr>
            <a:spLocks noGrp="1"/>
          </p:cNvSpPr>
          <p:nvPr/>
        </p:nvSpPr>
        <p:spPr>
          <a:xfrm>
            <a:off x="3750469" y="2917031"/>
            <a:ext cx="571500" cy="571500"/>
          </a:xfrm>
          <a:prstGeom prst="ellipse">
            <a:avLst/>
          </a:prstGeom>
          <a:solidFill>
            <a:srgbClr val="1D4ED8"/>
          </a:solidFill>
          <a:ln w="11906">
            <a:solidFill>
              <a:srgbClr val="172B4D"/>
            </a:solidFill>
          </a:ln>
        </p:spPr>
      </p:sp>
      <p:sp>
        <p:nvSpPr>
          <p:cNvPr id="22" name="object-22">
            <a:extLst>
              <a:ext uri="{FF2B5EF4-FFF2-40B4-BE49-F238E27FC236}">
                <a16:creationId xmlns:a16="http://schemas.microsoft.com/office/drawing/2014/main" id="{C9C3D742-AAC7-4B0E-B1D9-A6A7999AA960}"/>
              </a:ext>
            </a:extLst>
          </p:cNvPr>
          <p:cNvSpPr>
            <a:spLocks noGrp="1"/>
          </p:cNvSpPr>
          <p:nvPr/>
        </p:nvSpPr>
        <p:spPr>
          <a:xfrm>
            <a:off x="3619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3</a:t>
            </a:r>
          </a:p>
        </p:txBody>
      </p:sp>
      <p:sp>
        <p:nvSpPr>
          <p:cNvPr id="23" name="object-23">
            <a:extLst>
              <a:ext uri="{FF2B5EF4-FFF2-40B4-BE49-F238E27FC236}">
                <a16:creationId xmlns:a16="http://schemas.microsoft.com/office/drawing/2014/main" id="{63FFEFF9-C3B3-4510-8D33-94122BC756E2}"/>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3 altogether</a:t>
            </a:r>
          </a:p>
        </p:txBody>
      </p:sp>
    </p:spTree>
    <p:extLst>
      <p:ext uri="{BB962C8B-B14F-4D97-AF65-F5344CB8AC3E}">
        <p14:creationId xmlns:p14="http://schemas.microsoft.com/office/powerpoint/2010/main" val="2040835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11328125 0.275 E" pathEditMode="relative" ptsTypes="">
                                      <p:cBhvr>
                                        <p:cTn id="6" dur="800" fill="hold"/>
                                        <p:tgtEl>
                                          <p:spTgt spid="17"/>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 0 L 0.15625 0.22638889 E" pathEditMode="relative" ptsTypes="">
                                      <p:cBhvr>
                                        <p:cTn id="13" dur="800" fill="hold"/>
                                        <p:tgtEl>
                                          <p:spTgt spid="19"/>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nodeType="clickEffect">
                                  <p:stCondLst>
                                    <p:cond delay="0"/>
                                  </p:stCondLst>
                                  <p:childTnLst>
                                    <p:animMotion origin="layout" path="M 0 0 L 0.19921875 0.275 E" pathEditMode="relative" ptsTypes="">
                                      <p:cBhvr>
                                        <p:cTn id="20" dur="800" fill="hold"/>
                                        <p:tgtEl>
                                          <p:spTgt spid="21"/>
                                        </p:tgtEl>
                                        <p:attrNameLst>
                                          <p:attrName>ppt_x</p:attrName>
                                          <p:attrName>ppt_y</p:attrName>
                                        </p:attrNameLst>
                                      </p:cBhvr>
                                    </p:animMotion>
                                  </p:childTnLst>
                                </p:cTn>
                              </p:par>
                            </p:childTnLst>
                          </p:cTn>
                        </p:par>
                        <p:par>
                          <p:cTn id="21" fill="hold">
                            <p:stCondLst>
                              <p:cond delay="800"/>
                            </p:stCondLst>
                            <p:childTnLst>
                              <p:par>
                                <p:cTn id="22" presetID="1" presetClass="entr" presetSubtype="0"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2"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CE4DB8BE-3A42-41DA-BA97-51F3D01C271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83F296AF-A03D-49E7-9F0C-0A66A462F1E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objects are there? Show the amount in the frame.</a:t>
            </a:r>
          </a:p>
        </p:txBody>
      </p:sp>
      <p:sp>
        <p:nvSpPr>
          <p:cNvPr id="3" name="object-3">
            <a:extLst>
              <a:ext uri="{FF2B5EF4-FFF2-40B4-BE49-F238E27FC236}">
                <a16:creationId xmlns:a16="http://schemas.microsoft.com/office/drawing/2014/main" id="{0728B3DA-2F2D-4D77-B850-75380C145FD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278E687-1D33-4FED-B969-6DB044169C5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Represent numbers 0 to 5</a:t>
            </a:r>
          </a:p>
        </p:txBody>
      </p:sp>
      <p:sp>
        <p:nvSpPr>
          <p:cNvPr id="5" name="object-5">
            <a:extLst>
              <a:ext uri="{FF2B5EF4-FFF2-40B4-BE49-F238E27FC236}">
                <a16:creationId xmlns:a16="http://schemas.microsoft.com/office/drawing/2014/main" id="{534C9AD6-6339-4B56-B2D0-489F13D77AE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84DF42D2-6366-47BA-A231-1A6BF5AB557E}"/>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7" name="object-7">
            <a:extLst>
              <a:ext uri="{FF2B5EF4-FFF2-40B4-BE49-F238E27FC236}">
                <a16:creationId xmlns:a16="http://schemas.microsoft.com/office/drawing/2014/main" id="{5C7B241C-0F06-432B-A8B2-C469356BD13F}"/>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4F3B37A9-7356-4BD3-B105-10DF20BD62C7}"/>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DED40B03-EF33-4D67-BA5D-1653D42337FC}"/>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386E5258-C081-4E32-8FE9-E9DF0B60FA93}"/>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60DB045F-608B-4D5C-97B4-BD096D60AA48}"/>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9042A550-DDFA-4EEC-98AA-583249D4750F}"/>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4DD604F9-ECB9-45B4-9917-2990A6E70F10}"/>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A15C351F-80C7-4105-B8DE-44CBA2B53C2F}"/>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40038BE4-9663-4CBD-9870-525EE8F2A6F6}"/>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1F919A78-4E92-4BFA-B98E-13F0F774B815}"/>
              </a:ext>
            </a:extLst>
          </p:cNvPr>
          <p:cNvSpPr>
            <a:spLocks noGrp="1"/>
          </p:cNvSpPr>
          <p:nvPr/>
        </p:nvSpPr>
        <p:spPr>
          <a:xfrm>
            <a:off x="1131094" y="2917031"/>
            <a:ext cx="571500" cy="571500"/>
          </a:xfrm>
          <a:prstGeom prst="ellipse">
            <a:avLst/>
          </a:prstGeom>
          <a:solidFill>
            <a:srgbClr val="1D4ED8"/>
          </a:solidFill>
          <a:ln w="11906">
            <a:solidFill>
              <a:srgbClr val="172B4D"/>
            </a:solidFill>
          </a:ln>
        </p:spPr>
      </p:sp>
      <p:sp>
        <p:nvSpPr>
          <p:cNvPr id="17" name="object-17">
            <a:extLst>
              <a:ext uri="{FF2B5EF4-FFF2-40B4-BE49-F238E27FC236}">
                <a16:creationId xmlns:a16="http://schemas.microsoft.com/office/drawing/2014/main" id="{35DB651B-5D54-42F8-9871-A0A95D2D46AA}"/>
              </a:ext>
            </a:extLst>
          </p:cNvPr>
          <p:cNvSpPr>
            <a:spLocks noGrp="1"/>
          </p:cNvSpPr>
          <p:nvPr/>
        </p:nvSpPr>
        <p:spPr>
          <a:xfrm>
            <a:off x="952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1</a:t>
            </a:r>
          </a:p>
        </p:txBody>
      </p:sp>
      <p:sp>
        <p:nvSpPr>
          <p:cNvPr id="18" name="object-18">
            <a:extLst>
              <a:ext uri="{FF2B5EF4-FFF2-40B4-BE49-F238E27FC236}">
                <a16:creationId xmlns:a16="http://schemas.microsoft.com/office/drawing/2014/main" id="{DAF2EE9F-505F-4A57-9D63-BBE881113236}"/>
              </a:ext>
            </a:extLst>
          </p:cNvPr>
          <p:cNvSpPr>
            <a:spLocks noGrp="1"/>
          </p:cNvSpPr>
          <p:nvPr/>
        </p:nvSpPr>
        <p:spPr>
          <a:xfrm>
            <a:off x="2440781" y="3333750"/>
            <a:ext cx="571500" cy="571500"/>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83AC7491-800A-4561-BF7E-F7AA00014D95}"/>
              </a:ext>
            </a:extLst>
          </p:cNvPr>
          <p:cNvSpPr>
            <a:spLocks noGrp="1"/>
          </p:cNvSpPr>
          <p:nvPr/>
        </p:nvSpPr>
        <p:spPr>
          <a:xfrm>
            <a:off x="2286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2</a:t>
            </a:r>
          </a:p>
        </p:txBody>
      </p:sp>
      <p:sp>
        <p:nvSpPr>
          <p:cNvPr id="20" name="object-20">
            <a:extLst>
              <a:ext uri="{FF2B5EF4-FFF2-40B4-BE49-F238E27FC236}">
                <a16:creationId xmlns:a16="http://schemas.microsoft.com/office/drawing/2014/main" id="{7F9958B9-80CE-4182-B529-26A6AD6A0C9F}"/>
              </a:ext>
            </a:extLst>
          </p:cNvPr>
          <p:cNvSpPr>
            <a:spLocks noGrp="1"/>
          </p:cNvSpPr>
          <p:nvPr/>
        </p:nvSpPr>
        <p:spPr>
          <a:xfrm>
            <a:off x="3750469" y="2917031"/>
            <a:ext cx="571500" cy="571500"/>
          </a:xfrm>
          <a:prstGeom prst="ellipse">
            <a:avLst/>
          </a:prstGeom>
          <a:solidFill>
            <a:srgbClr val="1D4ED8"/>
          </a:solidFill>
          <a:ln w="11906">
            <a:solidFill>
              <a:srgbClr val="172B4D"/>
            </a:solidFill>
          </a:ln>
        </p:spPr>
      </p:sp>
      <p:sp>
        <p:nvSpPr>
          <p:cNvPr id="21" name="object-21">
            <a:extLst>
              <a:ext uri="{FF2B5EF4-FFF2-40B4-BE49-F238E27FC236}">
                <a16:creationId xmlns:a16="http://schemas.microsoft.com/office/drawing/2014/main" id="{DE91F194-5A44-40FE-B7D5-F44961951782}"/>
              </a:ext>
            </a:extLst>
          </p:cNvPr>
          <p:cNvSpPr>
            <a:spLocks noGrp="1"/>
          </p:cNvSpPr>
          <p:nvPr/>
        </p:nvSpPr>
        <p:spPr>
          <a:xfrm>
            <a:off x="3619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3</a:t>
            </a:r>
          </a:p>
        </p:txBody>
      </p:sp>
      <p:sp>
        <p:nvSpPr>
          <p:cNvPr id="22" name="object-22">
            <a:extLst>
              <a:ext uri="{FF2B5EF4-FFF2-40B4-BE49-F238E27FC236}">
                <a16:creationId xmlns:a16="http://schemas.microsoft.com/office/drawing/2014/main" id="{414B111D-1741-487C-88B1-4E36899ABD6A}"/>
              </a:ext>
            </a:extLst>
          </p:cNvPr>
          <p:cNvSpPr>
            <a:spLocks noGrp="1"/>
          </p:cNvSpPr>
          <p:nvPr/>
        </p:nvSpPr>
        <p:spPr>
          <a:xfrm>
            <a:off x="5060156" y="3333750"/>
            <a:ext cx="571500" cy="571500"/>
          </a:xfrm>
          <a:prstGeom prst="ellipse">
            <a:avLst/>
          </a:prstGeom>
          <a:solidFill>
            <a:srgbClr val="1D4ED8"/>
          </a:solidFill>
          <a:ln w="11906">
            <a:solidFill>
              <a:srgbClr val="172B4D"/>
            </a:solidFill>
          </a:ln>
        </p:spPr>
      </p:sp>
      <p:sp>
        <p:nvSpPr>
          <p:cNvPr id="23" name="object-23">
            <a:extLst>
              <a:ext uri="{FF2B5EF4-FFF2-40B4-BE49-F238E27FC236}">
                <a16:creationId xmlns:a16="http://schemas.microsoft.com/office/drawing/2014/main" id="{40EB481F-8C38-494A-9408-5B01F6B76B3F}"/>
              </a:ext>
            </a:extLst>
          </p:cNvPr>
          <p:cNvSpPr>
            <a:spLocks noGrp="1"/>
          </p:cNvSpPr>
          <p:nvPr/>
        </p:nvSpPr>
        <p:spPr>
          <a:xfrm>
            <a:off x="4953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4</a:t>
            </a:r>
          </a:p>
        </p:txBody>
      </p:sp>
      <p:sp>
        <p:nvSpPr>
          <p:cNvPr id="24" name="object-24">
            <a:extLst>
              <a:ext uri="{FF2B5EF4-FFF2-40B4-BE49-F238E27FC236}">
                <a16:creationId xmlns:a16="http://schemas.microsoft.com/office/drawing/2014/main" id="{695C96F0-08E0-49DC-BDD4-C0CFBD39C5D7}"/>
              </a:ext>
            </a:extLst>
          </p:cNvPr>
          <p:cNvSpPr>
            <a:spLocks noGrp="1"/>
          </p:cNvSpPr>
          <p:nvPr/>
        </p:nvSpPr>
        <p:spPr>
          <a:xfrm>
            <a:off x="6369844" y="2917031"/>
            <a:ext cx="571500" cy="571500"/>
          </a:xfrm>
          <a:prstGeom prst="ellipse">
            <a:avLst/>
          </a:prstGeom>
          <a:solidFill>
            <a:srgbClr val="1D4ED8"/>
          </a:solidFill>
          <a:ln w="11906">
            <a:solidFill>
              <a:srgbClr val="172B4D"/>
            </a:solidFill>
          </a:ln>
        </p:spPr>
      </p:sp>
      <p:sp>
        <p:nvSpPr>
          <p:cNvPr id="25" name="object-25">
            <a:extLst>
              <a:ext uri="{FF2B5EF4-FFF2-40B4-BE49-F238E27FC236}">
                <a16:creationId xmlns:a16="http://schemas.microsoft.com/office/drawing/2014/main" id="{BEEDB59F-3C9A-49E7-A9AC-8069A3EF47F5}"/>
              </a:ext>
            </a:extLst>
          </p:cNvPr>
          <p:cNvSpPr>
            <a:spLocks noGrp="1"/>
          </p:cNvSpPr>
          <p:nvPr/>
        </p:nvSpPr>
        <p:spPr>
          <a:xfrm>
            <a:off x="6286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5</a:t>
            </a:r>
          </a:p>
        </p:txBody>
      </p:sp>
      <p:sp>
        <p:nvSpPr>
          <p:cNvPr id="26" name="object-26">
            <a:extLst>
              <a:ext uri="{FF2B5EF4-FFF2-40B4-BE49-F238E27FC236}">
                <a16:creationId xmlns:a16="http://schemas.microsoft.com/office/drawing/2014/main" id="{25F9781C-F5C2-4132-8609-6CE0F05FED6B}"/>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5 altogether</a:t>
            </a:r>
          </a:p>
        </p:txBody>
      </p:sp>
    </p:spTree>
    <p:extLst>
      <p:ext uri="{BB962C8B-B14F-4D97-AF65-F5344CB8AC3E}">
        <p14:creationId xmlns:p14="http://schemas.microsoft.com/office/powerpoint/2010/main" val="131495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11328125 0.275 E" pathEditMode="relative" ptsTypes="">
                                      <p:cBhvr>
                                        <p:cTn id="6" dur="800" fill="hold"/>
                                        <p:tgtEl>
                                          <p:spTgt spid="16"/>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1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 0 L 0.15625 0.22638889 E" pathEditMode="relative" ptsTypes="">
                                      <p:cBhvr>
                                        <p:cTn id="13" dur="800" fill="hold"/>
                                        <p:tgtEl>
                                          <p:spTgt spid="18"/>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nodeType="clickEffect">
                                  <p:stCondLst>
                                    <p:cond delay="0"/>
                                  </p:stCondLst>
                                  <p:childTnLst>
                                    <p:animMotion origin="layout" path="M 0 0 L 0.19921875 0.275 E" pathEditMode="relative" ptsTypes="">
                                      <p:cBhvr>
                                        <p:cTn id="20" dur="800" fill="hold"/>
                                        <p:tgtEl>
                                          <p:spTgt spid="20"/>
                                        </p:tgtEl>
                                        <p:attrNameLst>
                                          <p:attrName>ppt_x</p:attrName>
                                          <p:attrName>ppt_y</p:attrName>
                                        </p:attrNameLst>
                                      </p:cBhvr>
                                    </p:animMotion>
                                  </p:childTnLst>
                                </p:cTn>
                              </p:par>
                            </p:childTnLst>
                          </p:cTn>
                        </p:par>
                        <p:par>
                          <p:cTn id="21" fill="hold">
                            <p:stCondLst>
                              <p:cond delay="800"/>
                            </p:stCondLst>
                            <p:childTnLst>
                              <p:par>
                                <p:cTn id="22" presetID="1" presetClass="entr" presetSubtype="0" fill="hold" grpId="0" nodeType="after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 0 L 0.2421875 0.22638889 E" pathEditMode="relative" ptsTypes="">
                                      <p:cBhvr>
                                        <p:cTn id="27" dur="800" fill="hold"/>
                                        <p:tgtEl>
                                          <p:spTgt spid="22"/>
                                        </p:tgtEl>
                                        <p:attrNameLst>
                                          <p:attrName>ppt_x</p:attrName>
                                          <p:attrName>ppt_y</p:attrName>
                                        </p:attrNameLst>
                                      </p:cBhvr>
                                    </p:animMotion>
                                  </p:childTnLst>
                                </p:cTn>
                              </p:par>
                            </p:childTnLst>
                          </p:cTn>
                        </p:par>
                        <p:par>
                          <p:cTn id="28" fill="hold">
                            <p:stCondLst>
                              <p:cond delay="800"/>
                            </p:stCondLst>
                            <p:childTnLst>
                              <p:par>
                                <p:cTn id="29" presetID="1" presetClass="entr" presetSubtype="0"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 0 L 0.28515625 0.275 E" pathEditMode="relative" ptsTypes="">
                                      <p:cBhvr>
                                        <p:cTn id="34" dur="800" fill="hold"/>
                                        <p:tgtEl>
                                          <p:spTgt spid="24"/>
                                        </p:tgtEl>
                                        <p:attrNameLst>
                                          <p:attrName>ppt_x</p:attrName>
                                          <p:attrName>ppt_y</p:attrName>
                                        </p:attrNameLst>
                                      </p:cBhvr>
                                    </p:animMotion>
                                  </p:childTnLst>
                                </p:cTn>
                              </p:par>
                            </p:childTnLst>
                          </p:cTn>
                        </p:par>
                        <p:par>
                          <p:cTn id="35" fill="hold">
                            <p:stCondLst>
                              <p:cond delay="800"/>
                            </p:stCondLst>
                            <p:childTnLst>
                              <p:par>
                                <p:cTn id="36" presetID="1" presetClass="entr" presetSubtype="0" fill="hold" grpId="0" nodeType="after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p:bldP spid="23" grpId="0"/>
      <p:bldP spid="25"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object-1">
            <a:extLst>
              <a:ext uri="{FF2B5EF4-FFF2-40B4-BE49-F238E27FC236}">
                <a16:creationId xmlns:a16="http://schemas.microsoft.com/office/drawing/2014/main" id="{839FF1E9-DC5E-4507-BD95-5CE609434D3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B450F94C-D3D0-479B-89E6-47B348186393}"/>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041A7604-5C98-45C0-A99F-8DFCF8B6454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objects are there? Show the amount in the frame.</a:t>
            </a:r>
          </a:p>
        </p:txBody>
      </p:sp>
      <p:sp>
        <p:nvSpPr>
          <p:cNvPr id="4" name="object-4">
            <a:extLst>
              <a:ext uri="{FF2B5EF4-FFF2-40B4-BE49-F238E27FC236}">
                <a16:creationId xmlns:a16="http://schemas.microsoft.com/office/drawing/2014/main" id="{E25F7BB2-5E5E-4A26-8EF7-47E8B98E2787}"/>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BAC20749-BCEC-4267-89BA-140D84746B5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Represent numbers 0 to 5</a:t>
            </a:r>
          </a:p>
        </p:txBody>
      </p:sp>
      <p:sp>
        <p:nvSpPr>
          <p:cNvPr id="6" name="object-6">
            <a:extLst>
              <a:ext uri="{FF2B5EF4-FFF2-40B4-BE49-F238E27FC236}">
                <a16:creationId xmlns:a16="http://schemas.microsoft.com/office/drawing/2014/main" id="{7B95E3D2-9C22-473F-9DD9-5456D609C41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09BE1746-34A9-40F2-A5A9-3E0B117E8006}"/>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7232D79D-C950-419C-B616-F299C8FAE96E}"/>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3EC05856-6408-41A0-8182-99A6F224A884}"/>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500F9334-958A-4E0E-BD29-A55337942A78}"/>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D48790E1-BF74-4DEE-B875-8C805C1CA99A}"/>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AF84461E-311A-48A9-ACF7-69A5B615587A}"/>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FA5B2388-1DAA-41A8-B236-BF428F1E8486}"/>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5B8D2925-3108-469C-81BC-3A55AAE6F0B6}"/>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D672477F-5197-4F9A-9AC3-F20B1C01F4CE}"/>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CB95E8A2-4429-4944-AF83-31B74369F609}"/>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7" name="object-17">
            <a:extLst>
              <a:ext uri="{FF2B5EF4-FFF2-40B4-BE49-F238E27FC236}">
                <a16:creationId xmlns:a16="http://schemas.microsoft.com/office/drawing/2014/main" id="{3436AF1A-0F5A-4321-A787-7615C252823D}"/>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0 altogether</a:t>
            </a:r>
          </a:p>
        </p:txBody>
      </p:sp>
    </p:spTree>
    <p:extLst>
      <p:ext uri="{BB962C8B-B14F-4D97-AF65-F5344CB8AC3E}">
        <p14:creationId xmlns:p14="http://schemas.microsoft.com/office/powerpoint/2010/main" val="2137636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52D3FB6C-8C9E-4E14-8E89-FD550526EA1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2A980FFA-2052-4BF1-B346-3368EF34D67B}"/>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611AE346-2A36-4406-8A3D-B483ACEB801F}"/>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A74F6132-BFC0-4FEC-A9A7-13BCDA4D9469}"/>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85B47B9B-CD91-4AFB-9C29-6A3E6184E79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Represent numbers 0 to 5</a:t>
            </a:r>
          </a:p>
        </p:txBody>
      </p:sp>
      <p:sp>
        <p:nvSpPr>
          <p:cNvPr id="6" name="object-6">
            <a:extLst>
              <a:ext uri="{FF2B5EF4-FFF2-40B4-BE49-F238E27FC236}">
                <a16:creationId xmlns:a16="http://schemas.microsoft.com/office/drawing/2014/main" id="{70175914-23F5-49D0-B1B1-05A69B6E5FE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CB50FA19-E78B-4C43-BD7D-2346E8156945}"/>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DA3901AC-5D39-474F-84C6-FEF3A3B93AB9}"/>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Show 5 in two different ways.</a:t>
            </a:r>
          </a:p>
        </p:txBody>
      </p:sp>
      <p:sp>
        <p:nvSpPr>
          <p:cNvPr id="9" name="object-9">
            <a:extLst>
              <a:ext uri="{FF2B5EF4-FFF2-40B4-BE49-F238E27FC236}">
                <a16:creationId xmlns:a16="http://schemas.microsoft.com/office/drawing/2014/main" id="{4E89091F-3218-4E33-A77E-494B4868654B}"/>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06944EA5-C841-4A6F-9E25-367A11F7BF49}"/>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Match numerals 0, 2 and 4 to an empty frame, two dots and four cubes.</a:t>
            </a:r>
          </a:p>
        </p:txBody>
      </p:sp>
      <p:sp>
        <p:nvSpPr>
          <p:cNvPr id="11" name="object-11">
            <a:extLst>
              <a:ext uri="{FF2B5EF4-FFF2-40B4-BE49-F238E27FC236}">
                <a16:creationId xmlns:a16="http://schemas.microsoft.com/office/drawing/2014/main" id="{41D43183-3710-4B5A-88E4-29F8D834D9C2}"/>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604F2BEA-F69B-49CE-9D29-E36668A6DF5F}"/>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Draw a five frame showing 3.</a:t>
            </a:r>
          </a:p>
        </p:txBody>
      </p:sp>
      <p:sp>
        <p:nvSpPr>
          <p:cNvPr id="13" name="object-13">
            <a:extLst>
              <a:ext uri="{FF2B5EF4-FFF2-40B4-BE49-F238E27FC236}">
                <a16:creationId xmlns:a16="http://schemas.microsoft.com/office/drawing/2014/main" id="{54794B88-FFB2-4160-90CA-102E792C25B1}"/>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F7A26E35-6A86-4466-A115-73FF4A6E2468}"/>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A child draws four stars for numeral 5. Correct the representation.</a:t>
            </a:r>
          </a:p>
        </p:txBody>
      </p:sp>
      <p:sp>
        <p:nvSpPr>
          <p:cNvPr id="15" name="object-15">
            <a:extLst>
              <a:ext uri="{FF2B5EF4-FFF2-40B4-BE49-F238E27FC236}">
                <a16:creationId xmlns:a16="http://schemas.microsoft.com/office/drawing/2014/main" id="{7FEDB3C6-2052-4DB7-A475-772148E6AE99}"/>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C2D7FCA4-1D62-445F-8728-D1D0EEF984BF}"/>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Explain how you know two different pictures both show 4.</a:t>
            </a:r>
          </a:p>
        </p:txBody>
      </p:sp>
    </p:spTree>
    <p:extLst>
      <p:ext uri="{BB962C8B-B14F-4D97-AF65-F5344CB8AC3E}">
        <p14:creationId xmlns:p14="http://schemas.microsoft.com/office/powerpoint/2010/main" val="199213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object-1">
            <a:extLst>
              <a:ext uri="{FF2B5EF4-FFF2-40B4-BE49-F238E27FC236}">
                <a16:creationId xmlns:a16="http://schemas.microsoft.com/office/drawing/2014/main" id="{FE25260A-AC2F-44E7-89CF-F427AE258B88}"/>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2A5ED128-0132-4448-AA06-BA3EFE972C09}"/>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DD2DE5A0-9EC8-4D7F-B28B-C98601EB031B}"/>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35BFDA9A-9224-43C6-A47A-5BBD9AF48B3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Represent numbers 0 to 5</a:t>
            </a:r>
          </a:p>
        </p:txBody>
      </p:sp>
      <p:sp>
        <p:nvSpPr>
          <p:cNvPr id="5" name="object-5">
            <a:extLst>
              <a:ext uri="{FF2B5EF4-FFF2-40B4-BE49-F238E27FC236}">
                <a16:creationId xmlns:a16="http://schemas.microsoft.com/office/drawing/2014/main" id="{688E3343-637B-49EF-A471-9DBDEF3A01A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0CF528E6-1612-48F3-9EEB-58F5BD6DA920}"/>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826099DA-0937-457F-8ADF-C3586CBF61E6}"/>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Any two accurate representations of 5.</a:t>
            </a:r>
          </a:p>
        </p:txBody>
      </p:sp>
      <p:sp>
        <p:nvSpPr>
          <p:cNvPr id="8" name="object-8">
            <a:extLst>
              <a:ext uri="{FF2B5EF4-FFF2-40B4-BE49-F238E27FC236}">
                <a16:creationId xmlns:a16="http://schemas.microsoft.com/office/drawing/2014/main" id="{4173F28C-6D04-4525-86B4-B9A1D6E7BCEF}"/>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9858C160-60CA-400A-92F8-72D2D5110D34}"/>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0 empty; 2 dots; 4 cubes.</a:t>
            </a:r>
          </a:p>
        </p:txBody>
      </p:sp>
      <p:sp>
        <p:nvSpPr>
          <p:cNvPr id="10" name="object-10">
            <a:extLst>
              <a:ext uri="{FF2B5EF4-FFF2-40B4-BE49-F238E27FC236}">
                <a16:creationId xmlns:a16="http://schemas.microsoft.com/office/drawing/2014/main" id="{F58593BF-117B-465A-829B-F580F6D3A38D}"/>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366932FF-4226-4FCA-B642-1FF122C07A2C}"/>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Three filled spaces.</a:t>
            </a:r>
          </a:p>
        </p:txBody>
      </p:sp>
      <p:sp>
        <p:nvSpPr>
          <p:cNvPr id="12" name="object-12">
            <a:extLst>
              <a:ext uri="{FF2B5EF4-FFF2-40B4-BE49-F238E27FC236}">
                <a16:creationId xmlns:a16="http://schemas.microsoft.com/office/drawing/2014/main" id="{98007602-34D4-46E7-8BE0-BF8EC345AD89}"/>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1B740077-32BB-4C13-9E37-5DBBF43DD6E2}"/>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Add one more star.</a:t>
            </a:r>
          </a:p>
        </p:txBody>
      </p:sp>
      <p:sp>
        <p:nvSpPr>
          <p:cNvPr id="14" name="object-14">
            <a:extLst>
              <a:ext uri="{FF2B5EF4-FFF2-40B4-BE49-F238E27FC236}">
                <a16:creationId xmlns:a16="http://schemas.microsoft.com/office/drawing/2014/main" id="{8B8EC963-3CA1-4125-A816-46FE58C519FB}"/>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E4A669A3-A3F3-45E5-95D1-D41F8F41B549}"/>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Each picture contains four items.</a:t>
            </a:r>
          </a:p>
        </p:txBody>
      </p:sp>
    </p:spTree>
    <p:extLst>
      <p:ext uri="{BB962C8B-B14F-4D97-AF65-F5344CB8AC3E}">
        <p14:creationId xmlns:p14="http://schemas.microsoft.com/office/powerpoint/2010/main" val="140631969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751</Words>
  <Application>Microsoft Office PowerPoint</Application>
  <DocSecurity>0</DocSecurity>
  <PresentationFormat>Custom</PresentationFormat>
  <Paragraphs>82</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2026-09-14T13:14:41Z</dcterms:created>
  <dcterms:modified xsi:type="dcterms:W3CDTF">2026-09-14T13:14:49Z</dcterms:modified>
</cp:coreProperties>
</file>