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77bad2ec7a4680" /><Relationship Type="http://schemas.openxmlformats.org/officeDocument/2006/relationships/extended-properties" Target="/docProps/app.xml" Id="R02189fe0b1d84b7f" /><Relationship Type="http://schemas.openxmlformats.org/officeDocument/2006/relationships/officeDocument" Target="/ppt/presentation.xml" Id="Reb4ac9d2b702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04aa7e4ce2472e"/>
  </p:sldMasterIdLst>
  <p:notesMasterIdLst>
    <p:notesMasterId xmlns:r="http://schemas.openxmlformats.org/officeDocument/2006/relationships" r:id="Rb56087a3d9e044e3"/>
  </p:notesMasterIdLst>
  <p:sldIdLst>
    <p:sldId xmlns:r="http://schemas.openxmlformats.org/officeDocument/2006/relationships" id="256" r:id="R0eea472a7ae441b1"/>
    <p:sldId xmlns:r="http://schemas.openxmlformats.org/officeDocument/2006/relationships" id="257" r:id="R19f554efe7b341ba"/>
    <p:sldId xmlns:r="http://schemas.openxmlformats.org/officeDocument/2006/relationships" id="258" r:id="R299193f4bea14b9b"/>
    <p:sldId xmlns:r="http://schemas.openxmlformats.org/officeDocument/2006/relationships" id="259" r:id="Rcd02c439523c4d74"/>
    <p:sldId xmlns:r="http://schemas.openxmlformats.org/officeDocument/2006/relationships" id="260" r:id="Rdac2b52b21a844c5"/>
    <p:sldId xmlns:r="http://schemas.openxmlformats.org/officeDocument/2006/relationships" id="261" r:id="R440edc9abe314102"/>
    <p:sldId xmlns:r="http://schemas.openxmlformats.org/officeDocument/2006/relationships" id="262" r:id="R99e9e87bd1134485"/>
    <p:sldId xmlns:r="http://schemas.openxmlformats.org/officeDocument/2006/relationships" id="263" r:id="R5dd00414e7db46df"/>
    <p:sldId xmlns:r="http://schemas.openxmlformats.org/officeDocument/2006/relationships" id="264" r:id="R3bafeb88b3f54945"/>
    <p:sldId xmlns:r="http://schemas.openxmlformats.org/officeDocument/2006/relationships" id="265" r:id="Rb670a5348c47423e"/>
    <p:sldId xmlns:r="http://schemas.openxmlformats.org/officeDocument/2006/relationships" id="266" r:id="Rd8dff949aadd412c"/>
    <p:sldId xmlns:r="http://schemas.openxmlformats.org/officeDocument/2006/relationships" id="267" r:id="R3f56db57d8b449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6894e4b2804beb" /><Relationship Type="http://schemas.openxmlformats.org/officeDocument/2006/relationships/slideMaster" Target="/ppt/slideMasters/slideMaster1.xml" Id="R7204aa7e4ce2472e" /><Relationship Type="http://schemas.openxmlformats.org/officeDocument/2006/relationships/notesMaster" Target="/ppt/notesMasters/notesMaster1.xml" Id="Rb56087a3d9e044e3" /><Relationship Type="http://schemas.openxmlformats.org/officeDocument/2006/relationships/presProps" Target="/ppt/presProps.xml" Id="R365869effc1a4ab0" /><Relationship Type="http://schemas.openxmlformats.org/officeDocument/2006/relationships/tableStyles" Target="/ppt/tableStyles.xml" Id="R3ad3de6fc9d84f69" /><Relationship Type="http://schemas.openxmlformats.org/officeDocument/2006/relationships/slide" Target="/ppt/slides/slide1.xml" Id="R0eea472a7ae441b1" /><Relationship Type="http://schemas.openxmlformats.org/officeDocument/2006/relationships/slide" Target="/ppt/slides/slide2.xml" Id="R19f554efe7b341ba" /><Relationship Type="http://schemas.openxmlformats.org/officeDocument/2006/relationships/slide" Target="/ppt/slides/slide3.xml" Id="R299193f4bea14b9b" /><Relationship Type="http://schemas.openxmlformats.org/officeDocument/2006/relationships/slide" Target="/ppt/slides/slide4.xml" Id="Rcd02c439523c4d74" /><Relationship Type="http://schemas.openxmlformats.org/officeDocument/2006/relationships/slide" Target="/ppt/slides/slide5.xml" Id="Rdac2b52b21a844c5" /><Relationship Type="http://schemas.openxmlformats.org/officeDocument/2006/relationships/slide" Target="/ppt/slides/slide6.xml" Id="R440edc9abe314102" /><Relationship Type="http://schemas.openxmlformats.org/officeDocument/2006/relationships/slide" Target="/ppt/slides/slide7.xml" Id="R99e9e87bd1134485" /><Relationship Type="http://schemas.openxmlformats.org/officeDocument/2006/relationships/slide" Target="/ppt/slides/slide8.xml" Id="R5dd00414e7db46df" /><Relationship Type="http://schemas.openxmlformats.org/officeDocument/2006/relationships/slide" Target="/ppt/slides/slide9.xml" Id="R3bafeb88b3f54945" /><Relationship Type="http://schemas.openxmlformats.org/officeDocument/2006/relationships/slide" Target="/ppt/slides/slide10.xml" Id="Rb670a5348c47423e" /><Relationship Type="http://schemas.openxmlformats.org/officeDocument/2006/relationships/slide" Target="/ppt/slides/slide11.xml" Id="Rd8dff949aadd412c" /><Relationship Type="http://schemas.openxmlformats.org/officeDocument/2006/relationships/slide" Target="/ppt/slides/slide12.xml" Id="R3f56db57d8b449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2e346a44904d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fd11d90eb445d8" /><Relationship Type="http://schemas.openxmlformats.org/officeDocument/2006/relationships/notesMaster" Target="/ppt/notesMasters/notesMaster1.xml" Id="R9f89dfe020a84a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544c861d014cec" /><Relationship Type="http://schemas.openxmlformats.org/officeDocument/2006/relationships/notesMaster" Target="/ppt/notesMasters/notesMaster1.xml" Id="R55ffa10e85cb40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426004a20f4325" /><Relationship Type="http://schemas.openxmlformats.org/officeDocument/2006/relationships/notesMaster" Target="/ppt/notesMasters/notesMaster1.xml" Id="R7ff4789763d543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920b610e11404c" /><Relationship Type="http://schemas.openxmlformats.org/officeDocument/2006/relationships/notesMaster" Target="/ppt/notesMasters/notesMaster1.xml" Id="R642c308fd65f46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604bae35254e52" /><Relationship Type="http://schemas.openxmlformats.org/officeDocument/2006/relationships/notesMaster" Target="/ppt/notesMasters/notesMaster1.xml" Id="Rbd96e5f6e9d443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54e1cc6cdf48b0" /><Relationship Type="http://schemas.openxmlformats.org/officeDocument/2006/relationships/notesMaster" Target="/ppt/notesMasters/notesMaster1.xml" Id="R6f58c278876943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8bd18f0a98488b" /><Relationship Type="http://schemas.openxmlformats.org/officeDocument/2006/relationships/notesMaster" Target="/ppt/notesMasters/notesMaster1.xml" Id="Rbff14c1d1c7844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cb752af8704ae3" /><Relationship Type="http://schemas.openxmlformats.org/officeDocument/2006/relationships/notesMaster" Target="/ppt/notesMasters/notesMaster1.xml" Id="R15bb58a5967a4f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c62d88b20f458b" /><Relationship Type="http://schemas.openxmlformats.org/officeDocument/2006/relationships/notesMaster" Target="/ppt/notesMasters/notesMaster1.xml" Id="Rc75407de74b94c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6e4dedeca64e22" /><Relationship Type="http://schemas.openxmlformats.org/officeDocument/2006/relationships/notesMaster" Target="/ppt/notesMasters/notesMaster1.xml" Id="Redfc91cee85340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7cef444a55476f" /><Relationship Type="http://schemas.openxmlformats.org/officeDocument/2006/relationships/notesMaster" Target="/ppt/notesMasters/notesMaster1.xml" Id="Rbe99ab628b4b460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2bc8728bed40ba" /><Relationship Type="http://schemas.openxmlformats.org/officeDocument/2006/relationships/notesMaster" Target="/ppt/notesMasters/notesMaster1.xml" Id="R91a64288a9c74a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31 complete pieces, with 10 cm left.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About 48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31 complete pieces, with 10 cm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31 complete pieces, with 10 cm left..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4,375 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2,650 g and 3.75 litres.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4,375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4,375 m.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c2c935e98941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ceabfae68942af" /><Relationship Type="http://schemas.openxmlformats.org/officeDocument/2006/relationships/slideLayout" Target="/ppt/slideLayouts/slideLayout1.xml" Id="R28b936e2a23445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b936e2a23445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4438aa5fb4cce" /><Relationship Type="http://schemas.openxmlformats.org/officeDocument/2006/relationships/notesSlide" Target="/ppt/notesSlides/notesSlide1.xml" Id="Racd4f7f4ca104a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307b9b1254b59" /><Relationship Type="http://schemas.openxmlformats.org/officeDocument/2006/relationships/notesSlide" Target="/ppt/notesSlides/notesSlide2.xml" Id="R87e042eba97149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dff6e062d4bfc" /><Relationship Type="http://schemas.openxmlformats.org/officeDocument/2006/relationships/notesSlide" Target="/ppt/notesSlides/notesSlide3.xml" Id="R5e5aa64891e048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ed16969eb4d88" /><Relationship Type="http://schemas.openxmlformats.org/officeDocument/2006/relationships/notesSlide" Target="/ppt/notesSlides/notesSlide4.xml" Id="Ra8b9e5210ed346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ab5acfec34be4" /><Relationship Type="http://schemas.openxmlformats.org/officeDocument/2006/relationships/notesSlide" Target="/ppt/notesSlides/notesSlide5.xml" Id="R7b14e1a5b94c47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c99fdad914fc3" /><Relationship Type="http://schemas.openxmlformats.org/officeDocument/2006/relationships/notesSlide" Target="/ppt/notesSlides/notesSlide6.xml" Id="R7bdfc586de124e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9869d45ef458a" /><Relationship Type="http://schemas.openxmlformats.org/officeDocument/2006/relationships/image" Target="/ppt/media/image.png" Id="Rbbb14ca43736470a" /><Relationship Type="http://schemas.openxmlformats.org/officeDocument/2006/relationships/notesSlide" Target="/ppt/notesSlides/notesSlide7.xml" Id="Rb7f627f7662b4d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a9b06546a40ac" /><Relationship Type="http://schemas.openxmlformats.org/officeDocument/2006/relationships/notesSlide" Target="/ppt/notesSlides/notesSlide8.xml" Id="R7a89272cfd3845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6c8930e794986" /><Relationship Type="http://schemas.openxmlformats.org/officeDocument/2006/relationships/notesSlide" Target="/ppt/notesSlides/notesSlide9.xml" Id="R8429ac674b1e4b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b6e5276934324" /><Relationship Type="http://schemas.openxmlformats.org/officeDocument/2006/relationships/notesSlide" Target="/ppt/notesSlides/notesSlide10.xml" Id="Ra51b2e236f294d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cee6f161e4783" /><Relationship Type="http://schemas.openxmlformats.org/officeDocument/2006/relationships/notesSlide" Target="/ppt/notesSlides/notesSlide11.xml" Id="R20b0f034e2b147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e3eb457e14c07" /><Relationship Type="http://schemas.openxmlformats.org/officeDocument/2006/relationships/notesSlide" Target="/ppt/notesSlides/notesSlide12.xml" Id="R05f3f777689f4a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FC49B4-EEED-4786-93A4-914EB752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61328-9079-4E03-9952-9ABC7DDE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B66B1-F906-4A87-9555-EFBBDD79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05C45-688E-42F2-ABFE-2319C789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54E3A-0331-4420-9BEB-16ED9F5D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E7F4D-644D-4998-929E-A2B16ABF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E2700-33AF-4C17-BB4D-0FB3BCFA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48DF8-F530-4FC6-8B3D-070CEA29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098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common approximate conversions between imperial and metric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BA4BC-1B3E-4EF1-9D3D-B8ACC86B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1F04C1-E9F3-48D5-81A5-56A1C3EC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DABD7-FAFD-42A9-A868-FB13D1DC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87714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A6C3D1-C90A-441D-A586-2E8A8238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DD94F-EC5F-4B38-8E12-739B03C4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2EFA0-96F5-4F55-9387-669FF4B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91B5B-B713-49C9-A6BF-69F6838D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4E93E-F64A-4DCD-8288-AF0C5511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1B9D0-FB2E-47BB-9F0F-BA9DE178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3442E-10F1-412B-846B-92124675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9755A-7FC1-44C6-9606-1EEB1FEB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CB4CA-8C7A-45D8-A382-489AAE35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B4EA-7EAE-43B3-B323-C7AB1011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AA977-00C4-4DFF-9F83-13AE6541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B7B7A-3C7C-477B-8D3E-AB12DC6A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2AA97-1F62-4EC5-98E7-AFD5A27F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B5B919-1F1E-4E02-8879-6696BD78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B8780-5B8D-4126-A8E8-974FDAC1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B9071-C426-4D09-925B-D137317F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66EED8-2A95-47BA-89DC-626FFDF2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46A26B-D469-4029-BFA8-83010DCB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DC88E1-D27B-4410-938A-9CD8EC4C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3C3D70-302F-4904-92F3-D3D15D3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3159C-B91C-46A1-A382-D5664DE0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Use 5 miles is about 8 km. Estimate 30 miles in kilometres.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337729-2915-48E8-8F68-1EE2B614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825490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98EE08-74AA-4AD5-806B-B8E89607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DD904-3D6F-4FDF-8638-7BA847D9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451E4-BE24-4384-9F24-7BD1BFA6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F5D48-ABB1-48DF-9455-9A2A4C56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E51DB-A2C1-4FE8-BB9E-58E2EE64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C9897-E286-4C8A-82F1-FFEC286A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3A6366-DA02-4B72-B7BF-18991C1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E90D2-C516-417F-92F6-C45AB2C3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9BE10E-0173-46FE-A3AB-4F1A5C82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F256C-7B59-4483-8C2D-3F9377CB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11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common approximate conversions between imperial and metric units.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C284A3-CB27-4810-B218-65FBB8CB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0565C-CB5E-4B01-90FA-BE2501E2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1A3C3-60AD-4BD2-9CFB-ABADDF9E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D0680-894D-4B05-A766-A23F5D69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9F459-B1B8-42A8-B15B-D77F45DB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20279446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3005B-556B-4DF5-BD87-2A1F16AB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1418F-30E1-4236-AECD-05A0FC75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73AEB-E0FC-4768-A8C7-C953EDE5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DE79C-FC9E-494A-A0CF-6DDF72CF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44638-42D6-471E-8277-6DE6734A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1E819-A94F-4F85-81D4-C1E7A76E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11F8E-C38D-4293-82FD-6EC3FC2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17C04-361D-4073-ABB4-7845ED24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284B1-FD5A-4F8A-AA8B-8DA861B8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DB9A2-A3BB-4C0A-AC59-60E7D2B8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8D1FA7-DEEA-439D-BFD3-A8E747FA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C786BA-B08E-4642-9D1F-A5C9A056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3967-87FE-426A-AD70-52C0D971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Write the conversion fact and identify whether the unit becomes larger or smaller.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73030-0317-4B2B-B71A-66A02C27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879CC-AED7-439E-BE28-5C0A1F11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4BDC9-38D9-4C67-88A5-90FEEB35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or divide by the correct scale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05F641-9A42-4E7E-AA5C-3F4DFBAE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43B5AE-75DE-43BF-8E45-8E32E610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F7F28-0AF9-4805-A4E0-34B21C1D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About 48 km.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E4C71F-E0D6-4EB7-B12C-D53BACE2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EF5BBF-E4DC-4862-989F-E2E1777D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236B99-7958-4060-8079-1BE02E20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Attach the unit and check the answer's size in context.</a:t>
            </a:r>
          </a:p>
        </p:txBody>
      </p:sp>
    </p:spTree>
    <p:extLst>
      <p:ext uri="{BB962C8B-B14F-4D97-AF65-F5344CB8AC3E}">
        <p14:creationId xmlns:p14="http://schemas.microsoft.com/office/powerpoint/2010/main" val="3711990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ABBC5-A6D7-4445-8857-B5C70DDE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7B800-6BE2-4483-A065-B7E5366E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44257-AC81-4808-AE63-08276381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5944E-EC9F-4D3C-94C6-4641EDC7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3E946-8E55-4139-B3E2-C2BED076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1C039-032F-4025-93E3-75D15851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3E56B-6804-45E5-A00F-EDEECDF7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29B30-A852-4AD5-BF26-7E0D73D3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A94148-BCA3-4F6B-BF2D-88A1F650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07820-90EA-440D-A25F-27521D96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51CD4-3546-4EE7-8D7C-2FA6DC86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48 km.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50F401-6BA2-4DAA-9046-3B3D7E26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9836E-5A75-4E9E-B7F8-5A6DE95D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205E5-0567-47E1-AD96-2C4A8D00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73786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2A770-F8F9-4385-861B-2628A73D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0E0BF-7939-4687-BF29-182B1312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95E49-CC6C-4106-ACFB-E99CF539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4D21D-C77B-46CE-B3AF-DE12A838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45824-5C37-48B0-AC58-53D2556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EB894-76F4-4BF1-8F02-79936227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11F364-A5FC-440B-B02E-02A92682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D3665-3E8C-4603-8CB3-5705C38A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6A58A-2E40-4D41-8B73-93A6EBF5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88A91-1A27-41EA-9B70-95BA1F50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8E390-4B73-4316-84B7-6821A2C5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3C292-9215-4589-ABFB-8B7E85BD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6EEC42-097E-40FA-9874-744421FE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5B5AB-4983-43B4-8E06-3F4C97F8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7E651-94BA-47C8-A018-094B4E53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 complete pieces, with 10 cm left.</a:t>
            </a:r>
          </a:p>
        </p:txBody>
      </p:sp>
    </p:spTree>
    <p:extLst>
      <p:ext uri="{BB962C8B-B14F-4D97-AF65-F5344CB8AC3E}">
        <p14:creationId xmlns:p14="http://schemas.microsoft.com/office/powerpoint/2010/main" val="17457224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B3906-92D2-446F-8D72-CAA9F37A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293A7-BA4A-47B7-A6C8-065B2D57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74A40-DE6F-42E2-B72F-793051E0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7A471-16F8-45E7-8EE4-79041841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87A46-7E51-4710-97BB-D1E529D2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8A826-ABBA-44C5-8193-CA41506B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0DD21-BB62-4063-91DF-1593E915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E8EF8-0608-4161-BE17-EF42920C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3D23A-427B-4B57-8225-7DC76356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b14ca43736470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CE62A7-4DC2-4465-9AFD-C0BD0E57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2B55A-27CF-4D3D-B04B-B4A3B1DA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65047-12CF-444C-BC34-95654793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89513-F952-4F3F-9EF1-5931E6C6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A95E2C-829E-40ED-9465-87C59EFD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4000077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41220E-D109-41FA-8DE6-6B63D942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DFB20-C889-4796-8BB5-460450E1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DD9AE-3120-4409-A293-0DEC0B5D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D63F4-810F-4C98-9BFC-1819AA61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44059-6D76-4A71-B0F1-76D46A33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84045-8208-4D0C-8A1F-564839D0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D924F-FAD3-4161-990D-0D1084A0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F4A4A-9C11-4925-B3FD-5872B974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C34CE-24DF-415B-ABA9-515B8B1A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0929F-E161-49CE-B486-3E8BDC42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F67D30-F4F8-4882-989B-9B210375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DF110A-EADA-497B-AB18-F42751C4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1634C4-640A-4A0E-B5B3-B9F17B77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82532-FBB3-4EE8-873A-6F676925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4D515-4A99-4F47-9304-0BA1DDB0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4BF79-D439-40CC-891E-8B6703CB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CA346E-C6EC-4E74-A172-B77F54CE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447717-8A89-4B05-AD53-E856FCEA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A70A51-1FF5-4131-AD95-AA78B89D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AB1488-EAE7-423C-8CC4-3895DFD3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0DEBDC-08F5-4876-A864-5F492359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 complete pieces, with 10 cm left.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6D4E57-8ED4-4E58-AA70-2C31F926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782131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119ED5-EF0A-4898-AEB4-DA031A01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F10E6-FF66-4C1F-B28D-6F6B8016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8DBBA-A96D-4A8E-B36D-639DEAD6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C4876-1654-4C49-A8F3-68097495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90757-E770-493A-978B-F7C4F812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E5A0B-867A-4D37-B184-3A9FCFB0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D623D-D38B-4D8E-BD8F-E6062ED0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35B12-3460-42F7-81CD-881B9EDD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E7E8F-BB1E-4715-BFD7-48E77820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7A2EA-4EEB-424F-A824-E2B1EF8E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365DD-4AD4-44EC-957C-0863A05D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5B59B-A9D8-4EA1-AFAE-8AEE84B8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640918-8BA9-4722-B9DA-A19B8CFE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DED3C-883B-4A59-BA08-F5E4A4B7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6614AD-A95B-4A9B-80A6-0B625116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02A055-29B9-4AC8-B71B-E8AC1E66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94A7DA-8252-4D81-8445-92791362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E7B263-3062-49A8-9780-27E9586A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BDFBF9-7A6D-4E78-BBF0-6353949F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ABEBDA-6B1F-4972-B489-8DA60893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37D40-5912-4687-A3B8-580E8F0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320593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A8828-CDFD-459A-99B3-ED0FF915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8D64F-4985-44B8-9B91-6C3B776D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E2FD5-D14C-40A4-AF00-AB1A4F47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E5AE9-A24C-4120-9141-6AF0E2E5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9C531-3248-433D-B548-C4DAE3AA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77AAE-F950-404A-8420-D479298C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C138D-68AB-49B6-A8B3-7C044522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FE030-6788-46C9-97B0-006536BF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C15E8-D9DF-43B9-88E1-6B23F02E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2140B-E668-4F69-A4EC-9FBB3039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Convert 2.65 kg to grams and 3,750 ml to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6522E-561F-4E73-A38E-C6F30C52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4DA518-3341-42E4-AD9E-068DC573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1C4E9-B4F6-4AE7-9375-A2C91D2F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2,650 g and 3.75 litres.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829795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C0966-1903-46B8-97EE-8BBE82B5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E3D97-7987-40AF-BA78-4A8B0453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3EB63-809A-4AAE-BAE3-E38C4A80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209A6-74DB-4338-8FD8-865F758F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214A3-7977-4F50-BE8D-00A326B9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E53D9-CCF0-485A-90FD-87562E57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BA0A5-0BD4-453E-B8D2-54B1988B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2894F-425C-4A49-A18A-9802024F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B8917F-F7E9-430B-B15A-CF8B13B7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E721A-A146-4D08-9AB9-75369E53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48A7E1-692B-424D-A7E1-3C8A8280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6B5E8-C340-4A58-8A8F-49B71F92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F76C2-3596-4329-B5F0-14EB258D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2BB23-F2E4-42BA-9C97-ACDBC587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FF79E5-1034-4B56-ACAD-4E2FE452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613E5-59E7-48CD-A10B-B04351AA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4,375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E0E82-A86B-4FAF-9368-E3E01045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C8C9BA-AFB9-47CD-882A-8A3D60E5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296730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077A9-2EA4-4433-96E2-0404D3BF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614F0-2C01-4940-8C83-59D340EC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1900C-13C6-4EC6-9D7C-1ADBF99C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94616-7EBD-4869-8FE9-A64EBA2A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4E1CE-771E-4544-BC77-6875142B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5648B-77D1-4210-94FA-A0B71D3B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2838F-325F-477A-831D-565C8103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173DF-AF4A-47B3-B610-0B360E4B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F9ED3-431B-4090-ABEC-7498C99D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approximate imperial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73089-F32C-4D3E-A0A1-89434D4E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EF28F8-6414-4B46-9C96-125B85BF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89740-9CB2-4C89-BD68-A92FC477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C3727-520C-4738-8D7A-A4AEFC6C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823BD-BF23-4131-9454-FD21531F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AEB1F-2E9A-4158-8A81-517D009A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32D48E-BA91-4B2A-B54D-1CFE5152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BCADD-D59B-4FFB-8BD3-01949D76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8F570-44DE-49F4-936E-B9EFB515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8D59F-CC06-47E8-A8A3-9FB3733F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9EF3D1-0D6E-4858-9AB5-4CDEDA96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94E889-77D7-44BF-A7DA-4611BADA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D296BA-C8C1-4951-80F8-9F927C51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2120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2026-09-09T20:49:50.0920000Z</dcterms:created>
  <dcterms:modified xsi:type="dcterms:W3CDTF">2026-09-09T20:49:50.0920000Z</dcterms:modified>
</coreProperties>
</file>