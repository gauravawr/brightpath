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ae94ee3473466e" /><Relationship Type="http://schemas.openxmlformats.org/officeDocument/2006/relationships/extended-properties" Target="/docProps/app.xml" Id="R2f643bb28dbd443d" /><Relationship Type="http://schemas.openxmlformats.org/officeDocument/2006/relationships/officeDocument" Target="/ppt/presentation.xml" Id="Rdbba4a6a553c4a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c019362fdf4e91"/>
  </p:sldMasterIdLst>
  <p:notesMasterIdLst>
    <p:notesMasterId xmlns:r="http://schemas.openxmlformats.org/officeDocument/2006/relationships" r:id="Rbd1aa672ebfd448e"/>
  </p:notesMasterIdLst>
  <p:sldIdLst>
    <p:sldId xmlns:r="http://schemas.openxmlformats.org/officeDocument/2006/relationships" id="256" r:id="Rf0dfca580e8d449a"/>
    <p:sldId xmlns:r="http://schemas.openxmlformats.org/officeDocument/2006/relationships" id="257" r:id="R242e52dc1b4b4afa"/>
    <p:sldId xmlns:r="http://schemas.openxmlformats.org/officeDocument/2006/relationships" id="258" r:id="R77bd655161e34b9c"/>
    <p:sldId xmlns:r="http://schemas.openxmlformats.org/officeDocument/2006/relationships" id="259" r:id="R0854adf64fd84139"/>
    <p:sldId xmlns:r="http://schemas.openxmlformats.org/officeDocument/2006/relationships" id="260" r:id="R81783671e66c46a0"/>
    <p:sldId xmlns:r="http://schemas.openxmlformats.org/officeDocument/2006/relationships" id="261" r:id="Re26f033404704604"/>
    <p:sldId xmlns:r="http://schemas.openxmlformats.org/officeDocument/2006/relationships" id="262" r:id="R82cba9c9cab943f7"/>
    <p:sldId xmlns:r="http://schemas.openxmlformats.org/officeDocument/2006/relationships" id="263" r:id="R7a79c5947c7c428a"/>
    <p:sldId xmlns:r="http://schemas.openxmlformats.org/officeDocument/2006/relationships" id="264" r:id="R0bc358fb7b4c4fa8"/>
    <p:sldId xmlns:r="http://schemas.openxmlformats.org/officeDocument/2006/relationships" id="265" r:id="R3133c49d67284d9d"/>
    <p:sldId xmlns:r="http://schemas.openxmlformats.org/officeDocument/2006/relationships" id="266" r:id="R63ced8e823434e2a"/>
    <p:sldId xmlns:r="http://schemas.openxmlformats.org/officeDocument/2006/relationships" id="267" r:id="R0da51a14055440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a3cd40b5284541" /><Relationship Type="http://schemas.openxmlformats.org/officeDocument/2006/relationships/slideMaster" Target="/ppt/slideMasters/slideMaster1.xml" Id="R7ec019362fdf4e91" /><Relationship Type="http://schemas.openxmlformats.org/officeDocument/2006/relationships/notesMaster" Target="/ppt/notesMasters/notesMaster1.xml" Id="Rbd1aa672ebfd448e" /><Relationship Type="http://schemas.openxmlformats.org/officeDocument/2006/relationships/presProps" Target="/ppt/presProps.xml" Id="R50e57545f2774468" /><Relationship Type="http://schemas.openxmlformats.org/officeDocument/2006/relationships/tableStyles" Target="/ppt/tableStyles.xml" Id="R453f7210a7a0483c" /><Relationship Type="http://schemas.openxmlformats.org/officeDocument/2006/relationships/slide" Target="/ppt/slides/slide1.xml" Id="Rf0dfca580e8d449a" /><Relationship Type="http://schemas.openxmlformats.org/officeDocument/2006/relationships/slide" Target="/ppt/slides/slide2.xml" Id="R242e52dc1b4b4afa" /><Relationship Type="http://schemas.openxmlformats.org/officeDocument/2006/relationships/slide" Target="/ppt/slides/slide3.xml" Id="R77bd655161e34b9c" /><Relationship Type="http://schemas.openxmlformats.org/officeDocument/2006/relationships/slide" Target="/ppt/slides/slide4.xml" Id="R0854adf64fd84139" /><Relationship Type="http://schemas.openxmlformats.org/officeDocument/2006/relationships/slide" Target="/ppt/slides/slide5.xml" Id="R81783671e66c46a0" /><Relationship Type="http://schemas.openxmlformats.org/officeDocument/2006/relationships/slide" Target="/ppt/slides/slide6.xml" Id="Re26f033404704604" /><Relationship Type="http://schemas.openxmlformats.org/officeDocument/2006/relationships/slide" Target="/ppt/slides/slide7.xml" Id="R82cba9c9cab943f7" /><Relationship Type="http://schemas.openxmlformats.org/officeDocument/2006/relationships/slide" Target="/ppt/slides/slide8.xml" Id="R7a79c5947c7c428a" /><Relationship Type="http://schemas.openxmlformats.org/officeDocument/2006/relationships/slide" Target="/ppt/slides/slide9.xml" Id="R0bc358fb7b4c4fa8" /><Relationship Type="http://schemas.openxmlformats.org/officeDocument/2006/relationships/slide" Target="/ppt/slides/slide10.xml" Id="R3133c49d67284d9d" /><Relationship Type="http://schemas.openxmlformats.org/officeDocument/2006/relationships/slide" Target="/ppt/slides/slide11.xml" Id="R63ced8e823434e2a" /><Relationship Type="http://schemas.openxmlformats.org/officeDocument/2006/relationships/slide" Target="/ppt/slides/slide12.xml" Id="R0da51a14055440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7bf8aacc0243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ed4883e1144b60" /><Relationship Type="http://schemas.openxmlformats.org/officeDocument/2006/relationships/notesMaster" Target="/ppt/notesMasters/notesMaster1.xml" Id="R2a4592062d5e4e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b68c22c28b4b9a" /><Relationship Type="http://schemas.openxmlformats.org/officeDocument/2006/relationships/notesMaster" Target="/ppt/notesMasters/notesMaster1.xml" Id="Rd77582a742044a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0f39428dec4fbe" /><Relationship Type="http://schemas.openxmlformats.org/officeDocument/2006/relationships/notesMaster" Target="/ppt/notesMasters/notesMaster1.xml" Id="R375a20a942f948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44d416aae54a30" /><Relationship Type="http://schemas.openxmlformats.org/officeDocument/2006/relationships/notesMaster" Target="/ppt/notesMasters/notesMaster1.xml" Id="Rc46edfc4f03b45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24bb6a27bd4691" /><Relationship Type="http://schemas.openxmlformats.org/officeDocument/2006/relationships/notesMaster" Target="/ppt/notesMasters/notesMaster1.xml" Id="R8034d45659994c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192cdb4c2e4ee1" /><Relationship Type="http://schemas.openxmlformats.org/officeDocument/2006/relationships/notesMaster" Target="/ppt/notesMasters/notesMaster1.xml" Id="R4ad324fb51544e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5724de47594b1f" /><Relationship Type="http://schemas.openxmlformats.org/officeDocument/2006/relationships/notesMaster" Target="/ppt/notesMasters/notesMaster1.xml" Id="R68064f82c0e04e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167147a6d44fb8" /><Relationship Type="http://schemas.openxmlformats.org/officeDocument/2006/relationships/notesMaster" Target="/ppt/notesMasters/notesMaster1.xml" Id="R0432e59cfe9c4c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7e86f2ef0f4779" /><Relationship Type="http://schemas.openxmlformats.org/officeDocument/2006/relationships/notesMaster" Target="/ppt/notesMasters/notesMaster1.xml" Id="Rb1865471239d43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203ac79881476d" /><Relationship Type="http://schemas.openxmlformats.org/officeDocument/2006/relationships/notesMaster" Target="/ppt/notesMasters/notesMaster1.xml" Id="Red86a93f7ee949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02c6b3f93440b8" /><Relationship Type="http://schemas.openxmlformats.org/officeDocument/2006/relationships/notesMaster" Target="/ppt/notesMasters/notesMaster1.xml" Id="R0b88827186904e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ad5e99b9194c97" /><Relationship Type="http://schemas.openxmlformats.org/officeDocument/2006/relationships/notesMaster" Target="/ppt/notesMasters/notesMaster1.xml" Id="Rc78900b9c41442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Conversion charts, rulers, measuring jugs, scales, double number lines,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31 complete pieces, with 10 cm left. | Write the conversion fact and identify whether the unit becomes larger or smaller. | Use the size of the target unit to decide the direction, then check whether the numerical value should grow or shrink.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convert, metric, imperial, scale, decimal, equivalent.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About 48 km.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31 complete pieces, with 10 cm left.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the size of the target unit to decide the direction, then check whether the numerical value should grow or shrink.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31 complete pieces, with 10 cm left..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4,375 m..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2,650 g and 3.75 litres.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4,375 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4,375 m. | Use the size of the target unit to decide the direction, then check whether the numerical value should grow or shrink.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bf46513b04e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18582faa6149d2" /><Relationship Type="http://schemas.openxmlformats.org/officeDocument/2006/relationships/slideLayout" Target="/ppt/slideLayouts/slideLayout1.xml" Id="R06f906c5bea04e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f906c5bea04e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f11c673954558" /><Relationship Type="http://schemas.openxmlformats.org/officeDocument/2006/relationships/notesSlide" Target="/ppt/notesSlides/notesSlide1.xml" Id="R94edc15b04e746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41160736f4476" /><Relationship Type="http://schemas.openxmlformats.org/officeDocument/2006/relationships/notesSlide" Target="/ppt/notesSlides/notesSlide2.xml" Id="Rd6a37f90bcd54d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409786c884cc8" /><Relationship Type="http://schemas.openxmlformats.org/officeDocument/2006/relationships/notesSlide" Target="/ppt/notesSlides/notesSlide3.xml" Id="R065f0513006643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ef3d81c8f4595" /><Relationship Type="http://schemas.openxmlformats.org/officeDocument/2006/relationships/notesSlide" Target="/ppt/notesSlides/notesSlide4.xml" Id="R40b2a9bdbb014f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5759b6c204f52" /><Relationship Type="http://schemas.openxmlformats.org/officeDocument/2006/relationships/notesSlide" Target="/ppt/notesSlides/notesSlide5.xml" Id="R9c6f67e7888348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7002c76444959" /><Relationship Type="http://schemas.openxmlformats.org/officeDocument/2006/relationships/notesSlide" Target="/ppt/notesSlides/notesSlide6.xml" Id="R4022fc30527848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ee1e679bc448d" /><Relationship Type="http://schemas.openxmlformats.org/officeDocument/2006/relationships/image" Target="/ppt/media/image.png" Id="R1ac38102f8424c55" /><Relationship Type="http://schemas.openxmlformats.org/officeDocument/2006/relationships/notesSlide" Target="/ppt/notesSlides/notesSlide7.xml" Id="R481013130e0041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0c21ae6ea4e31" /><Relationship Type="http://schemas.openxmlformats.org/officeDocument/2006/relationships/notesSlide" Target="/ppt/notesSlides/notesSlide8.xml" Id="R31fd5b099ec441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48e2ab7b43ad" /><Relationship Type="http://schemas.openxmlformats.org/officeDocument/2006/relationships/notesSlide" Target="/ppt/notesSlides/notesSlide9.xml" Id="Rbc7c8dd8ecd84d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293d9245b432e" /><Relationship Type="http://schemas.openxmlformats.org/officeDocument/2006/relationships/notesSlide" Target="/ppt/notesSlides/notesSlide10.xml" Id="R7bcf5d2f051c4d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273d19ac44577" /><Relationship Type="http://schemas.openxmlformats.org/officeDocument/2006/relationships/notesSlide" Target="/ppt/notesSlides/notesSlide11.xml" Id="R9063690b4e314b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a4c12c1bc460c" /><Relationship Type="http://schemas.openxmlformats.org/officeDocument/2006/relationships/notesSlide" Target="/ppt/notesSlides/notesSlide12.xml" Id="Rc68c87b218b744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31DB3-7B6B-4F7A-8580-1D9E1191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16DF2-14E6-488E-A76F-A284855A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8F58F-E473-43F8-8A3E-6F561D68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D611D-553D-463E-977C-D0C15EBA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35CEA-ED88-4708-9594-D4DB57AB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49C5E-303E-4891-B6A3-CF4F605B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23C58-9E1B-4A5B-902B-25299A1B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C7A8E-F41E-4C77-A28E-DC067C56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98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common approximate conversions between imperial and metric units.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0958C-F387-458C-BEB0-A9706236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0D4D9-0E18-4B40-BDC8-DAD81833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Conversion charts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3CAFE-605D-43AB-8546-A3408E42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503791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45F4B-8712-4DA3-8C7B-B24CABF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606B5-C7E2-4AC1-AC7E-E5E395D4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DEABB-306E-48D4-9771-16F7DCC1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324F9-5A26-488E-8C3A-B5D9AF6F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B839F-3CCC-41AA-B5AC-DDC7EB93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B8200-DBD8-46AA-BF4C-ADF9EF39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2E36C-609D-4CD0-8ACC-0D6B8855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6A604-F9FA-483D-894D-D78776A0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16EA1-E9C0-4362-B6AB-0FF14E2E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36667-E6DE-47BA-A689-1D06A4EE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E0486-B312-4265-8647-A37ABD90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162C9-6C6D-4F37-B45C-F53BD30E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3495F-358B-4B93-B980-88A726A2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Convert between standard units using decimal notation and solve measure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23555-FBC2-43D8-8CB9-771BF034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847E7-7FD9-4B7D-8C53-8BCE1FD7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687CB-8B3B-49F8-9C3E-790BEFCA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48846-CB9A-448B-A7C9-DCAFAB35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12.5 m roll is cut into 40 cm pieces. How many complete pieces can be cut?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4FE52-5CCE-4D9F-B863-5CD3772C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8DBEA-09F8-4314-B5FC-E7B0DA34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7A1BD-5103-4105-B161-CEACBFF9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E2C22-40FB-4F6D-A056-52AA2DAF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Use 5 miles is about 8 km. Estimate 30 miles in kilometres.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85B1B-EEB6-42AD-B2B8-9C8D9DCE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7439249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F5C00-913D-4513-97A6-8C2D2EED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25470-BA34-4826-8ACE-7F32C699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D2F86-F594-402A-94A3-3509DAD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FCCDF-7FE9-49D4-8121-71D264A1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892E8-A6D7-4E45-BDD2-EECCA108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F5B95-8182-415C-863F-C4B59556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97074-3FC8-4092-9368-4EC0450D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90F14-10BB-4A17-A81A-3D110B37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3FCAC-36AA-4859-A2B1-0CE4CC50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48070-7C45-4DB4-AB1F-423859E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11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common approximate conversions between imperial and metric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74C85-31A9-4F8F-B75F-15BDD02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048D9-C259-4B0F-92B9-8FBC19C4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Write the conversion fact and identify whether the unit becomes larger or smaller.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BCB19-FFC6-47C0-8753-A67906F4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or divide by the correct scale factor.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C24E7-9095-488B-85EA-182E2FCD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Attach the unit and check the answer's size in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34833-72B7-4572-8770-F8C4B2FC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convert  |  metric  |  imperial  |  scale  |  decimal  |  equivalent</a:t>
            </a:r>
          </a:p>
        </p:txBody>
      </p:sp>
    </p:spTree>
    <p:extLst>
      <p:ext uri="{BB962C8B-B14F-4D97-AF65-F5344CB8AC3E}">
        <p14:creationId xmlns:p14="http://schemas.microsoft.com/office/powerpoint/2010/main" val="18336792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50408F-C7DF-4960-86CC-D358EF68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86CD7-8E75-4685-B6D9-FDFE421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52F75-39FE-480E-874D-C91D7EBB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9E54A-E6BF-4380-953A-05F02A3F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A5AE3-85C1-4674-88C7-E4F7A487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ADC32-410F-48DB-9F76-F1902B23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A3BC9-030A-40CA-95D8-34D0BD57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F4493-0744-4877-BE8D-94D19DE8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A59CB-1687-4A36-9D91-0E60E277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A84DC-1111-463F-88DB-7F8E38F1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5 miles is about 8 km. Estimate 30 miles in kilometres.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4BF07-014C-46DC-BCF4-34B1EA5B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7C2A0-7BA4-4CE3-8353-43B02F04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9D52F-4D48-42CD-B9D4-304755C3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 miles ≈ 8 km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443B1-A0F2-4566-8380-99300172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4B2BC-EC3C-4E6D-90CD-B4F229F2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1CFA4-C063-4ABC-AFD7-C89A1AD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30 miles is 6 groups of 5 miles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EEA31-8A9A-4C60-9758-E64C1CD0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5DA70-415B-4069-BAF7-A5FDF112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B75FC-EE04-4330-AA02-700721E2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 × 8 km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FBFDF-9994-4649-833D-93275D70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B9FA8-AF62-45F6-8A5D-B932F63E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03CAA-B29F-4DBB-B69D-A1C1B9B0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About 48 km</a:t>
            </a:r>
          </a:p>
        </p:txBody>
      </p:sp>
    </p:spTree>
    <p:extLst>
      <p:ext uri="{BB962C8B-B14F-4D97-AF65-F5344CB8AC3E}">
        <p14:creationId xmlns:p14="http://schemas.microsoft.com/office/powerpoint/2010/main" val="10991741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1ADCE-C226-4D81-BDB9-E4129C53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AD253-FEFB-4DD2-9967-F0FCC86D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AED96-7DF5-42EA-AFD4-F561FFCC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24656-D778-4C64-A2E9-32735B7E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734AB-7C87-4B8F-87D5-F89941A2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20276-3B7F-48FB-A323-40864DAC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1D89E-8CE8-46AF-BC43-7E3CCECF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D9526-7253-445A-8740-7D9F9B22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E66C6-D34E-4C8A-9E47-F1495FCB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8EB3E-9408-4AAF-99B8-882A3319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F78E9-969B-4250-9DD6-FAEACF57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About 48 km.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1B645-0887-4E59-8904-07E8471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41FDB-B4A1-4B33-B6CE-8BAA5DD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Attach the unit and check the answer's size in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2FBD5-07D0-4843-BA4E-C36EB6F7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9986741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82D08-B99D-4F78-86C7-CB78C23D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96E5F-ABC2-4EB4-9CAB-45EEFB43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868BE-EF5C-4C0B-9CFA-3426A12B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8AA83-8193-4B08-A3DF-BAC7FBB3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EC0BA-7F17-4372-86B6-ED5C90A5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F2BD9-4888-4FC0-BD98-6CB4538B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77C53-5A16-4AA3-8E6F-AC5135AE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B1E43-34D1-4A5A-A2C9-7BE836AF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5F7B4-86E1-4325-ABBF-8EFD53D3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D603E-5D07-425D-80F1-443343B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12.5 m roll is cut into 40 cm pieces. How many complete pieces can be cut?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0A6A4-B3F6-4D50-A9C5-24A654E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018F8-206A-4503-BD5F-D25EC427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39D52-87F3-4605-BC5F-86B150D7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96BE8-D89A-449E-A886-07AEDEB1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162E6-9F64-47B2-B803-E92F1D44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31 complete pieces, with 10 cm left.</a:t>
            </a:r>
          </a:p>
        </p:txBody>
      </p:sp>
    </p:spTree>
    <p:extLst>
      <p:ext uri="{BB962C8B-B14F-4D97-AF65-F5344CB8AC3E}">
        <p14:creationId xmlns:p14="http://schemas.microsoft.com/office/powerpoint/2010/main" val="7597212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1F3A5-64EF-4F69-8CCA-238E5AF9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08697-D06C-4605-AF7B-52978966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13347-6C16-4FA5-A7A3-546D66D6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382EB-BC9B-42FF-9180-6B0AC179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600C8-7F3B-4659-A8F5-83503F88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0BBD6-FC47-4445-8971-06FD83CF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849E3-DF54-45A4-A760-F4EDDBA2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86D0F-5019-4E45-941F-2A008A8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CBA78-E3E9-4139-9180-D03A42EF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38102f8424c55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54661-49B7-4840-87AC-0894861D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0C0D7-E478-4C06-A9FD-2DEDCDD7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multiplies whenever converting, regardless of the direction between units.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DA074-51B1-4DDF-BC51-7BDCC509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B382D-3E56-429D-AE99-CB126CAF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4DADA-4FD0-4D79-9AAC-4F9D9FFF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the size of the target unit to decide the direction, then check whether the numerical value should grow or shrink.</a:t>
            </a:r>
          </a:p>
        </p:txBody>
      </p:sp>
    </p:spTree>
    <p:extLst>
      <p:ext uri="{BB962C8B-B14F-4D97-AF65-F5344CB8AC3E}">
        <p14:creationId xmlns:p14="http://schemas.microsoft.com/office/powerpoint/2010/main" val="196921020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DA4B2E-760C-4F73-AC18-3B3201CC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6360D-7100-4A4B-9B72-104482DB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01CBD-67DD-4C97-A224-58EF50D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40334-B703-4646-80E9-A5F70041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CC611-A445-4904-8AC9-F5389D4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40707-AD21-4D6A-B5E6-6B721C98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27C1E-F694-45AA-ACE6-796C8284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3B75F-9E96-40A5-8B7A-D08C460B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E2E2D-46DD-4FA6-AFB4-C3EA9827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7C257-756D-4E61-A9CC-6EC1CFFC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EF0A1-95B5-4560-B22E-0A6C5603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DD438-C931-41C5-8469-BBA639D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1DFF4-CC04-4E17-AAFB-FC52267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12.5 m roll is cut into 40 cm pieces. How many complete pieces can be cut?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94F83-3FDD-4D85-85F3-FE550F0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B0433-43D0-4F0C-BF7F-E3CC9055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98586-B404-495D-8F95-98E4D0F0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4B128-549C-4782-8DE4-2EE99633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8D0DE-2A20-4A08-946B-9D768EE7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5AF5C-EEC5-4CD5-B514-7061505C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73ECD-B90B-4E93-9156-A0575243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8D27C-20BE-40F2-9157-FE9C3316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31 complete pieces, with 10 cm left.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7AF54-F56A-4757-9934-65501207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5652239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122B4-AA66-409B-A36C-F79CD6FE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D0CC4-99DA-4D45-A5DF-523A4020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178D5-E278-4B2E-8989-B90CEB15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C533F-2974-4393-9071-D722BBFC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F7D3A-6338-43A1-AC0B-02B76200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7B716-F391-4706-BDBD-7ABD9D2C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3F4E7-5A71-4744-ABF3-82960BC2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C7E3F-3C83-4CF7-B06F-EC508C48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84537-BC22-4ECA-9BD8-4FFB87E9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82AB5-90DB-4F82-9F78-BD5F3F96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2748E-FE4F-4833-B8DB-38966FF0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E84EB-6A0A-42BB-BAE5-C529830A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E1BAF-ECC4-43D1-9418-8CA7138B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4.375 km to metres.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2BBCB-AAFC-4679-A9F6-E5C9EF7C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75C57-55E4-4F9A-8AE4-C63F209F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63FF6-E15A-477D-ABE0-FCBAA1C8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032D1-2EE7-4C3C-B11F-700887B6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E2A9D-DB88-4404-B8C8-85B7E34D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1011F-2997-475B-9910-26505007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97018-6009-421B-B2A5-9CA53697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C34D3-8DDA-4E07-B0F7-52370260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2282634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412C4-D663-4B88-9CAE-ADECE584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CD7F-870C-474F-A5F4-AE427385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A6825-24A0-4412-A9FD-A1A7F78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485F1-7E15-4EE9-B862-4B6D6C72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198E9-24AA-459E-B3F1-8BB4561A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F39B6-175A-4F7B-98F4-09B9D49B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97742-FDB1-44F5-B653-A90A3EF8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02502-19AE-458A-9B06-4A2F4367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B9383-5081-4300-97F4-2B28E971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11286-1B75-4DC8-AA43-39F1287A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Convert 2.65 kg to grams and 3,750 ml to litres.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74D62-9844-4B5B-B863-98B9DBA9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64200-FEB3-4FCB-B011-BEFEA2C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B572F-066D-4EF0-97A8-241EA864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2,650 g and 3.75 litres.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3893665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DC57F-E03E-41BE-B4F4-F046786A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35B89-605A-4DF6-99A8-92A23895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0C422-6BE9-4E36-A35D-E57E2C73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1ECAB-249A-4171-966C-2AE7E852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96F59-A95D-4191-8FD5-6088C72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23BEE-BA26-4F35-81BB-852DE7A3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6519C-88B7-4A5B-A661-B33BB43D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CE5CF-EB1C-4BD0-8961-AA7E6F5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1D8B7-E9DF-490F-A3B0-6ACA98ED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F419A-18AC-4143-B4F1-ED1C1371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22705-2A74-4135-8539-2C33582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01A4B-55A2-4C69-941E-8FA7C2DD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4.375 km to metres.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99A13-27F7-4AD1-BFAA-745BF1CA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DE77C-2B5C-42F9-93E3-826D6253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52445-D676-4BEF-B7F2-06230F8D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2DA59-CF66-4F63-927B-CF4D7D92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4,375 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8DD36-FB69-4E83-89CB-A6308B1D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3EF89-FDC3-43A3-A60C-97581840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1234468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5FBEE-AFCD-48D0-A4E4-42F070CD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1B7E0-7FEA-4AC9-A931-C4AC0591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08413-CB1A-40F2-B0E6-B2F44104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2089F-9D46-4898-B35E-B26127F5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2E346-2422-4AD8-A802-1E2C44E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515BA-B913-4F50-B4E8-F30343D8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B40F3-8612-475B-B96F-6F5C293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FFE25-AC7A-43EE-8129-836E51B6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3492B-7FB8-490E-924B-3B30A2A5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approximate imperial conversions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74D4E-2DDE-4948-9A3D-B18C508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2C8A2-ED2F-4E1C-9529-DE29C03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1CC09-0D37-4FEB-8B72-1C84851C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6B525-0465-490B-BD22-F3ED8628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Convert 4.375 km to metres.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93CFD-F2C9-499C-93FB-671D0914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D2DCF-E60C-4AA8-817F-EC3BC045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2B7D7-8FDD-4C92-8594-CC197A8B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1C5D3-6D6E-4A10-878A-B9B2BEE0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multiplies whenever converting, regardless of the direction between units.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651C9-240F-4E93-8471-B8E76C14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BBCC4-6365-414E-8F6E-BD7DD480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42793-692A-4629-9B07-F3DA02A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6CC09-DC96-4A01-A3E3-F0D8BEC3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A007F-3D70-44B5-A6B4-661A54A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1464819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2026-09-09T22:13:44.3230000Z</dcterms:created>
  <dcterms:modified xsi:type="dcterms:W3CDTF">2026-09-09T22:13:44.3230000Z</dcterms:modified>
</coreProperties>
</file>