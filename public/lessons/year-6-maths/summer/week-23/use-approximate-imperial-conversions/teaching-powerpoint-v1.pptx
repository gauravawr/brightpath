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Use approximate imperial conversions.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approximate imperial conversions.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34D749FE-B93E-4239-AEC3-3B4CCEAB11E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BBAE039-EDF9-4070-8B0F-5597F2708F21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6F7655A-4CE2-480C-A560-32C738C2700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3703D59-EB2A-4482-A481-CCE63324911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13F76C3-AF51-4BBA-ACBD-EFBE75131CE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17FB502-90FA-4565-B05B-07BE459925E0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use common approximate conversions between imperial and metric units.</a:t>
            </a:r>
          </a:p>
        </p:txBody>
      </p:sp>
    </p:spTree>
    <p:extLst>
      <p:ext uri="{BB962C8B-B14F-4D97-AF65-F5344CB8AC3E}">
        <p14:creationId xmlns:p14="http://schemas.microsoft.com/office/powerpoint/2010/main" val="1986581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5EBC828F-4318-4A76-AA8B-4E6EE31EC15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9FE051E-B13D-4FE2-8359-5D603EB40E5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 corresponds to 8 km, what corresponds to 30?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A0ECC93-C8AA-40F3-8046-7B3A1572940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835AD67-BAA2-4E56-B31F-3A38CF19B0E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0091828-42A6-441E-BBEB-D1C0F6E0CDD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6295FA7-2D2D-48DA-9C57-2E660D17C940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89D4B43-5B99-41F9-8A5E-81D996A1AC5D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C41650A-B395-4A62-B94E-AB5B0EDCE3AA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8CECEE4-D3A3-415F-B7BB-C8B13ACE9F15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0876354-957B-4F15-82E9-0E460D12EB35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1CAB982-D956-453A-BC35-EF54309DBCEF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1.6 km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E00774A-BE83-4692-8574-CFBED4FE0252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1BDF74C-A14A-4F8E-A2B3-1F2F9996AABE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328AE7A-2A1B-41E5-89D3-CEEA2C2158CE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 km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FCD50D8-71CB-437A-9F0E-EC62E9EB125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5, then × 30</a:t>
            </a:r>
          </a:p>
        </p:txBody>
      </p:sp>
    </p:spTree>
    <p:extLst>
      <p:ext uri="{BB962C8B-B14F-4D97-AF65-F5344CB8AC3E}">
        <p14:creationId xmlns:p14="http://schemas.microsoft.com/office/powerpoint/2010/main" val="72595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D801C096-A37C-41B4-AE9B-1AC8B21C542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720EE04-D64A-4A50-944C-3B806BCAAA6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D6E1CD9-992C-495B-B091-A80A5A5D65D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 corresponds to 8 km, what corresponds to 35?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BA283EC-F317-41E8-A6C0-100AF9F271E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70651C8-C0D5-4908-9B01-106BDB25431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1BD3452-EB89-4913-8C55-C92B1C1151C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83017A7-71B9-416D-8E07-AE7A614E3AC6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6F773FE-6E80-4FD2-B3F2-B714A3D18C2C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33CDC12-45C8-438F-BF02-51842E9F65FA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C83862B-F128-4266-A481-4B05C14A9043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FBF9460-2088-4895-8FE2-CB5240D3E2E0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D89AEDC-A8A4-436C-9329-3D344C3C8F0D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1.6 km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58F954B-3751-4768-879B-443A2E5E5767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4C539D2-1AB8-4B4E-ADF8-5D9ADD5D6945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50E875F-953A-4701-86FE-21975EA2B24B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56 km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0137D9E-577E-48FE-BD3C-0B8FA27F445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5, then × 35</a:t>
            </a:r>
          </a:p>
        </p:txBody>
      </p:sp>
    </p:spTree>
    <p:extLst>
      <p:ext uri="{BB962C8B-B14F-4D97-AF65-F5344CB8AC3E}">
        <p14:creationId xmlns:p14="http://schemas.microsoft.com/office/powerpoint/2010/main" val="72388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E25D84BE-5955-46A3-B49E-4D3015C824A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B488F9F-5C5C-4345-8C48-63D6048D8B9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 corresponds to 8 km, what corresponds to 40?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028BBAB-46A4-442D-8FB0-4FB45F63E0B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0306B41-17D2-48A3-8A9A-4AF773A5917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9FFED59-BFC7-4813-BA77-2C1620A06AE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DF6EE17-CB2F-4C72-B2EA-53A3B976A4BD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5CA52DF-929A-4CE7-A318-57692AD259E4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7DDDE31-49DF-4FFD-96FB-1276E7FAEA24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9566823-E09F-49C3-8706-213A9B4BD60E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C41D88A-1B35-4ED7-8822-132140BD07C6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C968878-598A-4EDD-BB6A-B4B9C101787D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1.6 km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85BC253-5A7F-432D-928B-DF353009423B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19CE4B0-85F4-4D13-B75F-0F968B532C34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9E98FB4-7F20-48DC-B74B-2533EFEB0EB0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64 km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FC9141E-592A-4B55-A7F5-5D9919C7FFB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5, then × 40</a:t>
            </a:r>
          </a:p>
        </p:txBody>
      </p:sp>
    </p:spTree>
    <p:extLst>
      <p:ext uri="{BB962C8B-B14F-4D97-AF65-F5344CB8AC3E}">
        <p14:creationId xmlns:p14="http://schemas.microsoft.com/office/powerpoint/2010/main" val="150021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D446F8FB-4B12-4FFF-B7C7-973BC8FF02E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1D2863C-7EAB-40D0-897F-43B3D6997FA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AB91127-01D4-4EA5-A8D9-ADE6F22435C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 corresponds to 8 km, what corresponds to 45?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592472F-FA8B-4026-843F-9BE6064CC86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7A597B4-F2FB-46B2-9FBA-3C5AD18C5A1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4BA05F4-33C3-4FD7-9C86-C998D73CC80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FED26C8-138A-4434-BDDF-505F86977B4B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FBDEC98-467B-42BF-BEE1-28E5FD52EBBC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9D618B4-7A3B-4DC7-8443-7F5E4B1EA746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29E0123-8F06-4AED-A1AE-EE3EA6E6BAA0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0BFC8D8-A81C-4274-A0F7-593A436D7350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B1736EB-EFEF-4B70-A537-3C12ED4E71C1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1.6 km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DF46F66-F001-471D-9938-13C8D4CF95D2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7927093-B2F5-4374-A1DD-8F7F037C5CF3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718354E-AED0-4163-9BCB-5F90FB649970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72 km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EC8AB1A-76A9-4C39-840B-2E31AF0DF6F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5, then × 45</a:t>
            </a:r>
          </a:p>
        </p:txBody>
      </p:sp>
    </p:spTree>
    <p:extLst>
      <p:ext uri="{BB962C8B-B14F-4D97-AF65-F5344CB8AC3E}">
        <p14:creationId xmlns:p14="http://schemas.microsoft.com/office/powerpoint/2010/main" val="1740063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F71BFBC1-3AEC-42AF-8D02-E4E2D0BE4F7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CA2330B-2F1D-4166-8FE4-84501A752A6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846DF53-E9BE-4529-9D52-C153A24B987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BBF2417-18A7-4269-A81C-72532CF5172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25A364E-846F-494C-A28D-91688C0E522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88660CC-D9E6-4C5F-8E65-A549DBE3E3C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B08E6FB-9DAC-47AD-8646-BF2F4DEAC00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9954ECA-0381-4458-9756-85D442A8BC6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93E15BA-D15B-46A2-B258-8A587375046E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8AE6A75-BA59-4F70-A7DB-E9B39EF387B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DA003E3-C246-41FF-ABBB-72B17A10139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2F9BD44-1420-4627-950D-F751BA3C289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D8894B2-1412-4593-9C34-AE756A0C477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4F35206-E335-4B2A-B764-3569D77852F6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Use 5 miles is about 8 km. Estimate 30 miles in kilometres.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5AB7AC9-49A4-4ED7-B931-901715D982B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8D3439D-82E5-458F-8C64-BB85BF40C176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12.5 m roll is cut into 40 cm pieces. How many complete pieces can be cut?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71820DC-45F4-4A37-8C5F-5D558C14B20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AB73C37-A088-46FA-B52A-F935DD870488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Convert 4.375 km to metres.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36E9A03-4881-4CA7-80D7-C2022DB6DC77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62FDF85-971B-4035-91CD-7F9E763C9818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Convert 2.65 kg to grams and 3,750 ml to litres.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6DA42F9-EBE4-4E88-896E-C16641DD128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094EC24-E9C2-4BBC-A0F5-46F617AFDDE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multiplies whenever converting, regardless of the direction between units.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A773614-9A42-4E73-954D-2A665A082B95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77DDBDA-6A88-43FA-9190-04414DFD25C2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2412E63-5AAB-4AB9-A178-8F195E69423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0B80BBB-A02F-4B30-976F-8B010AA6036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Convert 4.375 km to metres.</a:t>
            </a:r>
          </a:p>
        </p:txBody>
      </p:sp>
    </p:spTree>
    <p:extLst>
      <p:ext uri="{BB962C8B-B14F-4D97-AF65-F5344CB8AC3E}">
        <p14:creationId xmlns:p14="http://schemas.microsoft.com/office/powerpoint/2010/main" val="80572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679B0DE1-5F74-4831-ACBA-F15FE29BD6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6774014-87A0-448E-84DC-2E659F0494A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6DC68E4-6699-46E2-B0E1-AAFA3FABE4F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D56333A-4326-4D17-9B85-B57FDC8372F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approximate imperial conversions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0A9F5A0-F42F-42A7-BCB4-BF14E4EFAD4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BBC4934-D4D6-4A63-9B32-1BDADF88F6B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42BB01B-8C32-4FB8-9EFE-181C7945477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About 48 km.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7EA0141-9BEA-4501-A998-A1D8E523B3B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5AB7E71-C6BF-44CE-B87F-5F01F6F221A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6791A5F-4B55-4AC1-8A9F-23291357CFB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59864A8-9AFD-45E4-BB64-47E0BE2AB74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4,375 m.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FEB08F6-EB55-4CD6-AFDA-F7D5F6A8E9F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DADE1A8-4D69-4EC0-B4C8-1D5D2BE9C4A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About 48 km.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225C3F5-F4D8-4D56-962D-E3F9A7464C2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6BF9440-8D4A-4026-A7C1-CE59D46B8FF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31 complete pieces, with 10 cm left.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95A173D-1527-4D88-A7D7-A93DB3370C51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45225AE-B145-45FD-9C09-E7DAE1536A45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4,375 m.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1454D81-A72D-4F8E-BA35-C548BAEA726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F2C2BB3-1DA9-4784-941C-296FEE6E346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2,650 g and 3.75 litres.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43A2809-8DE9-430A-92C1-CBBD9B6EFE1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6B4AD19-DCF2-43EC-8212-47B5471FB11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7C5043F-AB14-4B19-A7C7-3AC3188BBC7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FD608C6-4227-4118-AFD9-CC73029FAAE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AFA81B8-14D9-4DE6-8B86-5A3F2A89AFF3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C8BF6DB-EDFB-429B-AECA-6393F65AA3A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61912189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967</Words>
  <Application>Microsoft Office PowerPoint</Application>
  <DocSecurity>0</DocSecurity>
  <PresentationFormat>Custom</PresentationFormat>
  <Paragraphs>126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2026-09-14T13:14:35Z</dcterms:created>
  <dcterms:modified xsi:type="dcterms:W3CDTF">2026-09-14T13:17:31Z</dcterms:modified>
</cp:coreProperties>
</file>