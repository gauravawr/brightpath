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caa79e56564cbf" /><Relationship Type="http://schemas.openxmlformats.org/officeDocument/2006/relationships/extended-properties" Target="/docProps/app.xml" Id="Rd91e62d2020e4088" /><Relationship Type="http://schemas.openxmlformats.org/officeDocument/2006/relationships/officeDocument" Target="/ppt/presentation.xml" Id="R31d726d2c3014c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28b9f545824567"/>
  </p:sldMasterIdLst>
  <p:notesMasterIdLst>
    <p:notesMasterId xmlns:r="http://schemas.openxmlformats.org/officeDocument/2006/relationships" r:id="Rbe044c441fe146a1"/>
  </p:notesMasterIdLst>
  <p:sldIdLst>
    <p:sldId xmlns:r="http://schemas.openxmlformats.org/officeDocument/2006/relationships" id="256" r:id="R488c262f268f480b"/>
    <p:sldId xmlns:r="http://schemas.openxmlformats.org/officeDocument/2006/relationships" id="257" r:id="Rabe23377057344be"/>
    <p:sldId xmlns:r="http://schemas.openxmlformats.org/officeDocument/2006/relationships" id="258" r:id="Rc19386375ccf4b02"/>
    <p:sldId xmlns:r="http://schemas.openxmlformats.org/officeDocument/2006/relationships" id="259" r:id="R54d35ea7b184487e"/>
    <p:sldId xmlns:r="http://schemas.openxmlformats.org/officeDocument/2006/relationships" id="260" r:id="R47944d6c0b8a4fae"/>
    <p:sldId xmlns:r="http://schemas.openxmlformats.org/officeDocument/2006/relationships" id="261" r:id="R7f82b73e84ff40c1"/>
    <p:sldId xmlns:r="http://schemas.openxmlformats.org/officeDocument/2006/relationships" id="262" r:id="Rbfcc957c625840a0"/>
    <p:sldId xmlns:r="http://schemas.openxmlformats.org/officeDocument/2006/relationships" id="263" r:id="R079c9ba0ca2b430f"/>
    <p:sldId xmlns:r="http://schemas.openxmlformats.org/officeDocument/2006/relationships" id="264" r:id="Rd4bf7ba5667a4bf8"/>
    <p:sldId xmlns:r="http://schemas.openxmlformats.org/officeDocument/2006/relationships" id="265" r:id="Rcb62ee0d0b564a42"/>
    <p:sldId xmlns:r="http://schemas.openxmlformats.org/officeDocument/2006/relationships" id="266" r:id="R16ec88ebe8d941a6"/>
    <p:sldId xmlns:r="http://schemas.openxmlformats.org/officeDocument/2006/relationships" id="267" r:id="R4162f62df44b416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93079931964932" /><Relationship Type="http://schemas.openxmlformats.org/officeDocument/2006/relationships/slideMaster" Target="/ppt/slideMasters/slideMaster1.xml" Id="R3d28b9f545824567" /><Relationship Type="http://schemas.openxmlformats.org/officeDocument/2006/relationships/notesMaster" Target="/ppt/notesMasters/notesMaster1.xml" Id="Rbe044c441fe146a1" /><Relationship Type="http://schemas.openxmlformats.org/officeDocument/2006/relationships/presProps" Target="/ppt/presProps.xml" Id="R6ee044e0a55649f6" /><Relationship Type="http://schemas.openxmlformats.org/officeDocument/2006/relationships/tableStyles" Target="/ppt/tableStyles.xml" Id="R9ce1d56b0faa4f6f" /><Relationship Type="http://schemas.openxmlformats.org/officeDocument/2006/relationships/slide" Target="/ppt/slides/slide1.xml" Id="R488c262f268f480b" /><Relationship Type="http://schemas.openxmlformats.org/officeDocument/2006/relationships/slide" Target="/ppt/slides/slide2.xml" Id="Rabe23377057344be" /><Relationship Type="http://schemas.openxmlformats.org/officeDocument/2006/relationships/slide" Target="/ppt/slides/slide3.xml" Id="Rc19386375ccf4b02" /><Relationship Type="http://schemas.openxmlformats.org/officeDocument/2006/relationships/slide" Target="/ppt/slides/slide4.xml" Id="R54d35ea7b184487e" /><Relationship Type="http://schemas.openxmlformats.org/officeDocument/2006/relationships/slide" Target="/ppt/slides/slide5.xml" Id="R47944d6c0b8a4fae" /><Relationship Type="http://schemas.openxmlformats.org/officeDocument/2006/relationships/slide" Target="/ppt/slides/slide6.xml" Id="R7f82b73e84ff40c1" /><Relationship Type="http://schemas.openxmlformats.org/officeDocument/2006/relationships/slide" Target="/ppt/slides/slide7.xml" Id="Rbfcc957c625840a0" /><Relationship Type="http://schemas.openxmlformats.org/officeDocument/2006/relationships/slide" Target="/ppt/slides/slide8.xml" Id="R079c9ba0ca2b430f" /><Relationship Type="http://schemas.openxmlformats.org/officeDocument/2006/relationships/slide" Target="/ppt/slides/slide9.xml" Id="Rd4bf7ba5667a4bf8" /><Relationship Type="http://schemas.openxmlformats.org/officeDocument/2006/relationships/slide" Target="/ppt/slides/slide10.xml" Id="Rcb62ee0d0b564a42" /><Relationship Type="http://schemas.openxmlformats.org/officeDocument/2006/relationships/slide" Target="/ppt/slides/slide11.xml" Id="R16ec88ebe8d941a6" /><Relationship Type="http://schemas.openxmlformats.org/officeDocument/2006/relationships/slide" Target="/ppt/slides/slide12.xml" Id="R4162f62df44b41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0a83c8e5984b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397df3171a4ed4" /><Relationship Type="http://schemas.openxmlformats.org/officeDocument/2006/relationships/notesMaster" Target="/ppt/notesMasters/notesMaster1.xml" Id="R6392e875f0ce42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5589bb312e4bb0" /><Relationship Type="http://schemas.openxmlformats.org/officeDocument/2006/relationships/notesMaster" Target="/ppt/notesMasters/notesMaster1.xml" Id="R5105ffb0a8964c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4fbf84d43f940f8" /><Relationship Type="http://schemas.openxmlformats.org/officeDocument/2006/relationships/notesMaster" Target="/ppt/notesMasters/notesMaster1.xml" Id="Re24814bf2a6a4b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f6ea85e3004c76" /><Relationship Type="http://schemas.openxmlformats.org/officeDocument/2006/relationships/notesMaster" Target="/ppt/notesMasters/notesMaster1.xml" Id="Rdc6b30719f2941c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a15ad178cf4468a" /><Relationship Type="http://schemas.openxmlformats.org/officeDocument/2006/relationships/notesMaster" Target="/ppt/notesMasters/notesMaster1.xml" Id="R62b642bd20c54e9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6ca98d6e684c83" /><Relationship Type="http://schemas.openxmlformats.org/officeDocument/2006/relationships/notesMaster" Target="/ppt/notesMasters/notesMaster1.xml" Id="R26f7ec716e7e48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67fdfe8eec24caf" /><Relationship Type="http://schemas.openxmlformats.org/officeDocument/2006/relationships/notesMaster" Target="/ppt/notesMasters/notesMaster1.xml" Id="R6f02399da97e4a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255ad7622f4e56" /><Relationship Type="http://schemas.openxmlformats.org/officeDocument/2006/relationships/notesMaster" Target="/ppt/notesMasters/notesMaster1.xml" Id="R84be27a174d140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9df8fe2f40f45e4" /><Relationship Type="http://schemas.openxmlformats.org/officeDocument/2006/relationships/notesMaster" Target="/ppt/notesMasters/notesMaster1.xml" Id="Rc6959309ace8470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e72122c357247eb" /><Relationship Type="http://schemas.openxmlformats.org/officeDocument/2006/relationships/notesMaster" Target="/ppt/notesMasters/notesMaster1.xml" Id="R5066e02d409e487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e06928eba847a4" /><Relationship Type="http://schemas.openxmlformats.org/officeDocument/2006/relationships/notesMaster" Target="/ppt/notesMasters/notesMaster1.xml" Id="R04ed810198fb4d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d6893cb1b0d41e7" /><Relationship Type="http://schemas.openxmlformats.org/officeDocument/2006/relationships/notesMaster" Target="/ppt/notesMasters/notesMaster1.xml" Id="R0e19c3be1e264d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Conversion charts, rulers, measuring jugs, scales, double number lines,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0.845 m. | Write the conversion fact and identify whether the unit becomes larger or smaller. |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convert, metric, imperial, scale, decimal, equivalent.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2,650 g and 3.75 litres.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0.845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0.845 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About 48 km..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31 complete pieces, with 10 cm left.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About 48 km.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About 48 km. | Use the size of the target unit to decide the direction, then check whether the numerical value should grow or shrink.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ce7b4d149b40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b073dc041f4db8" /><Relationship Type="http://schemas.openxmlformats.org/officeDocument/2006/relationships/slideLayout" Target="/ppt/slideLayouts/slideLayout1.xml" Id="R1df7becb2c3043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f7becb2c3043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00def9939546bd" /><Relationship Type="http://schemas.openxmlformats.org/officeDocument/2006/relationships/notesSlide" Target="/ppt/notesSlides/notesSlide1.xml" Id="R869703eaaae643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53679d528f457d" /><Relationship Type="http://schemas.openxmlformats.org/officeDocument/2006/relationships/notesSlide" Target="/ppt/notesSlides/notesSlide2.xml" Id="Rc8474f50cf6946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316bb348814d7b" /><Relationship Type="http://schemas.openxmlformats.org/officeDocument/2006/relationships/notesSlide" Target="/ppt/notesSlides/notesSlide3.xml" Id="R9b4d35a05d0046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3da8df7dc4f6c" /><Relationship Type="http://schemas.openxmlformats.org/officeDocument/2006/relationships/notesSlide" Target="/ppt/notesSlides/notesSlide4.xml" Id="R1fb908f8e13940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e23f7f395d4907" /><Relationship Type="http://schemas.openxmlformats.org/officeDocument/2006/relationships/notesSlide" Target="/ppt/notesSlides/notesSlide5.xml" Id="Rd32814afe4ad4e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428654e4846f8" /><Relationship Type="http://schemas.openxmlformats.org/officeDocument/2006/relationships/notesSlide" Target="/ppt/notesSlides/notesSlide6.xml" Id="Rc61e81059f604fc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af4c2a1ce54fec" /><Relationship Type="http://schemas.openxmlformats.org/officeDocument/2006/relationships/image" Target="/ppt/media/image.png" Id="R8b0dc90fcaa944e0" /><Relationship Type="http://schemas.openxmlformats.org/officeDocument/2006/relationships/notesSlide" Target="/ppt/notesSlides/notesSlide7.xml" Id="Rea21ef4b47c149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6778699dcc48c6" /><Relationship Type="http://schemas.openxmlformats.org/officeDocument/2006/relationships/notesSlide" Target="/ppt/notesSlides/notesSlide8.xml" Id="R2c5aefffa8b345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af90df0154625" /><Relationship Type="http://schemas.openxmlformats.org/officeDocument/2006/relationships/notesSlide" Target="/ppt/notesSlides/notesSlide9.xml" Id="Rf30de07a947d404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75bcb5da64ff2" /><Relationship Type="http://schemas.openxmlformats.org/officeDocument/2006/relationships/notesSlide" Target="/ppt/notesSlides/notesSlide10.xml" Id="Rb4dcc6db4cc44e5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6d62c4a1e2471a" /><Relationship Type="http://schemas.openxmlformats.org/officeDocument/2006/relationships/notesSlide" Target="/ppt/notesSlides/notesSlide11.xml" Id="Rc31456c05e3644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2701df4594878" /><Relationship Type="http://schemas.openxmlformats.org/officeDocument/2006/relationships/notesSlide" Target="/ppt/notesSlides/notesSlide12.xml" Id="Rc37b7b780528464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A6403D-F596-4846-AAE5-A9BA4549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ACD93A-55C5-4CC4-AEB6-5470ACC1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DE0D0F-BF98-49A3-BA8E-5DC6AE52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0F1F39-3A6B-4C29-886A-ECE899AB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EAAA9-E957-479C-B44A-0EBE8A91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BC4A42-E556-4989-AF37-B6C032C8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EA9785-1B28-4EB9-A05F-4A2139A41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0F4661-598F-458A-AD65-FB99A8DA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convert between grams, kilograms, millilitres and litres.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F9BBDF-3E86-4C0B-938E-61B4A5EE8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98320F-D2E3-40F6-9D33-CDAFC002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Conversion charts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2A8B55-81F9-406E-B61F-3A65FEAB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078854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73A97F-CEB0-4A71-AAD1-6C3548CD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9C47BD-58E9-4A0F-A7B4-DFDC2ED6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B5F57E-D6FB-4DA9-BD1F-B0EEE292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910864-EBFC-4CD3-90B2-D73FFCAF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4F70F5-1FEF-48AF-B876-7CB9771F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C0EE31-0836-4C24-A393-49A529F35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0F173-7208-47AD-BFB1-BC749D690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8F3710-C9DE-4434-864F-2F7F969F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8A8E5B-0749-43EF-85D9-41C4C5B7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43C8E7-A76F-4492-AC5A-85AC71C3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B9A7AE-EBB7-4494-A9E8-8132E532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DE82D8-C5AA-4ACD-887A-C13097C3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DB7DCB-151D-4FBD-9AFA-1512AD3A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Convert between standard units using decimal notation and solve measure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D749D4-DABF-4659-A5A9-479AFE417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C6F374-A55A-4E1B-A14A-7F58F82E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A23F4C-E353-4654-BC9B-D4199EBC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420F29-58E5-440F-8D4A-306177AE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845 mm in metres.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293C9E-0D75-4795-8C91-93B9AB3D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A8CBA2-C289-4A09-AE77-ED798C78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F998A2-E826-440E-99BB-3F712FEB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EE9031-4713-4EE7-BD45-1CA2F0B11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Convert 2.65 kg to grams and 3,750 ml to litres.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7FFBDB-96A4-4FC6-8411-0BBEFDC4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71416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B9195F-3195-4C18-A6E0-40EC7813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B89338-F252-43CA-B819-AA0D3C52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0DA4AF-365D-4C16-BAB4-337F71C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78417C-F4FB-444A-BE1C-435CC0DF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BBB6E0-2F6C-490C-92CD-5F39BEE4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ECC146-88BE-4C77-88BF-57EC81E49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D3B82F-0946-4C3D-99B1-F10E082A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2A5591-0726-4B9B-9DCB-DBC59C32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469998-481E-40CA-ACB6-FDBE387B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A4E462-24B5-470D-B7BC-595827878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convert between grams, kilograms, millilitres and litres.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3C30EB-C08D-400F-BE21-C32D128E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072535-FC29-4D8C-ACA4-571BE048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Write the conversion fact and identify whether the unit becomes larger or smaller.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FEE359-6F8F-4AE8-892F-DE03AA34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or divide by the correct scale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35DC81-C5B6-424B-BA96-8DF4A0C9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Attach the unit and check the answer's size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61E857-F836-48BD-B720-DD8B5F34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convert  |  metric  |  imperial  |  scale  |  decimal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9631221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322E7F-BBCF-490A-AF7F-6792A6D8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CD78F-F6B0-429A-8BC7-9F31DCFF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605BF-E56A-4C63-9FDE-BF0B5917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0128C9-491A-446C-9791-BF8829A5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CD4E85-280B-4DA5-AC8E-110A52DB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7CC79F-9642-4BDA-9BB3-3AD64C52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4542A6-6C3A-4222-83B3-324972F6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BE2EA6-10CE-4417-BD31-E2277C67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9BC20B-5CCE-4ED6-BA07-9AC4C895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AF83D0-63E6-4A7B-BD6E-289318DA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2.65 kg to grams and 3,750 ml to litres.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2D021C-2C27-4320-8CB7-A0FBCDBC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4DFDB-B1C8-418A-AF8A-C39EAB13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E8EE80-DFAF-47B1-9820-68563030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Write the conversion fact and identify whether the unit becomes larger or smaller.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410C64-8443-47A9-A8C0-8D549F87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E93A85-AD5C-4F5A-9D9A-9AE5E00E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F75ADA-3413-4FA8-8FAD-A713FB12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or divide by the correct scale factor.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EAE1EB-F2E7-4CA8-AB42-3C4382CF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0545E1-CEE3-496F-9927-747ED79A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39F9F9-FEE1-482C-AF60-67A730CD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2,650 g and 3.75 litres.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94A98C-90DB-464E-9D52-846101ED0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413054-C43F-4E41-B9E7-15ADB742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A7EDEC-527A-46D8-8E07-F576F653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Attach the unit and check the answer's size in context.</a:t>
            </a:r>
          </a:p>
        </p:txBody>
      </p:sp>
    </p:spTree>
    <p:extLst>
      <p:ext uri="{BB962C8B-B14F-4D97-AF65-F5344CB8AC3E}">
        <p14:creationId xmlns:p14="http://schemas.microsoft.com/office/powerpoint/2010/main" val="2289775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17ED8E-7311-4CCF-9EBB-4A7C86B0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484B1F-1C55-416D-861C-0C8AFAC9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DDDE0E-0F41-4C11-9ECA-852B8587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9190AE-FCD4-4AEF-9F11-D22BDED3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C0A3B-6A38-4CBC-8124-14A4EF46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7011B-C219-4646-A2B3-D8811024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D565D-2DCC-4FE7-A6F2-A6A687E8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19DC33-37C5-414A-9DC4-5D8AD6BF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243C12-8AB7-425F-ADB9-4A15F1E6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1FD3E2-97AB-47FA-A05C-0A2EF889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E4F3F3-79A1-4BCD-A88D-44D919D4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2,650 g and 3.75 litres.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0ECF1C-2F8D-4805-9EDB-2D37EBA0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C5733-F699-4C96-ADE5-5A8BD9156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Attach the unit and check the answer's size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66AA48-7A68-47D6-A129-F686FA369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9978887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48C41D-26AD-44EC-A221-FFA7F5CFD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A8699-D1D1-4666-B750-BEAD1733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F5842E-7004-4380-B155-63E39CDA7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69FB7-3BD6-4626-810F-2351FAB9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A7748E-DB01-436F-9488-46791188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FB1864-0C1C-4BAB-A74C-80668EDC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1346A6-43B1-49B4-8341-2DC09512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25352A-8E11-466E-ADD6-27591A71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8C800C-AF5A-4473-8655-214A27B8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C9AB41-116F-4CDC-9125-73B938F5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845 mm in 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D94187-2229-48F1-A322-2DB48983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F9496D-4E28-4AAA-8A2F-E8303CA6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04AE93-FC6D-42D0-80F0-3D0BE332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F75608-A9C6-43AC-9192-92AFBB34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E48256-E65B-4DDE-A33E-C6080B52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0.845 m.</a:t>
            </a:r>
          </a:p>
        </p:txBody>
      </p:sp>
    </p:spTree>
    <p:extLst>
      <p:ext uri="{BB962C8B-B14F-4D97-AF65-F5344CB8AC3E}">
        <p14:creationId xmlns:p14="http://schemas.microsoft.com/office/powerpoint/2010/main" val="990057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FA72E1-FFF2-4EC3-B507-66BF34E5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3D20B2-FFDF-4C95-806B-838DF7AC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4A83B-725F-4279-96D2-E8ED8728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CC0ABE-64A3-4B50-ACB9-318866C2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406CC2-98EC-44E8-B027-60B31A35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DAC02-307D-4554-974E-DA16A046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835744-E86E-45F5-BEC4-21D96C37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AB64F0-BAA8-47BD-9CB8-D9404207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4F22D3-05FB-4A08-9611-73D7F1E0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0dc90fcaa944e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7B3800-94A7-4481-9B4B-113BD7A5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687D97-DF18-4B25-A19F-09A827A7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multiplies whenever converting, regardless of the direction between units.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0EE51D-5508-4382-86E5-DF161001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E7C1F4-E4F6-43EB-AA07-037A1E2E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779085-61B4-4EA7-BD71-2199AA77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the size of the target unit to decide the direction, then check whether the numerical value should grow or shrink.</a:t>
            </a:r>
          </a:p>
        </p:txBody>
      </p:sp>
    </p:spTree>
    <p:extLst>
      <p:ext uri="{BB962C8B-B14F-4D97-AF65-F5344CB8AC3E}">
        <p14:creationId xmlns:p14="http://schemas.microsoft.com/office/powerpoint/2010/main" val="14746516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011BAD-0F65-4156-B918-DEE281CB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84EB10-48AB-41A1-BCCF-C938882D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178685-0D6B-4454-867A-97B8661F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E7A953-E92B-4F89-8D84-3A8F93B2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9641FB-460F-4248-AF73-FF4FCC1E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D44B1A-9987-40ED-8F82-B4AA4EC3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7694BC-F59E-49DC-88EC-E93DFF34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51BD79-A9D8-447B-AF5B-9831A1DD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5CB545-DB19-4D7F-AE5A-56213A8B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259416-C85E-4D47-A5D9-F1447C13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10FAC6-E9E8-415C-9B1E-223099F7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DEB648-BB7E-4BC6-966B-FF2D8022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249F7F-4F40-4E5A-8F9A-6F848FFE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845 mm in 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442F0D-65A8-46F6-9E0B-D3A24664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C6E31E-061D-4A9B-B909-4E5E7F7B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CE4956-0681-4A9A-8DEE-A940C238A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1C0457-0969-4277-A549-76F8C966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7AE4BC-B06E-4F03-ADAE-C856A288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A3B908-3BEE-4CBA-B2B8-1110ED90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E514F5-79BE-491C-9CD1-D2AA39E7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CC6C36-D587-4A95-BB35-FCF1C734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0.845 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CE85B0-9E1B-472D-9121-F2EB4617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271210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30F775-50C1-4B4C-B38A-1F437808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CFC5D-1D37-4254-AABF-2D6AF028D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3E8E8B-8F0F-42FE-8E79-5B1B33B2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6B4231-5FDD-49D0-B13B-7169D138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C7C625-0DE0-4B35-8972-2B5DF439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BD23C3-894B-4F88-A78B-CD2A5AAD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06928D-0532-43BC-B21C-153C98DA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475FFF-9C9E-44D2-B0B3-3B9C97CF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F41C30-A48A-4852-9FD6-F8C31747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0AF80-DEE0-4D83-A817-B074238E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B8FE23-8678-4424-92A4-6DA41A30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A18F3A-E702-41BF-ACF8-F266F39D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D62CE1-2DB5-4B5C-B70C-627A30A7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5 miles is about 8 km. Estimate 30 miles in kilometres.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DDBEC4-05A1-4E0B-AEA5-E47CB804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EC2B55-E8F8-458A-ABA8-8A6691B9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DBB7CF-04B6-480A-9CA9-BE49B41C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8E7888-0BD0-4CC6-A632-141845DED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2469C7-7B80-40AB-BC7F-A5365020D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690CDC-615F-47EB-9F62-956EFC3C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F8F312-A4C5-49D0-AA41-9DED20B5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4427C5-B32A-42CD-87C1-CA3DD178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8298003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B78133-D365-4D6C-90BA-B188607A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0EDACE-AC26-463A-95C4-7A57D13D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69B100-45A3-494E-B5B3-16D031F1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35896E-6FF2-46F5-964D-954DE61B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AE61D2-DE46-40AB-B478-1A124C32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8D8C05-60F4-4139-B2E2-399CFE9B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EF5295-637A-470A-9F2A-242B4D5B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30C48B-D1B2-4FED-9C9C-0A642989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3CC530-1899-421C-911A-539173EB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3FBB3F-0BD9-4E4D-B68D-A75E3A5D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12.5 m roll is cut into 40 cm pieces. How many complete pieces can be cut?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6EBA88-EB0A-44DA-9B8D-E3B4C819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79732C-A1B8-4A4B-AA71-F9CB7B12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2AD588-2F52-4852-AAB2-893CE618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31 complete pieces, with 10 cm left.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7161682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FDB506-CA5C-47D1-8018-0DE8CAE0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0C6570-5A3B-4CD8-9443-AABE6FC9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E65E84-3DBE-4C0C-B8D6-2CB955E2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590803-4CC0-4038-8FFE-C691045D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EB4E21-9B85-4C4B-B4F0-F1C4EAAD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1E144B-33BB-41D8-BC26-583A99F4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14EB39-CDE4-4B4D-97FC-F88DC0FE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27724C-09A2-49E7-ABE1-EE74C7F8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DAB6B4-3871-49EC-9E51-78E752C1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257A55-50C7-497D-AC84-397A1EE0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5EE10-1A7A-4470-A496-542F19F9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CA57EA-06FB-4BDA-B283-DF8FC8C8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5 miles is about 8 km. Estimate 30 miles in kilometres.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28A32D-BF69-423D-B221-9C82B6C0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804885-EF24-44E4-8B91-0F0AE94F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ADE324-19C0-4B39-B2F8-BC1F7964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F20789-54AC-4541-A442-39763E2F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About 48 km.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39819C-D7AA-4A39-9046-B12D838B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D9374C-EB97-4B2A-8463-08729595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316414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291CF7-D034-4EB4-AFA1-C2981097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736D5C-C0E5-4572-938D-E6D84BC8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F5224C-117E-45A9-926D-1ABCA3D8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7BA415-B98A-4AEE-B9CF-7C232015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F18DC9-1113-46ED-8717-8B838B51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F5D35B-6F95-4710-A4AB-F50B5E11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52CD8-E377-480F-8C1A-F168C004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8B9D8E-BE83-4DDF-8E57-34AF6E9A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5B1733-188F-4AA6-8C39-7A866453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AF76D1-27BF-4CDF-854F-6BF08FD4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330ED1-A36B-4D5B-B474-9BC219E3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7B122D-4A82-4FF8-BC08-3B8307F7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A1C08E-0BD1-445A-96ED-436C56CC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5 miles is about 8 km. Estimate 30 miles in kilometres.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203F7B-F14F-48BD-B16D-85335D91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A86A59-C32F-4B73-9AC9-98889B18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EF1EF7-579C-484F-B035-07DF6D7F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1DCE9-93F9-43DF-A5F6-55E6053D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multiplies whenever converting, regardless of the direction between units.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8ABECC-0F3D-4B7B-B268-BACB8FAB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190C89-A10F-47BF-BE6E-96948857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778C86-CE0D-479E-B135-698AC03B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87E83D-654D-4161-BB40-C895D8E7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B6A9AC-B6C5-4C5E-A858-E36ACB81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3578272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2026-09-09T20:49:46.8990000Z</dcterms:created>
  <dcterms:modified xsi:type="dcterms:W3CDTF">2026-09-09T20:49:46.8990000Z</dcterms:modified>
</coreProperties>
</file>