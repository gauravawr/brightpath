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d56a2a63c04fb7" /><Relationship Type="http://schemas.openxmlformats.org/officeDocument/2006/relationships/extended-properties" Target="/docProps/app.xml" Id="R1701c5ef0bf841c8" /><Relationship Type="http://schemas.openxmlformats.org/officeDocument/2006/relationships/officeDocument" Target="/ppt/presentation.xml" Id="R720b60b4d5bd488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cf56800fae248dc"/>
  </p:sldMasterIdLst>
  <p:notesMasterIdLst>
    <p:notesMasterId xmlns:r="http://schemas.openxmlformats.org/officeDocument/2006/relationships" r:id="R23a108a298244860"/>
  </p:notesMasterIdLst>
  <p:sldIdLst>
    <p:sldId xmlns:r="http://schemas.openxmlformats.org/officeDocument/2006/relationships" id="256" r:id="R5de51e11ecf247f8"/>
    <p:sldId xmlns:r="http://schemas.openxmlformats.org/officeDocument/2006/relationships" id="257" r:id="Rbc6f703f52f649f9"/>
    <p:sldId xmlns:r="http://schemas.openxmlformats.org/officeDocument/2006/relationships" id="258" r:id="Rf4dbae7df2c14b74"/>
    <p:sldId xmlns:r="http://schemas.openxmlformats.org/officeDocument/2006/relationships" id="259" r:id="Rdc01552f478f4a46"/>
    <p:sldId xmlns:r="http://schemas.openxmlformats.org/officeDocument/2006/relationships" id="260" r:id="Re0639feb70614404"/>
    <p:sldId xmlns:r="http://schemas.openxmlformats.org/officeDocument/2006/relationships" id="261" r:id="Rb77c54c370434d79"/>
    <p:sldId xmlns:r="http://schemas.openxmlformats.org/officeDocument/2006/relationships" id="262" r:id="Ra9272d1b439f4397"/>
    <p:sldId xmlns:r="http://schemas.openxmlformats.org/officeDocument/2006/relationships" id="263" r:id="R330ba41fa63d45e9"/>
    <p:sldId xmlns:r="http://schemas.openxmlformats.org/officeDocument/2006/relationships" id="264" r:id="Ref127024d39247f4"/>
    <p:sldId xmlns:r="http://schemas.openxmlformats.org/officeDocument/2006/relationships" id="265" r:id="Red3afd2194eb47f6"/>
    <p:sldId xmlns:r="http://schemas.openxmlformats.org/officeDocument/2006/relationships" id="266" r:id="R1d53adeb0fa34a4e"/>
    <p:sldId xmlns:r="http://schemas.openxmlformats.org/officeDocument/2006/relationships" id="267" r:id="Rc871d444813444b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81048fb73784f10" /><Relationship Type="http://schemas.openxmlformats.org/officeDocument/2006/relationships/slideMaster" Target="/ppt/slideMasters/slideMaster1.xml" Id="R5cf56800fae248dc" /><Relationship Type="http://schemas.openxmlformats.org/officeDocument/2006/relationships/notesMaster" Target="/ppt/notesMasters/notesMaster1.xml" Id="R23a108a298244860" /><Relationship Type="http://schemas.openxmlformats.org/officeDocument/2006/relationships/presProps" Target="/ppt/presProps.xml" Id="Rbc45daaa0d034ed0" /><Relationship Type="http://schemas.openxmlformats.org/officeDocument/2006/relationships/tableStyles" Target="/ppt/tableStyles.xml" Id="R4b6465aeb5374156" /><Relationship Type="http://schemas.openxmlformats.org/officeDocument/2006/relationships/slide" Target="/ppt/slides/slide1.xml" Id="R5de51e11ecf247f8" /><Relationship Type="http://schemas.openxmlformats.org/officeDocument/2006/relationships/slide" Target="/ppt/slides/slide2.xml" Id="Rbc6f703f52f649f9" /><Relationship Type="http://schemas.openxmlformats.org/officeDocument/2006/relationships/slide" Target="/ppt/slides/slide3.xml" Id="Rf4dbae7df2c14b74" /><Relationship Type="http://schemas.openxmlformats.org/officeDocument/2006/relationships/slide" Target="/ppt/slides/slide4.xml" Id="Rdc01552f478f4a46" /><Relationship Type="http://schemas.openxmlformats.org/officeDocument/2006/relationships/slide" Target="/ppt/slides/slide5.xml" Id="Re0639feb70614404" /><Relationship Type="http://schemas.openxmlformats.org/officeDocument/2006/relationships/slide" Target="/ppt/slides/slide6.xml" Id="Rb77c54c370434d79" /><Relationship Type="http://schemas.openxmlformats.org/officeDocument/2006/relationships/slide" Target="/ppt/slides/slide7.xml" Id="Ra9272d1b439f4397" /><Relationship Type="http://schemas.openxmlformats.org/officeDocument/2006/relationships/slide" Target="/ppt/slides/slide8.xml" Id="R330ba41fa63d45e9" /><Relationship Type="http://schemas.openxmlformats.org/officeDocument/2006/relationships/slide" Target="/ppt/slides/slide9.xml" Id="Ref127024d39247f4" /><Relationship Type="http://schemas.openxmlformats.org/officeDocument/2006/relationships/slide" Target="/ppt/slides/slide10.xml" Id="Red3afd2194eb47f6" /><Relationship Type="http://schemas.openxmlformats.org/officeDocument/2006/relationships/slide" Target="/ppt/slides/slide11.xml" Id="R1d53adeb0fa34a4e" /><Relationship Type="http://schemas.openxmlformats.org/officeDocument/2006/relationships/slide" Target="/ppt/slides/slide12.xml" Id="Rc871d444813444b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e3315fd0bd14fb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ac4f26ac4b427c" /><Relationship Type="http://schemas.openxmlformats.org/officeDocument/2006/relationships/notesMaster" Target="/ppt/notesMasters/notesMaster1.xml" Id="Re63f522794b849d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92a34b93ca40fc" /><Relationship Type="http://schemas.openxmlformats.org/officeDocument/2006/relationships/notesMaster" Target="/ppt/notesMasters/notesMaster1.xml" Id="R75443428638944b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9b74f263ef1455d" /><Relationship Type="http://schemas.openxmlformats.org/officeDocument/2006/relationships/notesMaster" Target="/ppt/notesMasters/notesMaster1.xml" Id="R75ab2649370f4ac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463682e2c77478a" /><Relationship Type="http://schemas.openxmlformats.org/officeDocument/2006/relationships/notesMaster" Target="/ppt/notesMasters/notesMaster1.xml" Id="Rd8a3cf63ca2c4bc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c9e404600a74a37" /><Relationship Type="http://schemas.openxmlformats.org/officeDocument/2006/relationships/notesMaster" Target="/ppt/notesMasters/notesMaster1.xml" Id="R551bf83522514ad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d035da90c3e416b" /><Relationship Type="http://schemas.openxmlformats.org/officeDocument/2006/relationships/notesMaster" Target="/ppt/notesMasters/notesMaster1.xml" Id="R7f392eb362c1494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163d211f3e04b1a" /><Relationship Type="http://schemas.openxmlformats.org/officeDocument/2006/relationships/notesMaster" Target="/ppt/notesMasters/notesMaster1.xml" Id="Ra7053a67f8c94a6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c71b536e9cc4abf" /><Relationship Type="http://schemas.openxmlformats.org/officeDocument/2006/relationships/notesMaster" Target="/ppt/notesMasters/notesMaster1.xml" Id="R9c054e693a084ac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24bee87802341c2" /><Relationship Type="http://schemas.openxmlformats.org/officeDocument/2006/relationships/notesMaster" Target="/ppt/notesMasters/notesMaster1.xml" Id="R89f6d526f2c343d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a855edd3cc04602" /><Relationship Type="http://schemas.openxmlformats.org/officeDocument/2006/relationships/notesMaster" Target="/ppt/notesMasters/notesMaster1.xml" Id="R100f3b9a89e94b7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f1613dbb02a4e51" /><Relationship Type="http://schemas.openxmlformats.org/officeDocument/2006/relationships/notesMaster" Target="/ppt/notesMasters/notesMaster1.xml" Id="R507bf78bbfa3449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aa42fb415f14540" /><Relationship Type="http://schemas.openxmlformats.org/officeDocument/2006/relationships/notesMaster" Target="/ppt/notesMasters/notesMaster1.xml" Id="R69d16d6fb70b4a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Conversion charts, rulers, measuring jugs, scales, double number lines,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0.845 m. | Write the conversion fact and identify whether the unit becomes larger or smaller. | Use the size of the target unit to decide the direction, then check whether the numerical value should grow or shrink.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convert, metric, imperial, scale, decimal, equivalent.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2,650 g and 3.75 litres.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0.845 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the size of the target unit to decide the direction, then check whether the numerical value should grow or shrink.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0.845 m..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About 48 km..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31 complete pieces, with 10 cm left.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About 48 km.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About 48 km. | Use the size of the target unit to decide the direction, then check whether the numerical value should grow or shrink.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282b10b2e34f2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c7aa4fe2e0446d8" /><Relationship Type="http://schemas.openxmlformats.org/officeDocument/2006/relationships/slideLayout" Target="/ppt/slideLayouts/slideLayout1.xml" Id="R0db2744efd054d6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b2744efd054d6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59671d25c54078" /><Relationship Type="http://schemas.openxmlformats.org/officeDocument/2006/relationships/notesSlide" Target="/ppt/notesSlides/notesSlide1.xml" Id="R53617c4712c24ca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1fde6be74d4f81" /><Relationship Type="http://schemas.openxmlformats.org/officeDocument/2006/relationships/notesSlide" Target="/ppt/notesSlides/notesSlide2.xml" Id="R35d946247cb34e4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180920cb1f4e39" /><Relationship Type="http://schemas.openxmlformats.org/officeDocument/2006/relationships/notesSlide" Target="/ppt/notesSlides/notesSlide3.xml" Id="R45de1cad3cee484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283b6b080949e4" /><Relationship Type="http://schemas.openxmlformats.org/officeDocument/2006/relationships/notesSlide" Target="/ppt/notesSlides/notesSlide4.xml" Id="Rf485a27b727d4a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dd66c6625947a4" /><Relationship Type="http://schemas.openxmlformats.org/officeDocument/2006/relationships/notesSlide" Target="/ppt/notesSlides/notesSlide5.xml" Id="Rb984a5f852d643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a73e2ac866470d" /><Relationship Type="http://schemas.openxmlformats.org/officeDocument/2006/relationships/notesSlide" Target="/ppt/notesSlides/notesSlide6.xml" Id="R57430999d2eb410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b0fe3300a04939" /><Relationship Type="http://schemas.openxmlformats.org/officeDocument/2006/relationships/image" Target="/ppt/media/image.png" Id="R5ebba1c8b4524811" /><Relationship Type="http://schemas.openxmlformats.org/officeDocument/2006/relationships/notesSlide" Target="/ppt/notesSlides/notesSlide7.xml" Id="Ra38104d7d3064b9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3e1417e7554147" /><Relationship Type="http://schemas.openxmlformats.org/officeDocument/2006/relationships/notesSlide" Target="/ppt/notesSlides/notesSlide8.xml" Id="R7245869c280b4eb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28e80fdd934681" /><Relationship Type="http://schemas.openxmlformats.org/officeDocument/2006/relationships/notesSlide" Target="/ppt/notesSlides/notesSlide9.xml" Id="Rba876226713248d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5d3648d6b6455c" /><Relationship Type="http://schemas.openxmlformats.org/officeDocument/2006/relationships/notesSlide" Target="/ppt/notesSlides/notesSlide10.xml" Id="R1d0186b7dc704c5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ccea5938364656" /><Relationship Type="http://schemas.openxmlformats.org/officeDocument/2006/relationships/notesSlide" Target="/ppt/notesSlides/notesSlide11.xml" Id="R4803fe8ad832486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2de9375b42411a" /><Relationship Type="http://schemas.openxmlformats.org/officeDocument/2006/relationships/notesSlide" Target="/ppt/notesSlides/notesSlide12.xml" Id="R5fbde3fb257a490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2FCE9C-B5E4-4896-A1AF-000517721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D5516D-5203-4456-9262-051E5B87A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51A053-91C4-46B4-A9B5-D1F23080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A09A36-95F6-4D97-871C-788C0591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721A7C-ECA3-4B04-BBA8-7DE6D501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D2EAA8-FE47-4C81-81BF-136E41E44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7A95DD-F310-4AD7-8249-5F5251C2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2BCAD5-D694-4E3B-AEE0-4A0250375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convert between grams, kilograms, millilitres and litres.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1F227A-5F03-445F-830D-4025BCCF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F9C8C9-C638-4E68-955E-43D6042F4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Conversion charts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EC95AC-F000-4D3D-AAAA-1675C6EC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7282882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A1219C-0E2F-44C8-ACA7-BC6C2C496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2417A0-B346-4626-87EA-95E16D2C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F88F4E-E2D0-40D7-AA5C-0BE6717A0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581F99-7733-4DB8-ACD0-FEBB2225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3844FA-D38C-463F-B1C1-DAAF03DEA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15BA96-4101-4E0C-BBA7-725A405AA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13AC72-0618-4962-98D4-2C56094E1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1D3027-C5A6-4B5B-9F04-80163E896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88CB6F-0D89-4421-B0F9-E01BD7034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5BEB11-0FBC-4B21-B523-0711E664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C71EBD-4021-4547-A2CF-698AA205F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405F45-8110-4726-AC80-E6397218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252896-5FAB-43B0-BDBD-F0D9CDD7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Convert between standard units using decimal notation and solve measure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1F7C26-6351-4690-9A32-4F164F16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3EAC0D-D041-4154-89F1-B5AB19D8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34C9BC-BA21-4AB8-B2CB-F4736D991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C01DA4-A22A-4A9E-B05C-E23C79C1A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845 mm in metres.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31BC9A-673E-4BAC-B808-36199A066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B68EFD-85EA-45CE-828C-E7EDB2C48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6EA2DA-5BA8-4DF7-9FC4-9AB2C889E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9DCDC3-58A7-40C6-A325-310DC50A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Convert 2.65 kg to grams and 3,750 ml to litres.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24BB40-BB57-445A-A55C-8E1317B7D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5928744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A9439E-2227-41B0-9E07-B7808DFAB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0D5DC3-7D46-40B2-8726-D30E5A39F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612ED7-E3EE-457E-B2FD-1DB04DA63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60F8DE-0310-4B7F-BD98-3F10ECEF9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599E22-B717-4421-8846-8DD0F1E9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7E22B5-1266-4E36-BD33-702480BA7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C82580-7773-43AC-9D9E-D20036390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08ABD5-58FA-4E80-9A1E-E1EC60D8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C9B730-E43B-4800-B48E-84838261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4AD5FA-6B51-429E-ADE0-4DD4723CC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convert between grams, kilograms, millilitres and litres.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83D5B9-487A-4F5C-A009-EBFBBE65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6BF4E2-9123-444A-BED5-E2AAB55D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Write the conversion fact and identify whether the unit becomes larger or smaller.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F97A37-81A9-4CC6-8AFE-04661A7A0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or divide by the correct scale factor.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D0B030-ABC9-4F3E-A350-DA0DB5045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Attach the unit and check the answer's size in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A0D81A-45CF-481A-943D-91D6A6FD6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convert  |  metric  |  imperial  |  scale  |  decimal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15880904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669F5F-C4F5-44AD-A67B-277A1101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CD7AE5-3234-4579-9154-0DDBDCDEB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D153FD-72DD-40EA-8AE5-92CF5BAC3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889096-2C3A-4416-A730-14C54853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2724DC-F13A-4671-A753-23782C3D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17F1F2-796B-4F0F-A507-2416E10E1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D2F5E6-4B82-455D-8020-84E4EBE0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09DB36-15E3-42FC-8521-C25FB2BB7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BF8A69-E57E-4FCF-9B52-CA03AB33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055C4D-3019-4CA8-A186-2ADF5ACE9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2.65 kg to grams and 3,750 ml to litres.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1619DF-0CF3-48E5-9991-53105E545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F6B600-2F02-4E0F-B6AA-EDAEFD4A2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197019-B855-45C6-924C-061A360E2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2.65 kg × 1,000 = 2,650 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96A754-F8EA-4302-81A5-1688DF442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FFC8CB-D14D-427B-BFE2-C9B0BAD36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DC6DC6-42B6-4817-BD50-1B3A54E9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3,750 ml ÷ 1,000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32322D-F3D9-405A-AD94-EE26B88F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640706-7968-4D2B-B14F-0E76075E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FBEA63-140A-4F47-83DB-B0730379F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3,750 ml = 3.75 litres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51881C-D84A-4045-ABBB-D73333D6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A0FB57-95E5-4444-9840-38C132574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358428-C3B1-4801-8C5D-D144C5F21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2,650 g and 3.75 litres</a:t>
            </a:r>
          </a:p>
        </p:txBody>
      </p:sp>
    </p:spTree>
    <p:extLst>
      <p:ext uri="{BB962C8B-B14F-4D97-AF65-F5344CB8AC3E}">
        <p14:creationId xmlns:p14="http://schemas.microsoft.com/office/powerpoint/2010/main" val="21120537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41C01D-D830-4CD4-BDAD-021C9555A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6214C5-AC1A-4A64-9FFA-1F08FB0D8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AAD5BB-BC6B-400E-8F90-84FF5CDF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FC8296-141F-4B36-ADC3-BF2DEF7B0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EDF3E2-3723-45DE-B773-A7CE37A51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E415E5-569B-4774-8F70-FF8A7C28A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33A519-C057-4916-9C58-1EBE84FF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E2A2BE-23B3-42D9-AE53-B8CE6AB6C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96A489-42DF-46C2-811F-2F26272F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606450-C4D8-4C13-98E9-BDC2C8D3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0E64BA-43D5-49DC-8881-D686C413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2,650 g and 3.75 litres.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D79F01-0B26-4846-AC5B-000A8CCD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A8D40A-0D09-4368-B82A-B75672FED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Attach the unit and check the answer's size in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0BE6F1-844C-4F28-B31F-6D140BBF7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0255731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6DDF20-B5D0-45CF-8FC0-64EBD7828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B90B4E-9A54-42A3-9E60-607B7545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08D6FD-D4A0-4E98-8027-3ED24E71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88561-4B46-4D0C-AFF5-5BD180AD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448241-ADE9-43FC-B252-C7F7BC9DB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1128DC-2BC8-418C-939D-1058FEAF6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CDCDFC-4C9F-481B-B2CC-6F806DC7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F63DE9-B6D9-4C95-94BF-BFAEF605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06C9D1-F19E-44E8-8F3E-73DCE71C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479E7A-151D-48C5-A95F-E8DEF15E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845 mm in metres.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C48436-3FA1-40D4-971D-9FAD5FFB5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382676-EDEA-42B2-B359-FC1774DA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36A9AE-FA96-416F-B90B-9972D7B4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A89DEE-7131-4F8B-8E0C-85EB60519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557904-A8DE-4721-BA74-ABD896C3B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0.845 m.</a:t>
            </a:r>
          </a:p>
        </p:txBody>
      </p:sp>
    </p:spTree>
    <p:extLst>
      <p:ext uri="{BB962C8B-B14F-4D97-AF65-F5344CB8AC3E}">
        <p14:creationId xmlns:p14="http://schemas.microsoft.com/office/powerpoint/2010/main" val="204978238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729EC0-8535-43A1-B13A-E2B5D65A8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244A45-79FD-4B56-BB77-4DE0C2F6A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992282-BFC5-457D-9EE1-16D3C1A4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D156EB-5AC5-4A9E-A0C4-BEA1A9E6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6ECF94-CC0A-4A49-BFE3-63EF1B4D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67CB27-27B8-4125-AD13-8FBCFE805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D12895-236C-4018-AB8E-EF7CF2374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A1C7EA-F7CE-4DD3-A626-16089DDD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9DC8E5-46ED-4649-8697-6DEF4A5AF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bba1c8b4524811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567B1D-F8FC-488D-8E95-2FF9CD88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A9677A-DB3D-4ABB-8E61-703566FB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multiplies whenever converting, regardless of the direction between units.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0B6394-B7F6-4DAF-B973-8CBC4127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D2F074-DC95-4A4D-B1F2-75FD4F1B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826418-C722-4217-8A67-28A9AACFB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the size of the target unit to decide the direction, then check whether the numerical value should grow or shrink.</a:t>
            </a:r>
          </a:p>
        </p:txBody>
      </p:sp>
    </p:spTree>
    <p:extLst>
      <p:ext uri="{BB962C8B-B14F-4D97-AF65-F5344CB8AC3E}">
        <p14:creationId xmlns:p14="http://schemas.microsoft.com/office/powerpoint/2010/main" val="19455814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AA6446-C594-4319-B9FA-04B2B761D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7E0DFE-218E-43D1-9F8C-B784413E3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50D836-D0A9-4EEA-A076-70E648368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1BD1E8-76C8-4E9E-BD9C-603DA8414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93A567-E539-4B78-9EA3-18EDE9AB9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3EBEF5-E97B-45D1-9559-DBFDCB11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D3B0D0-2F1F-4ABE-BF58-82BF3A76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E6B9FD-99A7-485D-85F5-61381F07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140F35-1345-45FA-9E5D-D4D6B5A37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872BDD-85D5-4D1D-A2ED-776F24B8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D89E28-CBD2-4A20-A0E0-F486F1C3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AE7FFF-79B3-466B-BF89-15A8AFF8F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DD1707-D036-4B13-ADEC-4A37B4D41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845 mm in metres.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FFB52C-BF39-4D32-9B2B-33A99A17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72CD4C-B200-4C14-9FEB-4486D23DC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A8FED6-0890-478E-83E4-29CF6324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08F64E-29B7-49A8-B335-6E4AE5929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0E1A8D-F57F-4DE2-8CE6-8C936F1C1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84F5D0-A2F8-4344-B035-2267AA4F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7837FD-DE86-4A55-A752-53771B2E0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C23023-87D0-41D8-A4EE-366C39FF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0.845 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30C3FE-27A7-4F96-B7A9-67B95F38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08972464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32A19D-D8F7-480E-ADAF-674C84523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DF5D5A-42F5-4166-AE88-F351A356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A07852-1201-4647-96F6-13F2AE89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AAA65A-8FB6-4C3D-9FB1-7A1EBAF1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ADE04C-1240-4DB2-A579-B7F2BB9F4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989D1B-14CB-4629-AAAC-2ABB9323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67F43E-1674-48BD-804B-BE6E1BBA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EB9232-9C6A-4940-AE80-62BAAA384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48072C-E5C4-4ACA-ABB0-079816C54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3D2B76-1385-4F1D-9282-1C5A234F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689A58-CA0E-408A-8F58-EC11944D7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70B2D0-BE04-4B0B-9962-2D8858FB8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B62B07-760E-4DD8-BC10-F137191B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5 miles is about 8 km. Estimate 30 miles in kilometres.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F39E2C-CFAB-48B8-93C8-E53706F24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7FCE27-41E3-4A25-88D8-FAF26D80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C47908-0AF3-46E2-BE1F-45CD2ADF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C90469-863B-4308-9EF2-CAE27784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86AD03-4D25-4E93-B725-B345326FC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2A6AAB-12B6-409B-BB5F-2609A62C6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837DAE-E97C-4768-BFDA-EDF182DC7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5524E9-52EC-4207-B08B-BE924D21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0173403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E8C65F-E9A3-4136-9904-3821B0FC7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BBA694-2C35-448B-BAB9-9A754B28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59978E-BB03-4E9B-9D06-49CF9462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B11DB2-B45A-4B99-BF7A-87A30CE10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24FE8D-9FCC-4550-BE9C-4D6480376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DDEB3F-8034-4565-8D55-C1E482783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200DD7-55EB-428B-A083-4EC2D700D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1FCCB5-0E11-4373-BC8C-833D3477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3B7652-6D80-46B6-9729-D90D74F6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5E704B-C58D-4141-97EE-D660C1BA7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12.5 m roll is cut into 40 cm pieces. How many complete pieces can be cut?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B8C00A-660D-4BF4-9354-5B80E208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9FCEDD-10E2-4FB6-9FC8-37A97FE1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04D452-55AB-47DF-9E27-56180CB7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31 complete pieces, with 10 cm left.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8524053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A550E9-8D73-461B-8DFE-BF05A4122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B5127F-E238-412A-86DB-524A6E34A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047D13-F7AB-4AA6-900C-20C0AE662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88BAF1-027D-459D-8F9B-2CF99D90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522037-EC5A-43A9-89EF-229E2CFAF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9842A9-6003-4F56-A297-0B064BEE1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D994DC-0711-4036-9AE6-7C24C035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A021D8-3459-471D-A2F0-89F6AB7A8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D081BD-90CB-42D9-B67E-C20C579E1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BE814D-6A8C-4C4D-8A27-3F1068E5C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F36315-DACA-44AD-BFCB-CF20287FC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4EE959-BB4A-48DA-AB66-D1628724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5 miles is about 8 km. Estimate 30 miles in kilometres.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9C600C-12CF-484D-93C2-2C61001D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B50E20-93A5-49D3-B1C4-3A7ED7C6C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626226-1CA4-47C7-B3CC-8190CCF22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88BE22-8891-4604-B8AB-FB38521FB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About 48 km.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A22620-1989-42A9-85F9-C8228349A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733359-01C2-4DA1-895A-EACDCFE26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4281247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32AA13-8F95-4F3E-AEF0-B9369E22A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837308-09BD-4553-A1AC-39271C42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3D11BD-597E-45AF-97FF-832AB8E8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C9D7C2-BBBA-40BE-AD36-121EDC3B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D5BD55-9047-45FE-884C-4DA904F60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281B67-C0D9-49E1-961C-06FFFB282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199F9-C718-43CC-AA24-623D5502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670641-D44F-459C-BA20-3F26CD3E6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5FF81A-FD52-4B6A-BB82-B2EF33656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mass and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7EC260-ABB4-4244-8A8E-0EF59B58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0B1027-F64C-42DC-ACE2-85ABFD49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FBFD4E-E019-4433-BE92-CF5E34C3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A0B86C-288D-410D-B121-970ECFB6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5 miles is about 8 km. Estimate 30 miles in kilometres.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6F338C-71C3-4631-B206-D28E2984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89EF68-B6F4-44B7-ACAA-0B33A4D8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F835F5-8A52-4035-9EC9-C19627431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8FA54A-6208-4223-95B0-502DEC92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multiplies whenever converting, regardless of the direction between units.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871D49-B7E5-4E68-AEE6-D18A6DEDF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166F59-6831-4827-B8C2-B79DE631C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A6F122-AC6A-4111-89E2-B32AAA158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F345EF-0786-4A89-976A-D3393DCD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F3F574-C1B4-4256-9609-B8FA846B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855616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2026-09-09T22:13:41.0760000Z</dcterms:created>
  <dcterms:modified xsi:type="dcterms:W3CDTF">2026-09-09T22:13:41.0760000Z</dcterms:modified>
</coreProperties>
</file>