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5143fda3f1244c2" /><Relationship Type="http://schemas.openxmlformats.org/officeDocument/2006/relationships/extended-properties" Target="/docProps/app.xml" Id="R46040a38b76a45b4" /><Relationship Type="http://schemas.openxmlformats.org/officeDocument/2006/relationships/officeDocument" Target="/ppt/presentation.xml" Id="R04023f8fa2f444b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f4b7e7f465d4b4b"/>
  </p:sldMasterIdLst>
  <p:notesMasterIdLst>
    <p:notesMasterId xmlns:r="http://schemas.openxmlformats.org/officeDocument/2006/relationships" r:id="R824019f01d7149cd"/>
  </p:notesMasterIdLst>
  <p:sldIdLst>
    <p:sldId xmlns:r="http://schemas.openxmlformats.org/officeDocument/2006/relationships" id="256" r:id="Rf006839251be42af"/>
    <p:sldId xmlns:r="http://schemas.openxmlformats.org/officeDocument/2006/relationships" id="257" r:id="Rdd2f65115a544950"/>
    <p:sldId xmlns:r="http://schemas.openxmlformats.org/officeDocument/2006/relationships" id="258" r:id="R20018ee7b5444cd5"/>
    <p:sldId xmlns:r="http://schemas.openxmlformats.org/officeDocument/2006/relationships" id="259" r:id="R0666f7126c1548b2"/>
    <p:sldId xmlns:r="http://schemas.openxmlformats.org/officeDocument/2006/relationships" id="260" r:id="Rd9af10e384a24b8d"/>
    <p:sldId xmlns:r="http://schemas.openxmlformats.org/officeDocument/2006/relationships" id="261" r:id="R1b1472a53688433c"/>
    <p:sldId xmlns:r="http://schemas.openxmlformats.org/officeDocument/2006/relationships" id="262" r:id="R661df46fe2fc4bf1"/>
    <p:sldId xmlns:r="http://schemas.openxmlformats.org/officeDocument/2006/relationships" id="263" r:id="R7d19695b0cbc42a4"/>
    <p:sldId xmlns:r="http://schemas.openxmlformats.org/officeDocument/2006/relationships" id="264" r:id="R48758c5cd0ec4ce4"/>
    <p:sldId xmlns:r="http://schemas.openxmlformats.org/officeDocument/2006/relationships" id="265" r:id="R41b3b8c767ed446d"/>
    <p:sldId xmlns:r="http://schemas.openxmlformats.org/officeDocument/2006/relationships" id="266" r:id="Rd9dd5472f474488c"/>
    <p:sldId xmlns:r="http://schemas.openxmlformats.org/officeDocument/2006/relationships" id="267" r:id="R3799cdcf9410412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ac518e3ff7f4211" /><Relationship Type="http://schemas.openxmlformats.org/officeDocument/2006/relationships/slideMaster" Target="/ppt/slideMasters/slideMaster1.xml" Id="R9f4b7e7f465d4b4b" /><Relationship Type="http://schemas.openxmlformats.org/officeDocument/2006/relationships/notesMaster" Target="/ppt/notesMasters/notesMaster1.xml" Id="R824019f01d7149cd" /><Relationship Type="http://schemas.openxmlformats.org/officeDocument/2006/relationships/presProps" Target="/ppt/presProps.xml" Id="R3342c2d92aaa43e3" /><Relationship Type="http://schemas.openxmlformats.org/officeDocument/2006/relationships/tableStyles" Target="/ppt/tableStyles.xml" Id="Rdc9c39fd9d354d06" /><Relationship Type="http://schemas.openxmlformats.org/officeDocument/2006/relationships/slide" Target="/ppt/slides/slide1.xml" Id="Rf006839251be42af" /><Relationship Type="http://schemas.openxmlformats.org/officeDocument/2006/relationships/slide" Target="/ppt/slides/slide2.xml" Id="Rdd2f65115a544950" /><Relationship Type="http://schemas.openxmlformats.org/officeDocument/2006/relationships/slide" Target="/ppt/slides/slide3.xml" Id="R20018ee7b5444cd5" /><Relationship Type="http://schemas.openxmlformats.org/officeDocument/2006/relationships/slide" Target="/ppt/slides/slide4.xml" Id="R0666f7126c1548b2" /><Relationship Type="http://schemas.openxmlformats.org/officeDocument/2006/relationships/slide" Target="/ppt/slides/slide5.xml" Id="Rd9af10e384a24b8d" /><Relationship Type="http://schemas.openxmlformats.org/officeDocument/2006/relationships/slide" Target="/ppt/slides/slide6.xml" Id="R1b1472a53688433c" /><Relationship Type="http://schemas.openxmlformats.org/officeDocument/2006/relationships/slide" Target="/ppt/slides/slide7.xml" Id="R661df46fe2fc4bf1" /><Relationship Type="http://schemas.openxmlformats.org/officeDocument/2006/relationships/slide" Target="/ppt/slides/slide8.xml" Id="R7d19695b0cbc42a4" /><Relationship Type="http://schemas.openxmlformats.org/officeDocument/2006/relationships/slide" Target="/ppt/slides/slide9.xml" Id="R48758c5cd0ec4ce4" /><Relationship Type="http://schemas.openxmlformats.org/officeDocument/2006/relationships/slide" Target="/ppt/slides/slide10.xml" Id="R41b3b8c767ed446d" /><Relationship Type="http://schemas.openxmlformats.org/officeDocument/2006/relationships/slide" Target="/ppt/slides/slide11.xml" Id="Rd9dd5472f474488c" /><Relationship Type="http://schemas.openxmlformats.org/officeDocument/2006/relationships/slide" Target="/ppt/slides/slide12.xml" Id="R3799cdcf9410412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3130aa1a7d84e4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49dddd25f304d41" /><Relationship Type="http://schemas.openxmlformats.org/officeDocument/2006/relationships/notesMaster" Target="/ppt/notesMasters/notesMaster1.xml" Id="Rd7c71b23dd27477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20ff6a69bd24ebd" /><Relationship Type="http://schemas.openxmlformats.org/officeDocument/2006/relationships/notesMaster" Target="/ppt/notesMasters/notesMaster1.xml" Id="Rc9e12ff73ef6402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0341b86b37b43be" /><Relationship Type="http://schemas.openxmlformats.org/officeDocument/2006/relationships/notesMaster" Target="/ppt/notesMasters/notesMaster1.xml" Id="Rea7e5e4ecf024de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33579bafe904019" /><Relationship Type="http://schemas.openxmlformats.org/officeDocument/2006/relationships/notesMaster" Target="/ppt/notesMasters/notesMaster1.xml" Id="R65e9ce6d58154f9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b0405e1e5584f7f" /><Relationship Type="http://schemas.openxmlformats.org/officeDocument/2006/relationships/notesMaster" Target="/ppt/notesMasters/notesMaster1.xml" Id="R561c0ecefe9f431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4c8c28d5dc34a12" /><Relationship Type="http://schemas.openxmlformats.org/officeDocument/2006/relationships/notesMaster" Target="/ppt/notesMasters/notesMaster1.xml" Id="Re349a6ea3255442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be4ec7522be4372" /><Relationship Type="http://schemas.openxmlformats.org/officeDocument/2006/relationships/notesMaster" Target="/ppt/notesMasters/notesMaster1.xml" Id="Raa12d1f41aee49c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3aaf9ff9ab449f6" /><Relationship Type="http://schemas.openxmlformats.org/officeDocument/2006/relationships/notesMaster" Target="/ppt/notesMasters/notesMaster1.xml" Id="R28f634c3d4d5407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556bdf2bfb3469d" /><Relationship Type="http://schemas.openxmlformats.org/officeDocument/2006/relationships/notesMaster" Target="/ppt/notesMasters/notesMaster1.xml" Id="Ref8a2797a79142a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071ec7886334732" /><Relationship Type="http://schemas.openxmlformats.org/officeDocument/2006/relationships/notesMaster" Target="/ppt/notesMasters/notesMaster1.xml" Id="Ra3f16543e9084ac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de0882624c94a3e" /><Relationship Type="http://schemas.openxmlformats.org/officeDocument/2006/relationships/notesMaster" Target="/ppt/notesMasters/notesMaster1.xml" Id="R84fc43e4070c4c4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712169fbfb2460f" /><Relationship Type="http://schemas.openxmlformats.org/officeDocument/2006/relationships/notesMaster" Target="/ppt/notesMasters/notesMaster1.xml" Id="Rcd57f5daafa04f9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Conversion charts, rulers, measuring jugs, scales, double number lines,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2,650 g and 3.75 litres. | Write the conversion fact and identify whether the unit becomes larger or smaller. | Use the size of the target unit to decide the direction, then check whether the numerical value should grow or shrink.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convert, metric, imperial, scale, decimal, equivalent.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4,375 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2,650 g and 3.75 litres.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the size of the target unit to decide the direction, then check whether the numerical value should grow or shrink.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2,650 g and 3.75 litres..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0.845 m..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About 48 km.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0.845 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0.845 m. | Use the size of the target unit to decide the direction, then check whether the numerical value should grow or shrink.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58393098a1421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9f59ee372294ef5" /><Relationship Type="http://schemas.openxmlformats.org/officeDocument/2006/relationships/slideLayout" Target="/ppt/slideLayouts/slideLayout1.xml" Id="Rfa41298a6ea046f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a41298a6ea046f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74c27f8c794a8d" /><Relationship Type="http://schemas.openxmlformats.org/officeDocument/2006/relationships/notesSlide" Target="/ppt/notesSlides/notesSlide1.xml" Id="R7a924d9cbe5c497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735df5389e4986" /><Relationship Type="http://schemas.openxmlformats.org/officeDocument/2006/relationships/notesSlide" Target="/ppt/notesSlides/notesSlide2.xml" Id="Rd661b050b1be4ad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89747152974301" /><Relationship Type="http://schemas.openxmlformats.org/officeDocument/2006/relationships/notesSlide" Target="/ppt/notesSlides/notesSlide3.xml" Id="R95c5e681e33442b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41385fd8854bc4" /><Relationship Type="http://schemas.openxmlformats.org/officeDocument/2006/relationships/notesSlide" Target="/ppt/notesSlides/notesSlide4.xml" Id="Rcf5a3ebd5e4b41f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1c87d27f4f4b74" /><Relationship Type="http://schemas.openxmlformats.org/officeDocument/2006/relationships/notesSlide" Target="/ppt/notesSlides/notesSlide5.xml" Id="R5b326c12e1564c7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e7cdb5138d49c4" /><Relationship Type="http://schemas.openxmlformats.org/officeDocument/2006/relationships/notesSlide" Target="/ppt/notesSlides/notesSlide6.xml" Id="Rde2a9062ebd7434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70f87eebc34419" /><Relationship Type="http://schemas.openxmlformats.org/officeDocument/2006/relationships/image" Target="/ppt/media/image.png" Id="Ra3d5e78f1c214ea0" /><Relationship Type="http://schemas.openxmlformats.org/officeDocument/2006/relationships/notesSlide" Target="/ppt/notesSlides/notesSlide7.xml" Id="R833e3ae6da6a4dc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e4f1915cdb430c" /><Relationship Type="http://schemas.openxmlformats.org/officeDocument/2006/relationships/notesSlide" Target="/ppt/notesSlides/notesSlide8.xml" Id="R569d2db8c4c54e4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10564436ca4b55" /><Relationship Type="http://schemas.openxmlformats.org/officeDocument/2006/relationships/notesSlide" Target="/ppt/notesSlides/notesSlide9.xml" Id="Rdea40910f77d4c4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8920c2c1a444f3" /><Relationship Type="http://schemas.openxmlformats.org/officeDocument/2006/relationships/notesSlide" Target="/ppt/notesSlides/notesSlide10.xml" Id="Rf6cc5b5ba9a5478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8f78d666094c1d" /><Relationship Type="http://schemas.openxmlformats.org/officeDocument/2006/relationships/notesSlide" Target="/ppt/notesSlides/notesSlide11.xml" Id="R578f3d58f8234f0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dbf3f4de58453e" /><Relationship Type="http://schemas.openxmlformats.org/officeDocument/2006/relationships/notesSlide" Target="/ppt/notesSlides/notesSlide12.xml" Id="R5fb7202e46ec4c6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0F10CF-5A0F-434F-99BE-EF68A5BC9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56B786-25D7-4009-9D26-8A7AA7CA6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AB3211-DA81-48DF-B697-867046872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633A61-1B12-4C24-9B0A-FEB74559C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6456BA-B7FC-4F10-8162-E4F815A60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Convert metric lengths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A364AB-7C00-4FA0-8A40-D737CFCFD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052303-11EF-4ECA-9D16-429A6AEF5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6C00E6-E7F2-4417-8D0C-238C4630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839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convert between millimetres, centimetres, metres and kilometres.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917C62-CB25-49EF-B59C-556997D18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F97EB2-CE44-4B65-B394-067E2E67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Conversion charts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7ECA2D-E802-4F53-8E31-0CCD621AD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94433091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7E5375-A92F-438A-843F-3EDB7C92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DF0EA6-2857-4426-A5FC-8CD14121F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23F8D2-D27F-4794-8C8F-453C82E28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4E63AC-A953-4CC3-96EF-2FABE84A9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4372EB-00E1-4CA5-ABB2-0CE1AA06D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559379-3488-49FC-9816-9798CC06A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963ADB-F2D5-4748-8FA9-9F9E9AB49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587820-87C4-41F2-802C-BA7E02015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F5F707-5770-4069-9B76-4DEAC7649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metric lengths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7C0B4D-C543-4E36-AA5A-3C37AE510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876C1E-081B-4CA8-ACE8-7CCAC34B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BFC850-580E-479E-81B9-25CCB2584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5D8BF8-A157-43CA-9D3A-615F40147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Convert between standard units using decimal notation and solve measure problems.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99416D-91F4-498B-BA5F-5D57A8BA0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BD48B3-2C65-4533-871A-47763C7C4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2B39EB-CB46-4FC6-8F8A-C86B1B618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99A66E-00E2-417D-9938-FB9AFA3BC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Convert 2.65 kg to grams and 3,750 ml to litres.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4A6597-632C-4385-B1EF-DBCEDFBC8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8D7BA5-C54D-42E0-BB92-2C38F25A6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9675FC-758F-44CA-9034-5A82E9945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E743CB-8011-4483-A7A9-C744CC3D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Convert 4.375 km to metres.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37E5CB-72AC-4BEF-BACF-55954A82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73329407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6FDC92-8492-47D0-837F-ABD9BB39D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3147CD-FC65-4B47-9EBB-074E4B928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F17EFC-7C44-41E9-B7BF-EC5914CB1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113051-5BF0-46FE-A336-91F1A38B1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96478B-E5F3-4183-9357-4BFAF9A12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917437-F521-469A-A2E8-2A2D65627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729B02-7C46-46DA-9076-3C86E3892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EE8C11-D1F4-44BF-8A67-4C54428D4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C19E17-B8A0-473D-9999-A76D28365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metric lengths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5AA471-DF35-4457-8A5F-85D739BC3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convert between millimetres, centimetres, metres and kilometres.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52B9A0-1AD7-4CE2-8E8C-26A35D280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884BDD-8D25-42D2-B764-0C0978C5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Write the conversion fact and identify whether the unit becomes larger or smaller.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FB9B3F-F36A-42C8-BC4A-D87CF9EB2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or divide by the correct scale factor.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BA23C5-4245-4D25-A2B3-54CDED6F4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Attach the unit and check the answer's size in context.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5841DF-E808-4FC6-BD2D-BD6893B4E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convert  |  metric  |  imperial  |  scale  |  decimal  |  equivalent</a:t>
            </a:r>
          </a:p>
        </p:txBody>
      </p:sp>
    </p:spTree>
    <p:extLst>
      <p:ext uri="{BB962C8B-B14F-4D97-AF65-F5344CB8AC3E}">
        <p14:creationId xmlns:p14="http://schemas.microsoft.com/office/powerpoint/2010/main" val="8926098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75D98E-674F-4946-8A25-460FF324C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69DFA4-ED08-46EA-9FBC-6A6A6FBB7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CB953D-9C95-4A97-98A4-9E7B44072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8E062C-2FF2-4662-AD8D-F14EECACA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988303-3CF0-4E5F-ADC8-F88C49C36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ED223D-8466-49C4-8065-756BA689E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CBEB8F-7C8E-47CB-B2A5-91FEFCE0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3849AB-5A14-4395-8107-7085901A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49CC89-35A4-4423-857A-C5623EAB1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metric lengths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6FE980-30B3-4D89-959E-1DC1326C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Convert 4.375 km to metres.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D87E22-6747-4CE7-AE3E-CB933F409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3DADEF-E0DD-4254-B3D1-7F138BBB5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1FEFC2-052A-48F4-80C7-DECC97C45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4.375 km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E8703A-6CD9-4C2D-946D-0E78503E0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FD5D2D-28BF-4370-8F69-3936248A6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D339AC-2BE5-4180-A5E4-2F07237E7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1 km = 1,000 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B88581-0183-4A0F-BAE1-16B33A09C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36D4FC-3493-491B-9E48-C6C78184B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712DA7-9AC8-4C4D-B4EE-1EB055C87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4.375 × 1,000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5553A3-8DE4-4780-AA19-91F2A069F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A2A13A-3C48-440F-924E-222BDD7DE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0B6498-B0A1-4451-A5D1-72A76F4F3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4,375 m</a:t>
            </a:r>
          </a:p>
        </p:txBody>
      </p:sp>
    </p:spTree>
    <p:extLst>
      <p:ext uri="{BB962C8B-B14F-4D97-AF65-F5344CB8AC3E}">
        <p14:creationId xmlns:p14="http://schemas.microsoft.com/office/powerpoint/2010/main" val="206609143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CB8E1D-DCF2-42C1-9019-5EC27CB94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1E00D8-F5A8-4318-917A-71E8CA9FF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A6C5C9-2DF9-4A21-A039-2793C1C7A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D14820-677D-468A-B94A-55F7B510C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CD2C0D-5284-4254-B1B3-B9839B509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97C5AC-87C4-4B0E-907D-9A0653C98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982778-37DD-4FDB-990E-DAC46881E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73F233-71F5-422F-8835-FCB9B2864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B23C5D-94CE-4B6C-8189-A99AF4DF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metric lengths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EBD654-3425-4B7A-B120-D45CA6C30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65B359-5391-4E9B-88C2-0C41B67C7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4,375 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04CD3E-5267-4882-9FD1-BDF31FA7F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FD7260-D48F-49FD-A532-63D12AA0C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Attach the unit and check the answer's size in context.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8CC5C5-8FC2-4FD0-8A11-8C90FEC9E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94764481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BE52EA-C450-41A8-960A-B94B26E7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F7469C-E6DA-4D86-9E4D-07903CB9F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A8A255-85A4-43D4-B08B-A18EA0986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9AE4F8-A6DB-42A4-B242-47471711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79D92A-8437-419E-A26A-A1B17B5DF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AFDD37-A339-44EC-AB77-3012CC580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3D223C-89D0-4607-8BA3-E096DA5C3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E2AEAF-35EE-4E6A-991C-6E9BC9EA4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177587-8532-4BB1-9F77-CB2EA5842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metric lengths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119EB9-65D2-4CD6-BD9C-9FBECFE8F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Convert 2.65 kg to grams and 3,750 ml to litres.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95C76B-2062-4FEF-8142-4B1CC5132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441D28-BFC0-41EE-9CF6-78063DEB2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6C2820-C943-41D9-BE2D-8ADD2461F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B770AF-687F-4CE2-968D-4B631A2F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999CAC-19B2-4A8F-AF74-2902C5317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2,650 g and 3.75 litres.</a:t>
            </a:r>
          </a:p>
        </p:txBody>
      </p:sp>
    </p:spTree>
    <p:extLst>
      <p:ext uri="{BB962C8B-B14F-4D97-AF65-F5344CB8AC3E}">
        <p14:creationId xmlns:p14="http://schemas.microsoft.com/office/powerpoint/2010/main" val="172151329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CA0CFB-32A9-4F0C-9C64-1B7640B74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4A9536-FBF0-4EA1-84AA-7369A92C9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559343-5543-44FC-B31F-088A65125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684871-07DA-47BC-A935-B799E5B13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057A00-1AAA-48D6-B022-EA637FAD6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78656A-6171-4D0F-A72C-2E34EE075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647B95-0E65-422B-87CF-11FA2B371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C20A66-5B6F-415A-82AC-DD8C6452F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C71ACA-E2F9-49B3-8663-56582307F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metric lengths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d5e78f1c214ea0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280025-5C11-4802-80CD-5B3C37AAC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9F491D-F120-4A92-9661-53282030F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multiplies whenever converting, regardless of the direction between units.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DAF74C-8549-4F51-84BF-DD1F7280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05C9E9-9B5B-44EA-9380-DE1D4E185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F89447-97FF-499F-BAE7-BFF14C73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the size of the target unit to decide the direction, then check whether the numerical value should grow or shrink.</a:t>
            </a:r>
          </a:p>
        </p:txBody>
      </p:sp>
    </p:spTree>
    <p:extLst>
      <p:ext uri="{BB962C8B-B14F-4D97-AF65-F5344CB8AC3E}">
        <p14:creationId xmlns:p14="http://schemas.microsoft.com/office/powerpoint/2010/main" val="158097152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D80ECE-4541-46DA-88B2-6EF82403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D519D7-F0DE-444E-A4AA-0E6C92C34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CC7BAC-38BF-4C52-8F26-57041E7C1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C719E2-EBE5-4424-9ABC-4AEB136D4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60B72B-B057-4958-90C6-E4A98E7D6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AC8CCF-0F4E-4305-845B-8A81E19B5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E47405-6554-4CCA-BA8C-33B37F2AB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B87826-8FEB-40B7-AD18-7F0CFF978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D1CEEB-F3EB-449F-B74D-71352573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metric lengths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F9A550-1005-42F7-932D-003E4EB16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7A53DF-EA21-464D-9FCD-F8AA93532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502543-162A-4E7B-B1AD-6C62B12AA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31B29B-ED69-4465-B1D4-792AA384D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Convert 2.65 kg to grams and 3,750 ml to litres.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1FD156-6A42-4C4F-96AF-5301B6F89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C5FBFA-ACEF-480A-8F22-4FFA29102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433AFD-30FB-4FC9-8E23-1EEC27EC5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515559-4EB5-433B-A406-FE8E33A79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A98779-1F06-4527-A66D-17D09DE13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2F62A0-3A51-4287-AFD4-736DBBE68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001E87-3B9A-4154-8412-1C25C8D83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FBF1F2-C1E7-4B99-A890-1A3FEB232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2,650 g and 3.75 litres.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7953C-13F1-423A-8424-6D614D516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54611947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7EC3C4-5AA4-4626-80D6-41FE173EB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44789A-9A60-4004-BA76-E00E780B9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74E159-7DBB-46C1-AE12-366A8E1BB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C1065C-EA2D-410C-BBFB-24BDFEC9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2EF948-0276-465E-B05E-B83294261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5B98EB-5484-4BA2-A9F2-FB1D809AC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C66C07-FE34-41CE-995A-E639A95C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E8B372-C8C7-4F52-B77E-EB038E0A9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515BC6-C566-47E6-A243-3AEFD9930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metric lengths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59BED4-96B0-48B6-9B06-66352069A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3653D5-F1BD-4DBA-B742-5FA6EEF66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E2ED73-343D-46D6-AC99-92F9563A0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482AB3-8176-4ABC-8F21-3000EEAF2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845 mm in metres.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59439C-57B5-4935-A54C-B209DC15F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31DDFC-894A-4EA2-B12E-0B085D7F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B79538-C58B-46E9-A875-CF3D2F037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30E67B-8E0E-4EEE-B89E-EDD30D006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1EC58F-CAA1-4448-BBDC-06729D6B5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2EFCD6-6ADC-4ABE-9007-3260FD552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0C5BA4-32EE-4EE2-825E-908FFBAFB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4DB8D6-27E7-4632-B6E9-72AEDB0E3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62731282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4898EC-8791-4E3B-9064-2AFA41666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DCAB07-27D3-46FB-B981-E8EF6AC3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30D3C4-12E0-46EF-9A3C-6587E5439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B47F28-7A4F-4681-9785-285C65C04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4DFCA0-6671-47E6-8B33-85E63CAFF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D335B6-ECB7-46C6-A0C7-DD0D91B80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329174-2C93-4E8D-9DE6-A8DCBE271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E3939A-0954-452D-AB32-CD0FB9B58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1D2FB6-AEAD-4648-80FB-79B35CE52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metric lengths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3318D2-5AD3-4F0B-B381-A759384CE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Use 5 miles is about 8 km. Estimate 30 miles in kilometres.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611886-EA4C-4B3B-9DF2-877AFAA77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4DEEAD-A5C5-4666-BC8F-AA354F247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08618B-A377-48AD-B68F-A660CA4D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About 48 km.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4123547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AABC77-CDD4-4866-9A5F-2927D915E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C65061-6D7D-4E30-B207-AAD2DD23A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64F40F-E1C7-4298-9ED3-69DDD1334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554742-8E66-40A1-B14F-7184A57CA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FABC88-763D-4F14-89B5-4A8C20806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E840DA-F957-43A8-A6D1-7707E8FB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0633F9-BE9B-40AA-8819-7F57CE754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2008E6-F9E3-4744-A169-B7DA597E4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AF3BD4-38FE-4EAD-A7C5-B4864627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metric lengths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5CFF3D-A77B-4B8D-ADAA-130D9E429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FFCA72-629B-4F1D-AD6B-04EFD6E24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6A2A26-EC5D-4E87-B56D-8591594C8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845 mm in metres.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98A24B-89BB-4C68-A1CA-1D0FF8A4B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368287-9CF4-4623-A33F-EF332149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A0685B-6F64-42C1-B35C-3E91D1B4A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06F833-9F59-4665-B60C-30553320B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0.845 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C17B70-6615-41D4-8914-D886E2BF6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D03F59-DC07-455E-B3E9-9EC7B46A7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02771768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4872E2-CFC9-43D2-9F66-779B3EC3F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9FBEE9-C590-4C96-A219-9ACD456D9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D704EB-171E-4D3D-AEC1-269C8E5B9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B0CF8E-B3BA-441C-B236-CD58275B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7EFE8E-CE50-425B-98F2-7EE90FCD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3344FC-B74F-4396-AD65-9E5077C27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4F3CEA-31BA-48A8-9ED7-8210D70AD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B0CE55-C869-4560-83A1-83BBFBF43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4D92AE-553B-4DFD-92BB-2C66309D3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metric lengths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738A8C-45D3-475D-8F9A-E5FE2813C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A8A187-A32A-45A2-A472-242EC9888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A45D81-C698-45F9-888A-EB55F75BF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B16A8E-A39E-47C2-83D8-9C72457C5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845 mm in metres.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046A2D-3A8A-4060-9974-7F6752F4F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9A9107-89A2-405A-9CD9-9C5DDDEF6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6433E0-DFF5-4BEC-BA00-412E6A49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278CE7-E516-46AF-A35E-C59D9471A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multiplies whenever converting, regardless of the direction between units.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2D418B-9497-4447-A34F-D8F8A9516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B4C150-CB74-4A4B-AE9D-7A935C6EB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CC2EC7-81EA-4E55-AB49-5F0851AE3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11F6A1-DBDF-4B7C-A0FA-619BFE038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E13CCE-216B-4A01-8F60-E315B388E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59683461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2026-09-09T22:13:39.5630000Z</dcterms:created>
  <dcterms:modified xsi:type="dcterms:W3CDTF">2026-09-09T22:13:39.5630000Z</dcterms:modified>
</coreProperties>
</file>