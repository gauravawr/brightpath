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Convert metric lengths.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I do.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You do. Pause before clicking. Let pupils try independently, then reveal and discuss every step.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I do.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You do. Pause before clicking. Let pupils try independently, then reveal and discuss every step.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metric lengths.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EC7D7A5A-9F71-4F6C-A8A2-A0A35729F64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Convert metric lengths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4FC457A-7BDA-4423-9C33-7AA073F46BD3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E11BEB0-6DA4-47FC-AC12-89D1B94D24E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46BDD25-861C-418B-97DA-56B23391C76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1239485-4B81-4BED-BAF7-540A50A3506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78C5F1C-A821-4811-AAE2-E996E65B8914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convert between millimetres, centimetres, metres and kilometres.</a:t>
            </a:r>
          </a:p>
        </p:txBody>
      </p:sp>
    </p:spTree>
    <p:extLst>
      <p:ext uri="{BB962C8B-B14F-4D97-AF65-F5344CB8AC3E}">
        <p14:creationId xmlns:p14="http://schemas.microsoft.com/office/powerpoint/2010/main" val="169792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CC61F7B7-1C4A-4E5A-8A45-87224C5AB0D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892138C-0F99-49F5-90FD-F220C6AABB5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4.375 km to 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B8B6531-EA4D-4CCD-B89B-DE4A6E88090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334EF75-F3C8-4FFA-9032-81117A0B680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F0A401B-41C3-4CAF-96D6-C66D7770018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5F28A57-A215-4C0D-856C-344F5DF2FF00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F7B3EA7-D30C-4B88-A29C-75B898B72D7F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D11DA3E-7750-437C-B6DE-9D25BF9A35CC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C70B891-729D-457A-809E-1C7215AB680F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614C2EE-602A-41F7-85A8-D0C0BE8005F3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35A6D5C-FCB5-4098-A464-5D2F41BE8518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8CEBA3D-B028-4452-A5C8-19FBF481B39B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ED6AD2C-2488-4C5F-A51E-5B6FFB799321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13C0908-67A5-46A5-98DE-683491E6562B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7DD4481-9A1C-4944-B605-F014938B9295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95251B3-9EDE-490B-895F-FA0DD48967ED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F3C1D5B-70C6-49A4-8905-E09FA6B7E4A4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A64DC42D-BF64-4DD4-BA50-AD04B351A485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F2BAF3D-B0E1-4398-80BF-882342D7F014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39DC24F-F489-45D8-955B-AE52471BC692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A024D4E3-ADBE-4A5A-83CC-4F10461E9BB5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A6CA8DA-DD48-4399-830C-21C70E00289F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7959B97-CF02-4453-A1B8-F3B24BC5ED65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954093A-F6F3-459F-832E-70B91BB3F3A8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3426C13-E8ED-4826-8137-661FFCBE653E}"/>
              </a:ext>
            </a:extLst>
          </p:cNvPr>
          <p:cNvSpPr>
            <a:spLocks noGrp="1"/>
          </p:cNvSpPr>
          <p:nvPr/>
        </p:nvSpPr>
        <p:spPr>
          <a:xfrm>
            <a:off x="12644438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694C5B09-DD34-464E-B3F4-79E21A9C0521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9C3EC62B-6769-4636-BE48-50BDAB2CBEA9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76FC7DF6-7657-48AD-B860-9F75A2F32CB9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DE74418C-FE08-4BDC-9F4F-84D26C4DD58C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4.375 km = 4,375 m</a:t>
            </a:r>
          </a:p>
        </p:txBody>
      </p:sp>
    </p:spTree>
    <p:extLst>
      <p:ext uri="{BB962C8B-B14F-4D97-AF65-F5344CB8AC3E}">
        <p14:creationId xmlns:p14="http://schemas.microsoft.com/office/powerpoint/2010/main" val="87390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2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-1">
            <a:extLst>
              <a:ext uri="{FF2B5EF4-FFF2-40B4-BE49-F238E27FC236}">
                <a16:creationId xmlns:a16="http://schemas.microsoft.com/office/drawing/2014/main" id="{49B826D3-2E31-458C-B64E-31E1AB97AF8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B67E473-EF21-4888-9D90-C4A6784D9A0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9A29F7F-8417-4CCA-B2DF-3B522A024C2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5.375 km to 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5FE5F07-C73D-4938-ADB5-A702C24A143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EBC7221-EE37-48AD-A496-50CA606808D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046FFD3-3B7F-4B18-89CA-022C90FFF14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5714D1F-D6DA-43AE-A46A-DEB4CBBD6DB6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0DD4652-A9E3-4ED8-99DD-24866F4FDFCD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C5260C1-9E0A-417A-A0D1-380476AC45EF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CEEFB68-781C-4AB3-860C-7B3458177DF5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B3BEAFC-AD29-4AE4-AE1C-E1829784900E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284701B-B6F3-4E75-8C40-4786EEEA0E78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F6BE924-2F3E-4ACE-B750-A85876C705A1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C9642BD-5C6E-476C-AD01-8318B7252C32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A765F1F-5441-41BA-A141-CD7991A83105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4714C2E-76F2-4333-BAE1-2260110306F8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6FA365B-2DAB-43BC-863A-B0CAE62DF6D1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07B6134-4C52-4726-8872-81208E18196E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3A8ED3E-0FE8-43B4-9BD1-E4C5AB802F07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B42B3D6-6A36-4A14-9C0C-50A3E9976865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B3DE963-9CB9-468F-A1AF-C6110117A279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3BE3DE5-0A04-46DD-9734-1BC2B181AB05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2739C73-6379-4206-8517-C958AC20B2BB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15199F8-FEA9-4A83-85EA-B5D4449B37AC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4773E06-CE2C-4ACF-A9E2-95410FE54176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EFF3E01-4B82-4522-93F0-7D45F2B7DFBE}"/>
              </a:ext>
            </a:extLst>
          </p:cNvPr>
          <p:cNvSpPr>
            <a:spLocks noGrp="1"/>
          </p:cNvSpPr>
          <p:nvPr/>
        </p:nvSpPr>
        <p:spPr>
          <a:xfrm>
            <a:off x="12644438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40A6242-B28B-48B2-BE6B-F1255028E0D3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0F3655A7-5D17-44A4-8951-6A12C2E80216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FF230C0-5852-48A0-8BC7-F04EA9F247D7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E3CC61E8-568D-47DB-8123-BBBD3116E029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5.375 km = 5,375 m</a:t>
            </a:r>
          </a:p>
        </p:txBody>
      </p:sp>
    </p:spTree>
    <p:extLst>
      <p:ext uri="{BB962C8B-B14F-4D97-AF65-F5344CB8AC3E}">
        <p14:creationId xmlns:p14="http://schemas.microsoft.com/office/powerpoint/2010/main" val="4630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2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BF8C6B58-ED62-4EE2-8D1C-2BFA6B1A92B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8118D37-4CB3-4A2A-8F70-0797DC22419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6.375 km to 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A7F549B-8D98-4BE6-B9EC-FF8F0B93CDE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02F5C0A-1E02-4DF7-B5CA-00F7CCA1E3B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E6F6233-78DD-4C73-A4A9-E4BC2756ABE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88C03D3-EFC4-41AA-BA9D-97DA832F6BF5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8AD9871-9213-415F-A991-BA4991D3CF7A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8B01295-02C5-4DE8-803E-78F9D84BB6CA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266A69E-3E51-4D50-A18C-3D3952D2DFDE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90F5407-6757-4CBF-A130-4610EA570ACA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72ADB10-0A4C-4CC2-902A-E29BE26BA700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A2C9474-21E5-4647-BC80-64423B828C6B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50AFC27-831D-46FF-8A07-EE406C7E0BBC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7B58771-142E-44DA-BC2F-6BA12FBC91A7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9C15DC3-4788-42A8-BA20-F024C8993001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CA433C5-7645-4234-A8DC-0A91458F6A88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D6D3C62-5AFC-49F6-98C6-99A1D3E92DFA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3AC9748-CADB-495B-B491-FEA5079DE3B5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472E416-238F-4283-84F0-143E6504DA1C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187B2A6-7F46-4673-AAA5-7B27CE1F2D17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A6C2064C-5E6F-475B-BB5E-EE9DB0DFC443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EA8CFA9-43AA-497E-9934-AAFA72C9A427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789FF978-3F6E-42C8-8217-0F29E95E0173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A970EA33-F414-4EB6-8E9A-F6AAAED8FB21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5AB5348-D37B-4000-B395-C477FEED645F}"/>
              </a:ext>
            </a:extLst>
          </p:cNvPr>
          <p:cNvSpPr>
            <a:spLocks noGrp="1"/>
          </p:cNvSpPr>
          <p:nvPr/>
        </p:nvSpPr>
        <p:spPr>
          <a:xfrm>
            <a:off x="12644438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51A4819-3F2D-435F-B568-446D3C59FF2E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08F4BEE4-8B99-47D9-A76D-A6FD26DE74DD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755CED65-2020-41BB-9C09-2362AE9C4AE3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F130246-F23D-42DC-AA19-7DBC7C80865F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6.375 km = 6,375 m</a:t>
            </a:r>
          </a:p>
        </p:txBody>
      </p:sp>
    </p:spTree>
    <p:extLst>
      <p:ext uri="{BB962C8B-B14F-4D97-AF65-F5344CB8AC3E}">
        <p14:creationId xmlns:p14="http://schemas.microsoft.com/office/powerpoint/2010/main" val="32567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2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-1">
            <a:extLst>
              <a:ext uri="{FF2B5EF4-FFF2-40B4-BE49-F238E27FC236}">
                <a16:creationId xmlns:a16="http://schemas.microsoft.com/office/drawing/2014/main" id="{C28165B5-FE22-4F70-9C0E-8464AC8D403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72DF6DD-0849-4B67-9AA2-FAD53CA88C2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82CC152-AF44-4A5B-84D8-400D21F2EC7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7.375 km to 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7E9C3B2-C6A7-4B6A-B62E-C772980CA33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0EDAE9E-72F0-4BE8-AA0D-166FAB7A2C1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41063E6-8425-40E4-8FAC-1B5C45F3E7D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DB91B67-1426-405A-BEFF-59A5FF77E084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87B1CDB-EF21-4FD1-949A-7A5C423D8155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A3EFC5C-FC9E-49C0-9551-B52DC3B3976C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16DF235-EAC7-4813-9BBC-96FE6A6065A1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70EEAE0-B850-41E0-B26A-F740463D5B8E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065AB1C-7514-4F56-8728-B91BBA8693FD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E199A25-DE74-446C-B763-43C62E35CA72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FAA309B-3C89-4459-89EF-522C83C7D369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44482D7-2251-47DB-8D18-55CC49F0DF74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9E93840-C3EA-4589-A034-D1C8DAB26999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F2E5898-9513-4269-B846-D47CD2469934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8E5FE00-446F-49E8-8922-85E927E4491F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A0C8B06-64C0-40E0-B759-68D56F585A1C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8C349B8-69D5-49D3-ACE3-A9181A6D8EB9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5A94275-E3A6-49A1-98C5-10A35C17E89F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512516B-DB8C-4E0D-B092-06B072FC6FEF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4EED021-5FA7-428C-AEE7-C9EC88D29C8C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781AC02-9D54-4B6B-9321-3A0D9224C55B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A82EC4B-4D96-4FFD-B23D-2B302400F836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6EFC79D-7234-443E-8DC9-353460595EE6}"/>
              </a:ext>
            </a:extLst>
          </p:cNvPr>
          <p:cNvSpPr>
            <a:spLocks noGrp="1"/>
          </p:cNvSpPr>
          <p:nvPr/>
        </p:nvSpPr>
        <p:spPr>
          <a:xfrm>
            <a:off x="12644438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90F2CEB2-AEA2-4FB2-A004-235833D20733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D4D327E2-0DD5-4EC4-9999-5C434251CE15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CA896DF7-F24D-4DF9-9569-5C9E80757520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8779A1AA-7732-46BE-B16B-E1A0BF3BC00A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7.375 km = 7,375 m</a:t>
            </a:r>
          </a:p>
        </p:txBody>
      </p:sp>
    </p:spTree>
    <p:extLst>
      <p:ext uri="{BB962C8B-B14F-4D97-AF65-F5344CB8AC3E}">
        <p14:creationId xmlns:p14="http://schemas.microsoft.com/office/powerpoint/2010/main" val="8311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2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09218B6C-A82E-4128-9D3B-8D67F22A87C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1881BA5-420C-48DC-9255-C3FE3E1E6AA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B0AF641-21A2-4F3D-A0B3-AF026DA3959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B7E0229-2ECD-49D1-BF9C-6D17E5E205D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D38D6B6-2E54-4BAC-BD36-420ACEE6AF2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A901AF9-328D-4058-B93C-B99D5F32A81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38FF55C-5410-4BBC-A0B0-889AC8D5F55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DBCB0E0-C4B0-4582-AE70-C99A971C0348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B166899-7DB9-4FC9-8AB8-1120D784D1FC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9F41CBE-9345-4628-8CDE-A2B03523E0E3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2.65 kg to grams and 3,750 ml to litres.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72C9446-6987-43B0-90D0-DF8D8E00BC3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2F96CE0-D7CA-4235-99FA-5DAA19547F47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845 mm in metres.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7F86299-779D-4F35-B6E8-158EE115AA7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BAE7D56-B062-45FB-82A8-101894D77DD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Convert 4.375 km to metres.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63641F1-BF9A-4370-A893-9B28FF8D775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8B809E1-E5C6-4C0F-93F9-F0FF48ED70C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Convert 2.65 kg to grams and 3,750 ml to litres.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7503113-40B9-4791-8946-C814847284A5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1412B88-60B2-42DB-B80B-A3C02FB8BE1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Write 845 mm in metres.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4A72404-58C0-4951-98BF-FBF33112F49E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EC4E0B4-4FDD-46A6-859B-BEBCA6B47C7B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Use 5 miles is about 8 km. Estimate 30 miles in kilometres.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9973A24-D681-424C-BDF0-3D0CE3D68568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986A6FB-8317-406D-81E8-D24705F81B7F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multiplies whenever converting, regardless of the direction between units.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F3747EA-C1A5-4E63-9F16-8189F72E8BCA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A135250-415A-431A-BF73-16DCF4FB1B35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B3010AC-3F8B-4438-B6A5-3F49BA49F3F6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ADC4C09C-ED96-49C8-AC07-22469F014E98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Write 845 mm in metres.</a:t>
            </a:r>
          </a:p>
        </p:txBody>
      </p:sp>
    </p:spTree>
    <p:extLst>
      <p:ext uri="{BB962C8B-B14F-4D97-AF65-F5344CB8AC3E}">
        <p14:creationId xmlns:p14="http://schemas.microsoft.com/office/powerpoint/2010/main" val="1953532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293F5B64-1FD8-4DC5-8906-ACB6B617301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E1ADFB6-A6C9-42E0-AE2D-65C1828D82F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153F1E6-5B48-4334-A9A3-4CA549A4F16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8651FD3-2083-40E1-9CA2-7FCD6B65C99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metric lengths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9925E22-763E-4F8C-8B92-7D03C3DCEC1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313E7BD-EA29-43F9-95DA-3F85020520D1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070F010-6833-4508-A4FD-CCB328B0933F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4,375 m.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8A3BA0B-E7A4-4A78-837E-DB1739ECF27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DA97999-FF5A-4F2C-BA3A-828C315B812F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2,650 g and 3.75 litres.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3EF8BB5-9E5A-4F6F-A2F3-36E21981D7B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5919881-F927-40CF-B38D-4658675EF195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0.845 m.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FC07EBC-4B0B-4693-B2FA-BEF61558C300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01D2B34-D98F-4540-A3F4-AB8358D1974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4,375 m.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574AEB3-1A9F-4B5C-9F40-9A2CAD08F73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0E55BE6-1E31-44E2-BFB5-2FA6B928483A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2,650 g and 3.75 litres.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81BCDB3-3630-45C9-AA39-9527F9A44D4D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9DBD402-75E3-42B9-BC65-F845C08DCCD6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0.845 m.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602B4EA-2880-4328-BEC0-051F9F23ED7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B1D6526-1DF9-4453-8169-A2210D4D048A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About 48 km.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CBD9797-E1CD-42F9-B7C4-AD295248BA24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5024B3D-0AB2-4E01-97F2-C6B408997C4A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the size of the target unit to decide the direction, then check whether the numerical value should grow or shrink.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CE6DC31-524B-4CF5-ADB5-C630078CEDCA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148A87D-0ACD-4648-9774-18A52AEB244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E9149F2-3CEF-4746-AB57-6F27F16BE667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FA453A1-31D9-4FE6-ADFE-C4E41CF6C09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2987382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DocSecurity>0</DocSecurity>
  <PresentationFormat>Custom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2026-09-14T13:14:35Z</dcterms:created>
  <dcterms:modified xsi:type="dcterms:W3CDTF">2026-09-14T13:17:27Z</dcterms:modified>
</cp:coreProperties>
</file>