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9f5713b703429b" /><Relationship Type="http://schemas.openxmlformats.org/officeDocument/2006/relationships/extended-properties" Target="/docProps/app.xml" Id="R0b01b8a15a8c43c0" /><Relationship Type="http://schemas.openxmlformats.org/officeDocument/2006/relationships/officeDocument" Target="/ppt/presentation.xml" Id="Rbce193d2fa0b40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8929c7b6684029"/>
  </p:sldMasterIdLst>
  <p:notesMasterIdLst>
    <p:notesMasterId xmlns:r="http://schemas.openxmlformats.org/officeDocument/2006/relationships" r:id="R95beebbf85d44369"/>
  </p:notesMasterIdLst>
  <p:sldIdLst>
    <p:sldId xmlns:r="http://schemas.openxmlformats.org/officeDocument/2006/relationships" id="256" r:id="R760035e0deed475f"/>
    <p:sldId xmlns:r="http://schemas.openxmlformats.org/officeDocument/2006/relationships" id="257" r:id="R6a439c793b6842f9"/>
    <p:sldId xmlns:r="http://schemas.openxmlformats.org/officeDocument/2006/relationships" id="258" r:id="R7be4250bacb84946"/>
    <p:sldId xmlns:r="http://schemas.openxmlformats.org/officeDocument/2006/relationships" id="259" r:id="Rcaed3a2d66614b03"/>
    <p:sldId xmlns:r="http://schemas.openxmlformats.org/officeDocument/2006/relationships" id="260" r:id="R9e6143c38f6d454f"/>
    <p:sldId xmlns:r="http://schemas.openxmlformats.org/officeDocument/2006/relationships" id="261" r:id="R7707875cd0e54034"/>
    <p:sldId xmlns:r="http://schemas.openxmlformats.org/officeDocument/2006/relationships" id="262" r:id="Ra8f1ccbe94f14fd6"/>
    <p:sldId xmlns:r="http://schemas.openxmlformats.org/officeDocument/2006/relationships" id="263" r:id="Rd1d98b9a3a3a4764"/>
    <p:sldId xmlns:r="http://schemas.openxmlformats.org/officeDocument/2006/relationships" id="264" r:id="R8abdb2f1a87d4cf2"/>
    <p:sldId xmlns:r="http://schemas.openxmlformats.org/officeDocument/2006/relationships" id="265" r:id="R6f055899b23e4ab0"/>
    <p:sldId xmlns:r="http://schemas.openxmlformats.org/officeDocument/2006/relationships" id="266" r:id="R76ad7d59325c4ba4"/>
    <p:sldId xmlns:r="http://schemas.openxmlformats.org/officeDocument/2006/relationships" id="267" r:id="Rb900ca05440143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1f97b42a70244e1" /><Relationship Type="http://schemas.openxmlformats.org/officeDocument/2006/relationships/slideMaster" Target="/ppt/slideMasters/slideMaster1.xml" Id="R628929c7b6684029" /><Relationship Type="http://schemas.openxmlformats.org/officeDocument/2006/relationships/notesMaster" Target="/ppt/notesMasters/notesMaster1.xml" Id="R95beebbf85d44369" /><Relationship Type="http://schemas.openxmlformats.org/officeDocument/2006/relationships/presProps" Target="/ppt/presProps.xml" Id="R7bcafa7700514017" /><Relationship Type="http://schemas.openxmlformats.org/officeDocument/2006/relationships/tableStyles" Target="/ppt/tableStyles.xml" Id="R17cd01978cd140b2" /><Relationship Type="http://schemas.openxmlformats.org/officeDocument/2006/relationships/slide" Target="/ppt/slides/slide1.xml" Id="R760035e0deed475f" /><Relationship Type="http://schemas.openxmlformats.org/officeDocument/2006/relationships/slide" Target="/ppt/slides/slide2.xml" Id="R6a439c793b6842f9" /><Relationship Type="http://schemas.openxmlformats.org/officeDocument/2006/relationships/slide" Target="/ppt/slides/slide3.xml" Id="R7be4250bacb84946" /><Relationship Type="http://schemas.openxmlformats.org/officeDocument/2006/relationships/slide" Target="/ppt/slides/slide4.xml" Id="Rcaed3a2d66614b03" /><Relationship Type="http://schemas.openxmlformats.org/officeDocument/2006/relationships/slide" Target="/ppt/slides/slide5.xml" Id="R9e6143c38f6d454f" /><Relationship Type="http://schemas.openxmlformats.org/officeDocument/2006/relationships/slide" Target="/ppt/slides/slide6.xml" Id="R7707875cd0e54034" /><Relationship Type="http://schemas.openxmlformats.org/officeDocument/2006/relationships/slide" Target="/ppt/slides/slide7.xml" Id="Ra8f1ccbe94f14fd6" /><Relationship Type="http://schemas.openxmlformats.org/officeDocument/2006/relationships/slide" Target="/ppt/slides/slide8.xml" Id="Rd1d98b9a3a3a4764" /><Relationship Type="http://schemas.openxmlformats.org/officeDocument/2006/relationships/slide" Target="/ppt/slides/slide9.xml" Id="R8abdb2f1a87d4cf2" /><Relationship Type="http://schemas.openxmlformats.org/officeDocument/2006/relationships/slide" Target="/ppt/slides/slide10.xml" Id="R6f055899b23e4ab0" /><Relationship Type="http://schemas.openxmlformats.org/officeDocument/2006/relationships/slide" Target="/ppt/slides/slide11.xml" Id="R76ad7d59325c4ba4" /><Relationship Type="http://schemas.openxmlformats.org/officeDocument/2006/relationships/slide" Target="/ppt/slides/slide12.xml" Id="Rb900ca05440143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05d1652605d4e7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45f33d7ffe442f" /><Relationship Type="http://schemas.openxmlformats.org/officeDocument/2006/relationships/notesMaster" Target="/ppt/notesMasters/notesMaster1.xml" Id="R0b0116f57a2143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47174c3d82d4b7c" /><Relationship Type="http://schemas.openxmlformats.org/officeDocument/2006/relationships/notesMaster" Target="/ppt/notesMasters/notesMaster1.xml" Id="R295bf0e420054c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48c8948bf34b24" /><Relationship Type="http://schemas.openxmlformats.org/officeDocument/2006/relationships/notesMaster" Target="/ppt/notesMasters/notesMaster1.xml" Id="R80fe1070fa9649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4474b016e34249" /><Relationship Type="http://schemas.openxmlformats.org/officeDocument/2006/relationships/notesMaster" Target="/ppt/notesMasters/notesMaster1.xml" Id="R079965073da9491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c5457791b564ada" /><Relationship Type="http://schemas.openxmlformats.org/officeDocument/2006/relationships/notesMaster" Target="/ppt/notesMasters/notesMaster1.xml" Id="R24df4f2d194d44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976611ffdde4cc3" /><Relationship Type="http://schemas.openxmlformats.org/officeDocument/2006/relationships/notesMaster" Target="/ppt/notesMasters/notesMaster1.xml" Id="R7f3af61bcf4f4d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2bbb627afc407c" /><Relationship Type="http://schemas.openxmlformats.org/officeDocument/2006/relationships/notesMaster" Target="/ppt/notesMasters/notesMaster1.xml" Id="R2754f2f025864ed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44f6c382ea48e3" /><Relationship Type="http://schemas.openxmlformats.org/officeDocument/2006/relationships/notesMaster" Target="/ppt/notesMasters/notesMaster1.xml" Id="Rdf6afea151bd412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f27f8b7eff54729" /><Relationship Type="http://schemas.openxmlformats.org/officeDocument/2006/relationships/notesMaster" Target="/ppt/notesMasters/notesMaster1.xml" Id="R518956396ec842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55973dccb644e0f" /><Relationship Type="http://schemas.openxmlformats.org/officeDocument/2006/relationships/notesMaster" Target="/ppt/notesMasters/notesMaster1.xml" Id="R3128f211dd11458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fa4afe58b74e55" /><Relationship Type="http://schemas.openxmlformats.org/officeDocument/2006/relationships/notesMaster" Target="/ppt/notesMasters/notesMaster1.xml" Id="Rb0e6b2699dab487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cc0a3eaddbb4a6a" /><Relationship Type="http://schemas.openxmlformats.org/officeDocument/2006/relationships/notesMaster" Target="/ppt/notesMasters/notesMaster1.xml" Id="R78e525106d3549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Conversion charts, rulers, measuring jugs, scales, double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2,650 g and 3.75 litres. | Write the conversion fact and identify whether the unit becomes larger or smaller. |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convert, metric, imperial, scale, decimal, equivalent.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4,375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2,650 g and 3.75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the size of the target unit to decide the direction, then check whether the numerical value should grow or shrink.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2,650 g and 3.75 litres..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0.845 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About 48 km.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0.845 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0.845 m. | Use the size of the target unit to decide the direction, then check whether the numerical value should grow or shrink.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d07738dfcf46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10b90d03c4b408b" /><Relationship Type="http://schemas.openxmlformats.org/officeDocument/2006/relationships/slideLayout" Target="/ppt/slideLayouts/slideLayout1.xml" Id="R9d48b207591c45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48b207591c45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83cf1eb034617" /><Relationship Type="http://schemas.openxmlformats.org/officeDocument/2006/relationships/notesSlide" Target="/ppt/notesSlides/notesSlide1.xml" Id="R8271ff7edc1740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f68cf89914e6b" /><Relationship Type="http://schemas.openxmlformats.org/officeDocument/2006/relationships/notesSlide" Target="/ppt/notesSlides/notesSlide2.xml" Id="R1fb67617c7ce48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2828925ad443c2" /><Relationship Type="http://schemas.openxmlformats.org/officeDocument/2006/relationships/notesSlide" Target="/ppt/notesSlides/notesSlide3.xml" Id="R2d1a4dd81a404e4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a84af417c45cb" /><Relationship Type="http://schemas.openxmlformats.org/officeDocument/2006/relationships/notesSlide" Target="/ppt/notesSlides/notesSlide4.xml" Id="R1e1ad85d82204f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92e8c135914c5d" /><Relationship Type="http://schemas.openxmlformats.org/officeDocument/2006/relationships/notesSlide" Target="/ppt/notesSlides/notesSlide5.xml" Id="R58206755467642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1c8b5c7c54b73" /><Relationship Type="http://schemas.openxmlformats.org/officeDocument/2006/relationships/notesSlide" Target="/ppt/notesSlides/notesSlide6.xml" Id="R5575e6041db440e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c718e8669944b8" /><Relationship Type="http://schemas.openxmlformats.org/officeDocument/2006/relationships/image" Target="/ppt/media/image.png" Id="Rf399ce44303043b2" /><Relationship Type="http://schemas.openxmlformats.org/officeDocument/2006/relationships/notesSlide" Target="/ppt/notesSlides/notesSlide7.xml" Id="Rbe4f7943a1d649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f5addd8fa44f3" /><Relationship Type="http://schemas.openxmlformats.org/officeDocument/2006/relationships/notesSlide" Target="/ppt/notesSlides/notesSlide8.xml" Id="R066262f6d76b49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55333023d42bb" /><Relationship Type="http://schemas.openxmlformats.org/officeDocument/2006/relationships/notesSlide" Target="/ppt/notesSlides/notesSlide9.xml" Id="R97016f5bb39946d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5ae7f3f0794dc4" /><Relationship Type="http://schemas.openxmlformats.org/officeDocument/2006/relationships/notesSlide" Target="/ppt/notesSlides/notesSlide10.xml" Id="R048319c4725c4d3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2c3a7aad84e1b" /><Relationship Type="http://schemas.openxmlformats.org/officeDocument/2006/relationships/notesSlide" Target="/ppt/notesSlides/notesSlide11.xml" Id="R8ffcc8fa840245a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fa979d4b244904" /><Relationship Type="http://schemas.openxmlformats.org/officeDocument/2006/relationships/notesSlide" Target="/ppt/notesSlides/notesSlide12.xml" Id="R9cd45190651849c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7D0AA-51E9-4536-9D50-2EC9BDB1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840CF4-3837-4BEB-8776-D58D7303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258BF4-88C3-4B08-9E5B-95784965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3D5F1F-78BB-4D35-B99C-15F9E2EE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7270C-9C18-4B25-B8A6-0623315B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C32BD6-95A6-4BA9-87FF-5DCE5A380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496835-C372-419B-B55A-A9A3BE1A0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B2204C-D0DB-4805-8F71-132E5A8B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839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between millimetres, centimetres, metres and kilometres.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B93BC9-3B19-4D04-95FF-F96A6325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8F3884-7F91-48F7-B1BF-5CA8ED96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Conversion charts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6EB3DB-1CA8-4E50-B717-F3E24548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4707998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7D86D9-D04B-455D-86F7-60ED948C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8DEBE2-7894-4503-A5F9-95AFBFE1D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7F660F-F2F4-42C6-B8CC-EA3CE93C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15D232-2C96-40A7-9855-5E2C16CA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315B2-A8F9-482B-B8F1-44956B66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45A7FB-A6CF-4039-83D1-9788ACEF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F6474F-EBAD-4387-8BAF-0C507235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7FDEA-88F3-4AD9-A333-98651252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BA102-96AE-45E3-8CF1-4A4933FF1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9CBAD7-EA17-4CBE-A5D0-42ECDFAE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AE002B-C93D-41B3-869E-01DC822D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6CB751-591A-43C2-83E8-1C75100B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575DBB-8935-478F-B90C-D828BD82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Convert between standard units using decimal notation and solve measure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66A49-921D-4AC7-8C18-FCAB7EE0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B57702-255A-4D12-977F-5D9684B9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7DAE33-77E6-489E-9035-4CAF0005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44F5F0-2844-4868-A297-C8C2C8CF0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00136A-F3B2-4997-B448-65611F837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C9DFCB-E81D-42AB-9526-5E8EC53F5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5613D-16CD-4404-A54C-F8787AAF1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603255-A1A8-4581-9688-79E0F71E7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Convert 4.375 km to metres.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901E7-564D-42A3-BA2C-2EF01540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836368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CD8FD1-D57C-4818-A2FB-DF2E3125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07A213-6476-485E-95E7-C75ABF18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A2EE60-7808-4272-87CD-582FAA6A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F77BA8-2315-4793-8D49-01ED52A4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F8EB1A-2ED8-4814-8DA1-B2062C31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CCDF1A-24B7-4303-9CFB-2B33778C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201D83-0A1E-4335-B9A8-CA9FCB86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9A6849-E447-4446-BE9E-3DDE132A8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CF4988-4889-4E78-AAEC-253C654E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596EC-6DDC-4179-8B4D-6BE04340A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convert between millimetres, centimetres, metres and kilometres.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1BDE83-C7C7-478C-8C42-94628985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FDFDBD-3C8F-431A-AD4F-64033078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Write the conversion fact and identify whether the unit becomes larger or smaller.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1A1B5E-3442-433C-A2F2-E18BB5B10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or divide by the correct scale factor.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AA8E2E-9C62-4B11-A2E0-73C974AC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Attach the unit and check the answer's size in context.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8A8A6D-FE46-416D-B74D-E84EBD0D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convert  |  metric  |  imperial  |  scale  |  decimal  |  equivalent</a:t>
            </a:r>
          </a:p>
        </p:txBody>
      </p:sp>
    </p:spTree>
    <p:extLst>
      <p:ext uri="{BB962C8B-B14F-4D97-AF65-F5344CB8AC3E}">
        <p14:creationId xmlns:p14="http://schemas.microsoft.com/office/powerpoint/2010/main" val="9130175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3F32E6-B960-40B7-9807-9A4DE34A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0E41E-5CBE-4977-A9A0-FC56F462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BBC337-BF8D-4179-9223-7E0F26854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93EA85-9772-47B3-8807-2464F50F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24604D-9E56-4018-AEDD-AFBA39A7B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0E2057-1703-49C9-865B-6F04A76D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AFE23-931C-457F-8C14-3FA82301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3CE50-9A3D-4744-81DC-DAF6DEF5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5AAC8D-E758-4224-A41E-85E47EE7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DF676-8ED9-4317-A65F-69192A50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4.375 km to 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9B3FBB-A421-4CDD-97B2-5B5EBC6FF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B038C8-A69A-403E-8465-984C0BD15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C93B59-2054-4BBC-985B-BE843515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Write the conversion fact and identify whether the unit becomes larger or smaller.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60217F-5DFF-4FE4-BA41-752ED9FC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51A1FC-D4AD-4CA1-8D21-8481652BA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EF1CAB-AD57-4811-A4FA-5B19965FC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or divide by the correct scale factor.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0CC138-3A2C-49E2-A8BF-72C5A357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CBF305-C1C6-49E8-B5F1-16E6C5CC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00998D-A503-4D70-9BF0-72CEF08F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4,375 m.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FB7807-F5D3-42BE-A1D7-32A52B5F2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A97A71-C41C-4879-B224-181073DD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0D5B20-9E94-4BCA-BC36-8B7A8192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Attach the unit and check the answer's size in context.</a:t>
            </a:r>
          </a:p>
        </p:txBody>
      </p:sp>
    </p:spTree>
    <p:extLst>
      <p:ext uri="{BB962C8B-B14F-4D97-AF65-F5344CB8AC3E}">
        <p14:creationId xmlns:p14="http://schemas.microsoft.com/office/powerpoint/2010/main" val="17241271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4C6790-B6F9-4EC1-9461-DF5FE12F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383E01-B084-4652-83C7-C6D4BDA11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671FDA-3E92-486A-932F-B29FFACA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AEC2DE-F149-4CB3-ACD4-DD86B31E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3EEA9-A6AF-40FC-BC1F-B5EF7523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1147ED-26FB-4828-AECC-435CC8D2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DC3E5-79B2-4155-ABE7-E384669D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E5637-775A-4D3E-8AF2-6C6D3D912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BB684A-176B-4082-9B7D-4E950188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AB9DB9-E632-4DED-A1B6-BC9808D2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03EE2D-CBAA-44B8-ADB5-E2FE9801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4,375 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D769B6-D8F9-4203-B3A8-D15A9DB0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19B32A-2006-41CD-AC37-D51022951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Attach the unit and check the answer's size in context.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453924-CCDA-4C70-8C4A-90F8956B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23026425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657E46-00EF-4A5F-800D-36DFD97C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FE9098-1D6E-43F3-BD94-749996BA6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01B97E-552E-4702-A135-E624691A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5C5D3-7956-4DA3-80C8-3D0E23847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6C80DC-079D-47F7-92A6-3B313D14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4D929C-3209-47C7-BB9E-A01AC6DD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9B2C9A-5955-4361-81D5-0C2689F12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F52CC5-FF94-462A-92D3-4F2A2151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94FDB-E5D8-4BEF-9FB9-FAE68318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2F0A93-CD23-41A3-B94F-DC0841D6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1D1781-680D-4543-B312-2BD8F39D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17254A-1AC0-41B8-921B-21D4ACDB3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AA4E2D-77FF-43E3-80CA-E09B0311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BF645D-F0A3-40FB-95F3-BB6D46155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513F8E-FC62-4143-931B-1FBB274A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2,650 g and 3.75 litres.</a:t>
            </a:r>
          </a:p>
        </p:txBody>
      </p:sp>
    </p:spTree>
    <p:extLst>
      <p:ext uri="{BB962C8B-B14F-4D97-AF65-F5344CB8AC3E}">
        <p14:creationId xmlns:p14="http://schemas.microsoft.com/office/powerpoint/2010/main" val="12134856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5705FF-E1BC-4063-B888-F80EB18E4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D761B7-3197-406C-8484-BF30AE29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68D5F4-B34D-43E1-82C1-63DE053C5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A8A36D-61AB-41AA-A460-66011966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FAFEF5-6798-4034-BC42-BA89F89B6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658D2F-6B6F-419B-840F-4A5CBDD8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F37215-A33A-4307-BB94-FDBF4AC6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7B2747-D5B1-4688-AF6C-5AE2766E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2AF864-47EB-47AA-A79A-B0E8E67A6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99ce44303043b2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A94C4A-25B3-4743-AE05-BD0AD1A5F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340CAA-D631-408A-A2A5-F78B1482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multiplies whenever converting, regardless of the direction between units.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FF2870-0ACC-4412-99D1-1E304955C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4314B2-34B4-4D93-97FE-7B1F63AE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35464D-8EFD-4BC9-BEC6-E48BAAB5C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the size of the target unit to decide the direction, then check whether the numerical value should grow or shrink.</a:t>
            </a:r>
          </a:p>
        </p:txBody>
      </p:sp>
    </p:spTree>
    <p:extLst>
      <p:ext uri="{BB962C8B-B14F-4D97-AF65-F5344CB8AC3E}">
        <p14:creationId xmlns:p14="http://schemas.microsoft.com/office/powerpoint/2010/main" val="139730641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CDCDAA-B059-4186-B826-F6190683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FEED5-B05C-4AB7-BD94-07BDCAEE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57EC89-8EC0-40B9-979B-D0252A777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F9B851-126D-4F97-A399-6D368096F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44D8EF-4395-46C2-A7D6-8C317164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2607AD-42C7-4D41-AFFF-8629DAC3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F220A5-6DE3-4494-9CE1-D2D24B628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78042E-B02F-47CA-9393-7D07B64AA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7696BB-D742-4648-BF05-61E96017D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65067-C4C5-4C88-96E9-68EAB8E79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4EE2B0-835E-4894-BDD8-ACE3CBB71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A64621-40D9-4C75-AE6C-F7BD226B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17CA5C-BD8B-4AE6-BE41-E53E033C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Convert 2.65 kg to grams and 3,750 ml to litres.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D68362-9AEB-43EC-BDD2-6A004543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DC5E40-BBC8-4CA7-A2C7-92F3CCC0E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00908D-0130-4633-B31A-FE83F021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19E0EB-FE01-44CA-837D-4069891BA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6CE84F-961E-4E76-A970-21713A822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966420-BF5C-4B39-B54E-4DBDBD6C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F4CE27-EA46-4FD9-B315-0B966892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5C0336-37B8-43F5-89C6-BC31017F3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2,650 g and 3.75 litres.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570959-74AB-42E2-8B12-B59FAAE9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5906748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D3ED89-F05E-42E3-94D6-971B15E2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1CA0BF-C8A1-47C9-99E4-EA05E42C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071D48-4A9D-45AB-8D24-2FF8EDD3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4C73DA-B021-4096-937E-F39BB7CC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BBC8A-6D89-4C0A-A3E1-1074945A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4643A-58A7-4588-8A53-0F6E184EE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EBE2D-523C-4455-9ABF-54A6B489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2CC5D6-FA50-4311-9BC9-725C145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F009AB-3FF9-445A-A5C7-F02894BB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59B875-2D21-4650-87EB-55DC16DA0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35329C-E1FA-4AEE-A608-F8EE862AB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86C606-E336-408D-A21C-AC046088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51B08A-5AD9-46A7-8DCE-53D621AE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A9F663-28F5-4FAA-8750-269941EF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C23EBE-AA8C-4D20-AD20-96C78C04B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81BF2-C099-4F95-9E13-E7603F29C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2EC927-52C0-4C32-B932-EF36EBBF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5F9C52-CD53-4191-BFE4-C1A40C68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5F636D-5ED6-403B-8622-0F21A89F3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A18D23-0CED-4FFE-858B-AA91A2E0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189D4F-03E3-4F5A-9B06-2B7D5DC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5563648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DA9FD4-28AC-42C0-89EC-78DBC63C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121C01-FAFB-470E-A281-ABF492F9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B505C-CF34-4268-B42D-D18054DA5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7CEC67-57A3-47AA-BFD7-E85F9767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689269-90DD-417C-A689-921CEAC7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02491F-3944-4A56-A632-D40E3798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CA0CA2-71C8-4A55-9192-1CC2E3BD7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868C7F-A96F-4B48-80EA-355468054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E8D11B-8C88-4418-A0EE-53F27926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BF611F-2AF8-443D-9674-842FABC5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Use 5 miles is about 8 km. Estimate 30 miles in kilometres.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FE39B-915D-4C91-BDC7-3D27EB60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9E3138-825C-4DBE-85B2-47BD1CC6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D01CDA-25BA-4E23-AD49-5C36254D5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About 48 km.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9972530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3FAE03-9B71-410B-9ECB-FBDB4199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6B79BD-458C-4C09-B8EE-B1C0B034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EF57C5-70E8-4FA3-9F4B-284D6B74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B97333-4C01-490E-A8D7-EA59FA0F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5E0D3-1BB0-417F-A37C-EDC5D2D0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210272-4DDF-42A4-ADAB-9F407752B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109660-EF02-491C-9977-F628723F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B4C530-0233-43C2-A9B6-500B70D8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53A3BD-EE5F-4622-895A-22C515C63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82A80A-B349-4ACF-81DA-8234D4BCC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AB99BD-A847-4AEF-840D-DD36E3D5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75BB38-54B9-4FB3-860D-64A74D59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D6C648-B2D2-457E-ABBC-0BCB619A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FE3ADB-6B3A-43DD-9E36-74F2F64C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409539-BD41-499C-95A0-DA62F4F9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431EC2-6BFC-4A37-A3AE-9C72605C6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0.845 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20DB4F-D613-433E-B9AA-5C109826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AD4338-5FD9-45BF-A232-2535CE7B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885078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6EE4FC-010C-4FE6-A925-2F391FFF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DA0934-FD31-4904-8164-A35FDCBEB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87FCDB-55EF-44ED-BE2D-4AD78943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C1214-0A7E-454C-ADFD-994F7FD7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87D6F4-CA7B-4153-9611-C0A85152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9735BD-F767-44BE-B40D-D8530AFD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05349B-E063-417E-BD25-CD686A3C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AC633D-04EE-4F2A-B467-4FB380F6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3F0404-4949-4E98-BBB2-09D9AA4E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Convert metric lengths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A333CA-B2FB-4970-AA7A-5A47F030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1B2B98-1994-4FA7-8596-C443296B3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2EEB5B-F054-4CD5-BC91-8F4EDAEDB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33ABA2-A8AF-4458-9717-353D3F0B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Write 845 mm in metres.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9436B2-7309-4CAC-BE59-F74C3A0C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33E965-DEC9-4FF5-8265-677C625F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9D87EE-B20D-4DD9-8375-EC92B026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7B4F1C-0EC3-459E-A629-77633A58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multiplies whenever converting, regardless of the direction between units.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1CA4D6-6B2A-4C76-B335-E6D51ACB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CF90A4-C1B8-4C44-8DB9-E16ED6FC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FBFA7C-FA1A-4331-83A9-70FF64B2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C32EF4-D7EF-441A-A4D3-DA30BEDD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D06B60-64E1-46A3-BC74-60084813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90973005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2026-09-09T20:49:45.6990000Z</dcterms:created>
  <dcterms:modified xsi:type="dcterms:W3CDTF">2026-09-09T20:49:45.6990000Z</dcterms:modified>
</coreProperties>
</file>