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d1d38d54b84578" /><Relationship Type="http://schemas.openxmlformats.org/officeDocument/2006/relationships/extended-properties" Target="/docProps/app.xml" Id="R808b6b4b885f4cdf" /><Relationship Type="http://schemas.openxmlformats.org/officeDocument/2006/relationships/officeDocument" Target="/ppt/presentation.xml" Id="Rdae99c0169b949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cfa2c6c27442d0"/>
  </p:sldMasterIdLst>
  <p:notesMasterIdLst>
    <p:notesMasterId xmlns:r="http://schemas.openxmlformats.org/officeDocument/2006/relationships" r:id="Rcfb8e554d94e45b4"/>
  </p:notesMasterIdLst>
  <p:sldIdLst>
    <p:sldId xmlns:r="http://schemas.openxmlformats.org/officeDocument/2006/relationships" id="256" r:id="Re3402352d3204deb"/>
    <p:sldId xmlns:r="http://schemas.openxmlformats.org/officeDocument/2006/relationships" id="257" r:id="R223798ec20154281"/>
    <p:sldId xmlns:r="http://schemas.openxmlformats.org/officeDocument/2006/relationships" id="258" r:id="R85794916144c41cb"/>
    <p:sldId xmlns:r="http://schemas.openxmlformats.org/officeDocument/2006/relationships" id="259" r:id="Raccf6ae736a84b71"/>
    <p:sldId xmlns:r="http://schemas.openxmlformats.org/officeDocument/2006/relationships" id="260" r:id="R29a806b52a5348ca"/>
    <p:sldId xmlns:r="http://schemas.openxmlformats.org/officeDocument/2006/relationships" id="261" r:id="Rc8dc5d2b742f4d0e"/>
    <p:sldId xmlns:r="http://schemas.openxmlformats.org/officeDocument/2006/relationships" id="262" r:id="R534fc06bac044337"/>
    <p:sldId xmlns:r="http://schemas.openxmlformats.org/officeDocument/2006/relationships" id="263" r:id="Rdca69fa2423d438f"/>
    <p:sldId xmlns:r="http://schemas.openxmlformats.org/officeDocument/2006/relationships" id="264" r:id="Rf22675c8d9d44887"/>
    <p:sldId xmlns:r="http://schemas.openxmlformats.org/officeDocument/2006/relationships" id="265" r:id="R17cd3a6ae8e9434d"/>
    <p:sldId xmlns:r="http://schemas.openxmlformats.org/officeDocument/2006/relationships" id="266" r:id="R27ca065fb1d1470f"/>
    <p:sldId xmlns:r="http://schemas.openxmlformats.org/officeDocument/2006/relationships" id="267" r:id="R65e1f5a70d43485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ceae67c5da441a" /><Relationship Type="http://schemas.openxmlformats.org/officeDocument/2006/relationships/slideMaster" Target="/ppt/slideMasters/slideMaster1.xml" Id="R24cfa2c6c27442d0" /><Relationship Type="http://schemas.openxmlformats.org/officeDocument/2006/relationships/notesMaster" Target="/ppt/notesMasters/notesMaster1.xml" Id="Rcfb8e554d94e45b4" /><Relationship Type="http://schemas.openxmlformats.org/officeDocument/2006/relationships/presProps" Target="/ppt/presProps.xml" Id="R25357e988b0d4b26" /><Relationship Type="http://schemas.openxmlformats.org/officeDocument/2006/relationships/tableStyles" Target="/ppt/tableStyles.xml" Id="R56a7480e6f0c4c49" /><Relationship Type="http://schemas.openxmlformats.org/officeDocument/2006/relationships/slide" Target="/ppt/slides/slide1.xml" Id="Re3402352d3204deb" /><Relationship Type="http://schemas.openxmlformats.org/officeDocument/2006/relationships/slide" Target="/ppt/slides/slide2.xml" Id="R223798ec20154281" /><Relationship Type="http://schemas.openxmlformats.org/officeDocument/2006/relationships/slide" Target="/ppt/slides/slide3.xml" Id="R85794916144c41cb" /><Relationship Type="http://schemas.openxmlformats.org/officeDocument/2006/relationships/slide" Target="/ppt/slides/slide4.xml" Id="Raccf6ae736a84b71" /><Relationship Type="http://schemas.openxmlformats.org/officeDocument/2006/relationships/slide" Target="/ppt/slides/slide5.xml" Id="R29a806b52a5348ca" /><Relationship Type="http://schemas.openxmlformats.org/officeDocument/2006/relationships/slide" Target="/ppt/slides/slide6.xml" Id="Rc8dc5d2b742f4d0e" /><Relationship Type="http://schemas.openxmlformats.org/officeDocument/2006/relationships/slide" Target="/ppt/slides/slide7.xml" Id="R534fc06bac044337" /><Relationship Type="http://schemas.openxmlformats.org/officeDocument/2006/relationships/slide" Target="/ppt/slides/slide8.xml" Id="Rdca69fa2423d438f" /><Relationship Type="http://schemas.openxmlformats.org/officeDocument/2006/relationships/slide" Target="/ppt/slides/slide9.xml" Id="Rf22675c8d9d44887" /><Relationship Type="http://schemas.openxmlformats.org/officeDocument/2006/relationships/slide" Target="/ppt/slides/slide10.xml" Id="R17cd3a6ae8e9434d" /><Relationship Type="http://schemas.openxmlformats.org/officeDocument/2006/relationships/slide" Target="/ppt/slides/slide11.xml" Id="R27ca065fb1d1470f" /><Relationship Type="http://schemas.openxmlformats.org/officeDocument/2006/relationships/slide" Target="/ppt/slides/slide12.xml" Id="R65e1f5a70d4348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b7d5f2bc7d041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594ca820154256" /><Relationship Type="http://schemas.openxmlformats.org/officeDocument/2006/relationships/notesMaster" Target="/ppt/notesMasters/notesMaster1.xml" Id="R0603a709025745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61449a46dd4905" /><Relationship Type="http://schemas.openxmlformats.org/officeDocument/2006/relationships/notesMaster" Target="/ppt/notesMasters/notesMaster1.xml" Id="R99e65e78c3c44b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ab9060c48f4186" /><Relationship Type="http://schemas.openxmlformats.org/officeDocument/2006/relationships/notesMaster" Target="/ppt/notesMasters/notesMaster1.xml" Id="Rc34fa6fc6e9149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20a23f7e11a4913" /><Relationship Type="http://schemas.openxmlformats.org/officeDocument/2006/relationships/notesMaster" Target="/ppt/notesMasters/notesMaster1.xml" Id="R4c64a26f3fba4d4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b588bee01c4096" /><Relationship Type="http://schemas.openxmlformats.org/officeDocument/2006/relationships/notesMaster" Target="/ppt/notesMasters/notesMaster1.xml" Id="Rfb50b4ac14664e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062375cc4c4e4d" /><Relationship Type="http://schemas.openxmlformats.org/officeDocument/2006/relationships/notesMaster" Target="/ppt/notesMasters/notesMaster1.xml" Id="Rcebc29c8654e43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4c0ab384404d74" /><Relationship Type="http://schemas.openxmlformats.org/officeDocument/2006/relationships/notesMaster" Target="/ppt/notesMasters/notesMaster1.xml" Id="Rbd41f16005df47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e6d8966610a492c" /><Relationship Type="http://schemas.openxmlformats.org/officeDocument/2006/relationships/notesMaster" Target="/ppt/notesMasters/notesMaster1.xml" Id="R4df43df8f30049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e6ec5cda024257" /><Relationship Type="http://schemas.openxmlformats.org/officeDocument/2006/relationships/notesMaster" Target="/ppt/notesMasters/notesMaster1.xml" Id="R3879f4b0558f450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7fd4dd119484d70" /><Relationship Type="http://schemas.openxmlformats.org/officeDocument/2006/relationships/notesMaster" Target="/ppt/notesMasters/notesMaster1.xml" Id="Rcf4d9ed0c1844e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361e50ae39e4164" /><Relationship Type="http://schemas.openxmlformats.org/officeDocument/2006/relationships/notesMaster" Target="/ppt/notesMasters/notesMaster1.xml" Id="Ra3609d8dc4714d1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8af8a9d51704dd6" /><Relationship Type="http://schemas.openxmlformats.org/officeDocument/2006/relationships/notesMaster" Target="/ppt/notesMasters/notesMaster1.xml" Id="R55b4fe58f6ae40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Conversion charts, rulers, measuring jugs, scales, double number lines,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About 48 km. | Write the conversion fact and identify whether the unit becomes larger or smaller. | Use the size of the target unit to decide the direction, then check whether the numerical value should grow or shrink.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convert, metric, imperial, scale, decimal, equivalent.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0.845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About 48 km.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the size of the target unit to decide the direction, then check whether the numerical value should grow or shrink.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About 48 km..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31 complete pieces, with 10 cm left..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4,375 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31 complete pieces, with 10 cm left.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31 complete pieces, with 10 cm left. | Use the size of the target unit to decide the direction, then check whether the numerical value should grow or shrink.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dcc8ddc19148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23993ea5b14837" /><Relationship Type="http://schemas.openxmlformats.org/officeDocument/2006/relationships/slideLayout" Target="/ppt/slideLayouts/slideLayout1.xml" Id="R50cf0b0c592e4e3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cf0b0c592e4e3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1dbc4d682546a2" /><Relationship Type="http://schemas.openxmlformats.org/officeDocument/2006/relationships/notesSlide" Target="/ppt/notesSlides/notesSlide1.xml" Id="R4c2583dfb08f4a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b3cfed051f4754" /><Relationship Type="http://schemas.openxmlformats.org/officeDocument/2006/relationships/notesSlide" Target="/ppt/notesSlides/notesSlide2.xml" Id="R3d8d942f9a2d4f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fcfa4b25894ef0" /><Relationship Type="http://schemas.openxmlformats.org/officeDocument/2006/relationships/notesSlide" Target="/ppt/notesSlides/notesSlide3.xml" Id="R4a64fdf6532d4f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01924ccd694da5" /><Relationship Type="http://schemas.openxmlformats.org/officeDocument/2006/relationships/notesSlide" Target="/ppt/notesSlides/notesSlide4.xml" Id="R2acf285f636741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6450cdf394440c" /><Relationship Type="http://schemas.openxmlformats.org/officeDocument/2006/relationships/notesSlide" Target="/ppt/notesSlides/notesSlide5.xml" Id="R577d14fb4d7d4a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572c092b4c4f00" /><Relationship Type="http://schemas.openxmlformats.org/officeDocument/2006/relationships/notesSlide" Target="/ppt/notesSlides/notesSlide6.xml" Id="R9daab8054c4a46b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323d2b63bb4f0b" /><Relationship Type="http://schemas.openxmlformats.org/officeDocument/2006/relationships/image" Target="/ppt/media/image.png" Id="R644e5d0f6bec4b6e" /><Relationship Type="http://schemas.openxmlformats.org/officeDocument/2006/relationships/notesSlide" Target="/ppt/notesSlides/notesSlide7.xml" Id="R4bfca38988114b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f7d80b2c04511" /><Relationship Type="http://schemas.openxmlformats.org/officeDocument/2006/relationships/notesSlide" Target="/ppt/notesSlides/notesSlide8.xml" Id="Rb710edbc8c044a7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2ccc177ab443da" /><Relationship Type="http://schemas.openxmlformats.org/officeDocument/2006/relationships/notesSlide" Target="/ppt/notesSlides/notesSlide9.xml" Id="R9fedfa2ca9e44d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aa9d1eb66490f" /><Relationship Type="http://schemas.openxmlformats.org/officeDocument/2006/relationships/notesSlide" Target="/ppt/notesSlides/notesSlide10.xml" Id="R4f83fcf825aa4dd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39798406f34395" /><Relationship Type="http://schemas.openxmlformats.org/officeDocument/2006/relationships/notesSlide" Target="/ppt/notesSlides/notesSlide11.xml" Id="Radd6e5b3851244c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ff8b1ec4b4306" /><Relationship Type="http://schemas.openxmlformats.org/officeDocument/2006/relationships/notesSlide" Target="/ppt/notesSlides/notesSlide12.xml" Id="R536d5c676a9243c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0D6DB0-7DC2-4412-906D-6774C3F7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C51F10-28D6-44C4-9232-DF0547E7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00C2CC-D5D2-46F8-A3E9-31803396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BC4C00-7688-4283-BB89-DE877158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FE44BB-FFAB-41FE-8F5D-2B6B9C22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57F1E-18A4-40B4-963D-9FD0B4B7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6A1B46-E561-47F1-930F-B2521356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0EA0A6-6425-4B46-A473-7E929474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express converted measures using decimals to three places.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DB55C3-23D6-46C0-AAA5-4E932543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67892D-C836-474F-B9B3-E0E0F6BBB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Conversion charts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955D82-782B-4D83-AB09-6241ED138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435843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0F0D2B-2DC9-4A2F-844E-63F7F8D2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4FDB45-7AED-4833-9C90-3F04B3AD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50E54D-F0FC-49E9-AAF5-91BF880A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B17D85-CE81-4DD0-843C-9E9019EF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D1BC04-7BED-4A4C-B973-E7FA4DB5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0DC23D-4F3F-4A8A-8BAD-F2C96B28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D8CD42-50AB-41D4-8E86-796671CE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50CD24-9E85-4A03-9B0A-17656E81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F4E38D-04D9-4CFB-8513-B4F95892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B3F5DE-F442-4281-AF1D-0B3146084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F470CD-62F5-4A5D-8CCD-BBECE33B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080199-5599-4570-A83B-0E5A0A43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DBAC17-7029-4DAB-B7A9-842C1653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Convert between standard units using decimal notation and solve measure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D7FB36-885A-4387-A199-DB6042B0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E8B644-339A-4132-BDDF-7B5BB72F4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56537E-F05C-4A6B-9FF6-1619E545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662981-D423-449B-A617-92948F61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5 miles is about 8 km. Estimate 30 miles in kilometres.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556D67-BFBF-4469-8957-F845D684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9F3C95-0B6B-4F5F-AE58-754B177B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A035F6-1DE7-4640-8FF6-8F468E3D7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4CD0C1-2213-42F1-9766-19391ACF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Write 845 mm in metres.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1414C0-998B-4ABA-87FE-FC5AC3A28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042583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01A91F-B293-4FE0-86CE-CAA0DDD1F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DC7940-2936-4965-813D-EC641221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DC73B4-A245-423E-B38B-A1D0C955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41D297-7630-4E24-A4C0-66393FDA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278724-8C42-4C53-AD22-F9D1A893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FFE0BF-3069-4B99-8333-A306B4A5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220C63-56D7-4F7C-A64A-35DBD6AA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618F1A-A260-4296-8F44-06AB75DD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05A691-00C7-440E-8BE8-7BE35153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6D04FC-55EC-43AF-8CBA-CAD22364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express converted measures using decimals to three places.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77883F-9269-48ED-8844-A6B634D1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1FBED8-1447-4FDC-9773-35C09A69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Write the conversion fact and identify whether the unit becomes larger or smaller.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83E07A-1130-483C-806D-A57ECF4BD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or divide by the correct scale factor.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7B23C1-470B-4473-8ED6-C5357A10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Attach the unit and check the answer's size in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BB85E5-96BB-4FD7-A276-7B1AE1172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convert  |  metric  |  imperial  |  scale  |  decimal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19945307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6307B6-E41B-45F1-8512-62AEF0A7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C6EC0F-F2E9-447C-84F9-E8703747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97D1EC-0652-459A-A310-087621EA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3336C-84DE-4B71-9CF1-0E144D89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2EB968-2ACC-4D54-9621-4B8EBBDE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E75E4D-9D82-4645-9BAB-0E0A2D78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97F5DA-7CEA-48A8-8EA6-2B648074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FDFD76-A91B-4227-92AF-C46A12A4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65E3CC-61E1-456D-B047-8140FD13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F8294C-DCF2-4BD7-8956-C02374836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845 mm in 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440D93-2ABC-4A1E-9B91-025C953F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2E8FCB-FEAC-4001-A85D-E567FEA8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27E485-5978-4C4B-A692-FE9D04DC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845 mm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B167F3-CF98-4F71-A468-DC492984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04BDDD-9263-4DDE-ACA4-42B8397B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5C4F0E-9E17-4627-8B48-C834215E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 m = 1,000 mm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02F988-EE53-431B-AA9D-CF371099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971AF6-165F-42D5-9D1F-41B4BA28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4A0D67-2E9A-4A1F-AA24-B9047AB6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845 ÷ 1,000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A53B01-0AC7-48F7-999C-AD9C635C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1B4C34-0127-4BF4-86EA-94445150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BC625F-DF81-41CC-9736-9F5B3436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0.845 m</a:t>
            </a:r>
          </a:p>
        </p:txBody>
      </p:sp>
    </p:spTree>
    <p:extLst>
      <p:ext uri="{BB962C8B-B14F-4D97-AF65-F5344CB8AC3E}">
        <p14:creationId xmlns:p14="http://schemas.microsoft.com/office/powerpoint/2010/main" val="3718000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17E6DE-7060-454D-A627-5C5AB038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38DDF2-8BEF-433E-9D21-C4B49AA4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DC8535-A54B-4D7C-87F4-B14A72F3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E5BEC1-626E-4EE4-A444-24EB83B0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69AB7D-6003-4D28-8D37-D692CECF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215EF-34B1-46FF-855D-B6DD2AB0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4DA768-44CC-49B9-B8C3-0F5A5444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46882F-3B08-44D9-92C2-F58B4405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4907EC-B955-43D3-8B39-269A629D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37B127-2F3C-466B-8BA0-DD361975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700170-3147-44CB-A8F5-5ECE6129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0.845 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CBF19A-95F4-41FB-A233-C895A73C7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070938-0848-4720-B59B-794306EE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Attach the unit and check the answer's size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C09818-C956-4600-BF14-96232693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4891613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995943-A3C7-4E78-8B42-BFD9190E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EEC0CB-638D-4889-BC21-C85FA1D3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BE4B44-A8D2-4EB5-8A8D-D28923DF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E8E59D-392C-47C0-80D6-96A4DA71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261CE-87E6-4E5D-BCA8-9B428E2C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C2BE12-F334-4315-AC88-8A96CB2D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4AD2AF-1EB6-4AB2-8B0A-5DF32869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FC1E33-D9F4-4CEC-BD01-5F023C9C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AACC22-1A78-42CB-A6D6-76B0BD3B4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046D33-CCE3-4006-97C6-CE04733F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5 miles is about 8 km. Estimate 30 miles in kilometres.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F49B09-78D7-4F87-B417-B5908F2F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07E9C0-C7A2-427D-BD65-7E1DCA35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034C41-E84C-4985-889D-B80A1430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37321A-A276-454A-9764-A886C2B8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233F3E-75F2-43B9-8776-3D0845D5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About 48 km.</a:t>
            </a:r>
          </a:p>
        </p:txBody>
      </p:sp>
    </p:spTree>
    <p:extLst>
      <p:ext uri="{BB962C8B-B14F-4D97-AF65-F5344CB8AC3E}">
        <p14:creationId xmlns:p14="http://schemas.microsoft.com/office/powerpoint/2010/main" val="2764904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C99374-41E5-4F94-A10F-8AED1A0F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2BED92-7931-4D5F-B9DA-3A1B3DA4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B9510-9F11-427E-87A1-91DC29DE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452E6D-2972-4AE3-BB94-AA2E9136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8E0688-8764-4734-8DD6-49844EB8B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1A6B31-2D29-4CEF-A3A5-888E6A0D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E536B7-F72D-4588-BF34-CA902306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D30E67-40B9-4F26-99A9-FFC872ED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548B7B-F823-4D2E-9381-C8AB29BD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e5d0f6bec4b6e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D29441-53F5-4671-BBEF-19C2BFC5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BBE318-C80C-4F9D-9292-1DF7E205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multiplies whenever converting, regardless of the direction between units.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6B66E8-6796-4234-AACC-217677F7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DCE75D-A4B8-4F00-BF1E-F51FBAE1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307B62-2230-45B2-9140-1DDBD841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the size of the target unit to decide the direction, then check whether the numerical value should grow or shrink.</a:t>
            </a:r>
          </a:p>
        </p:txBody>
      </p:sp>
    </p:spTree>
    <p:extLst>
      <p:ext uri="{BB962C8B-B14F-4D97-AF65-F5344CB8AC3E}">
        <p14:creationId xmlns:p14="http://schemas.microsoft.com/office/powerpoint/2010/main" val="3203708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9D6A50-10C2-45B4-8ABB-435195E5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7F6151-B0DC-421B-B0A3-DFF516CF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9B11FF-D4D4-4156-AC4A-9C0F39FB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7E8EF3-AE3C-44DA-BF8E-5BE0C26F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F97F65-E3D6-49AD-B426-BC89001C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AC1A3C-8EA7-42E7-9C93-57073EA3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6CDDB0-6005-45E1-95C6-B56F5D71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AF4C75-1821-4A4C-B7FD-B9E8EF58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8F8233-9423-4211-9826-685C8734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B3D37C-E5D8-4079-AD0A-1AF4EB11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2F6C65-A77E-439B-BF5E-DF1EFC5B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FD9DDD-4229-4758-8DA0-6AE5D3D2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274424-4649-47B6-9288-46818EE2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5 miles is about 8 km. Estimate 30 miles in kilometres.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BB5EF4-3C9B-495C-BCD4-176A469E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F5479F-D125-4A97-A1C1-EB0561EE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79E039-815F-4A96-B7E7-CCE3304E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5A12F4-275B-417F-B439-B1D62C6D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CC052C-6E32-4B2C-8A26-6ACE617A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E0C14A-0482-4323-9E9A-A1FA6F48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928403-CB79-447B-9FD8-3DB9733A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B64789-25E6-4703-8BAD-BD92C499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About 48 km.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D2B0F9-EF13-4673-A26E-F0AB569A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518374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D72B61-EC3E-4C5B-A8E1-7881700C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D2694D-F6D1-4BE7-A0CB-5EB013ECA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5C317E-B7AC-4727-8C49-C3A70724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379714-7D8F-4276-A2BE-E7A4DD040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786BC9-80A4-4962-B90A-9C192ACC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2C1A5B-A2E2-40F9-A4EC-EFF94258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1B5FD6-B769-4861-A803-C13A4345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D9981-80EE-4391-9130-43F1A650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B95B81-5C0A-4095-AA6E-D9C0E6DAF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3A0E26-01EA-4288-9FA3-1C91CC6E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508EB8-9FDA-4B0A-AF78-BB480A85D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6CDA73-BA42-49D5-A210-71D2887A8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F45145-CFC4-4D63-A81A-432F8B05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12.5 m roll is cut into 40 cm pieces. How many complete pieces can be cut?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32FBDD-223D-4E10-9A6B-8BCAE0C7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F88B05-5ABB-4F6A-B759-FA2F0600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65EDD6-51D5-4F9E-8FAE-B959D817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5B55D4-ED2E-49A5-A14F-B62C9771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BE120D-BCA6-407A-921C-1F976349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66F23-169C-4752-B5BF-299382C9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1A2E0D-F536-4AE3-A290-DBB793FF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BEEB75-16C3-49B9-9D3B-085BD2A6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019796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D314DA-CDC0-416B-B6BB-E55CE8B7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39F6FD-A196-461C-9653-03618846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94A8EA-1C20-4AF4-B020-99DAD17E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1C9987-78DF-46BC-BF25-5AAD0FAF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1E31F-B94B-4EEB-AB69-C7B3AFF9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C882A0-7F96-48BB-A5BF-BA8BFF8B0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CABF5C-DFC1-42A7-A63E-59EAD817D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97BEEB-0308-4041-AB0B-C9B509217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820786-1DD6-404C-892F-399A56A9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F2C797-2A14-4713-B547-AF7B85C7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Convert 4.375 km to 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2A395C-FC75-4C52-9655-D719175E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60C538-011E-45BA-A1ED-7134259F1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EC1F21-4AE6-43CC-93C5-F34D8AB3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4,375 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0651252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FA0740-E20E-4176-94B4-FDAEC3BC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725A68-04E1-40CE-BB69-3145F7F7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116B65-4108-4ACB-A3BD-3CC49CFF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C2272A-4E34-4F2D-81D3-9D45DFD3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CE9188-C1D4-4B7D-A786-F9954EB2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518C07-2AB4-411B-A042-90E16DD3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877A39-A38A-4E90-9C31-6052FC969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B3577D-FABF-4D5C-B1EB-2B2D297F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055C37-E038-410B-8DB0-249E7BF0E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FB0D5D-232F-4AA6-8886-DBE3CDD1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F5D133-C31A-41A2-8730-EBFF144E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976DC8-9EDE-4EB6-BD9A-2BDAD407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12.5 m roll is cut into 40 cm pieces. How many complete pieces can be cut?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A764F5-B688-4135-9A19-A46A682A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54856C-1527-40E5-B92B-027C5BCE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F558C0-942C-4BBD-8BCF-EC0DF9AB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B17AF7-33B3-4719-BB60-D7D08B637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154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31 complete pieces, with 10 cm left.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3D447E-C7F8-4A78-AE72-36AE0C493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0757CB-9F27-4A6D-9619-60DCBCAB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9435635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6DCA20-3950-4454-BD00-325465E8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EFFA42-30C8-4678-8151-E004E38A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75C39F-2950-42B6-BE59-C3C4410F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F7D8ED-EB96-48E1-8000-2F80105F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69D7F-AECD-45C9-B4E7-0BA13970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A5DF6A-0D64-49CD-9967-5D4F840E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600069-3E62-42D9-AA9A-9D25A41F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5EF1A1-392B-4017-8159-556F4167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7D21D9-4FDE-47E9-9BD6-26054682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FD8FC7-A1E5-4ADD-AA52-1D72DE29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A87986-B49F-4BAD-940F-B826B697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6C18DC-4C8A-4E27-B310-EBCFA1A3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E94BF4-E8C2-496F-A9B6-8CBD4E243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12.5 m roll is cut into 40 cm pieces. How many complete pieces can be cut?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E99FAB-EC05-4436-8368-BC45F8D4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185AA4-77D2-490B-8316-B2DF7B5B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E2E9CE-9704-459A-8585-80135808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874BC0-52FF-4408-848E-A2F672E4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multiplies whenever converting, regardless of the direction between units.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94779A-9A70-448E-A811-982AC89C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EB4B69-8121-47BB-8F87-36829834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502223-9CFE-4297-968E-84A3B77F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F6C329-DC1B-4230-972B-102A72F3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74731B-86D4-4852-A221-6FBD3A07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580312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2026-09-09T22:13:42.6600000Z</dcterms:created>
  <dcterms:modified xsi:type="dcterms:W3CDTF">2026-09-09T22:13:42.6600000Z</dcterms:modified>
</coreProperties>
</file>