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5f4f50c10a4bcf" /><Relationship Type="http://schemas.openxmlformats.org/officeDocument/2006/relationships/extended-properties" Target="/docProps/app.xml" Id="Rab2405ded37b41ab" /><Relationship Type="http://schemas.openxmlformats.org/officeDocument/2006/relationships/officeDocument" Target="/ppt/presentation.xml" Id="R729cd3c8174546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0f0d420b8b4789"/>
  </p:sldMasterIdLst>
  <p:notesMasterIdLst>
    <p:notesMasterId xmlns:r="http://schemas.openxmlformats.org/officeDocument/2006/relationships" r:id="Re1b605ea0b954eb7"/>
  </p:notesMasterIdLst>
  <p:sldIdLst>
    <p:sldId xmlns:r="http://schemas.openxmlformats.org/officeDocument/2006/relationships" id="256" r:id="R3f50ac0a15e947f0"/>
    <p:sldId xmlns:r="http://schemas.openxmlformats.org/officeDocument/2006/relationships" id="257" r:id="R47b180025dac48e4"/>
    <p:sldId xmlns:r="http://schemas.openxmlformats.org/officeDocument/2006/relationships" id="258" r:id="R939990f19b6543f7"/>
    <p:sldId xmlns:r="http://schemas.openxmlformats.org/officeDocument/2006/relationships" id="259" r:id="R8a6e73f5d00849c8"/>
    <p:sldId xmlns:r="http://schemas.openxmlformats.org/officeDocument/2006/relationships" id="260" r:id="R98705a1b15144739"/>
    <p:sldId xmlns:r="http://schemas.openxmlformats.org/officeDocument/2006/relationships" id="261" r:id="R660e3573f51f4532"/>
    <p:sldId xmlns:r="http://schemas.openxmlformats.org/officeDocument/2006/relationships" id="262" r:id="R3f7a31562bbf4150"/>
    <p:sldId xmlns:r="http://schemas.openxmlformats.org/officeDocument/2006/relationships" id="263" r:id="R286066c74da749b8"/>
    <p:sldId xmlns:r="http://schemas.openxmlformats.org/officeDocument/2006/relationships" id="264" r:id="R0d9beb1fcd5949eb"/>
    <p:sldId xmlns:r="http://schemas.openxmlformats.org/officeDocument/2006/relationships" id="265" r:id="Ree22b552a3d54906"/>
    <p:sldId xmlns:r="http://schemas.openxmlformats.org/officeDocument/2006/relationships" id="266" r:id="R15372717fc3f4e6d"/>
    <p:sldId xmlns:r="http://schemas.openxmlformats.org/officeDocument/2006/relationships" id="267" r:id="R2e7da11c2c124b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2bcb0205634179" /><Relationship Type="http://schemas.openxmlformats.org/officeDocument/2006/relationships/slideMaster" Target="/ppt/slideMasters/slideMaster1.xml" Id="Re90f0d420b8b4789" /><Relationship Type="http://schemas.openxmlformats.org/officeDocument/2006/relationships/notesMaster" Target="/ppt/notesMasters/notesMaster1.xml" Id="Re1b605ea0b954eb7" /><Relationship Type="http://schemas.openxmlformats.org/officeDocument/2006/relationships/presProps" Target="/ppt/presProps.xml" Id="R5967c938e41a4690" /><Relationship Type="http://schemas.openxmlformats.org/officeDocument/2006/relationships/tableStyles" Target="/ppt/tableStyles.xml" Id="R98663165f96b4385" /><Relationship Type="http://schemas.openxmlformats.org/officeDocument/2006/relationships/slide" Target="/ppt/slides/slide1.xml" Id="R3f50ac0a15e947f0" /><Relationship Type="http://schemas.openxmlformats.org/officeDocument/2006/relationships/slide" Target="/ppt/slides/slide2.xml" Id="R47b180025dac48e4" /><Relationship Type="http://schemas.openxmlformats.org/officeDocument/2006/relationships/slide" Target="/ppt/slides/slide3.xml" Id="R939990f19b6543f7" /><Relationship Type="http://schemas.openxmlformats.org/officeDocument/2006/relationships/slide" Target="/ppt/slides/slide4.xml" Id="R8a6e73f5d00849c8" /><Relationship Type="http://schemas.openxmlformats.org/officeDocument/2006/relationships/slide" Target="/ppt/slides/slide5.xml" Id="R98705a1b15144739" /><Relationship Type="http://schemas.openxmlformats.org/officeDocument/2006/relationships/slide" Target="/ppt/slides/slide6.xml" Id="R660e3573f51f4532" /><Relationship Type="http://schemas.openxmlformats.org/officeDocument/2006/relationships/slide" Target="/ppt/slides/slide7.xml" Id="R3f7a31562bbf4150" /><Relationship Type="http://schemas.openxmlformats.org/officeDocument/2006/relationships/slide" Target="/ppt/slides/slide8.xml" Id="R286066c74da749b8" /><Relationship Type="http://schemas.openxmlformats.org/officeDocument/2006/relationships/slide" Target="/ppt/slides/slide9.xml" Id="R0d9beb1fcd5949eb" /><Relationship Type="http://schemas.openxmlformats.org/officeDocument/2006/relationships/slide" Target="/ppt/slides/slide10.xml" Id="Ree22b552a3d54906" /><Relationship Type="http://schemas.openxmlformats.org/officeDocument/2006/relationships/slide" Target="/ppt/slides/slide11.xml" Id="R15372717fc3f4e6d" /><Relationship Type="http://schemas.openxmlformats.org/officeDocument/2006/relationships/slide" Target="/ppt/slides/slide12.xml" Id="R2e7da11c2c124b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71e1bf27f549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d3fb46d5304245" /><Relationship Type="http://schemas.openxmlformats.org/officeDocument/2006/relationships/notesMaster" Target="/ppt/notesMasters/notesMaster1.xml" Id="R29ee4cca98f84a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9a3e566b88476c" /><Relationship Type="http://schemas.openxmlformats.org/officeDocument/2006/relationships/notesMaster" Target="/ppt/notesMasters/notesMaster1.xml" Id="R711642e1e7484f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9ca39be41a4b23" /><Relationship Type="http://schemas.openxmlformats.org/officeDocument/2006/relationships/notesMaster" Target="/ppt/notesMasters/notesMaster1.xml" Id="Re20856ece73345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7e315718e24409" /><Relationship Type="http://schemas.openxmlformats.org/officeDocument/2006/relationships/notesMaster" Target="/ppt/notesMasters/notesMaster1.xml" Id="R33bdfa0752e54b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1bad882f0e40d1" /><Relationship Type="http://schemas.openxmlformats.org/officeDocument/2006/relationships/notesMaster" Target="/ppt/notesMasters/notesMaster1.xml" Id="Rb0b2b9e8b29c49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0b3911a0a7477d" /><Relationship Type="http://schemas.openxmlformats.org/officeDocument/2006/relationships/notesMaster" Target="/ppt/notesMasters/notesMaster1.xml" Id="Rf93b986c07f64b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edb27e14d742e7" /><Relationship Type="http://schemas.openxmlformats.org/officeDocument/2006/relationships/notesMaster" Target="/ppt/notesMasters/notesMaster1.xml" Id="R5e4088b68c004a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f423bbf85e4bec" /><Relationship Type="http://schemas.openxmlformats.org/officeDocument/2006/relationships/notesMaster" Target="/ppt/notesMasters/notesMaster1.xml" Id="R6ed6eace634544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c28110d1214f24" /><Relationship Type="http://schemas.openxmlformats.org/officeDocument/2006/relationships/notesMaster" Target="/ppt/notesMasters/notesMaster1.xml" Id="Rd395eb611a724e2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6e168227384e08" /><Relationship Type="http://schemas.openxmlformats.org/officeDocument/2006/relationships/notesMaster" Target="/ppt/notesMasters/notesMaster1.xml" Id="R582bd2c1630848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65b7b3c7f7f4824" /><Relationship Type="http://schemas.openxmlformats.org/officeDocument/2006/relationships/notesMaster" Target="/ppt/notesMasters/notesMaster1.xml" Id="R4f396f82f78942b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dfd2942be446b3" /><Relationship Type="http://schemas.openxmlformats.org/officeDocument/2006/relationships/notesMaster" Target="/ppt/notesMasters/notesMaster1.xml" Id="R667deda5f02648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Conversion charts, rulers, measuring jugs, scales, double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About 48 km. | Write the conversion fact and identify whether the unit becomes larger or smaller. |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convert, metric, imperial, scale, decimal,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0.845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About 48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About 48 km..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31 complete pieces, with 10 cm left..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4,375 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31 complete pieces, with 10 cm left.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31 complete pieces, with 10 cm left. | Use the size of the target unit to decide the direction, then check whether the numerical value should grow or shrink.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90f3c999e944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afd5fdf329493c" /><Relationship Type="http://schemas.openxmlformats.org/officeDocument/2006/relationships/slideLayout" Target="/ppt/slideLayouts/slideLayout1.xml" Id="Ra1fb91e680bd48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fb91e680bd48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fc643ef644756" /><Relationship Type="http://schemas.openxmlformats.org/officeDocument/2006/relationships/notesSlide" Target="/ppt/notesSlides/notesSlide1.xml" Id="R8632d15e45794a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8cf0e5eb74a1d" /><Relationship Type="http://schemas.openxmlformats.org/officeDocument/2006/relationships/notesSlide" Target="/ppt/notesSlides/notesSlide2.xml" Id="R8618506b4b934e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0d8d9875e4dcb" /><Relationship Type="http://schemas.openxmlformats.org/officeDocument/2006/relationships/notesSlide" Target="/ppt/notesSlides/notesSlide3.xml" Id="Reef38dfc265445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2910a973e4e76" /><Relationship Type="http://schemas.openxmlformats.org/officeDocument/2006/relationships/notesSlide" Target="/ppt/notesSlides/notesSlide4.xml" Id="Re0a709b666144e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fbd9231064625" /><Relationship Type="http://schemas.openxmlformats.org/officeDocument/2006/relationships/notesSlide" Target="/ppt/notesSlides/notesSlide5.xml" Id="Rc1a8380f4ec74f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76c365121c40c8" /><Relationship Type="http://schemas.openxmlformats.org/officeDocument/2006/relationships/notesSlide" Target="/ppt/notesSlides/notesSlide6.xml" Id="R7f1f96255c6e45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9e38504f34abb" /><Relationship Type="http://schemas.openxmlformats.org/officeDocument/2006/relationships/image" Target="/ppt/media/image.png" Id="Rde1ef21b41ef4e0c" /><Relationship Type="http://schemas.openxmlformats.org/officeDocument/2006/relationships/notesSlide" Target="/ppt/notesSlides/notesSlide7.xml" Id="Rfdbb6504fe4f46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111f4a5dfb44f4" /><Relationship Type="http://schemas.openxmlformats.org/officeDocument/2006/relationships/notesSlide" Target="/ppt/notesSlides/notesSlide8.xml" Id="Rad2ac6981acb4a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8f2a86f444012" /><Relationship Type="http://schemas.openxmlformats.org/officeDocument/2006/relationships/notesSlide" Target="/ppt/notesSlides/notesSlide9.xml" Id="R11bcb33271574b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567b5508d4e10" /><Relationship Type="http://schemas.openxmlformats.org/officeDocument/2006/relationships/notesSlide" Target="/ppt/notesSlides/notesSlide10.xml" Id="R0779f2ddca7546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d279ec5484b3c" /><Relationship Type="http://schemas.openxmlformats.org/officeDocument/2006/relationships/notesSlide" Target="/ppt/notesSlides/notesSlide11.xml" Id="Rd272f2a3013040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e63b6c77134127" /><Relationship Type="http://schemas.openxmlformats.org/officeDocument/2006/relationships/notesSlide" Target="/ppt/notesSlides/notesSlide12.xml" Id="R51ad4fad0b3647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B6840-C2ED-4906-A577-BCE2F65C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40C94-053D-4EB7-804A-EF58FDA4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9950C-9624-49C2-9690-6BD02924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2E57F-D32F-44B4-9E13-9B73262B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F66E5-BE79-4741-B5BF-3038F47E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5D2DB-240F-4240-9373-659E5E91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43BAF-7D1E-4AB8-A4BA-47F7468E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CEE45A-8AE4-4857-900A-02BD382F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converted measures using decimals to three places.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F1127B-5317-4CE9-8022-264DDF38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13F1C5-E840-461E-B285-8A365659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Conversion charts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6335B-76BE-4BFC-8151-9B3B21F4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073897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BB87CF-EBA3-4E18-A638-43963BB4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C5CF8-B4CB-4A73-9FE7-C3BBCDC7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3EEFD4-096D-400A-889F-82C235BA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CED3C6-483B-4DA6-90D1-DB8B20E2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E68D2C-B823-403F-94E9-9C76B2BA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FDCDD-E097-416F-B9AA-6928D6A0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FADCB8-A5E8-425D-A876-EBC8677A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84B12-2911-497F-9574-272992A4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0B322E-EEF4-470B-87E9-ED552678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7B463E-E117-48A6-B814-D1DD1FD3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F2B2BB-19F0-4DF6-9418-8E7C8C18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40B81-BC3D-4FDC-B550-1091388D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74923-ABD5-4BCE-AB9D-C78F6DB9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Convert between standard units using decimal notation and solve measure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837916-159A-4CFA-B8E2-F5D41F33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5F432C-C42B-4EB1-A402-4692974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C11408-3728-4E83-AAEB-7EC85A08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42BCF3-90B6-48E7-9C15-5A3F9156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7536B9-0A64-45D6-8D48-D6EE13F0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A8DAD-42FB-43C2-8DB1-0C9EF2CC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E20EFB-7F56-401D-89E2-41F3DA52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DF7FCE-112C-4460-AD09-70FEA5AD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Write 845 mm in metres.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8479CB-92AC-47E0-87D7-95BC3971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232898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DEBE5A-6671-43D1-B256-0D9DC63B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C490C9-EC58-4A48-AE59-0190F944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73F6E-9048-4597-9EC5-4DC60DDF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CD8DAC-B1A7-4FC3-BECC-BB1DC8A2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3DB04-5E53-400C-A601-0288F9D5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163DF-7A8C-41D6-9B41-9BEFE427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8B4E-167C-40B9-B883-B19308F1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1F3A98-C685-4165-AAF3-DA140094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C0311-E776-47BA-81CF-2AED57E5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21936A-E5DA-4117-A512-790E655CC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converted measures using decimals to three places.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3CBF1-E940-4BA5-9DD7-6A5ACDBF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1BB7A2-D096-4F27-B9D5-AFD23B1E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Write the conversion fact and identify whether the unit becomes larger or smaller.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C6690A-DAA7-4DC4-AB87-C11405B9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or divide by the correct scale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2D39F-BC53-4435-8475-3C4953BC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Attach the unit and check the answer's size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DF4CF8-AF93-408B-A606-5BA6F5FE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convert  |  metric  |  imperial  |  scale  |  decimal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6146540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FDBF20-D493-4B81-8719-0CA17482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DA31F-48DA-4410-97F8-A96B3C52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D68936-CC1F-4D27-AF18-2E9FBBF1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FAD2D8-3B12-458F-9A28-2EAE1555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834CC-3126-42C3-B52B-CAE8519D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58F4A-FDA8-4584-8266-789E60C9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2BB801-CD8E-44EB-AE64-7A65B8F3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C47B6-1649-4887-8CCE-F60D4848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E2CB51-0459-44DE-81D3-5BEAD16B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CF8480-7D5B-445E-82AD-FEB64EB0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049A34-D645-41A3-8DB5-55C3FB9F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5C8A2C-169B-470B-BDAE-4FC39424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1A10FD-FF5B-4918-8497-79143661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Write the conversion fact and identify whether the unit becomes larger or smaller.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3B6734-2C21-4498-B77E-56CA0438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26BFC1-ABCF-4786-BFE2-197E7858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EDD83B-08A5-4531-A732-B1839B84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or divide by the correct scale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52D798-84A0-49D3-8DB4-757B571C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0C0F01-56AC-47D0-9B13-E14BD2CB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6EDD6D-C668-499E-9745-69D0E7B9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0.845 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C93A10-27A1-4350-B24E-2665625A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F1B952-2BCB-4D67-B1FD-BBF01999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6CD94F-95E7-49B2-8F64-350C921B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Attach the unit and check the answer's size in context.</a:t>
            </a:r>
          </a:p>
        </p:txBody>
      </p:sp>
    </p:spTree>
    <p:extLst>
      <p:ext uri="{BB962C8B-B14F-4D97-AF65-F5344CB8AC3E}">
        <p14:creationId xmlns:p14="http://schemas.microsoft.com/office/powerpoint/2010/main" val="17878617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BD00A9-6D77-459F-8DB5-1208BEE1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0E808E-956F-4F64-8721-DE31F0C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1DDB0D-242F-43FD-B78F-853B145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CA296-155E-4604-AE06-52C22C59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C38A1-5439-4EC0-B34E-F0D19573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E7DBCF-E468-451B-A9CE-DFD11C29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383B9-C5DB-4C5F-99EA-EC78CE41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C5C2D9-77E2-4E05-8A65-DEE80F3E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E811C3-FD5F-4AD6-AD6C-67841901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06484-E9E6-453E-B9C6-6B3E0CDA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81284C-7BB9-40BA-837E-443B3C41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0.845 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3E0E9E-00F8-400B-9543-2527F5BF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CBB372-202D-4195-A28A-0DF3E31B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Attach the unit and check the answer's size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52F38-8D60-42C1-82F3-0BCB22D6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505196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B784E9-B6FC-490E-B496-942E285F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1990B-5CBA-4EC3-99B7-55C56121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B4A52-080C-4F84-B8DE-B8B59D63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BCB5BE-4A2C-4A00-96E4-7E7682CC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2F57C-99AF-47C1-BCA6-75E82221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7093F-E92A-45A7-8BBF-77DD6DDC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C2791-F52F-4F77-B4BC-EFFA5815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927765-F879-4710-81F0-8EB2C1AB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103F5D-1008-4524-ACD7-7EE3B6E5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A1FDB2-1565-474C-9E0D-4A576600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5F4D25-07AD-4974-AA2F-2F0BF669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A40BFC-73E9-4035-A814-86F79C13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57F632-D9D3-47AA-BC87-BCAA42EB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12A9B2-CC97-4BC7-91F6-B15FC3F4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B42FDC-C36D-4F72-B345-07BEE819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About 48 km.</a:t>
            </a:r>
          </a:p>
        </p:txBody>
      </p:sp>
    </p:spTree>
    <p:extLst>
      <p:ext uri="{BB962C8B-B14F-4D97-AF65-F5344CB8AC3E}">
        <p14:creationId xmlns:p14="http://schemas.microsoft.com/office/powerpoint/2010/main" val="13138296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C7E76-CA46-4BDB-AA86-03AE85A6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3BFC2-4442-4573-BEB9-A76A7C03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A09B0-C43F-4AE1-815F-E7350370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87C324-DBFA-417D-A055-432A2272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F54EB-3341-486E-84D4-1518AA63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F78B8-3322-4A12-AF42-07237D2F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045462-E4A2-4079-804F-1C03FF2D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5327D-F2BC-4BEF-8C09-6E4A793F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4CBEFC-268D-4277-8CD4-34E72307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1ef21b41ef4e0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2CDFD8-431B-4C09-ACC7-49EB6292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9C9F20-1C9C-4663-BF7D-FC01AB06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multiplies whenever converting, regardless of the direction between units.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04B48A-4731-41CB-B6B2-38B9963C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5A2C9-466C-4EB7-9219-67067B5E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B21D71-E7A3-4C39-A853-DC85EF1B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</p:spTree>
    <p:extLst>
      <p:ext uri="{BB962C8B-B14F-4D97-AF65-F5344CB8AC3E}">
        <p14:creationId xmlns:p14="http://schemas.microsoft.com/office/powerpoint/2010/main" val="7772870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DDB8AB-F4BE-4638-A5FB-9003FAD3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F52664-439F-426E-B5FD-C4F40780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11366-B885-4052-90B2-E7CD927A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C6027-C3FD-45AE-8BF6-AAB069BD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F64CA-0729-45BB-B032-D901195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A8807-F67D-42AD-B16A-05964908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C763E-E38F-4062-BA74-65636578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6F81F-F9BD-4708-BFF1-3EB0ABE3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5AFBB-1A11-4E57-9D81-620E2CA1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C08536-9530-4400-904D-34DF263C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1EB283-B474-4B6D-A060-E5BA8284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8739BE-D539-4D11-8FDB-14CCB8A4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21BE32-237D-4427-A1D2-3BA0887A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5 miles is about 8 km. Estimate 30 miles in kilometres.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543EC-F1F9-4227-ADF9-93B530A9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A42D5-EE95-4E73-836E-35B31E30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F9C429-8BA9-4982-94E6-F193CA84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1FD95D-F0D9-4EF6-911E-4DCB61C3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B9886D-C3C4-4335-B015-8DDC955D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AD2734-7C8C-420C-957C-58256EB8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7C29CB-1C1A-4EC2-AC6D-C2FBD9EE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CA5022-EC89-4988-8807-503F1138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About 48 km.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C0F77D-D01B-4B55-BE67-67251D0C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160130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735EA-0407-4DB7-9A45-FFE37A49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33B1E9-6238-4832-9C71-52415CCB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E0C5D-82F3-4A8E-B627-50A85E85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597C00-72AE-46F7-8496-C178BAD1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0C82E-6660-4130-86DB-94FB2EB5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1EA70-AAB5-4C8F-BE2F-D094A203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A31ED-63F2-446E-B0F0-5BA29B36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0AC8A-FE7D-4C04-B179-C8DEACE7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65771-98B0-42FD-A269-ED3B4A59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CF41DB-7FD2-45FF-8A85-4A6BB17E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40884-8F59-43C0-9E40-9AA73A6A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8EAAF-DB20-47CE-915F-612D024A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8B6E6E-1DFB-4711-8DA6-B62CA52F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513275-4EAD-4C10-8704-49D2B9C6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CDFE66-EEAB-496A-98C1-9FF32E17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45268-CD40-446C-9289-C759BC42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B2588C-9DE4-4707-B423-ABF11215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DCF0E3-BBE8-43FF-8DED-B563F0B5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00247A-FB6F-423C-87BE-EA1D511A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C16B23-FEB6-46F2-AE3B-AEDD5229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01F0BC-D751-46BD-AB10-A73911BD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8967772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43EE01-14CF-4202-A9CD-35A5C8D3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59B58-C0F7-4122-BC01-14D29CB3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36A52-BD2E-4938-B4C3-B979EE62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504A09-3CB1-4C08-BDAE-513B7DEF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106E9-9809-429B-9EEA-997E7F9A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465FE9-FAA2-43C5-A193-87B9DB86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10BB5B-53C2-45F7-BE9B-78858FDB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4358D4-8A6D-4EEA-B115-C31872FE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8B3D2-5816-4B22-8BAE-9CDBEC76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31B8B-72B3-4C0C-B341-086D7509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Convert 4.375 km to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57CD5-3926-44AD-993D-7BA2E345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69F51-6B2A-4D1E-B578-02EE3BEA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7150EE-5765-4B62-BADE-2EA38F2D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4,375 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009313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DE6F0-2454-47F7-B1ED-E2477896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1BB187-BED2-4D0B-B583-5B1D0E98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063860-65A7-4756-A663-7C04443C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0FA93-11F7-4104-9778-61C0D728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DC123D-EEF2-4B59-BEAA-C2B47089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89B327-E4C7-4BB1-A409-5D53F8D8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81582-BB26-45B2-92BD-34C703EB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3C3E6-C15D-4B73-968B-40131FDD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06BE15-0896-4EDA-8EE8-653AEB4C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FD56C1-7373-476B-A450-64F41A44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7B4CA-9532-44A0-853D-A892B97E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9C0F1-7F25-4493-A087-9C2F2CB0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FB43CE-6D8B-4A16-8966-E877200E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3C9F56-2723-4A45-9C6B-CCC1D577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C0E534-A5A2-464E-A9E0-10B41D18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9C8B1-75E9-4056-B26B-24B4042E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154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31 complete pieces, with 10 cm left.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2619E-DC35-41E4-A0CE-BE22C566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E2379D-F6ED-4E51-BCF8-ED75F714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328408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D32BC9-26CE-4562-9DE9-8E277F67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04678-5DAE-4256-8EEE-AE90A1F9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5E1F7B-426F-40C3-806B-CC56F3F3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F69128-DBC3-4554-A275-F1DFF8D28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7790D-0ACF-427A-ABB0-01C634D7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93AEF-3E57-4EAE-9AF2-3D5925A0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3AF0B-813A-4CCF-BACC-8DE34E98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266531-EA5A-4926-9315-303C398C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986B1-B2F7-4D99-84EC-BE67CDE2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decimal notation in conversions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FFE398-4C87-4D16-A4AC-A0DFA7DA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81CDC6-4F83-400C-B3A5-CD93E109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91090-5F6B-461B-83E5-D03DB948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19F16-7369-4108-829C-E9927691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2D1D96-08BE-4526-96E5-AC1C6280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45B55-8A42-49A0-8FC9-DEF89818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6A9355-3E80-406F-BD3A-14F38190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434E75-FE82-4DD1-A157-F50A30EC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multiplies whenever converting, regardless of the direction between units.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C8571-F753-466D-9A9E-228572D8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2265FB-09BB-4753-9185-F0711322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5FB47B-8AF1-4A6E-8917-E2CF3F29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40EFA6-0134-4A95-AA28-D4A72F3E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886A68-B929-42F2-8578-0F61A52B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221177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2026-09-09T20:49:48.1640000Z</dcterms:created>
  <dcterms:modified xsi:type="dcterms:W3CDTF">2026-09-09T20:49:48.1640000Z</dcterms:modified>
</coreProperties>
</file>