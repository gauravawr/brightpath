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bcedab8c44206" /><Relationship Type="http://schemas.openxmlformats.org/officeDocument/2006/relationships/extended-properties" Target="/docProps/app.xml" Id="Re5974d26ce744b15" /><Relationship Type="http://schemas.openxmlformats.org/officeDocument/2006/relationships/officeDocument" Target="/ppt/presentation.xml" Id="R34abdfbe43a5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5fb6faffbc4600"/>
  </p:sldMasterIdLst>
  <p:notesMasterIdLst>
    <p:notesMasterId xmlns:r="http://schemas.openxmlformats.org/officeDocument/2006/relationships" r:id="R5d4749902bc34255"/>
  </p:notesMasterIdLst>
  <p:sldIdLst>
    <p:sldId xmlns:r="http://schemas.openxmlformats.org/officeDocument/2006/relationships" id="256" r:id="Rafcbb1a6919f4a3c"/>
    <p:sldId xmlns:r="http://schemas.openxmlformats.org/officeDocument/2006/relationships" id="257" r:id="R49abdf04e6504367"/>
    <p:sldId xmlns:r="http://schemas.openxmlformats.org/officeDocument/2006/relationships" id="258" r:id="R40df720b78a74e53"/>
    <p:sldId xmlns:r="http://schemas.openxmlformats.org/officeDocument/2006/relationships" id="259" r:id="R3197da8ab94d4437"/>
    <p:sldId xmlns:r="http://schemas.openxmlformats.org/officeDocument/2006/relationships" id="260" r:id="R5f4095b3673946cd"/>
    <p:sldId xmlns:r="http://schemas.openxmlformats.org/officeDocument/2006/relationships" id="261" r:id="R4c8d21a1f7c0482a"/>
    <p:sldId xmlns:r="http://schemas.openxmlformats.org/officeDocument/2006/relationships" id="262" r:id="R4c361e37d0da4f1f"/>
    <p:sldId xmlns:r="http://schemas.openxmlformats.org/officeDocument/2006/relationships" id="263" r:id="R47e43b564daa449b"/>
    <p:sldId xmlns:r="http://schemas.openxmlformats.org/officeDocument/2006/relationships" id="264" r:id="R83a543472a8c4df8"/>
    <p:sldId xmlns:r="http://schemas.openxmlformats.org/officeDocument/2006/relationships" id="265" r:id="R7dc0fa18befa44cb"/>
    <p:sldId xmlns:r="http://schemas.openxmlformats.org/officeDocument/2006/relationships" id="266" r:id="Ra1a940226f02422c"/>
    <p:sldId xmlns:r="http://schemas.openxmlformats.org/officeDocument/2006/relationships" id="267" r:id="Rbe7ab5e5c80e4b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89e1642eec4897" /><Relationship Type="http://schemas.openxmlformats.org/officeDocument/2006/relationships/slideMaster" Target="/ppt/slideMasters/slideMaster1.xml" Id="Rb85fb6faffbc4600" /><Relationship Type="http://schemas.openxmlformats.org/officeDocument/2006/relationships/notesMaster" Target="/ppt/notesMasters/notesMaster1.xml" Id="R5d4749902bc34255" /><Relationship Type="http://schemas.openxmlformats.org/officeDocument/2006/relationships/presProps" Target="/ppt/presProps.xml" Id="R6a3a818744e848ba" /><Relationship Type="http://schemas.openxmlformats.org/officeDocument/2006/relationships/tableStyles" Target="/ppt/tableStyles.xml" Id="R32d5ce6dd96b4edf" /><Relationship Type="http://schemas.openxmlformats.org/officeDocument/2006/relationships/slide" Target="/ppt/slides/slide1.xml" Id="Rafcbb1a6919f4a3c" /><Relationship Type="http://schemas.openxmlformats.org/officeDocument/2006/relationships/slide" Target="/ppt/slides/slide2.xml" Id="R49abdf04e6504367" /><Relationship Type="http://schemas.openxmlformats.org/officeDocument/2006/relationships/slide" Target="/ppt/slides/slide3.xml" Id="R40df720b78a74e53" /><Relationship Type="http://schemas.openxmlformats.org/officeDocument/2006/relationships/slide" Target="/ppt/slides/slide4.xml" Id="R3197da8ab94d4437" /><Relationship Type="http://schemas.openxmlformats.org/officeDocument/2006/relationships/slide" Target="/ppt/slides/slide5.xml" Id="R5f4095b3673946cd" /><Relationship Type="http://schemas.openxmlformats.org/officeDocument/2006/relationships/slide" Target="/ppt/slides/slide6.xml" Id="R4c8d21a1f7c0482a" /><Relationship Type="http://schemas.openxmlformats.org/officeDocument/2006/relationships/slide" Target="/ppt/slides/slide7.xml" Id="R4c361e37d0da4f1f" /><Relationship Type="http://schemas.openxmlformats.org/officeDocument/2006/relationships/slide" Target="/ppt/slides/slide8.xml" Id="R47e43b564daa449b" /><Relationship Type="http://schemas.openxmlformats.org/officeDocument/2006/relationships/slide" Target="/ppt/slides/slide9.xml" Id="R83a543472a8c4df8" /><Relationship Type="http://schemas.openxmlformats.org/officeDocument/2006/relationships/slide" Target="/ppt/slides/slide10.xml" Id="R7dc0fa18befa44cb" /><Relationship Type="http://schemas.openxmlformats.org/officeDocument/2006/relationships/slide" Target="/ppt/slides/slide11.xml" Id="Ra1a940226f02422c" /><Relationship Type="http://schemas.openxmlformats.org/officeDocument/2006/relationships/slide" Target="/ppt/slides/slide12.xml" Id="Rbe7ab5e5c80e4b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cb2cd3aa0545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1a05f5659c409e" /><Relationship Type="http://schemas.openxmlformats.org/officeDocument/2006/relationships/notesMaster" Target="/ppt/notesMasters/notesMaster1.xml" Id="R5d60da337788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a2836f25e3480e" /><Relationship Type="http://schemas.openxmlformats.org/officeDocument/2006/relationships/notesMaster" Target="/ppt/notesMasters/notesMaster1.xml" Id="R41f59f5af0d040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5306f517f4cef" /><Relationship Type="http://schemas.openxmlformats.org/officeDocument/2006/relationships/notesMaster" Target="/ppt/notesMasters/notesMaster1.xml" Id="R0d6c8bf7847e4e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7897d3e0e41cb" /><Relationship Type="http://schemas.openxmlformats.org/officeDocument/2006/relationships/notesMaster" Target="/ppt/notesMasters/notesMaster1.xml" Id="R51fc7d0cde344a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1e67a42546456c" /><Relationship Type="http://schemas.openxmlformats.org/officeDocument/2006/relationships/notesMaster" Target="/ppt/notesMasters/notesMaster1.xml" Id="R60dd3940546b4a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49b2fa65844550" /><Relationship Type="http://schemas.openxmlformats.org/officeDocument/2006/relationships/notesMaster" Target="/ppt/notesMasters/notesMaster1.xml" Id="Re6459655c9d443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a1089b3b2541ec" /><Relationship Type="http://schemas.openxmlformats.org/officeDocument/2006/relationships/notesMaster" Target="/ppt/notesMasters/notesMaster1.xml" Id="Re02c0ae5ad5946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cf7474c993498c" /><Relationship Type="http://schemas.openxmlformats.org/officeDocument/2006/relationships/notesMaster" Target="/ppt/notesMasters/notesMaster1.xml" Id="Rd00ce382632841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d58583288d4c20" /><Relationship Type="http://schemas.openxmlformats.org/officeDocument/2006/relationships/notesMaster" Target="/ppt/notesMasters/notesMaster1.xml" Id="R15d6a6235ae644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cba3fc89d942f7" /><Relationship Type="http://schemas.openxmlformats.org/officeDocument/2006/relationships/notesMaster" Target="/ppt/notesMasters/notesMaster1.xml" Id="Ra437e0ce3d0241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2d5d3ad113404b" /><Relationship Type="http://schemas.openxmlformats.org/officeDocument/2006/relationships/notesMaster" Target="/ppt/notesMasters/notesMaster1.xml" Id="R236ab32765b243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af2fe7e78b4119" /><Relationship Type="http://schemas.openxmlformats.org/officeDocument/2006/relationships/notesMaster" Target="/ppt/notesMasters/notesMaster1.xml" Id="Rb6be4c0a1763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Conversion charts, rulers, measuring jugs, scales, double number lines,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4,375 m. | Write the conversion fact and identify whether the unit becomes larger or smaller. | Use the size of the target unit to decide the direction, then check whether the numerical value should grow or shrink.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convert, metric, imperial, scale, decimal, equivalent.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31 complete pieces, with 10 cm left.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4,375 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the size of the target unit to decide the direction, then check whether the numerical value should grow or shrink.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4,375 m..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2,650 g and 3.75 litres..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0.845 m.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2,650 g and 3.75 litres.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2,650 g and 3.75 litres. | Use the size of the target unit to decide the direction, then check whether the numerical value should grow or shrink.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b85bd633c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2389d56db947e8" /><Relationship Type="http://schemas.openxmlformats.org/officeDocument/2006/relationships/slideLayout" Target="/ppt/slideLayouts/slideLayout1.xml" Id="R1e6eeeacf47c47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eeeacf47c47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89a4dfc7f41ec" /><Relationship Type="http://schemas.openxmlformats.org/officeDocument/2006/relationships/notesSlide" Target="/ppt/notesSlides/notesSlide1.xml" Id="R6f2012147eef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29956ebb6454a" /><Relationship Type="http://schemas.openxmlformats.org/officeDocument/2006/relationships/notesSlide" Target="/ppt/notesSlides/notesSlide2.xml" Id="R8db7dedd30644b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cd324812c43fe" /><Relationship Type="http://schemas.openxmlformats.org/officeDocument/2006/relationships/notesSlide" Target="/ppt/notesSlides/notesSlide3.xml" Id="Rf64c3735801c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71cbeca6452d" /><Relationship Type="http://schemas.openxmlformats.org/officeDocument/2006/relationships/notesSlide" Target="/ppt/notesSlides/notesSlide4.xml" Id="Rca1860be762646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8a8dd3b64d7e" /><Relationship Type="http://schemas.openxmlformats.org/officeDocument/2006/relationships/notesSlide" Target="/ppt/notesSlides/notesSlide5.xml" Id="Rf6dd3b16b55948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0bada481240e1" /><Relationship Type="http://schemas.openxmlformats.org/officeDocument/2006/relationships/notesSlide" Target="/ppt/notesSlides/notesSlide6.xml" Id="R7ca228d113f449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41bbd8e88406b" /><Relationship Type="http://schemas.openxmlformats.org/officeDocument/2006/relationships/image" Target="/ppt/media/image.png" Id="Raac054f23b7a4779" /><Relationship Type="http://schemas.openxmlformats.org/officeDocument/2006/relationships/notesSlide" Target="/ppt/notesSlides/notesSlide7.xml" Id="Rd0ca09610c73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80f49a67c4a55" /><Relationship Type="http://schemas.openxmlformats.org/officeDocument/2006/relationships/notesSlide" Target="/ppt/notesSlides/notesSlide8.xml" Id="R06ca145e534f46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b430992d04ebf" /><Relationship Type="http://schemas.openxmlformats.org/officeDocument/2006/relationships/notesSlide" Target="/ppt/notesSlides/notesSlide9.xml" Id="R25382fc8f6a549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d05859703460d" /><Relationship Type="http://schemas.openxmlformats.org/officeDocument/2006/relationships/notesSlide" Target="/ppt/notesSlides/notesSlide10.xml" Id="R8b06c198896340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97e68c65945cb" /><Relationship Type="http://schemas.openxmlformats.org/officeDocument/2006/relationships/notesSlide" Target="/ppt/notesSlides/notesSlide11.xml" Id="R99cf47f8e2ed4b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e74a4264d4ba6" /><Relationship Type="http://schemas.openxmlformats.org/officeDocument/2006/relationships/notesSlide" Target="/ppt/notesSlides/notesSlide12.xml" Id="Reaa02b464d1446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3495E-2B8E-4238-8495-99CDFB6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14F50-8A48-4BCD-8270-D7A1627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B3CFD-80AD-4A4B-817F-7F9F6691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3C62-27ED-471B-9153-984DA521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F2157-96BC-4CCB-9C4B-37E9BFF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81B96-CF8C-437F-BC19-C86E6E28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2D44B-0EB0-4832-ABFB-B426B8C6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14432-0CF3-4A2B-AB52-5B3A139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more than one unit conversion.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9B490-AA83-4AAA-B837-116CC83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1FD0D-4217-49FA-BA89-8CE3AE3A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Conversion charts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45A8A-AE16-4A23-8981-6EB9F8B2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728971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738A4-CE39-47D0-A5DD-D562CC5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52A11-FF19-4823-9579-B04930E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84761-3772-4871-8DA5-7B15DAC7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10DC5-F0CB-4685-B3E2-6112D9C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7A510-2B99-46F7-A4EA-93A0EE5D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7C054-E3F4-44AB-8389-952909F8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61A56-BF1A-4BD4-92E3-39035628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B3C0B-487A-47B3-A73F-3B26B4AD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0D406-84CE-4C25-9B65-7ABEBF58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E4173-4E7A-4703-AA6E-F8E32B3F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7DDBB-7567-417D-9EBB-1FEAD55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FE33E-2D2C-4A2D-B427-53B0540C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55F0A-F2D2-4B56-AECF-27DC13E3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Convert between standard units using decimal notation and solve measure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BCF39-7598-48BC-BE36-3D579989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ECABF-3200-42CB-8C61-233C9B43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BFE81-428D-4571-B249-7E0CA819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CFCDC-46CB-4526-83B0-623D1D86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4.375 km to metres.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5D7CB-A84E-4E52-B4AC-85249722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B425E-23D6-4954-AA97-74B0410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2291A-716F-4260-85F2-5716DB26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F8A2C-48F4-4367-B57D-28153B2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12.5 m roll is cut into 40 cm pieces. How many complete pieces can be cut?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2FE82-7DB3-4F2D-BA20-E9E4C453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7439160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3E1DE-66E0-48BE-9D68-263CAFD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F002C-C175-4D16-9AA4-75F7975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DB35E-5998-4D50-A52F-F1B8FDC8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75AB4-ED9A-4954-8923-A6D5CDE6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43E3F-0EED-4EC3-87B0-A91FA044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0A577-A025-4945-8276-DFEE53D3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6862E-F404-43D9-AEC4-2B396646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34520-4870-4999-B711-0D1016DE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A31BB-C0F4-4D32-B42A-C0E8C54C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3436F-D444-4FF9-96B6-54BDF81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more than one unit conversion.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6872A-6656-4F2D-BC34-FF6AFF6A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28FA6-A265-4014-A6C8-C7C5A230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Write the conversion fact and identify whether the unit becomes larger or smaller.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2692B-6D60-4583-AFCC-8752C242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or divide by the correct scale factor.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D6BBA-1E1D-456F-9D76-561E6BFB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Attach the unit and check the answer's size in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2F956-1915-46A8-8DC2-2935BB60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convert  |  metric  |  imperial  |  scale  |  decimal  |  equivalent</a:t>
            </a:r>
          </a:p>
        </p:txBody>
      </p:sp>
    </p:spTree>
    <p:extLst>
      <p:ext uri="{BB962C8B-B14F-4D97-AF65-F5344CB8AC3E}">
        <p14:creationId xmlns:p14="http://schemas.microsoft.com/office/powerpoint/2010/main" val="9446613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A04AD-471F-4BBA-BDD2-86741697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82491-3976-40EE-80C4-9C8F4EA0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23269-0174-4FA2-A796-3707AE3E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935F9-2F61-4834-B30A-9F86BCA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5B2F-7699-4021-8C5A-55068B06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DA698-82BB-49B5-BB38-4479C4DC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6B7E4-5807-4BF4-B3E3-D9E70CC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65315-EA78-4576-AE3E-32F5B96B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2AC78-0176-4FAF-937B-4BE8C84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BA2AB-4A47-4467-9B62-FCD17EF7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12.5 m roll is cut into 40 cm pieces. How many complete pieces can be cut?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BB288-59DE-4E17-8BD0-C59DE775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61BEC-8DAA-48BD-824B-AA664C67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7BE99-045C-4441-B505-048B128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12.5 m = 1,250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13322-F91F-4423-AA97-5C633DA9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EE1A4-9998-4299-94F0-345C6A4C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AB024-84A6-47CE-A5F7-9E461046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1,250 ÷ 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0779D-802C-4944-8DA6-10D3A077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B7D0D-3ADB-41BF-854B-447F6C4F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F9DC2-3387-49C9-84CF-06E74F50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40 × 31 = 1,240; remainder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C05C2-0146-40CF-AF57-090EEB22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D1BB0-36CA-4143-816A-9FE2BA6C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1B5A4-1064-4C68-BCD3-71A165B6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31 complete pieces, 10 cm left</a:t>
            </a:r>
          </a:p>
        </p:txBody>
      </p:sp>
    </p:spTree>
    <p:extLst>
      <p:ext uri="{BB962C8B-B14F-4D97-AF65-F5344CB8AC3E}">
        <p14:creationId xmlns:p14="http://schemas.microsoft.com/office/powerpoint/2010/main" val="4425303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C65DA-C524-46B6-B5E4-BCA8C410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B165F-82F8-4C30-B632-C0B9E6E1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10F35-B828-4268-BBCA-FAFC441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6A124-8165-406E-834E-6A0854A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9ED1B-5328-4C3E-A7C5-062B4BE3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5F5CE-447A-4662-AC6F-FB41FECC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C9CCB-64EB-4C22-B40A-9937AB23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C9E2A-7DD7-43CC-B3B4-A0625CE1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2889E-D8FE-4BB2-A582-10D0C4B0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A3D87-5942-479D-AF7B-13006EC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E223D-D81B-445D-A896-5956647B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31 complete pieces, with 10 cm left.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418AE-80F7-460F-AB43-9AA8D630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A685C-E8A4-4C76-AAAF-2C877529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Attach the unit and check the answer's size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0451E-63DA-4E18-B665-0F437C48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180124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D3724-3005-4E7C-9EE0-EDF01126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BB3A7-DD75-4DB9-A3AE-7CB3DE2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A9752-F89D-4238-A11C-2177C861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097F6-54F4-4D87-920F-76EFA7B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357D7-B692-483E-9963-962A37F8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2E078-43EA-47F7-895A-C1873F29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27A60-342F-40E8-A5BA-40FECE82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5ED87-9895-4D34-8442-D4428D87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A7082-6F50-4369-9BBD-BE2B0B2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F36B0-642B-4751-8F86-46D27CD3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4.375 km to metres.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65A5F-BE2F-4F35-BD2C-E2A5686E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B7174-7545-4333-81B5-2C67381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A9EA9-BC69-4330-9D82-9CDF00C2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70428-0777-4C60-B86B-13B391BE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C06CD-2862-488B-9F1A-00CC2A83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4,375 m.</a:t>
            </a:r>
          </a:p>
        </p:txBody>
      </p:sp>
    </p:spTree>
    <p:extLst>
      <p:ext uri="{BB962C8B-B14F-4D97-AF65-F5344CB8AC3E}">
        <p14:creationId xmlns:p14="http://schemas.microsoft.com/office/powerpoint/2010/main" val="20306197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B504D-06D9-4BDB-922E-66F3B64C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329FB-8AE1-46EB-9643-30AF4E4A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3BD1-AD01-4CF7-BC0E-DAD1F61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D50C2-8BF9-4D95-970D-6825E3E2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8FBC7-22BB-4A01-A0F4-69E6CB48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9A608-6597-46C0-AD95-BB00DE40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EC144-06D0-461B-9B5B-2DB106E9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F7B13-1DE2-4221-966D-E44837B7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182A4-3314-41D0-A1D4-9465F5C2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054f23b7a4779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6C8EB-AA0F-4068-8E3C-F25D398C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8C4AC-4B7B-4452-83C6-65118EB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multiplies whenever converting, regardless of the direction between units.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6CFF6-D93D-4FC2-8D74-AF3CC542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8C5F9-59AF-4621-96B6-B0D4A6A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3C6CF-A50E-47E9-B966-B4666B5B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the size of the target unit to decide the direction, then check whether the numerical value should grow or shrink.</a:t>
            </a:r>
          </a:p>
        </p:txBody>
      </p:sp>
    </p:spTree>
    <p:extLst>
      <p:ext uri="{BB962C8B-B14F-4D97-AF65-F5344CB8AC3E}">
        <p14:creationId xmlns:p14="http://schemas.microsoft.com/office/powerpoint/2010/main" val="6436294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B98C8-38F2-4838-98C2-069C6D9D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AA6B3-040E-410B-9F1A-D9BFB6CA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F3C84-D57F-4336-A0DC-D5156EBD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B8C18-4B18-4335-AD75-31060C8F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601A0-6695-492B-99A9-A03875A7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D2EE3-6F94-4731-8F63-41D0342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05E05-C549-433B-837B-7A161BE4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9170E-4FFC-4C0F-BD7C-255174D5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0B490-1879-4404-9A20-F065462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10072-6073-4BF2-9F2E-0C53CA1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154F3-BA79-4514-B9A1-05AEFE7A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3FDA3-EE8A-4608-A57F-2C7C221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66CE8-96A6-4280-849B-8B13DD11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4.375 km to metres.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CC918-9D6F-4E15-B65E-7A3B0ED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B40EE-7A40-4A3A-BD54-684873C5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3E1F3-5AE3-4EC9-8387-C2E39615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F6FE4-3707-4201-8482-93D62C48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896FC-A137-4DE4-998E-2F11AB70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69D67-43D9-4DA7-8CD7-887948FF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14867-7F0A-45A3-8635-0BCC8784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2C8F7-735E-4A8D-9672-AB1AC90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4,375 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38229-2D7C-4AD8-934E-51C41B26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3948227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9F03F-5216-4689-BD26-5754CB74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CF5E4-33F6-4A7A-B246-28B5F215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1C101-D10B-4012-AF8B-068DEEE2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3CD6-687A-4AA6-9AB5-F755CAF9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27A0D-558C-4E7F-ACB3-DABA3A29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491C9-8749-4EE5-84DB-92BAB2C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64A4C-E77D-4EA4-ABBA-FC91D044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EB765-BEAE-446A-99A5-ADFEFFB5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CD099-8B9B-4FA8-BFB8-B87C929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327B0-7F0A-4456-A27C-2C65DEF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BB2F2-3371-4F2D-917C-DFEB39C0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11CAB-05E3-4AAB-B20E-FFF45426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DA85C-AF33-4F67-B9EA-BE1CA70C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2.65 kg to grams and 3,750 ml to litres.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67193-9280-4001-8D63-1050F77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DE4CB-3F73-4C86-9F45-21209BCA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DB994-4507-4042-8B3A-9E6A8F19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F4C1F-1E70-40BD-BE5E-78F26DB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468F8-E9FB-4284-A1C6-40235A6B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DEDC0-7D0A-422C-8308-F1122DB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F0118-4525-433F-BA2C-DC507E34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C398F-4BA8-4C49-B4BF-9217CA8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6531289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82EFB-4E45-4A6C-9685-1C90DC3A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2F69-D4B9-45E4-90BA-918EFA31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B2531-B8C4-476A-AD7F-355E4EDF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652F5-E3BD-487E-8201-4B2D205E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C1BB3-0819-4C54-AB40-3B967B8E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92BB5-D308-4C0B-8797-66EEBE36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C99DA-8FB0-46F3-B379-222EA0FB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80FAE-1449-4334-B362-1AAA3874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B427F-A7C2-4A19-B707-22527DBE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115E0-A907-4609-B8E5-1F5F49C2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Write 845 mm in metres.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179D3-A66A-4E63-B610-15EBDC3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C4656-1E93-4A48-8507-8F128D7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A0E62-0E68-4307-918A-04B28FD1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0.845 m.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824135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628E7-394B-400A-A4D7-4E97738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F9FE8-38D5-481E-92AA-4BD4B65E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E94FA-05A4-4223-8F08-8BCC0026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20E40-6B3A-4BFC-933A-C524EE3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4AC81-C458-439B-B794-DCC87EE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4AF11-F548-4E27-8D5E-1244F8E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1C4A4-E591-4C18-9598-D0317D5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E2208-5C7C-493C-8236-6228C581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28BE9-9886-46C1-9AF6-E8AE5F1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FD611-F44B-459E-819B-9BBA4A3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14C33-422A-4CB8-B804-2E8C6CD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46FDB-0646-4AC6-BE7C-663C4444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2.65 kg to grams and 3,750 ml to litres.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8FBEB-272F-4E09-ACAB-60D3E2B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8B3BD-9D7E-4F23-A81B-94EB83B9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072FE-0367-4D40-89D8-484C4D95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A3432-A1AB-48B9-8910-3E5B960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2,650 g and 3.75 litres.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29BED-2D54-45A9-B50C-8EFBE804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E10D7-16C5-4E79-B037-0FE12910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4611597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95593-A9D4-4F1E-8D0E-F3C971DD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59F88-18E0-48D0-8BA5-43B2EB22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17C75-935E-4628-A081-89AD1927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87B8D-DD6D-44A1-BA1F-EED0E6D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C7F35-4270-400A-9335-CFFFE90D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6798B-9F25-4AC0-99B5-27DD48A5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5DE97-74B0-46E2-B204-42FCCDED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E405D-BCD7-479D-BF22-87122D84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A92BD-F070-4B14-9240-79857BDD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D02C-7797-4759-A851-200A811C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F9827-4BA9-4810-9460-0584D079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2BD4E-FF91-40FC-817E-BC756D6E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E0773-6010-408B-AF0D-D5DEF73B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2.65 kg to grams and 3,750 ml to litres.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E8770-2B6C-4086-8682-3E701E2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4A751-C3DF-4182-8798-9B80ED8B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53142-D98E-4D19-935F-379D2067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69956-1E22-49A9-A434-00595E97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multiplies whenever converting, regardless of the direction between units.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856F8-654C-4951-BF48-CE259C5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5E05F-CDAA-400B-9422-C1B52BE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4FF35-D78E-49FF-9EC6-D776ADE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69AEE-5610-4812-BE30-4F3EC7A7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2DD1E-9AA3-42B9-82CE-B23701FC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5366284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2026-09-09T22:13:46.1210000Z</dcterms:created>
  <dcterms:modified xsi:type="dcterms:W3CDTF">2026-09-09T22:13:46.1210000Z</dcterms:modified>
</coreProperties>
</file>