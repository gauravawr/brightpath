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38c55f0322404b" /><Relationship Type="http://schemas.openxmlformats.org/officeDocument/2006/relationships/extended-properties" Target="/docProps/app.xml" Id="R52e10640e0594df8" /><Relationship Type="http://schemas.openxmlformats.org/officeDocument/2006/relationships/officeDocument" Target="/ppt/presentation.xml" Id="R8a14a20ba1e544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7e64419441490f"/>
  </p:sldMasterIdLst>
  <p:notesMasterIdLst>
    <p:notesMasterId xmlns:r="http://schemas.openxmlformats.org/officeDocument/2006/relationships" r:id="Ref330db23d1a4d9e"/>
  </p:notesMasterIdLst>
  <p:sldIdLst>
    <p:sldId xmlns:r="http://schemas.openxmlformats.org/officeDocument/2006/relationships" id="256" r:id="R7fc6341d26ae4428"/>
    <p:sldId xmlns:r="http://schemas.openxmlformats.org/officeDocument/2006/relationships" id="257" r:id="Rc9dbffd46f1f44fa"/>
    <p:sldId xmlns:r="http://schemas.openxmlformats.org/officeDocument/2006/relationships" id="258" r:id="R76b8b41b63ae45e5"/>
    <p:sldId xmlns:r="http://schemas.openxmlformats.org/officeDocument/2006/relationships" id="259" r:id="R6842c499051e467d"/>
    <p:sldId xmlns:r="http://schemas.openxmlformats.org/officeDocument/2006/relationships" id="260" r:id="R9af39b8bafa143e4"/>
    <p:sldId xmlns:r="http://schemas.openxmlformats.org/officeDocument/2006/relationships" id="261" r:id="R824de60e83d54f6a"/>
    <p:sldId xmlns:r="http://schemas.openxmlformats.org/officeDocument/2006/relationships" id="262" r:id="R7e131b2147a4499d"/>
    <p:sldId xmlns:r="http://schemas.openxmlformats.org/officeDocument/2006/relationships" id="263" r:id="R9b98b1106d774845"/>
    <p:sldId xmlns:r="http://schemas.openxmlformats.org/officeDocument/2006/relationships" id="264" r:id="Rca60d542b84d41ee"/>
    <p:sldId xmlns:r="http://schemas.openxmlformats.org/officeDocument/2006/relationships" id="265" r:id="R5b55e32f239d4ec0"/>
    <p:sldId xmlns:r="http://schemas.openxmlformats.org/officeDocument/2006/relationships" id="266" r:id="Rdb0c646db6fd4f67"/>
    <p:sldId xmlns:r="http://schemas.openxmlformats.org/officeDocument/2006/relationships" id="267" r:id="Reafe043ff9684b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60b388737c4b3d" /><Relationship Type="http://schemas.openxmlformats.org/officeDocument/2006/relationships/slideMaster" Target="/ppt/slideMasters/slideMaster1.xml" Id="R867e64419441490f" /><Relationship Type="http://schemas.openxmlformats.org/officeDocument/2006/relationships/notesMaster" Target="/ppt/notesMasters/notesMaster1.xml" Id="Ref330db23d1a4d9e" /><Relationship Type="http://schemas.openxmlformats.org/officeDocument/2006/relationships/presProps" Target="/ppt/presProps.xml" Id="R296f8dfdf69e49b6" /><Relationship Type="http://schemas.openxmlformats.org/officeDocument/2006/relationships/tableStyles" Target="/ppt/tableStyles.xml" Id="R3f960b8ae7144be4" /><Relationship Type="http://schemas.openxmlformats.org/officeDocument/2006/relationships/slide" Target="/ppt/slides/slide1.xml" Id="R7fc6341d26ae4428" /><Relationship Type="http://schemas.openxmlformats.org/officeDocument/2006/relationships/slide" Target="/ppt/slides/slide2.xml" Id="Rc9dbffd46f1f44fa" /><Relationship Type="http://schemas.openxmlformats.org/officeDocument/2006/relationships/slide" Target="/ppt/slides/slide3.xml" Id="R76b8b41b63ae45e5" /><Relationship Type="http://schemas.openxmlformats.org/officeDocument/2006/relationships/slide" Target="/ppt/slides/slide4.xml" Id="R6842c499051e467d" /><Relationship Type="http://schemas.openxmlformats.org/officeDocument/2006/relationships/slide" Target="/ppt/slides/slide5.xml" Id="R9af39b8bafa143e4" /><Relationship Type="http://schemas.openxmlformats.org/officeDocument/2006/relationships/slide" Target="/ppt/slides/slide6.xml" Id="R824de60e83d54f6a" /><Relationship Type="http://schemas.openxmlformats.org/officeDocument/2006/relationships/slide" Target="/ppt/slides/slide7.xml" Id="R7e131b2147a4499d" /><Relationship Type="http://schemas.openxmlformats.org/officeDocument/2006/relationships/slide" Target="/ppt/slides/slide8.xml" Id="R9b98b1106d774845" /><Relationship Type="http://schemas.openxmlformats.org/officeDocument/2006/relationships/slide" Target="/ppt/slides/slide9.xml" Id="Rca60d542b84d41ee" /><Relationship Type="http://schemas.openxmlformats.org/officeDocument/2006/relationships/slide" Target="/ppt/slides/slide10.xml" Id="R5b55e32f239d4ec0" /><Relationship Type="http://schemas.openxmlformats.org/officeDocument/2006/relationships/slide" Target="/ppt/slides/slide11.xml" Id="Rdb0c646db6fd4f67" /><Relationship Type="http://schemas.openxmlformats.org/officeDocument/2006/relationships/slide" Target="/ppt/slides/slide12.xml" Id="Reafe043ff9684b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ae3b1073134a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b5cfc352ce4516" /><Relationship Type="http://schemas.openxmlformats.org/officeDocument/2006/relationships/notesMaster" Target="/ppt/notesMasters/notesMaster1.xml" Id="R79422b2feb184f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31d301d19b4d6f" /><Relationship Type="http://schemas.openxmlformats.org/officeDocument/2006/relationships/notesMaster" Target="/ppt/notesMasters/notesMaster1.xml" Id="Reac1902f92424a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2b4d2373774af8" /><Relationship Type="http://schemas.openxmlformats.org/officeDocument/2006/relationships/notesMaster" Target="/ppt/notesMasters/notesMaster1.xml" Id="Rb86132e7c86e44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f0fed198a34df3" /><Relationship Type="http://schemas.openxmlformats.org/officeDocument/2006/relationships/notesMaster" Target="/ppt/notesMasters/notesMaster1.xml" Id="R7427c262e8264a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2e8b5eb7574a40" /><Relationship Type="http://schemas.openxmlformats.org/officeDocument/2006/relationships/notesMaster" Target="/ppt/notesMasters/notesMaster1.xml" Id="R4353f49d4fda42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799b01858d41f9" /><Relationship Type="http://schemas.openxmlformats.org/officeDocument/2006/relationships/notesMaster" Target="/ppt/notesMasters/notesMaster1.xml" Id="Ra45bfdd666074a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befdfc1e974608" /><Relationship Type="http://schemas.openxmlformats.org/officeDocument/2006/relationships/notesMaster" Target="/ppt/notesMasters/notesMaster1.xml" Id="R73c888f81fd14e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4483a9742e4ce1" /><Relationship Type="http://schemas.openxmlformats.org/officeDocument/2006/relationships/notesMaster" Target="/ppt/notesMasters/notesMaster1.xml" Id="Rcd8c5f9d05f749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a63088da074f77" /><Relationship Type="http://schemas.openxmlformats.org/officeDocument/2006/relationships/notesMaster" Target="/ppt/notesMasters/notesMaster1.xml" Id="Rbfe464a7ccf04b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1c0dee2b424594" /><Relationship Type="http://schemas.openxmlformats.org/officeDocument/2006/relationships/notesMaster" Target="/ppt/notesMasters/notesMaster1.xml" Id="Re6f443f466994d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0d762eacb947b1" /><Relationship Type="http://schemas.openxmlformats.org/officeDocument/2006/relationships/notesMaster" Target="/ppt/notesMasters/notesMaster1.xml" Id="R097eba52618345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f6c6ed595a04c09" /><Relationship Type="http://schemas.openxmlformats.org/officeDocument/2006/relationships/notesMaster" Target="/ppt/notesMasters/notesMaster1.xml" Id="R71287f17f13644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4,375 m.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31 complete pieces, with 10 cm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4,375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4,375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2,650 g and 3.75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0.845 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2,650 g and 3.75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2,650 g and 3.75 litres.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4a7e41dc241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7eb29e86b744b3" /><Relationship Type="http://schemas.openxmlformats.org/officeDocument/2006/relationships/slideLayout" Target="/ppt/slideLayouts/slideLayout1.xml" Id="Reb7bd818ed1143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7bd818ed1143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29c708c9541a1" /><Relationship Type="http://schemas.openxmlformats.org/officeDocument/2006/relationships/notesSlide" Target="/ppt/notesSlides/notesSlide1.xml" Id="R7926be778fde43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4206643f94918" /><Relationship Type="http://schemas.openxmlformats.org/officeDocument/2006/relationships/notesSlide" Target="/ppt/notesSlides/notesSlide2.xml" Id="Rc7f6654cdff240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904cce5414f74" /><Relationship Type="http://schemas.openxmlformats.org/officeDocument/2006/relationships/notesSlide" Target="/ppt/notesSlides/notesSlide3.xml" Id="R1a5c208f8f964e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61385935c4e74" /><Relationship Type="http://schemas.openxmlformats.org/officeDocument/2006/relationships/notesSlide" Target="/ppt/notesSlides/notesSlide4.xml" Id="R76477bbdfced42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3ce298b074a41" /><Relationship Type="http://schemas.openxmlformats.org/officeDocument/2006/relationships/notesSlide" Target="/ppt/notesSlides/notesSlide5.xml" Id="Re6dd82d2a18243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b58c10817444d" /><Relationship Type="http://schemas.openxmlformats.org/officeDocument/2006/relationships/notesSlide" Target="/ppt/notesSlides/notesSlide6.xml" Id="Rcce3bccd81ee4c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3563af76a42f3" /><Relationship Type="http://schemas.openxmlformats.org/officeDocument/2006/relationships/image" Target="/ppt/media/image.png" Id="R702d760520f64278" /><Relationship Type="http://schemas.openxmlformats.org/officeDocument/2006/relationships/notesSlide" Target="/ppt/notesSlides/notesSlide7.xml" Id="Reb34270a61e344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2be7c95a14d2f" /><Relationship Type="http://schemas.openxmlformats.org/officeDocument/2006/relationships/notesSlide" Target="/ppt/notesSlides/notesSlide8.xml" Id="R9f4e3bef03804a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d93cd49ac347a6" /><Relationship Type="http://schemas.openxmlformats.org/officeDocument/2006/relationships/notesSlide" Target="/ppt/notesSlides/notesSlide9.xml" Id="R8410d6c7e73c47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dd648d51c496c" /><Relationship Type="http://schemas.openxmlformats.org/officeDocument/2006/relationships/notesSlide" Target="/ppt/notesSlides/notesSlide10.xml" Id="R0bd415fcc5a649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897300df64f06" /><Relationship Type="http://schemas.openxmlformats.org/officeDocument/2006/relationships/notesSlide" Target="/ppt/notesSlides/notesSlide11.xml" Id="Rec588a1436d542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c961b60624847" /><Relationship Type="http://schemas.openxmlformats.org/officeDocument/2006/relationships/notesSlide" Target="/ppt/notesSlides/notesSlide12.xml" Id="Refa447ae17c541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D22E01-B140-40D1-9B37-A6B9CE5A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59847-5B0E-4B03-A7F4-342CEDF8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9D8ED-8D3B-40E9-9AC8-B3FD5C00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5E763-82B3-4F3E-BB06-254DB824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16A9E-1898-404F-8A65-4A35742B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0260A-2230-4740-86B5-4CF0CE78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B0E12-08EF-471E-8FEA-689847D5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6A9F0-4AD6-4291-817F-AB376ABB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more than one unit conversion.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DE89E-42A9-439F-9F02-14EF0FE3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66416-48BC-412C-9FD0-53755F83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EBEBB-26B1-4F5D-BE8E-8C17C482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11172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302209-DCCB-46C3-9408-FF0E84D6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A367E-4512-4A16-A564-56943ABD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95B2C-D7EF-49F4-A98C-34543ED4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C31EAD-39D9-4FDF-ACB8-BC1AC893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89A41-7E42-4316-84D8-F40A24A9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CB7C3-27EE-4B90-960D-A78C9082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2498D-301E-40C7-B4AE-665AB17E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AD74F-F970-4824-9990-51C662E5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79B5C6-14DF-4208-A529-F1637CC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131DD-D498-427E-956D-855FAEBB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2CE05-B1FF-466E-AE10-68738DDD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F6F78-791C-4539-898B-F3414545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AFB34D-0F0C-4382-8289-26CB7BB9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323A6-7F2E-40CE-82B6-078C1B08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4C4A99-7C04-482E-90B8-2E9699E0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69B18-A1C3-4E49-A13F-0E54B686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9FABC-53A4-4541-ABA8-F4751C7A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9F0FD9-5683-42AF-A595-934E975D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C83389-AAE6-47BE-8024-6308827C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A05A2-B262-4F57-988C-45C7120E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BD7018-C280-45B9-A645-DA154819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12.5 m roll is cut into 40 cm pieces. How many complete pieces can be cut?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9F20D5-2EF5-4139-8EF8-2F173B6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564272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0E7D8-B904-4FD5-B246-1C11A27E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27D35-3B27-4614-8848-7477485D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14537-FCB3-492C-B9E7-51303D3B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0D38D-E25E-47C5-918D-76416A62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F9901-E03D-4951-8BAF-FA4AC933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CAA13A-3AEA-417D-82E9-1D5A1F1D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C2856-EABB-4773-B3EE-13859D5B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B231E-0BEF-4DFD-A7AA-E5986136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6698E-8BEB-4933-8AE0-21FDBF88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3D6F1-EB6C-4EDB-ACB6-83C3B5F7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more than one unit conversion.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03249-00DE-45A6-9360-7D608156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8D64D-0F69-4812-AF31-FE5644DB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5B634-326A-4CA6-8177-B19050C0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8F437-471B-4792-91B7-FD9B00BC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079D1-D92D-4D5B-919E-CAC60728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9536194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39D3B5-4F7F-4639-8029-3E511323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2AD27-EDAE-4446-8523-D7F19A86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5E824-DB42-4A68-99BA-ED0DECE1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9C4AF-3A80-44EB-8065-F77DE841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539665-82AE-4E56-95B6-B6D7761C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E144E-D185-4398-B915-B1CDC1FE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78EB4-7113-4F07-9DB1-9A6A4E98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3A317-69E9-45E6-86D3-1986AD0F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306EB-FB75-4A39-868E-03495E75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43C224-31C7-4C61-93F5-B9A89AF6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1EFC7-E4A5-462D-8746-E2B6E6B0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86DCE-8BCE-4C2F-8A34-5E2D4849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D5F03-9FFB-4C52-A2E2-342F33AA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Write the conversion fact and identify whether the unit becomes larger or smaller.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08F5A7-87E8-4925-8703-9359FD1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BCD09-5E03-4069-B7E9-246BC2C4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C87F6B-F252-4853-A34E-C524E59C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or divide by the correct scale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406C2E-9CE7-40B3-9D1E-E9737DF5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BF126-E23F-4BA7-A54D-F7A61F76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DBE6B6-2AA8-43F5-9E9F-60681B99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31 complete pieces, with 10 cm left.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A29E5E-5983-4316-8DBA-E74A4C5B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96619-426D-4F92-9982-F9A96BBE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06D165-F458-4C61-B658-F01D8B77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Attach the unit and check the answer's size in context.</a:t>
            </a:r>
          </a:p>
        </p:txBody>
      </p:sp>
    </p:spTree>
    <p:extLst>
      <p:ext uri="{BB962C8B-B14F-4D97-AF65-F5344CB8AC3E}">
        <p14:creationId xmlns:p14="http://schemas.microsoft.com/office/powerpoint/2010/main" val="6349389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60D0E9-2389-4D01-B8F2-0AB2A2B4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53D9AB-4514-4F22-82AE-AFC66983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14267-5FC0-4DF9-A565-82F53671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66568-9DEE-46C6-9913-E2FB850E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AD391-8BA9-4562-AD6B-8DF95134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D905C-F22E-4149-B811-CA6C2A1D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01642-BD2B-4F07-9C14-B5EA4342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A2E53-179F-4238-8064-23A1C79B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7D78B-BFAC-4717-8960-915B122E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FCA3D-FE27-4BBC-939E-2847D996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08A93F-0098-4450-A07C-BA1A0464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48675F-1507-4274-8367-E6E2E456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D1A5DC-DE91-4763-8DE9-3B055D3D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087E7-5C97-4E84-A99F-B6FA315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304359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B3EF4D-B66F-4E09-93F9-3D76BD0C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D254C9-17A2-486C-B874-9BDF67CC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32029-06F9-482E-ABF4-C4D0AB0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84A69-6146-48B2-8CB8-DD91661A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21DE5-6B42-4393-ACE6-B7861404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6E097-909D-4FFA-8CB2-2A96DDD7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EE4D3-3C4B-4A27-B1D7-611F3D4D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C5EBE-CB3C-4D4A-87A8-F044E01F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586F4-321B-43E7-9857-A1DE83A4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29A81-B950-4DF1-A706-7B7ADE4E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5C4C8-77CC-4DC6-B497-D5857EA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9C9635-C898-4685-B05C-B587EC3F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EA129-57EB-48CF-8173-4721141A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942D9-47A4-4C33-88F2-1FFAC49D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5FE5E-A236-4283-9631-63D1E490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4,375 m.</a:t>
            </a:r>
          </a:p>
        </p:txBody>
      </p:sp>
    </p:spTree>
    <p:extLst>
      <p:ext uri="{BB962C8B-B14F-4D97-AF65-F5344CB8AC3E}">
        <p14:creationId xmlns:p14="http://schemas.microsoft.com/office/powerpoint/2010/main" val="20488103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7212CD-D7EF-471D-851A-247DDB7E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45F00-226D-4C9F-8990-27AA39AC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708E9-095D-4539-9D89-655B87D2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0D58C-A715-4C05-94B2-5922298D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353FE-0FD4-4CF1-8CE5-102C39A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2A8812-8631-4E4E-99A8-C3D56BD5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23644-9807-4D9C-8FFB-5417E5CF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7AC2B-6AE4-47D7-AD48-77E78064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B6AEF-AAD4-4174-BC37-E3A6EEDF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d760520f6427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52073-CD99-4092-800D-4ECFB948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C7C6BC-6F5E-4547-BA37-8A6ECE52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27344-B328-438F-8E47-F9325030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0D7847-89AB-4953-A065-1E932A63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3952D-38CF-4C16-83CB-8C19DE32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4699038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94AB29-2166-430F-973F-7643623D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90FBD-C044-437A-B42B-8860BD1A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EDC4B-951E-421B-B6F2-C7C69D00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00729-086C-4F18-AD0E-D5305BBA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A8F42-F16D-4C11-9E4E-7AF40195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A005D-0D35-4E98-93BC-B8D437C4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C49C7-29C4-4CCC-9080-590A615C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FA568-B81E-4DAF-B924-7600865A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2BEA4-8137-4B95-8F31-45368B0F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4866C-681F-49F0-A6E2-50E4B729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32DBCE-9EAA-4F52-9BBB-AFE9ABE4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824DBA-3ADF-4519-8B2C-A852A58A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79CEE-01CA-41CC-A332-32CE5D95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F1BA35-BD86-449D-8AF7-4F277297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BBD08-5C64-4127-9FBD-1C16EAD5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E6C3C-3406-4D80-A5D3-36D7E9E7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ED3BC-6F99-4B27-8A1A-827B4CB4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CE0A9A-EB43-480D-A1C6-1E206A15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9FC29E-312E-4069-8AE5-058A1AFD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A1C96A-7D9D-460C-AEC6-5ABCBDCC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057F18-0B8C-4F98-B8A9-0D6DB0C9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4,375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835C81-8E9D-4029-8D7E-D350CF85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934839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2CB41B-E7FB-4739-A0D3-3F66E63F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4EA55-FAC9-4A1F-A241-4790B8FE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9C80F-1363-4EFF-8975-56C05B2D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C9C80-9CC4-4E65-AA0F-B5C7FE2F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E1AB1-1505-43FF-A04F-78EFF7ED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B0DED-CD37-47DA-A55E-1E0D9846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3106E-2C64-49F9-A2F0-1D6262D9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2C8C5-0CD3-4E66-8936-00F6DF6C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5A759-D3E7-450D-8326-43B6326D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C0127-435F-4BB8-AC26-698008BD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60B22-BC30-426E-B6E1-6FE558C6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55618-8FC5-4891-AF35-CF44F220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16263-29DF-4EBE-8609-2CE14ED0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F6998-F4CC-4DA7-B65A-68EB7347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7AB49-8D32-4B4B-8C95-781CE928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3F5E4-AA41-4B72-857D-D7E73C7F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F5676-EB5A-49F0-AE87-96E33918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387C4-6EC5-4655-9218-D7B9B04A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A929A7-CF88-4015-AFC4-1AE6E68F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FEBFB-62A0-48C7-8029-80FA35CE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02B65-2B0E-44F8-BAEF-661140E4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992696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165DA-EE8E-4E63-9712-E124F6FC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8113B-A65B-4D5D-A846-6D373443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0FEA1-29D2-4F27-AB25-CCCC5671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BDB08-6647-4FDE-A8D4-9EBB074C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18E98-B2D4-4B12-892F-743FEA97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F8086-FE5A-4706-8005-5C1BEFC7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1FB8F-CB84-422A-B6B0-C0F14BCE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278E5-7F28-495B-81CF-7ABEDDDD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4C84CC-4393-4B89-BCE9-1A12540D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02BD9-9325-40C9-AC95-2853ACDD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845 mm in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66287-594D-48BB-A542-85C3D491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F7BE39-DE9F-4083-8383-89945F3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34467F-0CC6-4EEE-BEA1-051EB23D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0.845 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116657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B6314-F48F-461B-9F6E-A1562ECA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E28B9-3BEA-4D3F-B371-47E420E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28BD7-8A61-4E94-8A0B-AE2E2E95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C9E0E-D9C2-44A6-AC63-623CF534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0BBD2-0C29-4BFF-963B-00BDBA48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170EB-0A32-4821-9A54-3B979CEC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A0D9D-AEC3-4D19-BB2D-038C7EEB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2BB33-42DF-424B-8205-AAD08060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546E5-200B-43A2-84B2-CE2C6BCC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C7309-7624-4A5C-9C57-118EBBD8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4EE80-417A-4D63-9333-BBCF3CEF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FC87C-A616-4C82-AC6E-4FBC576B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768EA-692E-4CC4-8266-4BC74746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E88996-C2FD-4E0D-B68C-8F397233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793F70-EDE3-4128-9C85-C8963B08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5D86D3-5D4D-43D7-872F-6775E3E5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2,650 g and 3.75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0F5D4-3111-4B18-944A-4F62692E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212270-634D-4EE5-BB37-42D77850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862772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722614-BEE6-4A44-9CAD-DB07821C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E3501-DF9C-4BCB-BFD0-AEB4CC67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BBFC9-28E6-4E68-B109-13DDC116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6570A-1647-4017-A84D-41D4908D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2B73F-D92B-4071-AC62-CD5701B6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6AB05-E3B1-412B-B6FF-58703002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AD9A3-4EA0-4D3D-8DB1-6CFEBAA0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6C71D5-4BD4-4880-AE26-9E2020F6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C4A32-1AA0-4F54-9FA6-2B899099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F522B-55CD-4DCD-9B0E-87EE1826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ADA63-6856-4AF4-8D02-78582262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17F480-18A3-4686-BDEE-6D631820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CC79F0-E8A3-403F-BCB8-5BBB08EB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FD2EE-DF6D-482E-81EA-CAF1C309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C86C8-90BC-4CEC-88D1-1F3936C3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5CFC9-86EE-489B-8977-E34E9FE1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399A6-A864-4AD6-9AFD-968159D5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003AE-7086-4B37-A56C-A0F5BAB3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8B9B27-FD23-4BE3-9877-1187EECB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2B0B0-4DB6-4A44-AD7F-C5115906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889D7-9961-40CD-94E2-A0553A94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03EEB0-3B20-4D4A-91E1-6D91BAD1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187410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2026-09-09T20:49:51.7980000Z</dcterms:created>
  <dcterms:modified xsi:type="dcterms:W3CDTF">2026-09-09T20:49:51.7980000Z</dcterms:modified>
</coreProperties>
</file>