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line graphs. Interpret line graphs.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line graphs. I do. Read the scale and both endpoint values before subtracting.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line graphs. You do. Pause before clicking. Let pupils try independently, then reveal and discuss every step. Read the scale and both endpoint values before subtracting.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line graphs. I do. Read the scale and both endpoint values before subtracting.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line graphs. You do. Pause before clicking. Let pupils try independently, then reveal and discuss every step. Read the scale and both endpoint values before subtracting.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line graphs.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Interpret line graphs.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93FFE9B8-6956-4D81-9921-517EBB88A49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Interpret line graphs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07A018F-27D4-45EB-A5D1-9050170CFF73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3FC3DF2-82C5-47D2-A480-28E96FF3DEA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32C7D9F-CE8C-4477-9DCD-2EF7E0678EA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line graphs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FFC00C1-6665-4EE9-AE2F-5F92BB497FE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DA08E44-8779-41E4-A2CA-03DAC39B2419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read and compare information in line graphs.</a:t>
            </a:r>
          </a:p>
        </p:txBody>
      </p:sp>
    </p:spTree>
    <p:extLst>
      <p:ext uri="{BB962C8B-B14F-4D97-AF65-F5344CB8AC3E}">
        <p14:creationId xmlns:p14="http://schemas.microsoft.com/office/powerpoint/2010/main" val="154029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bject-1">
            <a:extLst>
              <a:ext uri="{FF2B5EF4-FFF2-40B4-BE49-F238E27FC236}">
                <a16:creationId xmlns:a16="http://schemas.microsoft.com/office/drawing/2014/main" id="{86D90FFA-7958-46BF-A6D5-E97231AA62B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CE9AE94-91B3-40DC-A050-F2B7360457A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Values change from 18 to 46. Find the increase.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14A8FD2-9337-46F3-A023-84EC82EAD54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C9A85DB-717B-4F53-BC0F-50EE28E792B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line graphs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3877F0C-2032-4291-986A-4D93E2A1C76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004C667-D7C3-48C9-B5AA-0ACAC353DEAA}"/>
              </a:ext>
            </a:extLst>
          </p:cNvPr>
          <p:cNvSpPr>
            <a:spLocks noGrp="1"/>
          </p:cNvSpPr>
          <p:nvPr/>
        </p:nvSpPr>
        <p:spPr>
          <a:xfrm>
            <a:off x="2143125" y="6667500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AF8BA4A-C76A-43CC-8FE6-AA767A0BD1C0}"/>
              </a:ext>
            </a:extLst>
          </p:cNvPr>
          <p:cNvSpPr>
            <a:spLocks noGrp="1"/>
          </p:cNvSpPr>
          <p:nvPr/>
        </p:nvSpPr>
        <p:spPr>
          <a:xfrm>
            <a:off x="1190625" y="6429375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F4DF6FA-B12C-4847-BC10-F809521DEA1A}"/>
              </a:ext>
            </a:extLst>
          </p:cNvPr>
          <p:cNvSpPr>
            <a:spLocks noGrp="1"/>
          </p:cNvSpPr>
          <p:nvPr/>
        </p:nvSpPr>
        <p:spPr>
          <a:xfrm>
            <a:off x="2143125" y="5929313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65E623A-4B16-4D34-A1A4-3F91A292D01B}"/>
              </a:ext>
            </a:extLst>
          </p:cNvPr>
          <p:cNvSpPr>
            <a:spLocks noGrp="1"/>
          </p:cNvSpPr>
          <p:nvPr/>
        </p:nvSpPr>
        <p:spPr>
          <a:xfrm>
            <a:off x="1190625" y="5691188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58B9D9E-17A6-4208-983F-059B0C0D6ABC}"/>
              </a:ext>
            </a:extLst>
          </p:cNvPr>
          <p:cNvSpPr>
            <a:spLocks noGrp="1"/>
          </p:cNvSpPr>
          <p:nvPr/>
        </p:nvSpPr>
        <p:spPr>
          <a:xfrm>
            <a:off x="2143125" y="5191125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CA718E1-E7FB-458B-8B43-768F73C458EE}"/>
              </a:ext>
            </a:extLst>
          </p:cNvPr>
          <p:cNvSpPr>
            <a:spLocks noGrp="1"/>
          </p:cNvSpPr>
          <p:nvPr/>
        </p:nvSpPr>
        <p:spPr>
          <a:xfrm>
            <a:off x="1190625" y="4953000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31C8FF6-6E24-46A1-95A9-FD4EF25ECE26}"/>
              </a:ext>
            </a:extLst>
          </p:cNvPr>
          <p:cNvSpPr>
            <a:spLocks noGrp="1"/>
          </p:cNvSpPr>
          <p:nvPr/>
        </p:nvSpPr>
        <p:spPr>
          <a:xfrm>
            <a:off x="2143125" y="4452938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A515102-CE0F-4686-B2E8-2E6772625C02}"/>
              </a:ext>
            </a:extLst>
          </p:cNvPr>
          <p:cNvSpPr>
            <a:spLocks noGrp="1"/>
          </p:cNvSpPr>
          <p:nvPr/>
        </p:nvSpPr>
        <p:spPr>
          <a:xfrm>
            <a:off x="1190625" y="4214813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45FCDD2-3E0B-48B1-85B9-A0B2E1DB8F9D}"/>
              </a:ext>
            </a:extLst>
          </p:cNvPr>
          <p:cNvSpPr>
            <a:spLocks noGrp="1"/>
          </p:cNvSpPr>
          <p:nvPr/>
        </p:nvSpPr>
        <p:spPr>
          <a:xfrm>
            <a:off x="2143125" y="3714750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3F382C9-65AA-4535-9CD8-175319AD4AD8}"/>
              </a:ext>
            </a:extLst>
          </p:cNvPr>
          <p:cNvSpPr>
            <a:spLocks noGrp="1"/>
          </p:cNvSpPr>
          <p:nvPr/>
        </p:nvSpPr>
        <p:spPr>
          <a:xfrm>
            <a:off x="1190625" y="3476625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F8FAAA1-A043-4C6E-A9FA-B3854E297CB8}"/>
              </a:ext>
            </a:extLst>
          </p:cNvPr>
          <p:cNvSpPr>
            <a:spLocks noGrp="1"/>
          </p:cNvSpPr>
          <p:nvPr/>
        </p:nvSpPr>
        <p:spPr>
          <a:xfrm>
            <a:off x="2143125" y="2976563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C848F1B-3F2A-4213-B547-7DB3F321F174}"/>
              </a:ext>
            </a:extLst>
          </p:cNvPr>
          <p:cNvSpPr>
            <a:spLocks noGrp="1"/>
          </p:cNvSpPr>
          <p:nvPr/>
        </p:nvSpPr>
        <p:spPr>
          <a:xfrm>
            <a:off x="1190625" y="2738438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CEC752D-3437-46F8-8EB4-EDCA12BE5849}"/>
              </a:ext>
            </a:extLst>
          </p:cNvPr>
          <p:cNvSpPr>
            <a:spLocks noGrp="1"/>
          </p:cNvSpPr>
          <p:nvPr/>
        </p:nvSpPr>
        <p:spPr>
          <a:xfrm>
            <a:off x="2166938" y="5243513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848C97E-DE17-4533-80A3-2E06CF239F9C}"/>
              </a:ext>
            </a:extLst>
          </p:cNvPr>
          <p:cNvSpPr>
            <a:spLocks noGrp="1"/>
          </p:cNvSpPr>
          <p:nvPr/>
        </p:nvSpPr>
        <p:spPr>
          <a:xfrm>
            <a:off x="1547813" y="4624388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4DA64158-11B3-4560-ADFE-CD2EFAE41FA0}"/>
              </a:ext>
            </a:extLst>
          </p:cNvPr>
          <p:cNvSpPr>
            <a:spLocks noGrp="1"/>
          </p:cNvSpPr>
          <p:nvPr/>
        </p:nvSpPr>
        <p:spPr>
          <a:xfrm>
            <a:off x="5322094" y="4652962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7E95666-DCDC-4955-9BE7-2388F43B9EE2}"/>
              </a:ext>
            </a:extLst>
          </p:cNvPr>
          <p:cNvSpPr>
            <a:spLocks noGrp="1"/>
          </p:cNvSpPr>
          <p:nvPr/>
        </p:nvSpPr>
        <p:spPr>
          <a:xfrm flipV="1">
            <a:off x="2262188" y="4748212"/>
            <a:ext cx="3155156" cy="590550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2E1AEF4-5441-4567-9917-E9F2904BC0C2}"/>
              </a:ext>
            </a:extLst>
          </p:cNvPr>
          <p:cNvSpPr>
            <a:spLocks noGrp="1"/>
          </p:cNvSpPr>
          <p:nvPr/>
        </p:nvSpPr>
        <p:spPr>
          <a:xfrm>
            <a:off x="4702969" y="4033837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BE20D99-D814-4598-80AB-F31B50DCC920}"/>
              </a:ext>
            </a:extLst>
          </p:cNvPr>
          <p:cNvSpPr>
            <a:spLocks noGrp="1"/>
          </p:cNvSpPr>
          <p:nvPr/>
        </p:nvSpPr>
        <p:spPr>
          <a:xfrm>
            <a:off x="8477250" y="4136231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074F68F-7717-4E77-A76C-96F097BE0040}"/>
              </a:ext>
            </a:extLst>
          </p:cNvPr>
          <p:cNvSpPr>
            <a:spLocks noGrp="1"/>
          </p:cNvSpPr>
          <p:nvPr/>
        </p:nvSpPr>
        <p:spPr>
          <a:xfrm flipV="1">
            <a:off x="5417344" y="4231481"/>
            <a:ext cx="3155156" cy="516731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8DC0951-DADC-451E-8D68-8D4BFC22B947}"/>
              </a:ext>
            </a:extLst>
          </p:cNvPr>
          <p:cNvSpPr>
            <a:spLocks noGrp="1"/>
          </p:cNvSpPr>
          <p:nvPr/>
        </p:nvSpPr>
        <p:spPr>
          <a:xfrm>
            <a:off x="7858125" y="3517106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7087894-2F0E-44DA-8ADF-B60110FBF1AA}"/>
              </a:ext>
            </a:extLst>
          </p:cNvPr>
          <p:cNvSpPr>
            <a:spLocks noGrp="1"/>
          </p:cNvSpPr>
          <p:nvPr/>
        </p:nvSpPr>
        <p:spPr>
          <a:xfrm>
            <a:off x="11632406" y="3176588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C1CEF7AA-5FD2-4C98-AA2A-ACE378F59FA5}"/>
              </a:ext>
            </a:extLst>
          </p:cNvPr>
          <p:cNvSpPr>
            <a:spLocks noGrp="1"/>
          </p:cNvSpPr>
          <p:nvPr/>
        </p:nvSpPr>
        <p:spPr>
          <a:xfrm flipV="1">
            <a:off x="8572500" y="3271838"/>
            <a:ext cx="3155156" cy="959644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1F49AA4-68E5-456B-8390-AB2C4647FD82}"/>
              </a:ext>
            </a:extLst>
          </p:cNvPr>
          <p:cNvSpPr>
            <a:spLocks noGrp="1"/>
          </p:cNvSpPr>
          <p:nvPr/>
        </p:nvSpPr>
        <p:spPr>
          <a:xfrm>
            <a:off x="11013281" y="2557463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876CF2B4-72B3-43B1-A2B1-450715FCE5CA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46 − 18 = 28</a:t>
            </a:r>
          </a:p>
        </p:txBody>
      </p:sp>
    </p:spTree>
    <p:extLst>
      <p:ext uri="{BB962C8B-B14F-4D97-AF65-F5344CB8AC3E}">
        <p14:creationId xmlns:p14="http://schemas.microsoft.com/office/powerpoint/2010/main" val="1388417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2" grpId="0"/>
      <p:bldP spid="25" grpId="0"/>
      <p:bldP spid="28" grpId="0"/>
      <p:bldP spid="2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object-1">
            <a:extLst>
              <a:ext uri="{FF2B5EF4-FFF2-40B4-BE49-F238E27FC236}">
                <a16:creationId xmlns:a16="http://schemas.microsoft.com/office/drawing/2014/main" id="{06811379-47B2-4B72-B570-696A1A9EDEE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A2C02D6-AF2B-4F7A-92AC-D0F5633892B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03D5250-1D03-4484-A39C-99D249A6E0E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Values change from 21 to 49. Find the increase.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A9E7FF0-AD0D-4500-824B-CC39E6612F0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883D2B3-FA9D-490D-A16C-4B4A2F3D70F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line graphs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8953239-09F4-4E4F-8789-A3C745329D5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E1BC3A4-112A-4CDA-AF10-E43FB5CCBDB5}"/>
              </a:ext>
            </a:extLst>
          </p:cNvPr>
          <p:cNvSpPr>
            <a:spLocks noGrp="1"/>
          </p:cNvSpPr>
          <p:nvPr/>
        </p:nvSpPr>
        <p:spPr>
          <a:xfrm>
            <a:off x="2143125" y="6667500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BD02D05-A24D-4FEE-95BB-E40E8F8C7DE7}"/>
              </a:ext>
            </a:extLst>
          </p:cNvPr>
          <p:cNvSpPr>
            <a:spLocks noGrp="1"/>
          </p:cNvSpPr>
          <p:nvPr/>
        </p:nvSpPr>
        <p:spPr>
          <a:xfrm>
            <a:off x="1190625" y="6429375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38677B7-93CD-4301-BC44-9EF628E2DC92}"/>
              </a:ext>
            </a:extLst>
          </p:cNvPr>
          <p:cNvSpPr>
            <a:spLocks noGrp="1"/>
          </p:cNvSpPr>
          <p:nvPr/>
        </p:nvSpPr>
        <p:spPr>
          <a:xfrm>
            <a:off x="2143125" y="5929313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A2C5C20-D27B-4C44-8242-A6E102767056}"/>
              </a:ext>
            </a:extLst>
          </p:cNvPr>
          <p:cNvSpPr>
            <a:spLocks noGrp="1"/>
          </p:cNvSpPr>
          <p:nvPr/>
        </p:nvSpPr>
        <p:spPr>
          <a:xfrm>
            <a:off x="1190625" y="5691188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1B9F329-EBC4-4A22-B348-47352AB70605}"/>
              </a:ext>
            </a:extLst>
          </p:cNvPr>
          <p:cNvSpPr>
            <a:spLocks noGrp="1"/>
          </p:cNvSpPr>
          <p:nvPr/>
        </p:nvSpPr>
        <p:spPr>
          <a:xfrm>
            <a:off x="2143125" y="5191125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1EB4C3D-4B9F-4F79-822C-2E5E30B4C7F7}"/>
              </a:ext>
            </a:extLst>
          </p:cNvPr>
          <p:cNvSpPr>
            <a:spLocks noGrp="1"/>
          </p:cNvSpPr>
          <p:nvPr/>
        </p:nvSpPr>
        <p:spPr>
          <a:xfrm>
            <a:off x="1190625" y="4953000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11C9032-FF68-40A4-A569-4EEE2607DDB2}"/>
              </a:ext>
            </a:extLst>
          </p:cNvPr>
          <p:cNvSpPr>
            <a:spLocks noGrp="1"/>
          </p:cNvSpPr>
          <p:nvPr/>
        </p:nvSpPr>
        <p:spPr>
          <a:xfrm>
            <a:off x="2143125" y="4452938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28F0E42-CA58-4F9F-8798-56FBE4E8B5B7}"/>
              </a:ext>
            </a:extLst>
          </p:cNvPr>
          <p:cNvSpPr>
            <a:spLocks noGrp="1"/>
          </p:cNvSpPr>
          <p:nvPr/>
        </p:nvSpPr>
        <p:spPr>
          <a:xfrm>
            <a:off x="1190625" y="4214813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07DD150-E9F1-44C0-A4F2-BAF22C960829}"/>
              </a:ext>
            </a:extLst>
          </p:cNvPr>
          <p:cNvSpPr>
            <a:spLocks noGrp="1"/>
          </p:cNvSpPr>
          <p:nvPr/>
        </p:nvSpPr>
        <p:spPr>
          <a:xfrm>
            <a:off x="2143125" y="3714750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45F6F9C-873E-433C-94CF-E165B412F1D4}"/>
              </a:ext>
            </a:extLst>
          </p:cNvPr>
          <p:cNvSpPr>
            <a:spLocks noGrp="1"/>
          </p:cNvSpPr>
          <p:nvPr/>
        </p:nvSpPr>
        <p:spPr>
          <a:xfrm>
            <a:off x="1190625" y="3476625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1EAE0CE-B29C-4866-9BBD-6271EE9753A9}"/>
              </a:ext>
            </a:extLst>
          </p:cNvPr>
          <p:cNvSpPr>
            <a:spLocks noGrp="1"/>
          </p:cNvSpPr>
          <p:nvPr/>
        </p:nvSpPr>
        <p:spPr>
          <a:xfrm>
            <a:off x="2143125" y="2976563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3EE439F-84C2-44D2-A2FB-D7F7CC7F1F37}"/>
              </a:ext>
            </a:extLst>
          </p:cNvPr>
          <p:cNvSpPr>
            <a:spLocks noGrp="1"/>
          </p:cNvSpPr>
          <p:nvPr/>
        </p:nvSpPr>
        <p:spPr>
          <a:xfrm>
            <a:off x="1190625" y="2738438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8AA010F-0348-440B-B754-6D71DE03FC5A}"/>
              </a:ext>
            </a:extLst>
          </p:cNvPr>
          <p:cNvSpPr>
            <a:spLocks noGrp="1"/>
          </p:cNvSpPr>
          <p:nvPr/>
        </p:nvSpPr>
        <p:spPr>
          <a:xfrm>
            <a:off x="2166938" y="5022056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BF6A428-1C90-466F-9D3D-47F68066D36C}"/>
              </a:ext>
            </a:extLst>
          </p:cNvPr>
          <p:cNvSpPr>
            <a:spLocks noGrp="1"/>
          </p:cNvSpPr>
          <p:nvPr/>
        </p:nvSpPr>
        <p:spPr>
          <a:xfrm>
            <a:off x="1547813" y="4402931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DD5CFD5-A1A6-44A9-855B-56A79D155E50}"/>
              </a:ext>
            </a:extLst>
          </p:cNvPr>
          <p:cNvSpPr>
            <a:spLocks noGrp="1"/>
          </p:cNvSpPr>
          <p:nvPr/>
        </p:nvSpPr>
        <p:spPr>
          <a:xfrm>
            <a:off x="5322094" y="4431506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AE74830-0D4B-46CF-9D5B-8B6E13863159}"/>
              </a:ext>
            </a:extLst>
          </p:cNvPr>
          <p:cNvSpPr>
            <a:spLocks noGrp="1"/>
          </p:cNvSpPr>
          <p:nvPr/>
        </p:nvSpPr>
        <p:spPr>
          <a:xfrm flipV="1">
            <a:off x="2262188" y="4526756"/>
            <a:ext cx="3155156" cy="590550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7155E2D-ECD2-4DFD-AA6B-67F8F0E2E7F0}"/>
              </a:ext>
            </a:extLst>
          </p:cNvPr>
          <p:cNvSpPr>
            <a:spLocks noGrp="1"/>
          </p:cNvSpPr>
          <p:nvPr/>
        </p:nvSpPr>
        <p:spPr>
          <a:xfrm>
            <a:off x="4702969" y="3812381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A44C12B-5788-40CE-84F9-070FF6452737}"/>
              </a:ext>
            </a:extLst>
          </p:cNvPr>
          <p:cNvSpPr>
            <a:spLocks noGrp="1"/>
          </p:cNvSpPr>
          <p:nvPr/>
        </p:nvSpPr>
        <p:spPr>
          <a:xfrm>
            <a:off x="8477250" y="3914775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DF1E6076-CA5B-4396-8E15-ECCF45B1315A}"/>
              </a:ext>
            </a:extLst>
          </p:cNvPr>
          <p:cNvSpPr>
            <a:spLocks noGrp="1"/>
          </p:cNvSpPr>
          <p:nvPr/>
        </p:nvSpPr>
        <p:spPr>
          <a:xfrm flipV="1">
            <a:off x="5417344" y="4010025"/>
            <a:ext cx="3155156" cy="516731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81F5D4E-D81A-4F35-B47A-8E8AA924C335}"/>
              </a:ext>
            </a:extLst>
          </p:cNvPr>
          <p:cNvSpPr>
            <a:spLocks noGrp="1"/>
          </p:cNvSpPr>
          <p:nvPr/>
        </p:nvSpPr>
        <p:spPr>
          <a:xfrm>
            <a:off x="7858125" y="3295650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088A820-B96C-4B7B-B356-9827B3D58A3F}"/>
              </a:ext>
            </a:extLst>
          </p:cNvPr>
          <p:cNvSpPr>
            <a:spLocks noGrp="1"/>
          </p:cNvSpPr>
          <p:nvPr/>
        </p:nvSpPr>
        <p:spPr>
          <a:xfrm>
            <a:off x="11632406" y="2955131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F88CB031-0520-4AD5-9630-0F8777F9EDD1}"/>
              </a:ext>
            </a:extLst>
          </p:cNvPr>
          <p:cNvSpPr>
            <a:spLocks noGrp="1"/>
          </p:cNvSpPr>
          <p:nvPr/>
        </p:nvSpPr>
        <p:spPr>
          <a:xfrm flipV="1">
            <a:off x="8572500" y="3050381"/>
            <a:ext cx="3155156" cy="959644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87C88E57-2C88-4685-B1D9-643B0933944C}"/>
              </a:ext>
            </a:extLst>
          </p:cNvPr>
          <p:cNvSpPr>
            <a:spLocks noGrp="1"/>
          </p:cNvSpPr>
          <p:nvPr/>
        </p:nvSpPr>
        <p:spPr>
          <a:xfrm>
            <a:off x="11013281" y="2336006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AA36B51-1CF5-48A6-8FA7-7FA0503396B0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49 − 21 = 28</a:t>
            </a:r>
          </a:p>
        </p:txBody>
      </p:sp>
    </p:spTree>
    <p:extLst>
      <p:ext uri="{BB962C8B-B14F-4D97-AF65-F5344CB8AC3E}">
        <p14:creationId xmlns:p14="http://schemas.microsoft.com/office/powerpoint/2010/main" val="1140392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3" grpId="0"/>
      <p:bldP spid="26" grpId="0"/>
      <p:bldP spid="29" grpId="0"/>
      <p:bldP spid="3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object-1">
            <a:extLst>
              <a:ext uri="{FF2B5EF4-FFF2-40B4-BE49-F238E27FC236}">
                <a16:creationId xmlns:a16="http://schemas.microsoft.com/office/drawing/2014/main" id="{114B0278-5FDC-450E-9ECA-AE3866536F6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468EC1A-4C64-4AA7-9C51-4C43B4CD081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Values change from 24 to 52. Find the increase.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4351221-9320-4698-851D-8F6FB9C9EFB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FC4EF24-AC0A-476C-969A-093552ADDFA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line graphs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1B8489C-F5FF-4111-BDD4-EB66011F78B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105ECB5-3BC4-43FD-B44D-10590C7CE973}"/>
              </a:ext>
            </a:extLst>
          </p:cNvPr>
          <p:cNvSpPr>
            <a:spLocks noGrp="1"/>
          </p:cNvSpPr>
          <p:nvPr/>
        </p:nvSpPr>
        <p:spPr>
          <a:xfrm>
            <a:off x="2143125" y="6667500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5D81C1D-8C10-499B-B4D3-4C9A35B79A62}"/>
              </a:ext>
            </a:extLst>
          </p:cNvPr>
          <p:cNvSpPr>
            <a:spLocks noGrp="1"/>
          </p:cNvSpPr>
          <p:nvPr/>
        </p:nvSpPr>
        <p:spPr>
          <a:xfrm>
            <a:off x="1190625" y="6429375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842ACC3-F11B-4CAA-95D5-6D42B8782A14}"/>
              </a:ext>
            </a:extLst>
          </p:cNvPr>
          <p:cNvSpPr>
            <a:spLocks noGrp="1"/>
          </p:cNvSpPr>
          <p:nvPr/>
        </p:nvSpPr>
        <p:spPr>
          <a:xfrm>
            <a:off x="2143125" y="6052344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230A6E8-DB44-48CD-AACB-7BF2EE1C919B}"/>
              </a:ext>
            </a:extLst>
          </p:cNvPr>
          <p:cNvSpPr>
            <a:spLocks noGrp="1"/>
          </p:cNvSpPr>
          <p:nvPr/>
        </p:nvSpPr>
        <p:spPr>
          <a:xfrm>
            <a:off x="1190625" y="5814219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1D65CAB-13E8-4910-954A-7F56FB68CD88}"/>
              </a:ext>
            </a:extLst>
          </p:cNvPr>
          <p:cNvSpPr>
            <a:spLocks noGrp="1"/>
          </p:cNvSpPr>
          <p:nvPr/>
        </p:nvSpPr>
        <p:spPr>
          <a:xfrm>
            <a:off x="2143125" y="5437188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A9777E6-9996-49C2-8379-ECD8EA077156}"/>
              </a:ext>
            </a:extLst>
          </p:cNvPr>
          <p:cNvSpPr>
            <a:spLocks noGrp="1"/>
          </p:cNvSpPr>
          <p:nvPr/>
        </p:nvSpPr>
        <p:spPr>
          <a:xfrm>
            <a:off x="1190625" y="5199063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E1E1BEB-469A-43E7-A8AB-F3A04DCBAD31}"/>
              </a:ext>
            </a:extLst>
          </p:cNvPr>
          <p:cNvSpPr>
            <a:spLocks noGrp="1"/>
          </p:cNvSpPr>
          <p:nvPr/>
        </p:nvSpPr>
        <p:spPr>
          <a:xfrm>
            <a:off x="2143125" y="4822031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4950A59-E1B8-4FB2-8254-FD4E8B991E05}"/>
              </a:ext>
            </a:extLst>
          </p:cNvPr>
          <p:cNvSpPr>
            <a:spLocks noGrp="1"/>
          </p:cNvSpPr>
          <p:nvPr/>
        </p:nvSpPr>
        <p:spPr>
          <a:xfrm>
            <a:off x="1190625" y="4583906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4E87005-423B-48A1-9D64-78F92D3462EB}"/>
              </a:ext>
            </a:extLst>
          </p:cNvPr>
          <p:cNvSpPr>
            <a:spLocks noGrp="1"/>
          </p:cNvSpPr>
          <p:nvPr/>
        </p:nvSpPr>
        <p:spPr>
          <a:xfrm>
            <a:off x="2143125" y="4206875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A1C7CC9-F8AC-41D6-9D00-0B33C352F992}"/>
              </a:ext>
            </a:extLst>
          </p:cNvPr>
          <p:cNvSpPr>
            <a:spLocks noGrp="1"/>
          </p:cNvSpPr>
          <p:nvPr/>
        </p:nvSpPr>
        <p:spPr>
          <a:xfrm>
            <a:off x="1190625" y="3968750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40B7FD5-53EB-4034-9D75-98ED81D85547}"/>
              </a:ext>
            </a:extLst>
          </p:cNvPr>
          <p:cNvSpPr>
            <a:spLocks noGrp="1"/>
          </p:cNvSpPr>
          <p:nvPr/>
        </p:nvSpPr>
        <p:spPr>
          <a:xfrm>
            <a:off x="2143125" y="3591719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9D7D01B-82B4-42F8-A03B-4650885213FB}"/>
              </a:ext>
            </a:extLst>
          </p:cNvPr>
          <p:cNvSpPr>
            <a:spLocks noGrp="1"/>
          </p:cNvSpPr>
          <p:nvPr/>
        </p:nvSpPr>
        <p:spPr>
          <a:xfrm>
            <a:off x="1190625" y="3353594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B40B542A-C0ED-4611-A911-7BD840787B66}"/>
              </a:ext>
            </a:extLst>
          </p:cNvPr>
          <p:cNvSpPr>
            <a:spLocks noGrp="1"/>
          </p:cNvSpPr>
          <p:nvPr/>
        </p:nvSpPr>
        <p:spPr>
          <a:xfrm>
            <a:off x="2143125" y="2976563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ECD4CB8-CF02-412E-92BC-E24BB3AAE911}"/>
              </a:ext>
            </a:extLst>
          </p:cNvPr>
          <p:cNvSpPr>
            <a:spLocks noGrp="1"/>
          </p:cNvSpPr>
          <p:nvPr/>
        </p:nvSpPr>
        <p:spPr>
          <a:xfrm>
            <a:off x="1190625" y="2738438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E246D36-EEB8-49E7-82D0-7708BB1FFD96}"/>
              </a:ext>
            </a:extLst>
          </p:cNvPr>
          <p:cNvSpPr>
            <a:spLocks noGrp="1"/>
          </p:cNvSpPr>
          <p:nvPr/>
        </p:nvSpPr>
        <p:spPr>
          <a:xfrm>
            <a:off x="2166938" y="5095875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B572101-6D67-45BB-B3B4-8957707D0EC1}"/>
              </a:ext>
            </a:extLst>
          </p:cNvPr>
          <p:cNvSpPr>
            <a:spLocks noGrp="1"/>
          </p:cNvSpPr>
          <p:nvPr/>
        </p:nvSpPr>
        <p:spPr>
          <a:xfrm>
            <a:off x="1547813" y="4476750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39DBA9E-EDDE-46C3-B8FD-43E2327C6E1B}"/>
              </a:ext>
            </a:extLst>
          </p:cNvPr>
          <p:cNvSpPr>
            <a:spLocks noGrp="1"/>
          </p:cNvSpPr>
          <p:nvPr/>
        </p:nvSpPr>
        <p:spPr>
          <a:xfrm>
            <a:off x="5322094" y="4603750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A5BE96D-ED34-45B3-8DB4-A8E0A22D6138}"/>
              </a:ext>
            </a:extLst>
          </p:cNvPr>
          <p:cNvSpPr>
            <a:spLocks noGrp="1"/>
          </p:cNvSpPr>
          <p:nvPr/>
        </p:nvSpPr>
        <p:spPr>
          <a:xfrm flipV="1">
            <a:off x="2262188" y="4699000"/>
            <a:ext cx="3155156" cy="492125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9011D5D-D533-4AC7-9127-0F698E0B70D1}"/>
              </a:ext>
            </a:extLst>
          </p:cNvPr>
          <p:cNvSpPr>
            <a:spLocks noGrp="1"/>
          </p:cNvSpPr>
          <p:nvPr/>
        </p:nvSpPr>
        <p:spPr>
          <a:xfrm>
            <a:off x="4702969" y="3984625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F4F835C-7176-4DA8-A3CF-E58172406483}"/>
              </a:ext>
            </a:extLst>
          </p:cNvPr>
          <p:cNvSpPr>
            <a:spLocks noGrp="1"/>
          </p:cNvSpPr>
          <p:nvPr/>
        </p:nvSpPr>
        <p:spPr>
          <a:xfrm>
            <a:off x="8477250" y="4173141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11A5E4F-E3EF-4840-9DEE-FBD219BA8201}"/>
              </a:ext>
            </a:extLst>
          </p:cNvPr>
          <p:cNvSpPr>
            <a:spLocks noGrp="1"/>
          </p:cNvSpPr>
          <p:nvPr/>
        </p:nvSpPr>
        <p:spPr>
          <a:xfrm flipV="1">
            <a:off x="5417344" y="4268391"/>
            <a:ext cx="3155156" cy="430609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A5111965-0B0C-400B-9AE0-3A9F95B106D3}"/>
              </a:ext>
            </a:extLst>
          </p:cNvPr>
          <p:cNvSpPr>
            <a:spLocks noGrp="1"/>
          </p:cNvSpPr>
          <p:nvPr/>
        </p:nvSpPr>
        <p:spPr>
          <a:xfrm>
            <a:off x="7858125" y="3554016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5E0CA73F-1F8D-4BD3-AB4F-90489F5D6196}"/>
              </a:ext>
            </a:extLst>
          </p:cNvPr>
          <p:cNvSpPr>
            <a:spLocks noGrp="1"/>
          </p:cNvSpPr>
          <p:nvPr/>
        </p:nvSpPr>
        <p:spPr>
          <a:xfrm>
            <a:off x="11632406" y="3373437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FEC8E37-1E10-43DF-865F-3DA375B6C35B}"/>
              </a:ext>
            </a:extLst>
          </p:cNvPr>
          <p:cNvSpPr>
            <a:spLocks noGrp="1"/>
          </p:cNvSpPr>
          <p:nvPr/>
        </p:nvSpPr>
        <p:spPr>
          <a:xfrm flipV="1">
            <a:off x="8572500" y="3468687"/>
            <a:ext cx="3155156" cy="799703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1D6F749A-79A9-4036-8837-A6471F2A2DF9}"/>
              </a:ext>
            </a:extLst>
          </p:cNvPr>
          <p:cNvSpPr>
            <a:spLocks noGrp="1"/>
          </p:cNvSpPr>
          <p:nvPr/>
        </p:nvSpPr>
        <p:spPr>
          <a:xfrm>
            <a:off x="11013281" y="2754312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21A49097-6230-4EAE-9E01-D4E366436CF0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52 − 24 = 28</a:t>
            </a:r>
          </a:p>
        </p:txBody>
      </p:sp>
    </p:spTree>
    <p:extLst>
      <p:ext uri="{BB962C8B-B14F-4D97-AF65-F5344CB8AC3E}">
        <p14:creationId xmlns:p14="http://schemas.microsoft.com/office/powerpoint/2010/main" val="146668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4" grpId="0"/>
      <p:bldP spid="27" grpId="0"/>
      <p:bldP spid="30" grpId="0"/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bject-1">
            <a:extLst>
              <a:ext uri="{FF2B5EF4-FFF2-40B4-BE49-F238E27FC236}">
                <a16:creationId xmlns:a16="http://schemas.microsoft.com/office/drawing/2014/main" id="{0FD27FA9-32C6-4683-A9E2-3026452FA1E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6334DC8-D588-4DFD-9395-5A36E1DF7ED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F74DE0C-10CA-4315-95F0-1474206572A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Values change from 27 to 55. Find the increase.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25C6B4F-5515-44DE-A5B6-767A7D8A1C6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283014B-16D6-4B35-9C86-1BBC4549513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line graphs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DE8EDC6-9972-473E-A1BA-18DEC8B2BE1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D04C075-3A5F-4B8B-B852-4DDCCE49C969}"/>
              </a:ext>
            </a:extLst>
          </p:cNvPr>
          <p:cNvSpPr>
            <a:spLocks noGrp="1"/>
          </p:cNvSpPr>
          <p:nvPr/>
        </p:nvSpPr>
        <p:spPr>
          <a:xfrm>
            <a:off x="2143125" y="6667500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5549D9A-486B-491F-9598-78FDABCD4B12}"/>
              </a:ext>
            </a:extLst>
          </p:cNvPr>
          <p:cNvSpPr>
            <a:spLocks noGrp="1"/>
          </p:cNvSpPr>
          <p:nvPr/>
        </p:nvSpPr>
        <p:spPr>
          <a:xfrm>
            <a:off x="1190625" y="6429375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13700E5-6A04-4A3A-A2F6-E4B0C8EFDD54}"/>
              </a:ext>
            </a:extLst>
          </p:cNvPr>
          <p:cNvSpPr>
            <a:spLocks noGrp="1"/>
          </p:cNvSpPr>
          <p:nvPr/>
        </p:nvSpPr>
        <p:spPr>
          <a:xfrm>
            <a:off x="2143125" y="6052344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611E327-4C2B-442D-8AA4-420D211D2581}"/>
              </a:ext>
            </a:extLst>
          </p:cNvPr>
          <p:cNvSpPr>
            <a:spLocks noGrp="1"/>
          </p:cNvSpPr>
          <p:nvPr/>
        </p:nvSpPr>
        <p:spPr>
          <a:xfrm>
            <a:off x="1190625" y="5814219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8D0FEE0-5642-47B8-8B14-5334EA86E56A}"/>
              </a:ext>
            </a:extLst>
          </p:cNvPr>
          <p:cNvSpPr>
            <a:spLocks noGrp="1"/>
          </p:cNvSpPr>
          <p:nvPr/>
        </p:nvSpPr>
        <p:spPr>
          <a:xfrm>
            <a:off x="2143125" y="5437188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7DA9746-C8AB-4696-9ECE-F2B75BEF24EC}"/>
              </a:ext>
            </a:extLst>
          </p:cNvPr>
          <p:cNvSpPr>
            <a:spLocks noGrp="1"/>
          </p:cNvSpPr>
          <p:nvPr/>
        </p:nvSpPr>
        <p:spPr>
          <a:xfrm>
            <a:off x="1190625" y="5199063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D5A574B5-B284-4CAE-9071-153E87830159}"/>
              </a:ext>
            </a:extLst>
          </p:cNvPr>
          <p:cNvSpPr>
            <a:spLocks noGrp="1"/>
          </p:cNvSpPr>
          <p:nvPr/>
        </p:nvSpPr>
        <p:spPr>
          <a:xfrm>
            <a:off x="2143125" y="4822031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79DE768-04A5-4C71-A01B-4B444C201CF6}"/>
              </a:ext>
            </a:extLst>
          </p:cNvPr>
          <p:cNvSpPr>
            <a:spLocks noGrp="1"/>
          </p:cNvSpPr>
          <p:nvPr/>
        </p:nvSpPr>
        <p:spPr>
          <a:xfrm>
            <a:off x="1190625" y="4583906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19EDE85-15F4-4372-8067-F91AAD5B11B2}"/>
              </a:ext>
            </a:extLst>
          </p:cNvPr>
          <p:cNvSpPr>
            <a:spLocks noGrp="1"/>
          </p:cNvSpPr>
          <p:nvPr/>
        </p:nvSpPr>
        <p:spPr>
          <a:xfrm>
            <a:off x="2143125" y="4206875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69CAB04-E1F8-4DAA-AD48-AAAB90EAA77D}"/>
              </a:ext>
            </a:extLst>
          </p:cNvPr>
          <p:cNvSpPr>
            <a:spLocks noGrp="1"/>
          </p:cNvSpPr>
          <p:nvPr/>
        </p:nvSpPr>
        <p:spPr>
          <a:xfrm>
            <a:off x="1190625" y="3968750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584007B-32BE-4E11-9F87-B9D28703E8B1}"/>
              </a:ext>
            </a:extLst>
          </p:cNvPr>
          <p:cNvSpPr>
            <a:spLocks noGrp="1"/>
          </p:cNvSpPr>
          <p:nvPr/>
        </p:nvSpPr>
        <p:spPr>
          <a:xfrm>
            <a:off x="2143125" y="3591719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8F86496-7EDB-4700-84FB-57BE6B9A2FCC}"/>
              </a:ext>
            </a:extLst>
          </p:cNvPr>
          <p:cNvSpPr>
            <a:spLocks noGrp="1"/>
          </p:cNvSpPr>
          <p:nvPr/>
        </p:nvSpPr>
        <p:spPr>
          <a:xfrm>
            <a:off x="1190625" y="3353594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5B9A1E4-4557-4F8F-AD54-9066D190AFF3}"/>
              </a:ext>
            </a:extLst>
          </p:cNvPr>
          <p:cNvSpPr>
            <a:spLocks noGrp="1"/>
          </p:cNvSpPr>
          <p:nvPr/>
        </p:nvSpPr>
        <p:spPr>
          <a:xfrm>
            <a:off x="2143125" y="2976563"/>
            <a:ext cx="10001250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634A09FC-EB2E-4D6C-A42E-46958E1EA5E7}"/>
              </a:ext>
            </a:extLst>
          </p:cNvPr>
          <p:cNvSpPr>
            <a:spLocks noGrp="1"/>
          </p:cNvSpPr>
          <p:nvPr/>
        </p:nvSpPr>
        <p:spPr>
          <a:xfrm>
            <a:off x="1190625" y="2738438"/>
            <a:ext cx="773906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063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063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087FE92-A67B-4F5D-820E-5DC4C845DEEC}"/>
              </a:ext>
            </a:extLst>
          </p:cNvPr>
          <p:cNvSpPr>
            <a:spLocks noGrp="1"/>
          </p:cNvSpPr>
          <p:nvPr/>
        </p:nvSpPr>
        <p:spPr>
          <a:xfrm>
            <a:off x="2166938" y="4911328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CA1D0A6-1BCA-44A5-87FB-F157ED99B5AC}"/>
              </a:ext>
            </a:extLst>
          </p:cNvPr>
          <p:cNvSpPr>
            <a:spLocks noGrp="1"/>
          </p:cNvSpPr>
          <p:nvPr/>
        </p:nvSpPr>
        <p:spPr>
          <a:xfrm>
            <a:off x="1547813" y="4292203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65E6C43-6E1B-4242-8C4F-B8F7D90959C0}"/>
              </a:ext>
            </a:extLst>
          </p:cNvPr>
          <p:cNvSpPr>
            <a:spLocks noGrp="1"/>
          </p:cNvSpPr>
          <p:nvPr/>
        </p:nvSpPr>
        <p:spPr>
          <a:xfrm>
            <a:off x="5322094" y="4419203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1C93456-641B-4BF4-ABA9-20B8B1298721}"/>
              </a:ext>
            </a:extLst>
          </p:cNvPr>
          <p:cNvSpPr>
            <a:spLocks noGrp="1"/>
          </p:cNvSpPr>
          <p:nvPr/>
        </p:nvSpPr>
        <p:spPr>
          <a:xfrm flipV="1">
            <a:off x="2262188" y="4514453"/>
            <a:ext cx="3155156" cy="492125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5E254E0-73B5-4CCC-BFB5-9C6CD50EE7F9}"/>
              </a:ext>
            </a:extLst>
          </p:cNvPr>
          <p:cNvSpPr>
            <a:spLocks noGrp="1"/>
          </p:cNvSpPr>
          <p:nvPr/>
        </p:nvSpPr>
        <p:spPr>
          <a:xfrm>
            <a:off x="4702969" y="3800078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68936A5E-A886-42AE-89AC-2383A9C69B1D}"/>
              </a:ext>
            </a:extLst>
          </p:cNvPr>
          <p:cNvSpPr>
            <a:spLocks noGrp="1"/>
          </p:cNvSpPr>
          <p:nvPr/>
        </p:nvSpPr>
        <p:spPr>
          <a:xfrm>
            <a:off x="8477250" y="3988594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6054FC25-E8D8-439E-92D5-73B87793A23C}"/>
              </a:ext>
            </a:extLst>
          </p:cNvPr>
          <p:cNvSpPr>
            <a:spLocks noGrp="1"/>
          </p:cNvSpPr>
          <p:nvPr/>
        </p:nvSpPr>
        <p:spPr>
          <a:xfrm flipV="1">
            <a:off x="5417344" y="4083844"/>
            <a:ext cx="3155156" cy="430609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D8C7FE6-DEF1-477B-9F68-2092B4C49FC3}"/>
              </a:ext>
            </a:extLst>
          </p:cNvPr>
          <p:cNvSpPr>
            <a:spLocks noGrp="1"/>
          </p:cNvSpPr>
          <p:nvPr/>
        </p:nvSpPr>
        <p:spPr>
          <a:xfrm>
            <a:off x="7858125" y="3369469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BF43707-855B-4ED0-9AD0-1C0CE9EDA35B}"/>
              </a:ext>
            </a:extLst>
          </p:cNvPr>
          <p:cNvSpPr>
            <a:spLocks noGrp="1"/>
          </p:cNvSpPr>
          <p:nvPr/>
        </p:nvSpPr>
        <p:spPr>
          <a:xfrm>
            <a:off x="11632406" y="3188891"/>
            <a:ext cx="190500" cy="190500"/>
          </a:xfrm>
          <a:prstGeom prst="ellipse">
            <a:avLst/>
          </a:prstGeom>
          <a:solidFill>
            <a:srgbClr val="1D4ED8"/>
          </a:solidFill>
          <a:ln w="11906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2F78D86-14BC-416B-8E7C-F46FB957E269}"/>
              </a:ext>
            </a:extLst>
          </p:cNvPr>
          <p:cNvSpPr>
            <a:spLocks noGrp="1"/>
          </p:cNvSpPr>
          <p:nvPr/>
        </p:nvSpPr>
        <p:spPr>
          <a:xfrm flipV="1">
            <a:off x="8572500" y="3284141"/>
            <a:ext cx="3155156" cy="799703"/>
          </a:xfrm>
          <a:prstGeom prst="line">
            <a:avLst/>
          </a:prstGeom>
          <a:noFill/>
          <a:ln w="35719">
            <a:solidFill>
              <a:srgbClr val="1D4ED8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DE7648BD-2C97-4A45-B8DE-B215CA3C8F44}"/>
              </a:ext>
            </a:extLst>
          </p:cNvPr>
          <p:cNvSpPr>
            <a:spLocks noGrp="1"/>
          </p:cNvSpPr>
          <p:nvPr/>
        </p:nvSpPr>
        <p:spPr>
          <a:xfrm>
            <a:off x="11013281" y="2569766"/>
            <a:ext cx="142875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9B199947-0B05-4DBB-B6C8-D597DD042CBA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55 − 27 = 28</a:t>
            </a:r>
          </a:p>
        </p:txBody>
      </p:sp>
    </p:spTree>
    <p:extLst>
      <p:ext uri="{BB962C8B-B14F-4D97-AF65-F5344CB8AC3E}">
        <p14:creationId xmlns:p14="http://schemas.microsoft.com/office/powerpoint/2010/main" val="827128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5" grpId="0"/>
      <p:bldP spid="28" grpId="0"/>
      <p:bldP spid="31" grpId="0"/>
      <p:bldP spid="3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BD4BFBBE-6384-473A-B7CF-3D699EF9982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5EA6B81-984E-4E6E-99D7-F4DE739606C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285E632-2027-4729-8EB5-92BC5A9DF62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D35730D-1DA8-40DD-8D95-52DDE3D21B3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74947DF-76C6-439A-90C9-567BFCD2CA5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line graphs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4B9B4F3-E04C-4585-8DD4-8AC9D54B34F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974137E-1836-49DF-9CEE-2967414C9F8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0B5144E-F7E6-4572-8951-AB9019710024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line graph rises from 18 to 46. What is the increase?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8EFC2F8-363A-4B08-AF32-B3023EFE949F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7F0C17E-F523-470C-83E2-0D9ACCCF72DE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quarter of a 240-pupil pie chart represents walkers. How many pupils walk?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4985C92-F306-47B4-81E9-CFA057A7AA89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2DE57D3-F86B-4C2F-8754-748FF869D5C8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In a survey of 60 pupils, 15 choose art. Find the pie-chart angle.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E0B6C9D-7890-47C9-8281-B540EF27F16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783F51A-0173-4FEB-B01C-3D29A2BCECC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line graph rises from 18 to 46. What is the increase?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9A723E69-0532-41DA-9D32-041AD7319ACA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EE42E312-5002-4B6F-B9E8-8164FE957802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A quarter of a 240-pupil pie chart represents walkers. How many pupils walk?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13A8EE8-AFB3-4CE2-8D99-6C345D85BE47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6335025-D2CB-4018-AD6C-213692986D40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In a survey of 60 pupils, 15 choose art. Find the pie-chart angle.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CB27D8E4-F2DB-40EB-8A03-F2B25E12E80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AB1E5013-6D00-4191-ACAC-998E7EAB586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Find the mean of 12, 15, 18, 11 and 19.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2CDE471-2F45-48F8-8EE9-DDC312686A6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2097BAB-9934-430A-A8DC-7846E9F1167D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divides by the largest value instead of the number of values when finding the mean.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C51A987-D9BC-45CA-8F1A-BFE28362432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DE31482-30B7-4A12-98D2-387B5FC986CB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2A375CD-6CE9-4D6E-B8B3-D7AE4648151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8199CEAD-5A1F-452B-BAF8-947F06B351E8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In a survey of 60 pupils, 15 choose art. Find the pie-chart angle.</a:t>
            </a:r>
          </a:p>
        </p:txBody>
      </p:sp>
    </p:spTree>
    <p:extLst>
      <p:ext uri="{BB962C8B-B14F-4D97-AF65-F5344CB8AC3E}">
        <p14:creationId xmlns:p14="http://schemas.microsoft.com/office/powerpoint/2010/main" val="936193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33A4086F-9DC3-428B-A162-79214ABE444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FA3F4FA-FB07-412F-817B-C1F98B69525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3AB7069-BDA9-49ED-9F95-858B303822D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4B73F37-699D-4F2C-BD20-F4390F9E26E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Interpret line graphs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B1372A9-6C0E-47F2-9BD2-B38E092E337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CA32492-E80C-48CF-8325-D8D8475EEDE0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414B5F6-C56B-4EE6-927C-3AF8F2B2E0AE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28.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8E05EA2-4927-41A4-9A48-CC3303B9986B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8B7D933-586E-418E-B317-A6C65C2E22A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60 pupils.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3EAF84B-12C6-405E-8430-5802F3560431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DF9C2A2-61EA-4C83-BF1E-71EB3FD307FE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90 degrees.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15AC591-679C-43C4-9E9E-73F1A1926F7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1D15C02-2D1E-4585-B988-B79CE11839F0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28.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CE3B01C-F9F2-4828-A5A3-225F2BB5D49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F10B8C6-A5CA-4C25-B60A-101A4FE364E3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60 pupils.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4DA9ED6-E51A-4E36-AC18-369D45F1870F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A98E577-E00E-4194-8A43-DB3E503C5931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90 degrees.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A2EBCCD-295B-4169-92FF-6E5204C63FAD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D59A626-F7CB-4D93-A27E-A9988CE196F5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15.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36C4C7D-2644-4A05-9285-728B353810BE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26ED1F1-1C0B-4C74-B7A4-E40554065E7C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Add every value, count how many values there are, then divide the total by that count.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2736955-9D0A-43F2-AF9B-B3851A4503FE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748A80C-B5AD-4A9B-AC4E-AB2170041F34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F2FFBED-3070-4CB0-9C29-4F5EA3ACFE24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2FB023FA-C169-4362-872A-ABECB9D9326F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66459603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929</Words>
  <Application>Microsoft Office PowerPoint</Application>
  <DocSecurity>0</DocSecurity>
  <PresentationFormat>Custom</PresentationFormat>
  <Paragraphs>132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2026-09-14T13:14:39Z</dcterms:created>
  <dcterms:modified xsi:type="dcterms:W3CDTF">2026-09-14T13:17:55Z</dcterms:modified>
</cp:coreProperties>
</file>