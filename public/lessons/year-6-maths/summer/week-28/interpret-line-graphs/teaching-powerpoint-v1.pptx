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f5111ab96e405d" /><Relationship Type="http://schemas.openxmlformats.org/officeDocument/2006/relationships/extended-properties" Target="/docProps/app.xml" Id="R2c6423afb37c4ba7" /><Relationship Type="http://schemas.openxmlformats.org/officeDocument/2006/relationships/officeDocument" Target="/ppt/presentation.xml" Id="R660736426ef044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78c72271314926"/>
  </p:sldMasterIdLst>
  <p:notesMasterIdLst>
    <p:notesMasterId xmlns:r="http://schemas.openxmlformats.org/officeDocument/2006/relationships" r:id="Rb780fc7787de4960"/>
  </p:notesMasterIdLst>
  <p:sldIdLst>
    <p:sldId xmlns:r="http://schemas.openxmlformats.org/officeDocument/2006/relationships" id="256" r:id="R57e631f9ad4b41a4"/>
    <p:sldId xmlns:r="http://schemas.openxmlformats.org/officeDocument/2006/relationships" id="257" r:id="Rebf551ee0e6b4f9c"/>
    <p:sldId xmlns:r="http://schemas.openxmlformats.org/officeDocument/2006/relationships" id="258" r:id="Rb63f3b979ce44d06"/>
    <p:sldId xmlns:r="http://schemas.openxmlformats.org/officeDocument/2006/relationships" id="259" r:id="R8ff576f692e246b7"/>
    <p:sldId xmlns:r="http://schemas.openxmlformats.org/officeDocument/2006/relationships" id="260" r:id="R6fd63901d8a54936"/>
    <p:sldId xmlns:r="http://schemas.openxmlformats.org/officeDocument/2006/relationships" id="261" r:id="Reaa26ff647ed4775"/>
    <p:sldId xmlns:r="http://schemas.openxmlformats.org/officeDocument/2006/relationships" id="262" r:id="Rbf385bd5cd04426b"/>
    <p:sldId xmlns:r="http://schemas.openxmlformats.org/officeDocument/2006/relationships" id="263" r:id="R79ecb16a53af4faf"/>
    <p:sldId xmlns:r="http://schemas.openxmlformats.org/officeDocument/2006/relationships" id="264" r:id="Rae7aaa1e6d474760"/>
    <p:sldId xmlns:r="http://schemas.openxmlformats.org/officeDocument/2006/relationships" id="265" r:id="R9a2d54079e7f45a5"/>
    <p:sldId xmlns:r="http://schemas.openxmlformats.org/officeDocument/2006/relationships" id="266" r:id="Rbf85322802274888"/>
    <p:sldId xmlns:r="http://schemas.openxmlformats.org/officeDocument/2006/relationships" id="267" r:id="R7cf9178f1cb94f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1ba103ebe441fa" /><Relationship Type="http://schemas.openxmlformats.org/officeDocument/2006/relationships/slideMaster" Target="/ppt/slideMasters/slideMaster1.xml" Id="Rec78c72271314926" /><Relationship Type="http://schemas.openxmlformats.org/officeDocument/2006/relationships/notesMaster" Target="/ppt/notesMasters/notesMaster1.xml" Id="Rb780fc7787de4960" /><Relationship Type="http://schemas.openxmlformats.org/officeDocument/2006/relationships/presProps" Target="/ppt/presProps.xml" Id="R7847fbae2a9f4604" /><Relationship Type="http://schemas.openxmlformats.org/officeDocument/2006/relationships/tableStyles" Target="/ppt/tableStyles.xml" Id="Rf087517204ad411b" /><Relationship Type="http://schemas.openxmlformats.org/officeDocument/2006/relationships/slide" Target="/ppt/slides/slide1.xml" Id="R57e631f9ad4b41a4" /><Relationship Type="http://schemas.openxmlformats.org/officeDocument/2006/relationships/slide" Target="/ppt/slides/slide2.xml" Id="Rebf551ee0e6b4f9c" /><Relationship Type="http://schemas.openxmlformats.org/officeDocument/2006/relationships/slide" Target="/ppt/slides/slide3.xml" Id="Rb63f3b979ce44d06" /><Relationship Type="http://schemas.openxmlformats.org/officeDocument/2006/relationships/slide" Target="/ppt/slides/slide4.xml" Id="R8ff576f692e246b7" /><Relationship Type="http://schemas.openxmlformats.org/officeDocument/2006/relationships/slide" Target="/ppt/slides/slide5.xml" Id="R6fd63901d8a54936" /><Relationship Type="http://schemas.openxmlformats.org/officeDocument/2006/relationships/slide" Target="/ppt/slides/slide6.xml" Id="Reaa26ff647ed4775" /><Relationship Type="http://schemas.openxmlformats.org/officeDocument/2006/relationships/slide" Target="/ppt/slides/slide7.xml" Id="Rbf385bd5cd04426b" /><Relationship Type="http://schemas.openxmlformats.org/officeDocument/2006/relationships/slide" Target="/ppt/slides/slide8.xml" Id="R79ecb16a53af4faf" /><Relationship Type="http://schemas.openxmlformats.org/officeDocument/2006/relationships/slide" Target="/ppt/slides/slide9.xml" Id="Rae7aaa1e6d474760" /><Relationship Type="http://schemas.openxmlformats.org/officeDocument/2006/relationships/slide" Target="/ppt/slides/slide10.xml" Id="R9a2d54079e7f45a5" /><Relationship Type="http://schemas.openxmlformats.org/officeDocument/2006/relationships/slide" Target="/ppt/slides/slide11.xml" Id="Rbf85322802274888" /><Relationship Type="http://schemas.openxmlformats.org/officeDocument/2006/relationships/slide" Target="/ppt/slides/slide12.xml" Id="R7cf9178f1cb94f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3d4b4482b84b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577fb56b1e472f" /><Relationship Type="http://schemas.openxmlformats.org/officeDocument/2006/relationships/notesMaster" Target="/ppt/notesMasters/notesMaster1.xml" Id="Rb6459e1456944d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1a6af2b41e41e0" /><Relationship Type="http://schemas.openxmlformats.org/officeDocument/2006/relationships/notesMaster" Target="/ppt/notesMasters/notesMaster1.xml" Id="R19adad2b0a5b42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a897e483964b89" /><Relationship Type="http://schemas.openxmlformats.org/officeDocument/2006/relationships/notesMaster" Target="/ppt/notesMasters/notesMaster1.xml" Id="Rb0d6301909bd4b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529caf1217476b" /><Relationship Type="http://schemas.openxmlformats.org/officeDocument/2006/relationships/notesMaster" Target="/ppt/notesMasters/notesMaster1.xml" Id="R366b8c0866ec407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ba7afc3e4c45ad" /><Relationship Type="http://schemas.openxmlformats.org/officeDocument/2006/relationships/notesMaster" Target="/ppt/notesMasters/notesMaster1.xml" Id="Re17ad903bc3b4a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e4245e3f9c4086" /><Relationship Type="http://schemas.openxmlformats.org/officeDocument/2006/relationships/notesMaster" Target="/ppt/notesMasters/notesMaster1.xml" Id="R98742d0330db41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3dc7db5de94754" /><Relationship Type="http://schemas.openxmlformats.org/officeDocument/2006/relationships/notesMaster" Target="/ppt/notesMasters/notesMaster1.xml" Id="R5fbf1888a0054f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3e4eed672854f61" /><Relationship Type="http://schemas.openxmlformats.org/officeDocument/2006/relationships/notesMaster" Target="/ppt/notesMasters/notesMaster1.xml" Id="R8478604fad0245a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8836259d30241ad" /><Relationship Type="http://schemas.openxmlformats.org/officeDocument/2006/relationships/notesMaster" Target="/ppt/notesMasters/notesMaster1.xml" Id="Rc21e3eec0aea498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b48909649a45f9" /><Relationship Type="http://schemas.openxmlformats.org/officeDocument/2006/relationships/notesMaster" Target="/ppt/notesMasters/notesMaster1.xml" Id="Reed4c4078c244b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c2092bd6b274d31" /><Relationship Type="http://schemas.openxmlformats.org/officeDocument/2006/relationships/notesMaster" Target="/ppt/notesMasters/notesMaster1.xml" Id="Rb7e6d88da2b746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6171b7896c44b15" /><Relationship Type="http://schemas.openxmlformats.org/officeDocument/2006/relationships/notesMaster" Target="/ppt/notesMasters/notesMaster1.xml" Id="R444cf5e62e1740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Graph paper, rulers, protractors, data tables,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60 pupils. | Read the title, labels, scale and total before calculating. |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data, frequency, pie chart, line graph, mean, scale.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60 pupils.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60 pupils..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90 degrees..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15.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90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90 degrees. | Add every value, count how many values there are, then divide the total by that count.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355a991cf74b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a831ebb600443f" /><Relationship Type="http://schemas.openxmlformats.org/officeDocument/2006/relationships/slideLayout" Target="/ppt/slideLayouts/slideLayout1.xml" Id="Ra6320cc4841748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320cc4841748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3a8da1ae5486a" /><Relationship Type="http://schemas.openxmlformats.org/officeDocument/2006/relationships/notesSlide" Target="/ppt/notesSlides/notesSlide1.xml" Id="R22665555fced4a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46f0407c2f4fda" /><Relationship Type="http://schemas.openxmlformats.org/officeDocument/2006/relationships/notesSlide" Target="/ppt/notesSlides/notesSlide2.xml" Id="Rf8604f1ff4184c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0cfc2002004f69" /><Relationship Type="http://schemas.openxmlformats.org/officeDocument/2006/relationships/notesSlide" Target="/ppt/notesSlides/notesSlide3.xml" Id="R843bbfd64c8c42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02701fae6b41f2" /><Relationship Type="http://schemas.openxmlformats.org/officeDocument/2006/relationships/notesSlide" Target="/ppt/notesSlides/notesSlide4.xml" Id="R204bb7794e4346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d18a1872d414f" /><Relationship Type="http://schemas.openxmlformats.org/officeDocument/2006/relationships/notesSlide" Target="/ppt/notesSlides/notesSlide5.xml" Id="R3ed0fc2ed22d46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ba2f596a2a4a53" /><Relationship Type="http://schemas.openxmlformats.org/officeDocument/2006/relationships/notesSlide" Target="/ppt/notesSlides/notesSlide6.xml" Id="R261d9ab215d443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d58f7182be486b" /><Relationship Type="http://schemas.openxmlformats.org/officeDocument/2006/relationships/image" Target="/ppt/media/image.png" Id="R7f658d1b80f04ce3" /><Relationship Type="http://schemas.openxmlformats.org/officeDocument/2006/relationships/notesSlide" Target="/ppt/notesSlides/notesSlide7.xml" Id="R796b1b1e9f9848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00fbacd0354dd2" /><Relationship Type="http://schemas.openxmlformats.org/officeDocument/2006/relationships/notesSlide" Target="/ppt/notesSlides/notesSlide8.xml" Id="R040ab2f29ea4435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5fc0f005d4474" /><Relationship Type="http://schemas.openxmlformats.org/officeDocument/2006/relationships/notesSlide" Target="/ppt/notesSlides/notesSlide9.xml" Id="R9e29f712749e457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3d069e0464e0c" /><Relationship Type="http://schemas.openxmlformats.org/officeDocument/2006/relationships/notesSlide" Target="/ppt/notesSlides/notesSlide10.xml" Id="Rb23493b5a7924d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0d7cbb2ea24090" /><Relationship Type="http://schemas.openxmlformats.org/officeDocument/2006/relationships/notesSlide" Target="/ppt/notesSlides/notesSlide11.xml" Id="R1f8c1b6b7e174c2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6310fd96e4879" /><Relationship Type="http://schemas.openxmlformats.org/officeDocument/2006/relationships/notesSlide" Target="/ppt/notesSlides/notesSlide12.xml" Id="R9947ca8993c644b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18DA25-B46A-4FB4-ACAD-8D84C3E7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AC451F-13C4-4B62-BA84-D825C9C96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E0C97C-1B77-471A-B573-E2C93ACF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B4EEFC-50C0-4F1C-B8AF-8FFE6369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E357FC-2EAF-43E1-82DD-10C6EB0D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Interpret line graphs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3D4BCD-84B8-4C7D-90F5-7A435EB0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8B9609-9C6F-4CE0-BB13-E62A794A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FC1B80-5BAB-4332-969F-06460932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read and compare information in line graphs.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871EE6-4E18-4644-B149-B40CB573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401D6-2DAA-49D5-B715-AC733640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Graph paper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8711DC-0A3A-4591-AA8A-ACCF1963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899925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584F84-0D69-493D-BDC8-E0F4937A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D1ABE4-AA9F-4398-86AC-59FE43C9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F13C59-5093-447B-AC07-04B58563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7B5068-5858-42DF-8A58-5F44A114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F9B52-2E03-4E28-B286-5C062063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078E7C-A438-4B23-83CD-9BC2E42E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ADA292-F55E-45A6-8F2C-50C63667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DA2854-61C4-4EDA-81D9-6F6815C7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E45F02-C290-47B8-A36E-D7A15B47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line graphs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DE5365-C3D3-46B4-A705-E511282E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BBC6CB-4CB5-4FF7-A7C5-30CAB458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429B1E-FFAF-43DB-92CD-B477D982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EC3655-227D-43FA-BA72-5CF576D0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Interpret and construct statistical representations and calculate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966FDD-3544-409B-B3FC-B725415D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C1B80E-7163-4620-AD59-F87E5A9B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83452B-F3DD-40C1-A1D1-B006A429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65920C-9A77-4CBC-9F18-59118A608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quarter of a 240-pupil pie chart represents walkers. How many pupils walk?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80FC1F-B7D9-41C0-9700-584F98A7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AA47C2-C141-4F55-A5C0-C106B7A8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18B28D-479E-4119-9E29-9C59033C9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21A00D-BDE1-49FB-B4FE-51DCA91C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line graph rises from 18 to 46. What is the increase?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E9C9FB-FBC4-463A-AF1D-83718CE4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517336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D46B77-97A9-41DC-9F8A-E999C74B3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68133-4693-4C97-A521-D67607E7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068B3F-B00D-4300-8D92-1A832130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6BF6A9-6567-4E16-B588-63BAC244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7B97F-8CCE-4A70-B47A-284262A6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4386B0-B335-4E65-AD5D-7F61C34B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5ABDA3-52EB-4F76-AF3C-2D72D6E7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B543F3-FE29-4FF7-BF4C-6D33D959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326457-B1F1-4C9E-8CB7-42697B3B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line graphs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D1F424-0C28-454E-BDD2-9C69B636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read and compare information in line graphs.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2EB0E-CC98-427E-B680-86A4C62A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915838-35F8-49C8-A180-0926571A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title, labels, scale and total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3BFE21-B6A6-403F-A05E-B2449452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proportional reasoning or add then divide for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AF2097-B353-4117-86AF-81EE7395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State the answer in context and check it against the data range.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E6E8B3-55F8-4EB3-A94D-5C7AC0B5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data  |  frequency  |  pie chart  |  line graph  |  mean  |  scale</a:t>
            </a:r>
          </a:p>
        </p:txBody>
      </p:sp>
    </p:spTree>
    <p:extLst>
      <p:ext uri="{BB962C8B-B14F-4D97-AF65-F5344CB8AC3E}">
        <p14:creationId xmlns:p14="http://schemas.microsoft.com/office/powerpoint/2010/main" val="7677099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C21BC7-17EC-4FF7-88FE-132FA6FE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4EA7B8-2C25-4862-A43B-569BC5C9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1A529-2C13-4A37-9BBF-661096BB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EE2128-EDA0-4BD6-98EF-06CA9B37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0CDB5-D91C-4DBC-BD5E-275A1035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1AFF2-2CC9-4A0C-A04F-1F47200E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01545F-CBFD-4AAD-8ADC-7C7100DCC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F5B7D9-8A47-4E2E-86B2-C1887EDC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A7E294-D38C-4F94-BB9A-03C59D29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line graphs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B66924-0E56-41C1-A33F-18784458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AB42A1-1CA8-4182-B163-EBE8B2A7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833C5F-B335-4230-AF53-57C2F1BAF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4320B7-F01F-472F-B335-16C9EDAE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title, labels, scale and total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20D321-F570-4898-B399-336183C0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5BFABE-ED80-4E71-947F-7780A543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436E32-8983-4216-B4C6-7656BEEA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proportional reasoning or add then divide for the mean.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3E6A0A-0AC6-4DF7-ABFE-6C0CDA1D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050795-8703-4AE9-96B6-42E9ECEA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195EF0-A4B6-4CA6-93EB-A5C3699A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28.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BCF22E-4EBE-4F12-A88A-99C3CFB4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1A41F9-E3F8-4F68-93B4-D5AC2FE2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1DDC31-FC19-4130-857E-791541A3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State the answer in context and check it against the data range.</a:t>
            </a:r>
          </a:p>
        </p:txBody>
      </p:sp>
    </p:spTree>
    <p:extLst>
      <p:ext uri="{BB962C8B-B14F-4D97-AF65-F5344CB8AC3E}">
        <p14:creationId xmlns:p14="http://schemas.microsoft.com/office/powerpoint/2010/main" val="379313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675660-8B26-4028-B130-BF375339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8938D6-8875-4B46-9066-DA824FDD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845032-5B06-4D85-A53D-0456C867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8EA4C2-EBF7-4735-A1BB-A5F4DE35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B89A1E-9728-4C9B-B295-CE0F7021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05B83-F1E6-4681-911C-AE3E94C5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C887FD-B541-4243-9B35-6656EAFF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9C8707-7134-462E-9FB0-64F1F6E6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F7124E-A2D4-4396-B9FF-189A83F9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line graphs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6DC8A-9751-47CC-BB97-98D63AFB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305B7D-A5DE-402D-A57C-BBE30551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DCB52D-DF41-4E3B-ACD3-917859AD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2CFBC8-B1B6-45B7-9DCF-6312054A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State the answer in context and check it against the data range.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1FDDF3-A7E7-48FA-9CF4-23D73395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326938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5855C3-6085-4FAD-AB9C-7CF74084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2B9306-1613-4CD4-8869-B71992C6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DCE9CE-A3BF-4818-9732-985EDEC9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6786FF-2F80-41D0-8F76-91F9036B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702CB1-B758-45A0-8B33-DCF52188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5C6BAF-3BCE-47A9-BB36-9E268FE7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1A5EAC-1AC9-41F2-8048-F4CB7DD7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1F040B-BB7B-482E-9B34-AF65A0D0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F15E-78EC-4DEE-B1DC-09B9075E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line graphs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279FC1-A458-4F00-9207-0C4D0363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quarter of a 240-pupil pie chart represents walkers. How many pupils walk?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D2EE39-5F3A-4D3E-A096-13428B9B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A8F58-4D90-4B31-AD93-29D54702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591BC3-5B2C-4B86-BADB-2E55E1AF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B4E01B-3B4B-4781-8F40-07BD1FA9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656B4B-9655-46B8-9770-228B1255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60 pupils.</a:t>
            </a:r>
          </a:p>
        </p:txBody>
      </p:sp>
    </p:spTree>
    <p:extLst>
      <p:ext uri="{BB962C8B-B14F-4D97-AF65-F5344CB8AC3E}">
        <p14:creationId xmlns:p14="http://schemas.microsoft.com/office/powerpoint/2010/main" val="19857566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55FC1D-A332-4949-807F-BC60AA6B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C30374-F132-431B-95A1-9499684E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66C8D5-BC50-40F7-87CB-07491EBB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D97C24-56AA-4F7C-A3F2-C9360573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0E1E8A-ED73-4FF7-B5C7-2F9A861C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1C44E7-7719-4203-9F3E-B454D9A2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22FD0-2F0C-4DA5-A77C-05979A41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707C56-E26E-428D-969D-4E4235C9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E0847-166F-4B45-9FDB-51C74767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line graphs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658d1b80f04ce3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A2776C-B492-4FA2-AD18-F2BCB53B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90AB97-F1E8-4B5D-AD67-78045447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by the largest value instead of the number of values when finding the mean.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4EE4EC-A47F-4D13-8CFB-391AF580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EBCE44-8A02-44A2-A69E-B2BBC890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2B403-E6DE-4FFA-AB01-AFC32BE8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every value, count how many values there are, then divide the total by that count.</a:t>
            </a:r>
          </a:p>
        </p:txBody>
      </p:sp>
    </p:spTree>
    <p:extLst>
      <p:ext uri="{BB962C8B-B14F-4D97-AF65-F5344CB8AC3E}">
        <p14:creationId xmlns:p14="http://schemas.microsoft.com/office/powerpoint/2010/main" val="6456367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0559A3-66CE-4399-B863-059B1313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DA86B1-ED97-4726-88EC-C9A5A0A11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553A97-6733-4DF1-AE68-AE1C01FA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B83F18-8FE4-4496-ACB0-00F96BA7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25A420-69A9-4A02-BC50-31D5777D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EBA5F-60E5-4385-A7D8-E152878D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C07F9D-D6EF-4827-B368-C6EFAE73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D7439F-904E-428C-8467-2BFAB353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AD2CF9-E7BD-42A2-B5EC-FC2D3FA9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line graphs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7E22C6-6F57-4858-AA1F-913221CE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7053EE-CE6C-4450-B40A-8650C6D4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87CA38-6E0A-4A39-968B-3378AB13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435E43-E77A-4B55-B365-D4588F18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quarter of a 240-pupil pie chart represents walkers. How many pupils walk?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B05260-DA79-4EBC-984F-B6D04330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C7929D-BBAF-4B6B-A7A5-D8B4098B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E53E7D-30E2-4156-B748-BEBC8590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F03F09-C62D-4954-95DB-9E019268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54BE6E-A010-4799-B147-F30435E9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722728-BAC2-4208-87D6-C3FA352F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D89D5A-5EFC-4FC9-AEB0-C5BE6FCB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3E2A56-3816-4918-A94C-095F7C58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60 pupils.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523C9F-6A86-4A37-A4FA-DB2FD23C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146366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508530-732C-4898-A787-E2A5935A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2BDEA-98EA-4D29-8266-CF67DAA61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12F956-081F-4F2B-AABE-0A73F114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EDE25D-11DB-4264-8705-E05A5250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8F706-B680-41FE-A196-2E5551D0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E2E18-673B-43CC-A917-C083859E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76563D-4DF1-49EA-86A2-751C55DD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D9D4BF-9E2D-4C43-8E87-5684AE11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58492A-E9EB-475C-BF85-D3B2EE76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line graphs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A1F9F9-42D5-4731-B85B-0124F81A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33644C-BA2D-4913-B62E-4FC464CD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4DAC0-24BC-4F05-B262-1481F7D3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B4FEE7-8829-4098-9F38-BC0763F3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a survey of 60 pupils, 15 choose art. Find the pie-chart angle.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96E191-9105-40A5-A4E6-B8EEFF1D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AE8B17-957D-4107-A7F8-A9849FAB0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57181A-0A0D-4CE3-B2FB-D2CA7C18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92A935-3463-4DB6-A689-572DC787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9EF79E-3D91-4464-A765-D5493260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7DF7BF-ECF5-4F40-9DDF-272564C8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1980F2-B583-4E41-BB59-9E70E005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6834DB-6B21-4073-8D7C-BBD83223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9142688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9DAD3-6458-478F-A4A7-3FF6C9BA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5A8E52-FA6F-4DE2-9604-3B8ADF00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C931C0-4E87-4EB3-9BD2-8DA99BB4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48CB4-3200-4196-AA5E-24C99801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77328C-E85B-4290-AF45-ED8B3057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018376-E663-4F48-A9F1-006ABC88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82DCD-21DF-4815-8DA7-5CA77D5E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E614FF-0202-423D-8D46-921ECE1E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4CE802-0A85-4607-AE28-C7C2F90A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line graphs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91DDFF-6AD6-44D4-A962-838B49F6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the mean of 12, 15, 18, 11 and 19.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65F611-66DA-4B58-B76A-8E813B9C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97A71E-9B5F-45B7-A920-B8647502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C5FF2C-DCDB-4B61-AE9D-86526B1C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15.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6464893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C70EBF-F361-4A7E-A73B-ECC9693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3F731D-4C77-4FA4-B701-F78643EE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4CA4FD-1FD6-463A-85DF-53A8EB31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7B570-497B-44B8-AC05-251D3F1CA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07C6E3-CFB2-49E5-8B12-4ADABBB0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9C7C81-F144-4B32-A81C-4233F69C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5B83FC-4F14-45E8-B2FA-26A22690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15A3E1-B700-40E9-AF47-0D2DDB10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610E9A-6C4A-44EE-B134-64582095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line graphs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854BD9-4BE1-4BC0-96EA-9C253A3B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FF8635-C93A-44F2-95F2-88119C3C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C89EEB-94C3-4981-9B93-B790FFB3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a survey of 60 pupils, 15 choose art. Find the pie-chart angle.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2EB2AD-A01E-4651-BDAB-9C4E2C0E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B063D2-5E74-42E4-A33B-5A2D33D1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0A35C8-01BD-4CF6-A581-A68664AC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0CB374-A8D0-447C-860B-E760EC7AD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90 degrees.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9A58C1-0FFD-4137-8AFD-F8978E0E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8FADE0-8F0C-4DE0-990E-D630FEC7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320302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B170E7-38CF-4856-8540-BF4B08E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FA2530-9695-452D-8C06-9EFB24F3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EBE16E-A50B-4934-AC11-3357EED4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0F783D-0174-4097-B936-3E3EF663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FF75A4-4081-4BE7-AA47-1AD7C9C9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29E8BB-6278-4017-98B3-C96C0821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DE60C-CA7F-4532-8E1A-FD779C88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20D222-997B-49A2-92B6-2D82B394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A25303-FF0F-41F9-8897-3D743618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line graphs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B99DDF-AED4-4D4F-96B3-85B05C2DD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BAEBA-A559-4F58-B36B-C0EC0FE2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35BC80-2236-43A6-9D24-E85B6666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6A6FE4-E29A-434E-BC65-B189675D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a survey of 60 pupils, 15 choose art. Find the pie-chart angle.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4A1CF8-9BDF-42AD-B99F-913C9E61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1095E0-50A5-4B6C-9C07-762E5963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68FE0F-BEF6-4CA0-90D5-115BC3BA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F15D20-2F5E-4567-A47B-90546B3D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by the largest value instead of the number of values when finding the mean.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9DB587-18C7-4D87-8B75-F3155F9D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E7AE13-62BF-40E0-9106-DCADF897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35C6A9-BBFE-4FC9-AAAF-FAAF8955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F59032-B620-4D95-84B3-EDB1B1F8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F0A645-E7B3-43A2-91F1-CC069083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79479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2026-09-09T20:50:22.1720000Z</dcterms:created>
  <dcterms:modified xsi:type="dcterms:W3CDTF">2026-09-09T20:50:22.1720000Z</dcterms:modified>
</coreProperties>
</file>