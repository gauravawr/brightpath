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eed5c8eeb4749" /><Relationship Type="http://schemas.openxmlformats.org/officeDocument/2006/relationships/extended-properties" Target="/docProps/app.xml" Id="Rd7a9b4e63d954032" /><Relationship Type="http://schemas.openxmlformats.org/officeDocument/2006/relationships/officeDocument" Target="/ppt/presentation.xml" Id="R355d8b3a888945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cbf8fbf1042d3"/>
  </p:sldMasterIdLst>
  <p:notesMasterIdLst>
    <p:notesMasterId xmlns:r="http://schemas.openxmlformats.org/officeDocument/2006/relationships" r:id="R8e11f2326bf64d2e"/>
  </p:notesMasterIdLst>
  <p:sldIdLst>
    <p:sldId xmlns:r="http://schemas.openxmlformats.org/officeDocument/2006/relationships" id="256" r:id="R295ead274f4e490a"/>
    <p:sldId xmlns:r="http://schemas.openxmlformats.org/officeDocument/2006/relationships" id="257" r:id="R54250dd6a54c46fc"/>
    <p:sldId xmlns:r="http://schemas.openxmlformats.org/officeDocument/2006/relationships" id="258" r:id="Rc185eb536f1f4824"/>
    <p:sldId xmlns:r="http://schemas.openxmlformats.org/officeDocument/2006/relationships" id="259" r:id="R0f159cded1a7439d"/>
    <p:sldId xmlns:r="http://schemas.openxmlformats.org/officeDocument/2006/relationships" id="260" r:id="R192e4f50a81b42a0"/>
    <p:sldId xmlns:r="http://schemas.openxmlformats.org/officeDocument/2006/relationships" id="261" r:id="Re39d7ec326c74984"/>
    <p:sldId xmlns:r="http://schemas.openxmlformats.org/officeDocument/2006/relationships" id="262" r:id="Re7e120652c4a4585"/>
    <p:sldId xmlns:r="http://schemas.openxmlformats.org/officeDocument/2006/relationships" id="263" r:id="R607a4522acf04a29"/>
    <p:sldId xmlns:r="http://schemas.openxmlformats.org/officeDocument/2006/relationships" id="264" r:id="Re2ba7a58cc2a45a2"/>
    <p:sldId xmlns:r="http://schemas.openxmlformats.org/officeDocument/2006/relationships" id="265" r:id="Re45deca5a6734c27"/>
    <p:sldId xmlns:r="http://schemas.openxmlformats.org/officeDocument/2006/relationships" id="266" r:id="R18c77f58cc9a465b"/>
    <p:sldId xmlns:r="http://schemas.openxmlformats.org/officeDocument/2006/relationships" id="267" r:id="Rf551a8c1d91246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5bdb060da4f6e" /><Relationship Type="http://schemas.openxmlformats.org/officeDocument/2006/relationships/slideMaster" Target="/ppt/slideMasters/slideMaster1.xml" Id="R664cbf8fbf1042d3" /><Relationship Type="http://schemas.openxmlformats.org/officeDocument/2006/relationships/notesMaster" Target="/ppt/notesMasters/notesMaster1.xml" Id="R8e11f2326bf64d2e" /><Relationship Type="http://schemas.openxmlformats.org/officeDocument/2006/relationships/presProps" Target="/ppt/presProps.xml" Id="R214f7551e5b74100" /><Relationship Type="http://schemas.openxmlformats.org/officeDocument/2006/relationships/tableStyles" Target="/ppt/tableStyles.xml" Id="R19f40823b7554e56" /><Relationship Type="http://schemas.openxmlformats.org/officeDocument/2006/relationships/slide" Target="/ppt/slides/slide1.xml" Id="R295ead274f4e490a" /><Relationship Type="http://schemas.openxmlformats.org/officeDocument/2006/relationships/slide" Target="/ppt/slides/slide2.xml" Id="R54250dd6a54c46fc" /><Relationship Type="http://schemas.openxmlformats.org/officeDocument/2006/relationships/slide" Target="/ppt/slides/slide3.xml" Id="Rc185eb536f1f4824" /><Relationship Type="http://schemas.openxmlformats.org/officeDocument/2006/relationships/slide" Target="/ppt/slides/slide4.xml" Id="R0f159cded1a7439d" /><Relationship Type="http://schemas.openxmlformats.org/officeDocument/2006/relationships/slide" Target="/ppt/slides/slide5.xml" Id="R192e4f50a81b42a0" /><Relationship Type="http://schemas.openxmlformats.org/officeDocument/2006/relationships/slide" Target="/ppt/slides/slide6.xml" Id="Re39d7ec326c74984" /><Relationship Type="http://schemas.openxmlformats.org/officeDocument/2006/relationships/slide" Target="/ppt/slides/slide7.xml" Id="Re7e120652c4a4585" /><Relationship Type="http://schemas.openxmlformats.org/officeDocument/2006/relationships/slide" Target="/ppt/slides/slide8.xml" Id="R607a4522acf04a29" /><Relationship Type="http://schemas.openxmlformats.org/officeDocument/2006/relationships/slide" Target="/ppt/slides/slide9.xml" Id="Re2ba7a58cc2a45a2" /><Relationship Type="http://schemas.openxmlformats.org/officeDocument/2006/relationships/slide" Target="/ppt/slides/slide10.xml" Id="Re45deca5a6734c27" /><Relationship Type="http://schemas.openxmlformats.org/officeDocument/2006/relationships/slide" Target="/ppt/slides/slide11.xml" Id="R18c77f58cc9a465b" /><Relationship Type="http://schemas.openxmlformats.org/officeDocument/2006/relationships/slide" Target="/ppt/slides/slide12.xml" Id="Rf551a8c1d912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0d8effa84b44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29bb5b2cfe4bef" /><Relationship Type="http://schemas.openxmlformats.org/officeDocument/2006/relationships/notesMaster" Target="/ppt/notesMasters/notesMaster1.xml" Id="Ra49b05a1dde142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21d207eb49422d" /><Relationship Type="http://schemas.openxmlformats.org/officeDocument/2006/relationships/notesMaster" Target="/ppt/notesMasters/notesMaster1.xml" Id="R287e505d28574f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f3547bbffa443f" /><Relationship Type="http://schemas.openxmlformats.org/officeDocument/2006/relationships/notesMaster" Target="/ppt/notesMasters/notesMaster1.xml" Id="R5669c95dc589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870b7f9bae4c43" /><Relationship Type="http://schemas.openxmlformats.org/officeDocument/2006/relationships/notesMaster" Target="/ppt/notesMasters/notesMaster1.xml" Id="Rf3ad647a5f304b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405fcd713f4bae" /><Relationship Type="http://schemas.openxmlformats.org/officeDocument/2006/relationships/notesMaster" Target="/ppt/notesMasters/notesMaster1.xml" Id="Rd2d8bdfaf2de4a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45904cd5ff423e" /><Relationship Type="http://schemas.openxmlformats.org/officeDocument/2006/relationships/notesMaster" Target="/ppt/notesMasters/notesMaster1.xml" Id="Rfa90c7baa8614c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8a510328e24a92" /><Relationship Type="http://schemas.openxmlformats.org/officeDocument/2006/relationships/notesMaster" Target="/ppt/notesMasters/notesMaster1.xml" Id="R13aee93cb77143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b310852764cb3" /><Relationship Type="http://schemas.openxmlformats.org/officeDocument/2006/relationships/notesMaster" Target="/ppt/notesMasters/notesMaster1.xml" Id="R095e192eb76f4a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275f0154440a0" /><Relationship Type="http://schemas.openxmlformats.org/officeDocument/2006/relationships/notesMaster" Target="/ppt/notesMasters/notesMaster1.xml" Id="R4f856fcb35994f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06ed33f3c54670" /><Relationship Type="http://schemas.openxmlformats.org/officeDocument/2006/relationships/notesMaster" Target="/ppt/notesMasters/notesMaster1.xml" Id="R3c8258aea4cc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553ef31bf64dd2" /><Relationship Type="http://schemas.openxmlformats.org/officeDocument/2006/relationships/notesMaster" Target="/ppt/notesMasters/notesMaster1.xml" Id="R1b9a8c27838947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14a2eda6eb4edb" /><Relationship Type="http://schemas.openxmlformats.org/officeDocument/2006/relationships/notesMaster" Target="/ppt/notesMasters/notesMaster1.xml" Id="R2329acb0133b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Graph paper, rulers, protractors, data tables, calculators for checking,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60 pupils. | Read the title, labels, scale and total before calculating. | Add every value, count how many values there are, then divide the total by that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data, frequency, pie chart, line graph, mean, scale.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60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Add every value, count how many values there are, then divide the total by that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60 pupils..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90 degrees..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15.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90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90 degrees. | Add every value, count how many values there are, then divide the total by that count.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bcd431554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b32d239ec4683" /><Relationship Type="http://schemas.openxmlformats.org/officeDocument/2006/relationships/slideLayout" Target="/ppt/slideLayouts/slideLayout1.xml" Id="R3dd771727756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771727756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8592448104f18" /><Relationship Type="http://schemas.openxmlformats.org/officeDocument/2006/relationships/notesSlide" Target="/ppt/notesSlides/notesSlide1.xml" Id="Rdef2bb15bd5046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d01f4a88848a2" /><Relationship Type="http://schemas.openxmlformats.org/officeDocument/2006/relationships/notesSlide" Target="/ppt/notesSlides/notesSlide2.xml" Id="R252215c6bb3d49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76309da4e4594" /><Relationship Type="http://schemas.openxmlformats.org/officeDocument/2006/relationships/notesSlide" Target="/ppt/notesSlides/notesSlide3.xml" Id="Ra95655aff62f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4874ce7b49a3" /><Relationship Type="http://schemas.openxmlformats.org/officeDocument/2006/relationships/notesSlide" Target="/ppt/notesSlides/notesSlide4.xml" Id="Rfc484c763b1043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04fc74dc348fa" /><Relationship Type="http://schemas.openxmlformats.org/officeDocument/2006/relationships/notesSlide" Target="/ppt/notesSlides/notesSlide5.xml" Id="R0fb4d1ec182b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83ad1eb6e45a4" /><Relationship Type="http://schemas.openxmlformats.org/officeDocument/2006/relationships/notesSlide" Target="/ppt/notesSlides/notesSlide6.xml" Id="R3aa424db3bea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1a7df93f14a49" /><Relationship Type="http://schemas.openxmlformats.org/officeDocument/2006/relationships/image" Target="/ppt/media/image.png" Id="Rbe80e8e0e1694e7b" /><Relationship Type="http://schemas.openxmlformats.org/officeDocument/2006/relationships/notesSlide" Target="/ppt/notesSlides/notesSlide7.xml" Id="R611f1fb861fa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d809f63a40b2" /><Relationship Type="http://schemas.openxmlformats.org/officeDocument/2006/relationships/notesSlide" Target="/ppt/notesSlides/notesSlide8.xml" Id="Rb941cef8a0d34b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6866cb66e4a5c" /><Relationship Type="http://schemas.openxmlformats.org/officeDocument/2006/relationships/notesSlide" Target="/ppt/notesSlides/notesSlide9.xml" Id="R237863ba36b9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49645253d4e4c" /><Relationship Type="http://schemas.openxmlformats.org/officeDocument/2006/relationships/notesSlide" Target="/ppt/notesSlides/notesSlide10.xml" Id="Rf32c6a0854934d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74e08458741a9" /><Relationship Type="http://schemas.openxmlformats.org/officeDocument/2006/relationships/notesSlide" Target="/ppt/notesSlides/notesSlide11.xml" Id="R08be60d5a747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0c337b33848bc" /><Relationship Type="http://schemas.openxmlformats.org/officeDocument/2006/relationships/notesSlide" Target="/ppt/notesSlides/notesSlide12.xml" Id="R1581c33c970d47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9D98F-D2DD-4013-9B5B-D81CB095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E70AE-FF7E-42AE-8C5B-16B5BFC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4A9E6-BABA-4912-AE60-C6E2E66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9302E-3223-495B-AAA8-BD172D68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F419A-E994-45F5-B018-67F2EF8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B04AA-A8BD-4742-BAF1-7FB6C067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63100-34B9-40E9-B03F-B0EA167D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FADF6-2DC7-4F33-9E0A-DD300A22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read and compare information in line graphs.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93059-F5E2-4A95-8A75-C087781F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957B-C2C5-46AA-ABB7-63261F20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Graph 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A8D23-F37D-46C3-9277-BF42FFB7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439326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2CDF0-3BAF-4BBE-8F99-6BB6A13D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8640C-A96F-422A-B24A-7BBBADA1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42F36-13A8-4A43-A2E7-9B5D8F5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ABA89-53D3-4AEC-B6DE-B807C596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ED19-E49C-4B0E-BB73-E9599561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597B8-1672-4512-9C84-B538903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FD337-58A8-4B2E-A2D9-32F9AB8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CD8E1-1622-4AFE-BDE4-68D9245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1EE3-30DA-433B-8A81-D8842F0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0202C-48F9-44EE-9961-F95E779A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FA215-3386-4208-9A0D-89E47B5E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A6E77-0E70-40F9-8286-E2EDD829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4C1E6-249B-4043-B92A-B2D88B1E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Interpret and construct statistical representations and calculate the mean.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226A5-15EA-4EF8-AD9E-58A34F1E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4B3B2-6319-4149-8555-105709AC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995FF-7832-468D-BB9F-43B0F4C7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E49FD-8B1A-471D-800F-701A527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quarter of a 240-pupil pie chart represents walkers. How many pupils walk?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DD8B5-6C41-4BF1-99B9-B074DAB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FD2F1-BC3C-468A-BDA3-AB9DB8A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28198-B581-4C67-B68C-57F8433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1EBD3-508B-421E-B1DE-3BFA7D7D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line graph rises from 18 to 46. What is the increase?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88410-A473-4E31-808B-7F402DE5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794497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6DE14-B3D1-4C20-8C49-A54F34B0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AAA97-9FC4-43AC-A009-8813DD0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A9F61-9898-441A-B833-CB9EC36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46264-2A7F-42BD-96F2-6CA8B051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704F3-40A4-4F61-84A7-86587CD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21B43-2104-441D-952B-ABD6CEB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CE7E-53A5-4841-8A26-509B5E56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33EC7-95BD-4F56-9FBC-ADD4E0E5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92A4-82C6-44D7-98E6-A2A262C5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D665-FEC5-4FB2-9009-DD5C4955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read and compare information in line graphs.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467D2-8AD2-4561-BA8B-AD3B3A21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490F5-291E-4820-9628-6DBB4E36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title, labels, scale and total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13D5F-C0AC-47D3-B18A-A6EEC23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Use proportional reasoning or add then divide for the mean.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09C39-4E59-4D4B-9074-2CB1233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State the answer in context and check it against the data range.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B80D7-DDAE-4E45-AEC0-180B641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data  |  frequency  |  pie chart  |  line graph  |  mean  |  scale</a:t>
            </a:r>
          </a:p>
        </p:txBody>
      </p:sp>
    </p:spTree>
    <p:extLst>
      <p:ext uri="{BB962C8B-B14F-4D97-AF65-F5344CB8AC3E}">
        <p14:creationId xmlns:p14="http://schemas.microsoft.com/office/powerpoint/2010/main" val="5826737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0AB45-B4F0-440C-A425-5EA71E6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622FB-97A7-4837-BE9E-5C46184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E47F7-5190-43D1-AC29-016FD5AF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EB85-8FBB-4457-AE49-14777E2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FAE36-1205-486E-8D7E-261FED4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EFCA7-9FF3-49BC-9B5D-49B6AC2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B6F9C-5B3B-4B74-8267-81CA87E0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7425D-14A1-4BEC-AC6E-572A9C6A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68676-90C4-478B-92FB-87554D48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2E948-0B17-4194-BC21-8577205C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line graph rises from 18 to 46. What is the increase?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BABBD-D49A-4A4D-AAFD-25152B9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B09BF-28BA-47DB-A24E-84664E71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8ECD9-68CC-4190-AA16-02DCC6EC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Graph rises from 18 to 46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8F38A-889B-42D1-8F80-D71E1268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4F475-BB22-4970-9FD3-2B3A7D9C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BBAA8-556D-46D9-8E1E-FF827209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Increase = final value - starting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297D6-553F-4C1E-A97C-2D07FCB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06577-04DC-48E1-AA01-822561F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BB925-B530-40C4-BAFB-C7D425A0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46 - 18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26251-ED61-4C71-B916-99C21D07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8C778-F20B-4C73-8778-4F55C30E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6B684-C898-48F8-9C3B-7243999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Increase = 28</a:t>
            </a:r>
          </a:p>
        </p:txBody>
      </p:sp>
    </p:spTree>
    <p:extLst>
      <p:ext uri="{BB962C8B-B14F-4D97-AF65-F5344CB8AC3E}">
        <p14:creationId xmlns:p14="http://schemas.microsoft.com/office/powerpoint/2010/main" val="166707141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9AF10-F583-4DBA-985F-43B17113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BD7EB-7F11-4A81-8300-00219A2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466DF-B8B4-4914-8FEB-71B765B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1ABA3-6363-484C-A625-C33B590E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A18E2-CE24-4613-BAB4-2E16124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FEEB3-C41B-4310-A4EE-203219E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F5132-0578-438C-AF44-D957A84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47550-A7FD-4197-AA88-EC9A277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7778B-15A8-4A24-95D8-8E175DA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71866-1A1C-448D-816C-DC97A04E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BFED7-13FD-471D-8941-CDC76EE8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64786-E2F7-4B40-A4DB-BE98BF66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460A5-83D7-4175-9B73-5D03F50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State the answer in context and check it against the data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87A27-628C-4476-93DE-74F4F8BA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192019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B86BC-7E5E-4AB7-B233-D946F29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E0FD-EBF8-4F4F-8920-4557E230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3781B-8B4F-4F89-AAA0-5946238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E1921-4399-499A-92EF-C8227AC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09BCF-27F5-4818-8147-84A20D7B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AEFC4-11FB-46C4-8CC9-25976931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A213A-8A8A-4197-B878-D70D38D2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B59D7-90D3-427D-A026-7422F04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00177-CD1E-497F-8C51-69352ED5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DB2B6-927B-4241-BB29-243A79FE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quarter of a 240-pupil pie chart represents walkers. How many pupils walk?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4522-7338-45FC-A590-AE21146C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0227F-3A71-4094-8D94-FB30C73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CF222-1EB8-4759-BF8D-3D336747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2A581-4F92-4B3E-963B-F64880C0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7EE2E-867E-4FE8-8D4C-FFA8B1B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60 pupils.</a:t>
            </a:r>
          </a:p>
        </p:txBody>
      </p:sp>
    </p:spTree>
    <p:extLst>
      <p:ext uri="{BB962C8B-B14F-4D97-AF65-F5344CB8AC3E}">
        <p14:creationId xmlns:p14="http://schemas.microsoft.com/office/powerpoint/2010/main" val="21298430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C2876-F5A3-4CD9-81F2-0202BF31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BDFA4-298C-4111-82C2-C449999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46C89-AE7C-4EDA-A2B9-A751015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DD5D-296E-40C1-86F8-932141D6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B34BC-D19F-43D2-9F75-20849268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06597-016B-4B17-AAA2-152B080A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B8228-288D-49BB-A1AB-922119DA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51149-583A-4652-B697-546AAD4E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FD0C3-EDCA-476B-8F5B-F9904D73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0e8e0e1694e7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2B51E-216E-4C12-B47F-0827E2B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FA428-FC33-4F48-804A-80EF14B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by the largest value instead of the number of values when finding the mean.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CD242-B71E-4573-B202-1760D5F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7D537-8585-462E-8FF7-33AF8195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93825-9D2C-4D43-9607-4864C1B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Add every value, count how many values there are, then divide the total by that count.</a:t>
            </a:r>
          </a:p>
        </p:txBody>
      </p:sp>
    </p:spTree>
    <p:extLst>
      <p:ext uri="{BB962C8B-B14F-4D97-AF65-F5344CB8AC3E}">
        <p14:creationId xmlns:p14="http://schemas.microsoft.com/office/powerpoint/2010/main" val="19999371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97D14-E957-4319-A37C-9645C61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0C095-4D23-47AB-A098-2C0BA317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70BFE-D84F-4DB4-8281-9EF92DEE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1BED0-C22D-4EE3-BA79-CD6E5EC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1F10E-8197-4B81-B07C-F1EC02C3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ABF1B-581B-4FD0-8D13-176D1438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F7586-CBD7-4C82-B5CC-493DA1B5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1E93E-651A-4CF2-A1D0-FF546312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52AB5-0A5C-489D-A86B-0198AB04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B2C9E-1D33-4E30-9D83-2971DB42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AE529-0306-497C-BB8F-A8BAF6C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F3F85-FD16-497B-9FC5-8A147B2C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1FF27-BC91-4B9D-AE72-08BECFC4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quarter of a 240-pupil pie chart represents walkers. How many pupils walk?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2776E-ECBB-46B2-9391-2A3E0365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22523-3903-4626-A504-5E9D0C85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5616D-ADAC-49DF-BD8D-F8668939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86243-98A5-4D6B-8C08-E1335074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84A3A-A0B0-4FE8-9819-5B2B195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7C9D4-5A52-47AA-B862-5F626E7E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E9877-5CC6-4D38-8906-5FA099A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3FFCF-F067-49AF-A113-81E52157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60 pupils.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57849-E6F9-41AD-9D2C-FD9B9435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556374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FF85D-8C83-4FA5-A4DC-2DCF276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613E-602E-4B59-83F4-49875FEC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D322A-AF1D-4895-A2D0-147E6E34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611C5-E928-4649-B32E-D2F9624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2D111-EDEC-4357-BC7C-4A30B2C3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484D-8A7E-49CE-A9C9-92C4DA7E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36953-F069-4EB0-9B32-AB950AFF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01FF8-3157-4CC1-B1E7-271F5FB8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38E1A-56BC-4D7E-A523-D99E58AF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603B5-8AEE-4E56-945F-B67B2267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43DF7-1CE3-410B-9762-45AA3A8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9A329-B21D-413B-8670-9A29123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57AA9-4899-4395-BA57-0DBACDA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97AAB-A91F-4B4F-8723-6D54AEB9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E2E1D-FADD-4E4B-949B-5C505EE3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9A4EF-0355-4ACE-9DD3-E745C799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9D093-A834-4D9B-AA85-7F19C2E8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43F06-91F1-45B2-8074-D82520C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9EBBE-BD1C-462B-AB0B-6FE767D9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01A72-48ED-4119-8DA7-A8814365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7D703-6CF5-4820-A113-ECD19809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4643235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5551A-F6BF-4AEA-9015-E8943089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3A04A-4C73-4E5F-9E84-DF65FA7A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22B01-4473-4C1B-B505-BA27B31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420CB-80FE-41B0-B6AB-0D62C85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ABE9D-9057-4C35-8D9E-F17B29E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C1097-3A36-4B5C-9A89-CE338ACB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E4F1B-BB12-4CE1-AA3E-199A63B4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C2C41-60B4-4B62-AD60-002AA296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77ECE-819F-46DB-9A35-01F6D3A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391B0-370A-4A36-91BD-3A5BA25D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the mean of 12, 15, 18, 11 and 19.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7CB1B-D893-42F2-92E4-B1DB4662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6EB23-AAFD-4D04-A821-559607A7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4EE6D-D135-491E-8071-3832A2B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15.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6575217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78F41-085B-47BF-AABD-90522EB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9F850-CAA0-46CD-9B9A-BD9CC6FC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24F8A-B8CC-4304-A752-1CE636AE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00293-F33C-4AF5-B3DD-174EC9DD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9547F-F597-4932-BB71-4FFE61EA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4B004-C196-4AEA-A250-8BA1A99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A4649-20CB-4E55-A16F-BE7E6767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D2F4D-29CF-4BFE-A280-B17FF26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CD707-2804-4B10-AD71-6ED94482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CEA39-73D7-4F5F-B2C3-C8B6D32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5374-8BBF-43D6-86F5-4697F8E7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88B15-D82A-4EFA-8B7D-35C2E68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D825D-1347-4E3A-9EB7-9F8AD32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2CB80-E77D-4D54-BF93-C6225BA1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DB2ED-C241-4B88-8F09-5B44B08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8CCBB-F74D-4EE3-B02B-FF1DA916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90 degrees.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688F8-4BA9-44A6-B1C3-BADDF7CD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5FDE6-1FA8-409E-8DF5-1BDC387E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6202164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838F0-FF23-45F2-A70D-275C776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72B89-08CF-4C16-958B-11D28FA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B0649-7176-47CC-9860-8F5AF097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40847-E93E-42CB-A005-79EBF76F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91F04-41A5-463F-9C56-69E5A95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E895D-9542-4FDE-94C0-8D7E76B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10029-7311-47EB-BDA7-3A18AC0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D7C66-67D6-49F6-A912-5B53E65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ECBDB-6060-4038-A856-51816F71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line graphs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3262D-4857-4424-8C43-35547771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F25DE-8DD6-41FA-8E9F-E5E9DF2D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505CF-CA4A-40B4-B45B-A7C491A6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F38C-6341-4293-AF85-5594AEDB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706C7-3827-40DA-BB00-AC175BB6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22C08-1FDF-4EDE-969E-5CDFD4E3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2848C-C430-4CB2-BBFB-B1BEE31C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64BBE-2A0A-4B55-B493-FBE9089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by the largest value instead of the number of values when finding the mean.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900FB-1B36-45C6-96DA-6A103115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DAC13-FBFE-41C5-B266-58CE0BC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F1E4A-6215-4391-8B90-25495213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C935A-E21F-4497-838E-95D87B1D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40CB5-0E7D-437C-BDC9-B6A1385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733320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2026-09-09T22:14:17.7980000Z</dcterms:created>
  <dcterms:modified xsi:type="dcterms:W3CDTF">2026-09-09T22:14:17.7980000Z</dcterms:modified>
</coreProperties>
</file>