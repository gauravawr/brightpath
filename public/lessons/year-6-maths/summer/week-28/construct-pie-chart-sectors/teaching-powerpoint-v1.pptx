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48b28710474fac" /><Relationship Type="http://schemas.openxmlformats.org/officeDocument/2006/relationships/extended-properties" Target="/docProps/app.xml" Id="R84ea26d4d18b4c1d" /><Relationship Type="http://schemas.openxmlformats.org/officeDocument/2006/relationships/officeDocument" Target="/ppt/presentation.xml" Id="R956597adcaad4c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f7b33ccdc54efb"/>
  </p:sldMasterIdLst>
  <p:notesMasterIdLst>
    <p:notesMasterId xmlns:r="http://schemas.openxmlformats.org/officeDocument/2006/relationships" r:id="R80ba0432ca84447d"/>
  </p:notesMasterIdLst>
  <p:sldIdLst>
    <p:sldId xmlns:r="http://schemas.openxmlformats.org/officeDocument/2006/relationships" id="256" r:id="Rcafb2bb9449c4973"/>
    <p:sldId xmlns:r="http://schemas.openxmlformats.org/officeDocument/2006/relationships" id="257" r:id="R1d6d6f6197a04df5"/>
    <p:sldId xmlns:r="http://schemas.openxmlformats.org/officeDocument/2006/relationships" id="258" r:id="R7a0ed68647e645fa"/>
    <p:sldId xmlns:r="http://schemas.openxmlformats.org/officeDocument/2006/relationships" id="259" r:id="R9c4c06418b274fde"/>
    <p:sldId xmlns:r="http://schemas.openxmlformats.org/officeDocument/2006/relationships" id="260" r:id="R285e6dfa24fc40c9"/>
    <p:sldId xmlns:r="http://schemas.openxmlformats.org/officeDocument/2006/relationships" id="261" r:id="R6e9698df4f0f4a34"/>
    <p:sldId xmlns:r="http://schemas.openxmlformats.org/officeDocument/2006/relationships" id="262" r:id="R2fb4187cc3b64fa7"/>
    <p:sldId xmlns:r="http://schemas.openxmlformats.org/officeDocument/2006/relationships" id="263" r:id="Rb5fc9355077c4b5b"/>
    <p:sldId xmlns:r="http://schemas.openxmlformats.org/officeDocument/2006/relationships" id="264" r:id="R46e33906137f4656"/>
    <p:sldId xmlns:r="http://schemas.openxmlformats.org/officeDocument/2006/relationships" id="265" r:id="R0e2e6ab20a164e00"/>
    <p:sldId xmlns:r="http://schemas.openxmlformats.org/officeDocument/2006/relationships" id="266" r:id="Rc73d3f76183f4bf6"/>
    <p:sldId xmlns:r="http://schemas.openxmlformats.org/officeDocument/2006/relationships" id="267" r:id="R131c8d4cd06b4b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7bfe00f3ad4802" /><Relationship Type="http://schemas.openxmlformats.org/officeDocument/2006/relationships/slideMaster" Target="/ppt/slideMasters/slideMaster1.xml" Id="Rf5f7b33ccdc54efb" /><Relationship Type="http://schemas.openxmlformats.org/officeDocument/2006/relationships/notesMaster" Target="/ppt/notesMasters/notesMaster1.xml" Id="R80ba0432ca84447d" /><Relationship Type="http://schemas.openxmlformats.org/officeDocument/2006/relationships/presProps" Target="/ppt/presProps.xml" Id="R35b79027da0941b3" /><Relationship Type="http://schemas.openxmlformats.org/officeDocument/2006/relationships/tableStyles" Target="/ppt/tableStyles.xml" Id="R3294ba5a5a054b4b" /><Relationship Type="http://schemas.openxmlformats.org/officeDocument/2006/relationships/slide" Target="/ppt/slides/slide1.xml" Id="Rcafb2bb9449c4973" /><Relationship Type="http://schemas.openxmlformats.org/officeDocument/2006/relationships/slide" Target="/ppt/slides/slide2.xml" Id="R1d6d6f6197a04df5" /><Relationship Type="http://schemas.openxmlformats.org/officeDocument/2006/relationships/slide" Target="/ppt/slides/slide3.xml" Id="R7a0ed68647e645fa" /><Relationship Type="http://schemas.openxmlformats.org/officeDocument/2006/relationships/slide" Target="/ppt/slides/slide4.xml" Id="R9c4c06418b274fde" /><Relationship Type="http://schemas.openxmlformats.org/officeDocument/2006/relationships/slide" Target="/ppt/slides/slide5.xml" Id="R285e6dfa24fc40c9" /><Relationship Type="http://schemas.openxmlformats.org/officeDocument/2006/relationships/slide" Target="/ppt/slides/slide6.xml" Id="R6e9698df4f0f4a34" /><Relationship Type="http://schemas.openxmlformats.org/officeDocument/2006/relationships/slide" Target="/ppt/slides/slide7.xml" Id="R2fb4187cc3b64fa7" /><Relationship Type="http://schemas.openxmlformats.org/officeDocument/2006/relationships/slide" Target="/ppt/slides/slide8.xml" Id="Rb5fc9355077c4b5b" /><Relationship Type="http://schemas.openxmlformats.org/officeDocument/2006/relationships/slide" Target="/ppt/slides/slide9.xml" Id="R46e33906137f4656" /><Relationship Type="http://schemas.openxmlformats.org/officeDocument/2006/relationships/slide" Target="/ppt/slides/slide10.xml" Id="R0e2e6ab20a164e00" /><Relationship Type="http://schemas.openxmlformats.org/officeDocument/2006/relationships/slide" Target="/ppt/slides/slide11.xml" Id="Rc73d3f76183f4bf6" /><Relationship Type="http://schemas.openxmlformats.org/officeDocument/2006/relationships/slide" Target="/ppt/slides/slide12.xml" Id="R131c8d4cd06b4b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44df7bd70240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3c8c244d784328" /><Relationship Type="http://schemas.openxmlformats.org/officeDocument/2006/relationships/notesMaster" Target="/ppt/notesMasters/notesMaster1.xml" Id="Rad6f8893991644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214315de274c37" /><Relationship Type="http://schemas.openxmlformats.org/officeDocument/2006/relationships/notesMaster" Target="/ppt/notesMasters/notesMaster1.xml" Id="R77da2db4d7124c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d8b1ef4f274cef" /><Relationship Type="http://schemas.openxmlformats.org/officeDocument/2006/relationships/notesMaster" Target="/ppt/notesMasters/notesMaster1.xml" Id="R484ed97dbec542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1d4aa2854746ee" /><Relationship Type="http://schemas.openxmlformats.org/officeDocument/2006/relationships/notesMaster" Target="/ppt/notesMasters/notesMaster1.xml" Id="R232b6c2eecba4b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cecd9e7b5b453e" /><Relationship Type="http://schemas.openxmlformats.org/officeDocument/2006/relationships/notesMaster" Target="/ppt/notesMasters/notesMaster1.xml" Id="R7f905cbb7e1540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8867e680dd4803" /><Relationship Type="http://schemas.openxmlformats.org/officeDocument/2006/relationships/notesMaster" Target="/ppt/notesMasters/notesMaster1.xml" Id="R1f2298d9c35744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ecb2f4581a43fd" /><Relationship Type="http://schemas.openxmlformats.org/officeDocument/2006/relationships/notesMaster" Target="/ppt/notesMasters/notesMaster1.xml" Id="R02dd1cc5337a42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347da87f3d4bf6" /><Relationship Type="http://schemas.openxmlformats.org/officeDocument/2006/relationships/notesMaster" Target="/ppt/notesMasters/notesMaster1.xml" Id="R9af2ed42a32547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813ebd8ffc4223" /><Relationship Type="http://schemas.openxmlformats.org/officeDocument/2006/relationships/notesMaster" Target="/ppt/notesMasters/notesMaster1.xml" Id="Rebd950eca58244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99d3630f904895" /><Relationship Type="http://schemas.openxmlformats.org/officeDocument/2006/relationships/notesMaster" Target="/ppt/notesMasters/notesMaster1.xml" Id="Ra32cf894cee944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90512f4d0d474b" /><Relationship Type="http://schemas.openxmlformats.org/officeDocument/2006/relationships/notesMaster" Target="/ppt/notesMasters/notesMaster1.xml" Id="R32e42c0e7ba74c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54325800e8a41fb" /><Relationship Type="http://schemas.openxmlformats.org/officeDocument/2006/relationships/notesMaster" Target="/ppt/notesMasters/notesMaster1.xml" Id="R3125d7ae66db49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15.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90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Dataset A: 24; Dataset B: 23, so A is greater..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Dataset A: 24; Dataset B: 23, so A is greater.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Dataset A: 24; Dataset B: 23, so A is greater.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359c8a849548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70863876f644dff" /><Relationship Type="http://schemas.openxmlformats.org/officeDocument/2006/relationships/slideLayout" Target="/ppt/slideLayouts/slideLayout1.xml" Id="R75add4948e5743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add4948e5743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1e82a9af24452" /><Relationship Type="http://schemas.openxmlformats.org/officeDocument/2006/relationships/notesSlide" Target="/ppt/notesSlides/notesSlide1.xml" Id="R3528e094b0294a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e5e22c8884f5f" /><Relationship Type="http://schemas.openxmlformats.org/officeDocument/2006/relationships/notesSlide" Target="/ppt/notesSlides/notesSlide2.xml" Id="Rd2ea1f15897c47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92c2fa0f14969" /><Relationship Type="http://schemas.openxmlformats.org/officeDocument/2006/relationships/notesSlide" Target="/ppt/notesSlides/notesSlide3.xml" Id="R3b74be50967048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15b0479e9489d" /><Relationship Type="http://schemas.openxmlformats.org/officeDocument/2006/relationships/notesSlide" Target="/ppt/notesSlides/notesSlide4.xml" Id="R50e0049a679b43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ca491a06143b4" /><Relationship Type="http://schemas.openxmlformats.org/officeDocument/2006/relationships/notesSlide" Target="/ppt/notesSlides/notesSlide5.xml" Id="Rd0d1c9963baa4d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cdbd84dc34ff4" /><Relationship Type="http://schemas.openxmlformats.org/officeDocument/2006/relationships/notesSlide" Target="/ppt/notesSlides/notesSlide6.xml" Id="Ra6d8387f6c3948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26e5ec72a442c" /><Relationship Type="http://schemas.openxmlformats.org/officeDocument/2006/relationships/image" Target="/ppt/media/image.png" Id="R47a5e052c97f41e3" /><Relationship Type="http://schemas.openxmlformats.org/officeDocument/2006/relationships/notesSlide" Target="/ppt/notesSlides/notesSlide7.xml" Id="Ra37a6a542d0b43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5533b897a4ad8" /><Relationship Type="http://schemas.openxmlformats.org/officeDocument/2006/relationships/notesSlide" Target="/ppt/notesSlides/notesSlide8.xml" Id="Re8c3a62c519146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640ffd8124b77" /><Relationship Type="http://schemas.openxmlformats.org/officeDocument/2006/relationships/notesSlide" Target="/ppt/notesSlides/notesSlide9.xml" Id="Raa1ffb0021b04d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c0699d58a4a72" /><Relationship Type="http://schemas.openxmlformats.org/officeDocument/2006/relationships/notesSlide" Target="/ppt/notesSlides/notesSlide10.xml" Id="R80bd0642e4354e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51842ab484544" /><Relationship Type="http://schemas.openxmlformats.org/officeDocument/2006/relationships/notesSlide" Target="/ppt/notesSlides/notesSlide11.xml" Id="Rb71347f0af9f4e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0ca1117a24756" /><Relationship Type="http://schemas.openxmlformats.org/officeDocument/2006/relationships/notesSlide" Target="/ppt/notesSlides/notesSlide12.xml" Id="Rae2722d9c72348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917AAB-7D95-45FC-B3DC-5DA19EDF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E2384-BFAE-47BD-BD5A-7A19A22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C9535-C5EC-4B0B-B106-9450A37F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1E3EB-3ACF-4BC1-A291-DF0EFE6A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1224F-9206-4FFE-B275-41EA88B7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7F4FF-0B59-447C-A8F6-28CD259C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6D258-6A58-40EB-9068-5004A733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201A35-787B-4304-8AEC-E9E59335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sector angles from frequencies.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EE3A4-D42B-4E00-8468-228D65B3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C5FE03-D997-4F13-B599-C6E05ED1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D92011-F8C7-4246-AA6B-7013F6CF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883543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EE7EEC-5FD1-4F60-B2D2-674ABA34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F69A2-2D26-4994-87B3-981ABF97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232BB8-5066-4B41-9917-BDB30306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C283C-2E40-4AD8-9756-8DA0AA9E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3E149-76B7-43E4-9F2A-30EA9D8B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AFFFF-A20E-421D-9E02-9FDBA996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92E27-6573-401F-96D0-BA7CCB73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5B10CB-3D15-41A8-84E2-AA510188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62494-36E4-4E8A-BE08-B8961EE1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2B6AB-4A38-4859-A34F-9701D010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D3DF8-8D43-435D-B505-705552F1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AE704-1065-46AD-84DA-9F01C95D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8D32F1-5931-4968-9C7E-A78D10FD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FF5F1-5F3E-4D3D-A908-D8EAFA6E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EC31F5-DB22-41B0-BF67-92079830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C0337-D934-4DC4-97B4-6240E179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DEE09-DD26-49E2-974A-CAE60A99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20A1E0-B4FF-4520-9499-C075714B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B8D58-FA4E-48DC-83D9-72FE8604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5DDB25-3C02-4347-982B-8BB56FD9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5A2482-AFC2-4353-B294-2DE15BD9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In a survey of 60 pupils, 15 choose art. Find the pie-chart angle.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3E084A-A9CE-423E-80B0-6EAAFDF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884793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029361-8968-4885-B6DF-885A1875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CC587-6C31-4EC2-919A-ABF70B3E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9CDE44-FCA9-4271-AEF4-99D63AC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E76DF-E2A5-473C-AB0E-AD7A5B62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5D1B8-97EB-47A6-842B-7DBF5A3B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9A14A1-27C6-4AD6-8FD4-4C07AB10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A5E16-636C-48D6-BBC6-5EA3FF72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CC344-CB28-4A42-9323-4779B0DF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99C287-12B6-45F0-AEFD-56B3F185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2F14F-FE84-4D8E-AA4A-B61AABC3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sector angles from frequencies.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26CAF-BFE2-402F-8133-AFDD3C3F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395E8-2A43-402E-B30E-D15E2F61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0355C-B960-418D-89B3-1EE87A20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68BEF-15FE-4D17-8C54-95CB4EAE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9D9A53-F7C6-4B99-B066-780A196E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11596818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8185FF-F9FC-4D14-B299-8A814E60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0D11D-CE32-4D58-ABB1-62BEFBA5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CD0E2-EE09-4A4F-A3D1-E626A686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DAF78-0B44-428B-933C-8248BFD6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A9095-C9F4-4B05-91BF-67C61A4F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3A552-5026-40B8-872C-901FB634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C7F0F-9E68-4481-B5C0-F95A42D7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8A4707-58EF-4F0B-BCAC-45E75FCA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18D7D-5FC4-4D2F-90E0-6204D508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292656-B474-4B5B-806F-32203361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F6BE59-0C76-43A2-92E8-7B055132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A1D3C-A157-4368-A30E-0B8C9002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FEECEE-FE80-4CA3-B535-FB4B3FDC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title, labels, scale and total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59E9A7-DA0B-400B-A756-8DDD5875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6DBB05-881A-4D87-A825-000B4072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32172C-D050-41D0-9CC5-2CADAF28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proportional reasoning or add then divide for the mean.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5E9929-9D67-4B39-975D-B44D6476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F31FB3-CDF7-4BD9-8CAD-8E77B353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405F99-AAD4-4409-ABF2-6FC22A14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90 degrees.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4369B3-4933-4CEB-8CC0-5954F78E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107893-842E-4F56-B854-2977E402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5EFD38-A3BE-4E11-96FE-90399943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State the answer in context and check it against the data range.</a:t>
            </a:r>
          </a:p>
        </p:txBody>
      </p:sp>
    </p:spTree>
    <p:extLst>
      <p:ext uri="{BB962C8B-B14F-4D97-AF65-F5344CB8AC3E}">
        <p14:creationId xmlns:p14="http://schemas.microsoft.com/office/powerpoint/2010/main" val="17947018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BC0045-BD42-4481-9E30-1944C31A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38AA3-AB7F-4224-BBFA-88D4F6CA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EFCAF-5EF1-4131-95E8-8EC282F4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31ABF-AEA0-4C7D-AC2A-075D242B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E4BBB-9A7D-455C-B8B2-A554769B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7977F-1073-4966-B1F5-08A979B5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05A851-F7C2-4241-89D9-B7C447E5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0D7510-8480-4439-BD67-F7EC33B9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1E782-CF16-4136-957E-1C59D62C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335B0-FFA3-453C-9875-E5BA5700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D7717-C76D-4303-8E88-83EAD9B9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9C301E-2BE9-403D-B802-5BF1FCCD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EF13C-6F52-4D9F-BE40-DCFF1512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12AAA-F696-4C64-8774-79957199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783495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B216D-DA2F-4991-B014-04B66FC4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936C7-9B05-43C8-9BDF-B2897CC1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6C91A-FCD0-429B-A231-551A89CC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06E50B-71C0-43C0-8F04-F7B81C9C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9D63F-B95C-4BC5-B060-292CD44C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EC69F-0F58-4E43-8906-AB1CE135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8C86DB-2911-4B30-BDBE-880ABDE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EA29B-9D3E-4311-A213-00E619D9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575D8-C2D4-4273-AE8C-5A7B200E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7C91-4ED8-4EC6-AA2A-4423384F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1890F-67A2-4FD5-80DA-03758F38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DD6075-2D1F-4997-894F-633C99B6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97E03-3BB6-42B2-A3E2-AF94EF63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2597C-C9C8-4306-A176-D77C9614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E9F1D7-9A64-4D8E-94B3-617680E0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15.</a:t>
            </a:r>
          </a:p>
        </p:txBody>
      </p:sp>
    </p:spTree>
    <p:extLst>
      <p:ext uri="{BB962C8B-B14F-4D97-AF65-F5344CB8AC3E}">
        <p14:creationId xmlns:p14="http://schemas.microsoft.com/office/powerpoint/2010/main" val="3520058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CF0CA-1CA0-4235-90C1-FDF65E08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1F09E-A605-4311-9133-42D566C8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EC8B4-9602-42B9-BA24-3E3DBCA3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163776-ACC8-484F-A5E4-8F75F34D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25A7C-63C3-4FC4-A721-AC36F036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28004-7B23-41CB-A259-89589CAF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BC5E5D-8284-49F6-B596-8981BBD9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EED7A-8218-4F75-8791-5B3A3112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1FDB2-AE13-4722-9C7C-1B886D1E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5e052c97f41e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0B3EE-8F53-4D90-8839-4972EB02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76AED1-AC7F-4BF6-A49E-C1DE1148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FC97B-F896-49D1-A4A5-49C66F6E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8E422-EE78-4D6A-BE6B-03A3BA8F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CF5B0C-337C-430B-BA1C-7700162D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2396104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4960CA-416A-4729-AC43-914A5A90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F0A4D-D84F-49AC-841A-027EC7FD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3C6CE-8C2C-403E-9D25-150DC03A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DE309-148D-4A5B-963D-3F5FF261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C96E0-D0D8-4202-870F-25DA201F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643CBF-4BC9-402D-87CD-920C9EA0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7AAD7-7AAF-45E2-9880-B08D7318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D1348-968D-4325-838C-771692A3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B414F-1AF6-4CCB-9956-4D8AE0BE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EB929F-104F-4560-B15D-81191CDC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35515-ABDC-43FC-A268-DC6AA814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5EE88-6AE6-459A-9042-FA778513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7A0C4-45F5-4D04-A415-FAD7E2A1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2416C-7CFE-46A3-B9CA-0D969B19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921866-9278-477F-BEC5-8729A777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EF2980-F275-40EA-BBB4-22D3E41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B9AF5-ADF3-4483-B179-C0B6AA30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0B6481-612A-4DC4-8DCC-FF1F7390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C30CDB-1281-4194-83AE-D3439B99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E6300-631B-40F5-B3DE-6F6051A5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E55057-22CE-4CFF-978C-AA17A3FE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826300-DC35-4159-83C5-53BA37C7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904725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71750-374E-444B-AA8C-9B0A73C8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CC104-095F-4EDA-BD34-F645646E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0AF70F-D917-4D95-A1D6-695D9C1A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FD937-AC49-4A84-A035-B2572379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E856E-B035-47EF-A2F1-30055ACF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5FE1A4-1C2F-4B1A-B9A0-5C6C8993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6D4D4-445F-4041-9E52-0466F074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76E00-571E-40DC-B867-AC62FDF9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70F1C-E84F-404F-92B4-B49C45ED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312EF-453E-4CF1-85BD-756C1F8D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6B09A-D206-4C9F-B9C8-A916A7C6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F834A-C7DE-4ED1-96B6-D89C5349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43A87-6C99-4EA7-ACBF-99075883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BD21A3-616D-4490-946F-7F793769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7F739-E603-45CB-B0A8-8DEEBB4A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90166B-B3AA-4E99-8A49-65D1880F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3CF296-0C5A-480A-8465-91FABC4B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848E1-0474-4132-8759-6E16F8C7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8A85A5-05B0-4468-84B2-BAD42E44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8387DB-5EBB-4CEF-A054-9108FCE6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09C9C1-9E7F-40C9-A33F-13988DC1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609614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EFBD85-B61A-44FC-88BA-F659A653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DC19C-E9C8-4DC4-B192-44C01DA7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FEDCE-7997-49F9-BCA3-2FA8F37C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8F122-EBE6-405F-8BDE-C17CA3D1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CA1DB-3940-4BE8-8DB6-7D22A9A5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17829A-B246-49EE-96CB-E54DC710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3DC3B-51B2-447F-B5B6-C8381E5F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318D9-6AA2-467E-8504-34AB8BC4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605E7-740C-4F7A-B50A-F7D9BCF0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64C42-D850-4D55-97D9-1228BB8B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line graph rises from 18 to 46. What is the increase?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BE93D0-4F21-4CF8-990B-4248948B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3E9CEF-20F5-4D06-B1F2-21A2B5F0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B83C5D-022E-42E1-8237-D2240404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763627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51CC6-ED49-41CD-A2E9-EA215BBA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1D6E0B-3DE2-4DFC-A51E-93DCEA8E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1FB5A-4C74-458C-8A74-C174931C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5E4A1-D4BE-4472-B007-D27D83AD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973F5-B447-4F3F-BC67-225D4C08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C3153-8748-4DAF-BB22-A3B9F6BC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69667E-A72E-45EF-8A9C-F84978B5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9AB9B5-F899-47C6-967E-7363A7EB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D961B9-0339-4755-8FAE-502C811A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03414-ED91-496A-BC78-E45BEF9D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6C42E-1187-47B9-9F3A-82F37D37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DCD87-71BE-4BBA-9D38-51A1FF57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8707E-18AA-4C39-A5A2-72EC3E29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B4B8E-6BC0-4645-93DC-566F4A09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62364F-C415-42DD-8833-A7115062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44BA6D-740D-497A-B9EB-C707F28B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9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Dataset A: 24; Dataset B: 23, so A is greater.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9E85BA-7535-48DC-833A-56F35E67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83DD50-8300-41A2-9393-A54E165E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396373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4C8FE3-377A-4B26-B8FA-E4A8BD4E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96DE7-5C88-4965-9F5B-A8014D5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116F4-07DB-47DB-926A-E97F1F30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BF19E-8C54-4F79-9210-97B5318D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1D356-5DA5-4712-80E7-5E0D71A4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3A422-06F1-4F37-BA75-BDE95365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FE5A54-18A0-4207-81D2-BF4FEB8F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5456FE-E30A-427A-A735-9EC4EA83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BE4A29-3D46-4ADD-A144-CB74BF18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7E1323-DA65-4F0E-8F5A-FEE40D6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D8C55-627F-4CFD-AC9C-468959AD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60FC0F-8C38-43BC-B5D5-5DAD055A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9338E-619E-4BC3-939C-A3D2F9E1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9F706D-D932-4BDB-994A-84492435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939BC7-A9AF-484B-AAFA-B95CE984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E56AA8-9C90-4D23-9D2C-B538D18D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CA0099-8802-4C69-9E27-085EF9C2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1ED66-8947-4338-80F9-EAC0FAC4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6FF63B-6DBC-4A50-BB79-120D1021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72BD49-4C3A-4036-8EFB-EA2EC7FD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F53299-9D25-49CC-A71E-7407BDF8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23FBDE-24B9-4CBA-B7BD-17EFDAAE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578790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2026-09-09T20:50:24.4810000Z</dcterms:created>
  <dcterms:modified xsi:type="dcterms:W3CDTF">2026-09-09T20:50:24.4810000Z</dcterms:modified>
</coreProperties>
</file>