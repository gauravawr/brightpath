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23d202214154bd2" /><Relationship Type="http://schemas.openxmlformats.org/officeDocument/2006/relationships/extended-properties" Target="/docProps/app.xml" Id="R3cbc23b41d734900" /><Relationship Type="http://schemas.openxmlformats.org/officeDocument/2006/relationships/officeDocument" Target="/ppt/presentation.xml" Id="R1d42110f5b19432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ff4a17011604c2c"/>
  </p:sldMasterIdLst>
  <p:notesMasterIdLst>
    <p:notesMasterId xmlns:r="http://schemas.openxmlformats.org/officeDocument/2006/relationships" r:id="Ra35003ab751849b5"/>
  </p:notesMasterIdLst>
  <p:sldIdLst>
    <p:sldId xmlns:r="http://schemas.openxmlformats.org/officeDocument/2006/relationships" id="256" r:id="R22a18e5701f64d9c"/>
    <p:sldId xmlns:r="http://schemas.openxmlformats.org/officeDocument/2006/relationships" id="257" r:id="Rd956cc271c7f4ee9"/>
    <p:sldId xmlns:r="http://schemas.openxmlformats.org/officeDocument/2006/relationships" id="258" r:id="R6c47d5f8182d4554"/>
    <p:sldId xmlns:r="http://schemas.openxmlformats.org/officeDocument/2006/relationships" id="259" r:id="R2ff1d5779a164a09"/>
    <p:sldId xmlns:r="http://schemas.openxmlformats.org/officeDocument/2006/relationships" id="260" r:id="Rfbd57fe62c984d4a"/>
    <p:sldId xmlns:r="http://schemas.openxmlformats.org/officeDocument/2006/relationships" id="261" r:id="R229e593f27b7444a"/>
    <p:sldId xmlns:r="http://schemas.openxmlformats.org/officeDocument/2006/relationships" id="262" r:id="R0b382aa900814435"/>
    <p:sldId xmlns:r="http://schemas.openxmlformats.org/officeDocument/2006/relationships" id="263" r:id="R8176a18306e14bef"/>
    <p:sldId xmlns:r="http://schemas.openxmlformats.org/officeDocument/2006/relationships" id="264" r:id="Ra58112b6e5a84cee"/>
    <p:sldId xmlns:r="http://schemas.openxmlformats.org/officeDocument/2006/relationships" id="265" r:id="Rfae780254e58418b"/>
    <p:sldId xmlns:r="http://schemas.openxmlformats.org/officeDocument/2006/relationships" id="266" r:id="Ra602e05a7cd148dc"/>
    <p:sldId xmlns:r="http://schemas.openxmlformats.org/officeDocument/2006/relationships" id="267" r:id="R8d8c1fef0fae41a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aa2693ee9e434a" /><Relationship Type="http://schemas.openxmlformats.org/officeDocument/2006/relationships/slideMaster" Target="/ppt/slideMasters/slideMaster1.xml" Id="R4ff4a17011604c2c" /><Relationship Type="http://schemas.openxmlformats.org/officeDocument/2006/relationships/notesMaster" Target="/ppt/notesMasters/notesMaster1.xml" Id="Ra35003ab751849b5" /><Relationship Type="http://schemas.openxmlformats.org/officeDocument/2006/relationships/presProps" Target="/ppt/presProps.xml" Id="R8f5d0f5d430c4723" /><Relationship Type="http://schemas.openxmlformats.org/officeDocument/2006/relationships/tableStyles" Target="/ppt/tableStyles.xml" Id="Ra8268dadfa604b39" /><Relationship Type="http://schemas.openxmlformats.org/officeDocument/2006/relationships/slide" Target="/ppt/slides/slide1.xml" Id="R22a18e5701f64d9c" /><Relationship Type="http://schemas.openxmlformats.org/officeDocument/2006/relationships/slide" Target="/ppt/slides/slide2.xml" Id="Rd956cc271c7f4ee9" /><Relationship Type="http://schemas.openxmlformats.org/officeDocument/2006/relationships/slide" Target="/ppt/slides/slide3.xml" Id="R6c47d5f8182d4554" /><Relationship Type="http://schemas.openxmlformats.org/officeDocument/2006/relationships/slide" Target="/ppt/slides/slide4.xml" Id="R2ff1d5779a164a09" /><Relationship Type="http://schemas.openxmlformats.org/officeDocument/2006/relationships/slide" Target="/ppt/slides/slide5.xml" Id="Rfbd57fe62c984d4a" /><Relationship Type="http://schemas.openxmlformats.org/officeDocument/2006/relationships/slide" Target="/ppt/slides/slide6.xml" Id="R229e593f27b7444a" /><Relationship Type="http://schemas.openxmlformats.org/officeDocument/2006/relationships/slide" Target="/ppt/slides/slide7.xml" Id="R0b382aa900814435" /><Relationship Type="http://schemas.openxmlformats.org/officeDocument/2006/relationships/slide" Target="/ppt/slides/slide8.xml" Id="R8176a18306e14bef" /><Relationship Type="http://schemas.openxmlformats.org/officeDocument/2006/relationships/slide" Target="/ppt/slides/slide9.xml" Id="Ra58112b6e5a84cee" /><Relationship Type="http://schemas.openxmlformats.org/officeDocument/2006/relationships/slide" Target="/ppt/slides/slide10.xml" Id="Rfae780254e58418b" /><Relationship Type="http://schemas.openxmlformats.org/officeDocument/2006/relationships/slide" Target="/ppt/slides/slide11.xml" Id="Ra602e05a7cd148dc" /><Relationship Type="http://schemas.openxmlformats.org/officeDocument/2006/relationships/slide" Target="/ppt/slides/slide12.xml" Id="R8d8c1fef0fae41a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771073b87f47f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c7dee59bc284ab8" /><Relationship Type="http://schemas.openxmlformats.org/officeDocument/2006/relationships/notesMaster" Target="/ppt/notesMasters/notesMaster1.xml" Id="R5ecb49057e46476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7797eed98834ef8" /><Relationship Type="http://schemas.openxmlformats.org/officeDocument/2006/relationships/notesMaster" Target="/ppt/notesMasters/notesMaster1.xml" Id="R091bd6f3fcb7468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d8b83bcf927428c" /><Relationship Type="http://schemas.openxmlformats.org/officeDocument/2006/relationships/notesMaster" Target="/ppt/notesMasters/notesMaster1.xml" Id="R1d41e703be184ec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601347c05914804" /><Relationship Type="http://schemas.openxmlformats.org/officeDocument/2006/relationships/notesMaster" Target="/ppt/notesMasters/notesMaster1.xml" Id="Rfe490f20ba36449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ffbaaf7113a458f" /><Relationship Type="http://schemas.openxmlformats.org/officeDocument/2006/relationships/notesMaster" Target="/ppt/notesMasters/notesMaster1.xml" Id="R68dd26c67bf74ce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7bdf236d1b942a8" /><Relationship Type="http://schemas.openxmlformats.org/officeDocument/2006/relationships/notesMaster" Target="/ppt/notesMasters/notesMaster1.xml" Id="R94b34bd224804b2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ac892325be64fe6" /><Relationship Type="http://schemas.openxmlformats.org/officeDocument/2006/relationships/notesMaster" Target="/ppt/notesMasters/notesMaster1.xml" Id="R1677ae6db5c7476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64ba7614dda484f" /><Relationship Type="http://schemas.openxmlformats.org/officeDocument/2006/relationships/notesMaster" Target="/ppt/notesMasters/notesMaster1.xml" Id="R6e634f4e136947f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76ee13feb9d4e7a" /><Relationship Type="http://schemas.openxmlformats.org/officeDocument/2006/relationships/notesMaster" Target="/ppt/notesMasters/notesMaster1.xml" Id="Rf8efd58f89584aa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32f88fd9034411d" /><Relationship Type="http://schemas.openxmlformats.org/officeDocument/2006/relationships/notesMaster" Target="/ppt/notesMasters/notesMaster1.xml" Id="R553cf08dd1a9479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0842e5e5e6b48f5" /><Relationship Type="http://schemas.openxmlformats.org/officeDocument/2006/relationships/notesMaster" Target="/ppt/notesMasters/notesMaster1.xml" Id="Re91bad9c240b406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460666ed1224537" /><Relationship Type="http://schemas.openxmlformats.org/officeDocument/2006/relationships/notesMaster" Target="/ppt/notesMasters/notesMaster1.xml" Id="Rdaff5888ca7041c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Graph paper, rulers, protractors, data tables, calculators for checking,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15. | Read the title, labels, scale and total before calculating. | Add every value, count how many values there are, then divide the total by that count.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data, frequency, pie chart, line graph, mean, scale.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90 degrees.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Add every value, count how many values there are, then divide the total by that count.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15..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Dataset A: 24; Dataset B: 23, so A is greater..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28.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Dataset A: 24; Dataset B: 23, so A is greater.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Dataset A: 24; Dataset B: 23, so A is greater. | Add every value, count how many values there are, then divide the total by that count.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fa4ab78d4d4ed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0f602086c8644f2" /><Relationship Type="http://schemas.openxmlformats.org/officeDocument/2006/relationships/slideLayout" Target="/ppt/slideLayouts/slideLayout1.xml" Id="R1fc9ad37d9644f8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fc9ad37d9644f8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4a31177fc54e73" /><Relationship Type="http://schemas.openxmlformats.org/officeDocument/2006/relationships/notesSlide" Target="/ppt/notesSlides/notesSlide1.xml" Id="R42e27eed97a74d1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4a616f1f364857" /><Relationship Type="http://schemas.openxmlformats.org/officeDocument/2006/relationships/notesSlide" Target="/ppt/notesSlides/notesSlide2.xml" Id="Rb64c32d1012143a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94057f073f4528" /><Relationship Type="http://schemas.openxmlformats.org/officeDocument/2006/relationships/notesSlide" Target="/ppt/notesSlides/notesSlide3.xml" Id="R1d568eda22754b1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b019a780f14859" /><Relationship Type="http://schemas.openxmlformats.org/officeDocument/2006/relationships/notesSlide" Target="/ppt/notesSlides/notesSlide4.xml" Id="R3cfd8cfec1dd4c4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80001533904fbf" /><Relationship Type="http://schemas.openxmlformats.org/officeDocument/2006/relationships/notesSlide" Target="/ppt/notesSlides/notesSlide5.xml" Id="Ree2e1b8f6a2f4ed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eec9c512ca48b5" /><Relationship Type="http://schemas.openxmlformats.org/officeDocument/2006/relationships/notesSlide" Target="/ppt/notesSlides/notesSlide6.xml" Id="R84508118c82443d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9c89f09b6d4cdf" /><Relationship Type="http://schemas.openxmlformats.org/officeDocument/2006/relationships/image" Target="/ppt/media/image.png" Id="Ra5c5b6ef89e74e30" /><Relationship Type="http://schemas.openxmlformats.org/officeDocument/2006/relationships/notesSlide" Target="/ppt/notesSlides/notesSlide7.xml" Id="R5aeace5c385a40b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584c92c7f149e3" /><Relationship Type="http://schemas.openxmlformats.org/officeDocument/2006/relationships/notesSlide" Target="/ppt/notesSlides/notesSlide8.xml" Id="R9f1f0e29a4b84cd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1adbf1bfd04b92" /><Relationship Type="http://schemas.openxmlformats.org/officeDocument/2006/relationships/notesSlide" Target="/ppt/notesSlides/notesSlide9.xml" Id="R2c986896268047e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d031128ab5429a" /><Relationship Type="http://schemas.openxmlformats.org/officeDocument/2006/relationships/notesSlide" Target="/ppt/notesSlides/notesSlide10.xml" Id="R0e3801b4836d402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f8db6d4b7f4f6e" /><Relationship Type="http://schemas.openxmlformats.org/officeDocument/2006/relationships/notesSlide" Target="/ppt/notesSlides/notesSlide11.xml" Id="R9832a36e260949f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da7763cfec48a8" /><Relationship Type="http://schemas.openxmlformats.org/officeDocument/2006/relationships/notesSlide" Target="/ppt/notesSlides/notesSlide12.xml" Id="Rb3fab886a2ef4cb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912D91-98C6-4A59-8D6B-F656C864F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26B2B7-D963-4CB4-8E5B-EB6CFAAE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A020A9-AC37-4531-A3EB-2865831B2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18E294-1E2B-4029-857D-A10989CF2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3FDD89-A701-4E3A-A953-E6F15D1F7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Construct pie chart sectors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36C61E-D6E8-44ED-9E92-31D7B32DC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E89B76-04E8-47E9-BBEA-FF90C093A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0F37B6-791E-4E0E-9E2F-16489EEEF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sector angles from frequencies.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8C224A-C95A-498C-A756-A19177499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AB77E5-E86B-4041-BE45-E57EC9D0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Graph paper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969D48-7C8E-4304-8A4F-0BFDD0594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1133996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803E95-E1D0-4AA4-8CB8-AF8B864F2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09E8F7-87EB-4E63-A0D4-61218D946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C21862-090B-4EF8-B8AC-285398B23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C7B83-BE67-4C5E-A1A3-59F27C24F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F13746-BCCD-4B1F-8270-7AD057D67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BD60BA-C50B-4EF1-9693-3460CF79B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DB1B21-8309-4EF0-AE62-55B451082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654379-FC73-46DF-923B-302A0A8E5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4E1AD0-F56F-4188-BEEB-1F424B956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Construct pie chart sectors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C68E17-6AB6-4E47-B9AD-120366EF2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D2505A-56F3-4AFB-BB7F-755D511C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447B72-541D-4AD8-9BBC-B682795B3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2EBE0D-6202-4947-8559-CFD0E5EAE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Interpret and construct statistical representations and calculate the mean.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D181D1-7670-4B36-BFAD-8B9A15C0C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10BCC3-0435-46C5-B2BA-432E46205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B7E99C-9A3D-4410-9FF6-82692FE7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093603-9B9A-4E99-A7CB-C0AB500C7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mean of 12, 15, 18, 11 and 19.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8FDDD1-F8C9-40F7-8659-A4714AE09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2F765F-6781-4872-96E7-CF36FC5CB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8B4195-E946-4CC7-96F0-12605FE78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EB4114-CE74-4149-9401-880DCA0F4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In a survey of 60 pupils, 15 choose art. Find the pie-chart angle.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C6F724-48FC-4301-93DE-DC5440F03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15761225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14A072-5298-4758-9989-4BC348F80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F97DAF-CD56-4E73-BB6A-F48C550D2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3040DA-B636-45A2-8390-8252C9EFA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B52A05-E3E7-49DB-A091-1EBA7676E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1A7E7F-F0C1-401D-BF22-64633BF45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7D833D-2B87-4929-99CA-ED005BEE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0FED3C-A03B-4D22-A478-9BFECE4EC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8E6286-8B65-4EAA-97DC-FADC75FD9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B7ABB1-61D0-478E-8019-F0B4520B4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Construct pie chart sectors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25C8B1-D113-4DAC-8800-27FCA7E2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sector angles from frequencies.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33AE3C-7C5F-41D4-8AB1-F70C9948F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1783D7-1BE6-4762-80C5-7F0E7BDA2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title, labels, scale and total before calculating.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473D71-3C2E-45D9-BD72-4076C76E6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proportional reasoning or add then divide for the mean.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F120BA-0B70-4A3E-AFA1-D76A9CD96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State the answer in context and check it against the data range.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785381-A932-42B2-8CC7-BBB6977E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data  |  frequency  |  pie chart  |  line graph  |  mean  |  scale</a:t>
            </a:r>
          </a:p>
        </p:txBody>
      </p:sp>
    </p:spTree>
    <p:extLst>
      <p:ext uri="{BB962C8B-B14F-4D97-AF65-F5344CB8AC3E}">
        <p14:creationId xmlns:p14="http://schemas.microsoft.com/office/powerpoint/2010/main" val="47691909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3838FF-1F68-4749-807E-029DA43E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1E13A7-29D6-4C11-92B8-635278041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148A5F-F24E-4717-869C-1C4875CDC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255544-31E7-46E8-B0B7-452BA212D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75D930-6652-4011-B41B-966346F89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6055CC-F346-4FBA-8FD6-CE7A83054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13B68B-2D6A-4E43-8B0D-BB0D8A6FD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CFF5D3-E844-4B79-ACE0-43B3AD504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E3F59A-7D95-49D3-B217-9612DD217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Construct pie chart sectors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F8CE07-EB86-4311-BDAE-B01B14640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 a survey of 60 pupils, 15 choose art. Find the pie-chart angle.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CF9E99-6C32-492F-B6B8-8C18EF70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0D302B-C4E0-48EB-AA3E-55B9677D7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CC567A-B4E7-4A6F-8EFB-E3991487A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15 out of 60 pupils choose art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9B4C41-9091-4016-83BA-D3F27B592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D9FFD5-AC87-4A9F-822E-18F0204A0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08C1D6-8D86-46FE-B1BB-4E294784A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15/60 = 1/4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C629A4-F655-4DEA-A636-0EA8E9A94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396B52-1968-4BBD-815A-CF35381DE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6867B4-2F7D-43BD-968B-6D35D1D1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Sector angle = 1/4 × 360°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D09EF0-6A34-4EA8-B310-B83AA2CE2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B33D59-3E57-4D5D-90D9-8345705E5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FDFC8E-2B3F-42C7-85ED-5C7B88195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90°</a:t>
            </a:r>
          </a:p>
        </p:txBody>
      </p:sp>
    </p:spTree>
    <p:extLst>
      <p:ext uri="{BB962C8B-B14F-4D97-AF65-F5344CB8AC3E}">
        <p14:creationId xmlns:p14="http://schemas.microsoft.com/office/powerpoint/2010/main" val="19306231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F706C3-519A-468D-A9EA-1ECDCDD9E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656322-1846-46C5-B1EA-E54F3C30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71D0DB-6848-4FC6-922C-40D72C69D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1115FF-2245-4312-98CF-7781712E9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B1BE2E-881D-4B7D-8769-ED7693BCE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CACFA9-F330-40F3-AB4E-9C4FEB517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385296-7A3A-4E4E-8CC6-7B5B37E61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A2E758-1378-4A4E-BC6D-7ACA65F9A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472842-6990-4D57-B679-0842B2F50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Construct pie chart sectors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36A364-A6DA-4732-AC75-DD39E6653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DE93F7-EF0F-4FB4-AC80-47AE438E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90 degrees.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F41E20-0D44-4811-B10D-65B47933D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1E674E-DFBB-42F2-9CAC-39A55DBE2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State the answer in context and check it against the data range.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76D823-2B66-4D70-A07C-F6387A611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74298467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EA3BC5-FC47-4BA7-9528-673640207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439018-8930-45A3-97B0-6DCD5E128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C7D70F-B61C-4DCB-A5CE-9B97749B9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3FF82B-F6AC-4522-956B-D95C745A7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88E33E-85DE-407B-A1B3-89CBE528B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EFF068-2357-4DB2-B945-293C8B299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C3AB7C-3E69-410B-9BD0-FC841686A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2F6D0A-5037-40BF-B8DD-440C3CC04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6A6DA2-202E-41D1-9CB1-73CD3E4D0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Construct pie chart sectors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6B84A2-9E38-4424-9BCF-331B6EE93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mean of 12, 15, 18, 11 and 19.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E60614-25B8-4A35-998F-8BD8B05AA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4C929D-337A-444E-A53F-BD496A8BC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2EDDCA-6780-4F87-9EE2-117C916E3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A35181-BD5D-4D85-98F2-4FE8D76EC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4EEABC-E144-4063-8FCB-5ED68F14E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15.</a:t>
            </a:r>
          </a:p>
        </p:txBody>
      </p:sp>
    </p:spTree>
    <p:extLst>
      <p:ext uri="{BB962C8B-B14F-4D97-AF65-F5344CB8AC3E}">
        <p14:creationId xmlns:p14="http://schemas.microsoft.com/office/powerpoint/2010/main" val="53193725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4D55B9-71CD-4DB6-A105-C178B181A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29575D-1822-46F1-8FB6-76F076567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7E81F7-C71E-43B9-A9E9-6F407110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BE8A42-2AFC-4568-924E-A6063C376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596ED9-9CD0-4C25-8B75-5B3CA549E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62D57C-3624-4333-854D-0910612D8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FF6BD6-6236-4799-9E70-2F5B665EF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008B4E-5C4B-499A-BA8B-A73795795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2DFC29-40F7-4AFB-A201-49284D48B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Construct pie chart sectors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c5b6ef89e74e30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27808E-7A29-4FF6-84B8-D9AAAE0A6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616276-4D64-4885-A251-A59362AD4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divides by the largest value instead of the number of values when finding the mean.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DCA2BA-A2CA-4373-9A63-63ED9BB7B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1F5C15-5242-4F06-BF77-624DDA3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74043E-7FA7-4BF8-8639-9996CC6AC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Add every value, count how many values there are, then divide the total by that count.</a:t>
            </a:r>
          </a:p>
        </p:txBody>
      </p:sp>
    </p:spTree>
    <p:extLst>
      <p:ext uri="{BB962C8B-B14F-4D97-AF65-F5344CB8AC3E}">
        <p14:creationId xmlns:p14="http://schemas.microsoft.com/office/powerpoint/2010/main" val="179303965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743BD6-54C2-469B-BC91-39A094D69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5EEB96-7359-471B-AA49-FA6B251F6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851F02-3742-4D91-A684-53C97D3ED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18A926-E6CD-4C7D-9F9B-273194F74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5F80F3-18C1-4468-BCD9-78838BD8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7C4D71-1460-4FC0-85F5-41667CFAE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50DC72-6F67-4AB3-97D7-D7E7F5D92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59D294-A554-47B9-A0F7-0F821C28D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2CDEC7-5894-4207-A074-FDBF20965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Construct pie chart sectors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F6C053-E126-4118-ABD4-660934D34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9DF2C3-9CF2-423A-9B32-1AC44141E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F0D737-6F68-4D86-84AB-724A3456B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E7BD8D-7C37-410A-8FAA-51AB11837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mean of 12, 15, 18, 11 and 19.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BF29B5-B839-42EE-B5DC-404650833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F9C89A-3E02-4674-B190-00F2C28E4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40841E-31FD-49E6-BD15-12D3F7765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CA8C92-A793-4DA4-9DB1-B4AF64BE1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5EF1DB-054B-46AB-9A96-FE53B35D1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8995DB-97FA-476D-9387-9B8260593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ADAE86-F866-49AA-8B2A-96678A0C8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563417-6EDF-4016-B33C-0D5600CEC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15.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ACD587-418F-4F2B-88E1-8CF810EB0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6500680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CB6E73-335E-4952-B13C-7FCED5FFC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55BB6A-B68E-40A4-B75C-D19C2AA29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FE788C-9FE5-4304-93E7-A29D3C2DB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9E3277-384D-469F-AC2C-80960AC84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303EDF-1977-4556-9FB1-2F46B3DCF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AD85CB-A54F-4643-AB31-F32E75E46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F30295-970C-4AD0-8394-EF4AB3E03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C3A556-3CFC-4531-91A1-D42C6F75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7D610E-C3E9-45EA-B009-1B7E40C9B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Construct pie chart sectors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06A40C-3E3F-4BB0-8FB8-B9DF387AB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93D3A9-E041-414B-9CDD-E95BFA49D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B0AACC-3430-4081-956D-FA479DC7A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100AA0-4A52-478A-9D03-B56D9E02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Dataset A has mean 24 over 8 values. Dataset B has total 207 over 9 values. Which mean is greater?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6563D3-A1B5-4E0F-A714-82B26006F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28E866-B265-4DCF-9301-9428F1A20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C58498-AB8D-4010-9F7D-5320367D9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1F423D-3818-4D4A-83BE-5CA79F540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725A3B-86F5-4588-A47E-28D9AAD53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CFF010-2D88-42E7-A9DD-A3847F6D9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7C2468-D16A-4DCC-8B3B-D57AFBBF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B313FF-4427-48C5-9308-BDEA86D60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3185845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878210-7B35-49F2-9BF4-E71EAB0EC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63FD27-FC6A-4A7E-B7BC-2653E26A8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E40489-76BF-46E5-8CE0-A71A0187C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13EFE0-4612-4101-BFCD-ED8EC9A7A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F06466-5DE0-49D7-992B-747B098CD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ED985-BB85-4E5C-A302-5B7CF7A5A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9D007A-526D-45E5-B60D-F5130F300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0AA9CA-04A5-4511-AFD4-874CDCD6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BE8129-01F3-4C1A-B50C-CE1932CB4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Construct pie chart sectors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8DBF08-8377-457C-A525-81042FAED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line graph rises from 18 to 46. What is the increase?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4A480C-794B-4EC0-8164-9D7DA0FB0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65DEAC-809B-40FC-825C-75EA153A9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EF839D-3D90-412E-948F-36956E623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28.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97577617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6AD6C7-B2F7-450D-BD95-83D64658E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826692-7156-4CCC-8E41-BFA6B0B01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09F387-B166-4923-BEC6-ABD907EFB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A7772B-BE32-48ED-A54A-F21C237B2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45B732-CD9F-40A1-82A7-CEB2E2EDA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73B9ED-FE24-4CD0-8FB0-B3D6852F6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668162-652D-44C8-AD9F-ABBDA093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2DFE6C-6C28-4056-9C0B-0C6DA7784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B42759-05C2-4CC7-9380-ABB58858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Construct pie chart sectors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C8988F-87FC-494F-8C58-540E82D8B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CE7D25-E397-44D9-8923-F15238FD0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8C955C-9F2F-4DF8-B4BB-17C9DBCBC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Dataset A has mean 24 over 8 values. Dataset B has total 207 over 9 values. Which mean is greater?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B4497E-3218-4A18-B453-2A294F1A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33B30D-51F1-4924-B5DA-878AFDE02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D6AC19-032E-4FBD-AFD4-08EDB23B3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C892F8-E99F-4E1A-8F42-FA5A60A9B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6696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Dataset A: 24; Dataset B: 23, so A is greater.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C5FC87-58F5-40D9-B294-835E9B6F0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CB3D38-26D0-4481-9D8F-9A2A0B46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33337275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1F696F-624D-44D9-88FE-20FE78AF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FC9AFA-C27B-4FA1-88C4-CF75F0BFC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EC4100-AE01-476A-9651-9C584E4C3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AE1BC5-B2E7-428F-A7BA-BB0A635D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61F988-567F-4E87-AC9B-922AF2BF0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1C2915-4CA0-4E61-BE07-573F425FD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B1B3C2-8171-49A0-81A5-B4CAC4237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B0C1BA-F040-4EF5-BCCA-E9E40E7AF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C72B44-0D6F-48A6-8077-7EB12805E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Construct pie chart sectors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69F618-C977-44C8-824B-57065098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A8BA9D-627F-44A7-A5E9-6EFA24B5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7014F7-5A92-4F0B-AF2E-D0505E59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5F139F-BFA8-4B23-84E8-7092092DE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Dataset A has mean 24 over 8 values. Dataset B has total 207 over 9 values. Which mean is greater?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D5E956-2DE6-444A-99BB-7E5BAEBED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03B2C7-006D-4BB2-8957-814F2F3E3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7C11AF-EAE6-4B1C-B801-271275878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A66DC4-03E2-4F51-ABD5-56D8ED22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divides by the largest value instead of the number of values when finding the mean.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3647AC-9C25-4F85-A428-EFF87AED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8D068A-81F5-46A8-ACDF-365255CF4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05EB79-9A43-491F-9449-A0FA88DBF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6AD096-44C2-440E-87F3-BA630E319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CA0CB8-6A96-4CBF-A3F5-41CD9F663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47022847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2026-09-09T22:14:20.6530000Z</dcterms:created>
  <dcterms:modified xsi:type="dcterms:W3CDTF">2026-09-09T22:14:20.6530000Z</dcterms:modified>
</coreProperties>
</file>