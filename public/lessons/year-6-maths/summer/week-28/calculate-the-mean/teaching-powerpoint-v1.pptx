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2c890a2015486f" /><Relationship Type="http://schemas.openxmlformats.org/officeDocument/2006/relationships/extended-properties" Target="/docProps/app.xml" Id="R3c402bf05cd740b8" /><Relationship Type="http://schemas.openxmlformats.org/officeDocument/2006/relationships/officeDocument" Target="/ppt/presentation.xml" Id="Re35af8408c814a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a729fb77204096"/>
  </p:sldMasterIdLst>
  <p:notesMasterIdLst>
    <p:notesMasterId xmlns:r="http://schemas.openxmlformats.org/officeDocument/2006/relationships" r:id="Rb8b6529af5744f0e"/>
  </p:notesMasterIdLst>
  <p:sldIdLst>
    <p:sldId xmlns:r="http://schemas.openxmlformats.org/officeDocument/2006/relationships" id="256" r:id="Rd0de6b1923f44b19"/>
    <p:sldId xmlns:r="http://schemas.openxmlformats.org/officeDocument/2006/relationships" id="257" r:id="R66f4cf7ab45e494a"/>
    <p:sldId xmlns:r="http://schemas.openxmlformats.org/officeDocument/2006/relationships" id="258" r:id="R2af01d0d43f54bb2"/>
    <p:sldId xmlns:r="http://schemas.openxmlformats.org/officeDocument/2006/relationships" id="259" r:id="R34eb6ab4cca14d17"/>
    <p:sldId xmlns:r="http://schemas.openxmlformats.org/officeDocument/2006/relationships" id="260" r:id="R5befa0258e874d36"/>
    <p:sldId xmlns:r="http://schemas.openxmlformats.org/officeDocument/2006/relationships" id="261" r:id="R74c6cd0781bf4aa1"/>
    <p:sldId xmlns:r="http://schemas.openxmlformats.org/officeDocument/2006/relationships" id="262" r:id="Ra252230e3c264100"/>
    <p:sldId xmlns:r="http://schemas.openxmlformats.org/officeDocument/2006/relationships" id="263" r:id="R04735dfec7194c0d"/>
    <p:sldId xmlns:r="http://schemas.openxmlformats.org/officeDocument/2006/relationships" id="264" r:id="R52a8f6700a4141b3"/>
    <p:sldId xmlns:r="http://schemas.openxmlformats.org/officeDocument/2006/relationships" id="265" r:id="R86516cc869cc4cd9"/>
    <p:sldId xmlns:r="http://schemas.openxmlformats.org/officeDocument/2006/relationships" id="266" r:id="R15d5339cacb74c3c"/>
    <p:sldId xmlns:r="http://schemas.openxmlformats.org/officeDocument/2006/relationships" id="267" r:id="R1f2ca4840a9e4f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65a67f541f40ba" /><Relationship Type="http://schemas.openxmlformats.org/officeDocument/2006/relationships/slideMaster" Target="/ppt/slideMasters/slideMaster1.xml" Id="R04a729fb77204096" /><Relationship Type="http://schemas.openxmlformats.org/officeDocument/2006/relationships/notesMaster" Target="/ppt/notesMasters/notesMaster1.xml" Id="Rb8b6529af5744f0e" /><Relationship Type="http://schemas.openxmlformats.org/officeDocument/2006/relationships/presProps" Target="/ppt/presProps.xml" Id="R00b37aec404b4f36" /><Relationship Type="http://schemas.openxmlformats.org/officeDocument/2006/relationships/tableStyles" Target="/ppt/tableStyles.xml" Id="Rb8110d32bde4460f" /><Relationship Type="http://schemas.openxmlformats.org/officeDocument/2006/relationships/slide" Target="/ppt/slides/slide1.xml" Id="Rd0de6b1923f44b19" /><Relationship Type="http://schemas.openxmlformats.org/officeDocument/2006/relationships/slide" Target="/ppt/slides/slide2.xml" Id="R66f4cf7ab45e494a" /><Relationship Type="http://schemas.openxmlformats.org/officeDocument/2006/relationships/slide" Target="/ppt/slides/slide3.xml" Id="R2af01d0d43f54bb2" /><Relationship Type="http://schemas.openxmlformats.org/officeDocument/2006/relationships/slide" Target="/ppt/slides/slide4.xml" Id="R34eb6ab4cca14d17" /><Relationship Type="http://schemas.openxmlformats.org/officeDocument/2006/relationships/slide" Target="/ppt/slides/slide5.xml" Id="R5befa0258e874d36" /><Relationship Type="http://schemas.openxmlformats.org/officeDocument/2006/relationships/slide" Target="/ppt/slides/slide6.xml" Id="R74c6cd0781bf4aa1" /><Relationship Type="http://schemas.openxmlformats.org/officeDocument/2006/relationships/slide" Target="/ppt/slides/slide7.xml" Id="Ra252230e3c264100" /><Relationship Type="http://schemas.openxmlformats.org/officeDocument/2006/relationships/slide" Target="/ppt/slides/slide8.xml" Id="R04735dfec7194c0d" /><Relationship Type="http://schemas.openxmlformats.org/officeDocument/2006/relationships/slide" Target="/ppt/slides/slide9.xml" Id="R52a8f6700a4141b3" /><Relationship Type="http://schemas.openxmlformats.org/officeDocument/2006/relationships/slide" Target="/ppt/slides/slide10.xml" Id="R86516cc869cc4cd9" /><Relationship Type="http://schemas.openxmlformats.org/officeDocument/2006/relationships/slide" Target="/ppt/slides/slide11.xml" Id="R15d5339cacb74c3c" /><Relationship Type="http://schemas.openxmlformats.org/officeDocument/2006/relationships/slide" Target="/ppt/slides/slide12.xml" Id="R1f2ca4840a9e4f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f189ccb10b48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fa0e6c76e94bdf" /><Relationship Type="http://schemas.openxmlformats.org/officeDocument/2006/relationships/notesMaster" Target="/ppt/notesMasters/notesMaster1.xml" Id="R00f1ec4d55264d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6391fd7ab046d1" /><Relationship Type="http://schemas.openxmlformats.org/officeDocument/2006/relationships/notesMaster" Target="/ppt/notesMasters/notesMaster1.xml" Id="Rb1acf30965444d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7ef916065446b7" /><Relationship Type="http://schemas.openxmlformats.org/officeDocument/2006/relationships/notesMaster" Target="/ppt/notesMasters/notesMaster1.xml" Id="R2c0cc7f34f3840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44b6da21274481" /><Relationship Type="http://schemas.openxmlformats.org/officeDocument/2006/relationships/notesMaster" Target="/ppt/notesMasters/notesMaster1.xml" Id="R09e2dd42f3cf41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0dc290e9644a30" /><Relationship Type="http://schemas.openxmlformats.org/officeDocument/2006/relationships/notesMaster" Target="/ppt/notesMasters/notesMaster1.xml" Id="Rb0df1936eba340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d7fa1dc3b0473c" /><Relationship Type="http://schemas.openxmlformats.org/officeDocument/2006/relationships/notesMaster" Target="/ppt/notesMasters/notesMaster1.xml" Id="Radad2f2f964144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5f9622e1e44eec" /><Relationship Type="http://schemas.openxmlformats.org/officeDocument/2006/relationships/notesMaster" Target="/ppt/notesMasters/notesMaster1.xml" Id="R95091e192ec941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3d044c916d465d" /><Relationship Type="http://schemas.openxmlformats.org/officeDocument/2006/relationships/notesMaster" Target="/ppt/notesMasters/notesMaster1.xml" Id="Rdabdbaa9adae40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496361aace4101" /><Relationship Type="http://schemas.openxmlformats.org/officeDocument/2006/relationships/notesMaster" Target="/ppt/notesMasters/notesMaster1.xml" Id="R68c164e5a5504a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93dbb215304ce9" /><Relationship Type="http://schemas.openxmlformats.org/officeDocument/2006/relationships/notesMaster" Target="/ppt/notesMasters/notesMaster1.xml" Id="Rc54e382c8b0940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1662fe2039443ba" /><Relationship Type="http://schemas.openxmlformats.org/officeDocument/2006/relationships/notesMaster" Target="/ppt/notesMasters/notesMaster1.xml" Id="R0104dd9eef5b4e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878a5588e541a5" /><Relationship Type="http://schemas.openxmlformats.org/officeDocument/2006/relationships/notesMaster" Target="/ppt/notesMasters/notesMaster1.xml" Id="Rc8ece27ebb3c48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Dataset A: 24; Dataset B: 23, so A is greater.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Dataset A: 24; Dataset B: 23, so A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Dataset A: 24; Dataset B: 23, so A is greater..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60 pupils.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28.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f4213281148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1faf13bfb14190" /><Relationship Type="http://schemas.openxmlformats.org/officeDocument/2006/relationships/slideLayout" Target="/ppt/slideLayouts/slideLayout1.xml" Id="R04dee4026f664d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dee4026f664d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0e87a7bb44cc2" /><Relationship Type="http://schemas.openxmlformats.org/officeDocument/2006/relationships/notesSlide" Target="/ppt/notesSlides/notesSlide1.xml" Id="R7552006523a342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7374226fd4a9d" /><Relationship Type="http://schemas.openxmlformats.org/officeDocument/2006/relationships/notesSlide" Target="/ppt/notesSlides/notesSlide2.xml" Id="R5d0a8ca10e7b45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3f7d2d1514a6b" /><Relationship Type="http://schemas.openxmlformats.org/officeDocument/2006/relationships/notesSlide" Target="/ppt/notesSlides/notesSlide3.xml" Id="Ra20cb5f8d3b348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ea193dc1044ae" /><Relationship Type="http://schemas.openxmlformats.org/officeDocument/2006/relationships/notesSlide" Target="/ppt/notesSlides/notesSlide4.xml" Id="Rbef2c4663f2c4e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896d133434e6a" /><Relationship Type="http://schemas.openxmlformats.org/officeDocument/2006/relationships/notesSlide" Target="/ppt/notesSlides/notesSlide5.xml" Id="R563b85d82a5b43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94e45516f42b8" /><Relationship Type="http://schemas.openxmlformats.org/officeDocument/2006/relationships/notesSlide" Target="/ppt/notesSlides/notesSlide6.xml" Id="Rcfe6d063fbb649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17bc52f484285" /><Relationship Type="http://schemas.openxmlformats.org/officeDocument/2006/relationships/image" Target="/ppt/media/image.png" Id="R8c46f355bd6b44c9" /><Relationship Type="http://schemas.openxmlformats.org/officeDocument/2006/relationships/notesSlide" Target="/ppt/notesSlides/notesSlide7.xml" Id="R4f74a771b22e43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7fd272b4c436b" /><Relationship Type="http://schemas.openxmlformats.org/officeDocument/2006/relationships/notesSlide" Target="/ppt/notesSlides/notesSlide8.xml" Id="Rf95b546118e641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0fbcf325b4999" /><Relationship Type="http://schemas.openxmlformats.org/officeDocument/2006/relationships/notesSlide" Target="/ppt/notesSlides/notesSlide9.xml" Id="R1ff7df68da4a46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fdcad2e4f46ec" /><Relationship Type="http://schemas.openxmlformats.org/officeDocument/2006/relationships/notesSlide" Target="/ppt/notesSlides/notesSlide10.xml" Id="R3e87fa0bb12c46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cc2f4feef4043" /><Relationship Type="http://schemas.openxmlformats.org/officeDocument/2006/relationships/notesSlide" Target="/ppt/notesSlides/notesSlide11.xml" Id="R0b99c742b35b4d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ff0fdf26843d3" /><Relationship Type="http://schemas.openxmlformats.org/officeDocument/2006/relationships/notesSlide" Target="/ppt/notesSlides/notesSlide12.xml" Id="Rcbfa95459e0948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61833-BFBE-4371-A999-350D5B3D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E596D-AD66-446F-91FA-A2D231DE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7F302-F9F1-48D4-85A6-5F886BFD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EFD87-52A1-4CAA-BC8A-32B96F39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85987-6A9C-4B3F-9376-3F5D3927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91F0A-0459-4603-9D96-77AA32B5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70F5F-A281-4568-998B-1E6BBDBD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BF43D-1950-4861-AF8B-E3D78720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and interpret the mean average.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842BFE-5046-48B1-8F76-5486D59A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9E50E8-55C6-45C6-8D62-47BA1C3F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06502-D427-4760-A3AB-02385B7B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01738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71F2F7-6C1B-4D62-9E36-F041EED3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BA72B-AAE7-4695-8A93-480A5450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F5716-4D39-44B9-B4B9-CBBA96D6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89219-230C-4276-8A7C-CF58450C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B312A5-5E25-4197-BDE2-793ADC3F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F8059-3C92-4CA3-9733-F6178CFB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8B621-9F22-4E05-8F8D-47A9ECCE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3C367-17FD-41B4-A680-65EE9F6C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367A3-E7C6-4367-B312-A0E8CE14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C415FE-9A74-404E-A34B-CEA15C8C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5631B-B003-465B-8394-088A4A2F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862988-D791-4AF5-AB01-CD6B9A11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D26607-1FEF-4F0D-9741-A0C1AEE4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87A6B-2E2F-4A95-A5F8-563F8D5D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9355EC-6C48-4234-9A84-D774009E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DD4EC8-7A5D-4D7F-9524-A4963338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E3FA9C-2DD8-4966-90D6-4D0FF7CB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458EC-071B-4356-94EC-302EAE06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E6FD40-89D9-4B77-9B92-CFE40851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98AA4-30BB-4958-84B2-DF629629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077691-DAC3-4231-BB8F-549DECCD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mean of 12, 15, 18, 11 and 19.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E36B0F-EF7C-4A72-A4C9-5A409D54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805087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6FBD54-D5F8-458E-AD2B-772D7874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68B8C-450B-41A4-95A2-6D6DCF74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A4846-6412-429F-819A-CA5E9615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D703F-ACB5-4B57-B230-5D2DF407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7869F-829A-43BB-A337-F66A6247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286F8-337C-4E6D-9147-CCB87079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AA376-1DA7-4D4B-B1F9-44FFD703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B4934-988D-4E3F-9207-24A2A251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1E45A-6A6A-455A-AD72-4A423B97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21FC0-B8B2-40E9-A73C-D7BE7ACD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and interpret the mean average.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025AB9-82F2-4078-B8B4-9D582C76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5EEEF-38AE-4D59-8EBC-C8B73ADA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ACBCE-F427-4FEA-AADD-7374CA2C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1AF42F-062D-48D8-A570-63CD6D43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F0CA7-91D2-4144-971C-DCC510A8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11329802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356129-9440-49B9-8C27-BF1ADAEB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438A5-1A1F-4DE0-9522-3CB7CD98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39FD4-E085-4953-AF69-AF1CD8A6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7928D-DE44-4E2D-958B-2E9399AE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CC553-F125-4944-A2A3-A869AC41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3F6F4-7F1B-46B6-9702-55F3E995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4E59B-7C55-4FBA-9D5A-21A65F06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F4937-8117-4B47-867A-C98C4971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A1908-3A59-4DE9-9E11-97429D9C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64492-8524-4C7E-AB42-A2CF3B22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81587E-0612-4FB3-B7AF-EE1FF5D5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3533D-2229-4D31-A3BD-5B58C166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3D55B-A89F-4356-86DB-13ED8EDE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12 + 15 + 18 + 11 + 19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00EFFF-184F-4C6B-B138-11BAF0A6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78B30-C78E-42C9-A04B-1B26FE6C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CF2B7-E2A2-4119-89A9-E4E72FAF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Total = 75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CCC2E8-3B93-4EFE-BFF9-A966BC7B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FCCE4-6111-46B4-92D0-89472998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9778D2-F0FA-4EA0-AEEA-14693236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5 values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81DC01-5D07-4771-87D4-7D09784A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02BA7-98E5-4F96-ACEF-6924A811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7A265A-1B45-4C98-8243-E4A665A2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Mean = 75 ÷ 5 = 15</a:t>
            </a:r>
          </a:p>
        </p:txBody>
      </p:sp>
    </p:spTree>
    <p:extLst>
      <p:ext uri="{BB962C8B-B14F-4D97-AF65-F5344CB8AC3E}">
        <p14:creationId xmlns:p14="http://schemas.microsoft.com/office/powerpoint/2010/main" val="13472727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D04D6-662F-454A-9264-E6ACD95B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65C95-8AC2-4214-8B39-8E6A9EF8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987770-5C8E-46E3-8702-0B493B16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BA06A-865F-4FD6-B57E-66BE5728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4BC5C-9261-4895-A3BA-A254F74D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2944D-1DCD-48CE-9F8E-BE82D7A3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DB619-39DA-4255-B9C0-CA17D707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D6684E-CB59-4F22-8837-D446370C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09D07-3512-4BCF-8B17-9243E52C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8FDC0-F5F2-4579-A70E-8D8DF1F6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1E1BB-7992-436C-B89F-1A1CE20B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E0E51-5C60-4150-BF5B-39F38B60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1701D5-8139-492F-AB01-354175C9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738876-2FDC-4363-AC62-2624CFB7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202717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F9F17B-4C0D-4E80-B15D-164642A4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1CB48-4B35-4DE9-8C15-03A258AC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64DFE-83CA-4E8B-B081-4C6A38A3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FA1EF-F5EF-436F-AD34-AD497733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76CF88-89D4-46E2-94DC-B6793EDA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0AFDF-4BAB-4069-BE82-B86F7A29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F6AEE-E1F6-42E0-94D6-5770B255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3EAA5-85F7-4E29-9539-0CE9D6DB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C204D6-B300-4755-B813-4DF4CA38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C8557A-9E6A-437E-82DA-0D91079D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2129D-8791-417B-A399-0A9ADEA7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BA00B-9775-4A8E-A00D-459E7685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E58E9-BC34-40F5-8164-9DBA056B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880CE4-0ABB-4652-BD38-72DF2AFA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371B3-1AE9-4D77-BFBB-5583D157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Dataset A: 24; Dataset B: 23, so A is greater.</a:t>
            </a:r>
          </a:p>
        </p:txBody>
      </p:sp>
    </p:spTree>
    <p:extLst>
      <p:ext uri="{BB962C8B-B14F-4D97-AF65-F5344CB8AC3E}">
        <p14:creationId xmlns:p14="http://schemas.microsoft.com/office/powerpoint/2010/main" val="4145722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DBA913-FAFD-4234-932B-22C6E4E6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F2C86-0B78-4653-9F63-6814F7F3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B02E1-368A-4BE8-9052-26E97219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44EE87-CB36-40DD-B57B-912A36FF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1AC42-9E49-4BED-95C1-7A51BAC6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45B2D-7521-491A-A6EE-F47EF49C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AD0C2-BCA7-4956-9E97-6E2C7C1A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8B004-0DC2-44AF-8641-1056B5B7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4FF67-FDE7-45DA-BAB4-4D83039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46f355bd6b44c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C0721-78A3-4C7A-86C7-E45CC42B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EC8FAD-2CE6-4D36-B647-50EBF170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CBC51-739E-4700-97AD-68F72C64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842F42-FCC9-4532-B728-C11DA369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66E3C5-E522-4F91-A71A-48DA7D16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19106784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CFF30B-1B49-416F-ABDC-8D02D0B9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397E83-EAF2-47B1-8428-DD8E631B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2E85E-58FA-482B-9F54-67C2D05B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953964-25C9-4BC6-9CE5-68D3846E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A8399-97B2-4280-80C3-0AB9BF30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C0D91B-4060-43E6-93CD-D2BE5E71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FA052-87FA-4D88-8286-89A60F97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E0C29-CA87-47A1-A59E-07F8A257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27543-B9FD-4BEF-8DD0-8F3D8378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0E43D-D38F-4381-AE16-8CB00A9A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E9CAC-6199-4575-B602-921D2D2C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AED82-4798-438C-90C6-607C2354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C6626-D81C-4CCF-8626-7A24DC31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9A106-9E40-417F-858C-A407D119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8D5A29-B5CB-4533-8C74-43479EE2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83956-E460-487C-ACBE-9D64DFD9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837A0-0FDB-4B85-93D4-D78951E9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15CC06-4C58-4F3D-998E-BF4881EB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EA19D-8945-4DAA-B786-7C04B6C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56DD2-42A2-4F90-BD29-C5852860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A32CC1-7338-4158-BD18-FA22F65D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Dataset A: 24; Dataset B: 23, so A is greater.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383406-9989-44DF-A243-87207571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991100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5243E-587F-4AB4-8A2B-E55EE3DC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8AB31-5441-44DB-B6BC-E9673D28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42F70-2AE1-43E9-B3C3-2045C963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E3364-3C1A-40F2-BA3F-4EBD14E1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EFF3D-0F07-440E-8C29-CAF102A9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887F0-E670-4D64-B7C8-3DC2FBED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1EB4E-AB1B-4CE2-ADCE-515221C7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65B84-8B4A-40C8-B49D-F9EC9C35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70C39-21D5-463C-9627-C399EEF5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6DB66-67DB-45BA-B9F1-5CD03E8D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5FCCA-8AAD-461D-B5AA-8789E9C2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99F83-9D75-430C-AB29-9398894D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885B49-F18E-4499-AC83-627B4631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8897F1-9E22-47D8-990A-A7C84828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E3EBA-34B2-4A88-9C26-BB582EA7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1FF3AB-AA39-4A51-B0EF-4BBF4272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1D6AD6-529F-4C42-AA2E-821645B2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9FE500-834B-4A8C-B550-65CFBC12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805D5-B989-4359-A73D-F22F7B80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444B22-760D-4E06-A6A3-D4A1D483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D687ED-41A6-4BA7-9215-ED1EA887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8422871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46292-573F-4EF2-901D-4FAABE56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6EFE55-5DFC-473E-9EEF-0CB8666A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FA306-8A4F-4B19-B994-28B97DE8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81E8-0EF8-41C4-A5B3-038E701A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2190E-23CE-4391-9FD0-83587C4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68B8E-9F68-4198-94C1-E98C1ACA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3FC40-4A63-4B2E-A03F-73A4C6A9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A209A-61B4-490E-8923-D7A11692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06EA1-38C5-4110-B4C6-A75386DC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33793-CFE7-4EF2-8199-76502818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quarter of a 240-pupil pie chart represents walkers. How many pupils walk?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03741-F065-4E41-9884-CD3B4848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995A43-2032-471A-854E-44FD2B02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DE3D9C-E3C4-49B5-93BA-370B21AF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60 pupils.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6152401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6B7B49-C067-4A10-AD21-3333D966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AFC09-C544-48F6-B984-DF9077FE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DA94D-487F-4471-9024-A2A16053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B52BC-AE84-44D7-8BBD-F0151069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944FC-FFB8-41CF-B6B1-8ECFB7AE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91FDD-CA44-473B-B736-DD057D5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6627F-95B9-41BB-92D3-6F749663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F4895-384D-40A5-BC1F-59E14E20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BE893-C0B6-4E2A-B68A-9D972A9C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4DF0F2-B7AE-471D-938A-FF1F6C1D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74352-A371-4E9B-85F6-07A2F0E2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48BF8A-9BAB-4CA0-AB4C-D15038C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7194A5-0EED-4CF5-AE91-856E652E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E6F3F-DFF9-44ED-BC21-412D40A8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610AA-2BF9-4AF4-A203-1E046961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2E677-BF8F-4713-A813-0CBFA1C7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5CC9BB-F4F1-4EAE-9CEE-754283EB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860D4F-AC1B-4B18-9277-F10F67D1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936090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F2E687-2D5B-4B8A-A2AA-7ECC98D0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39682-A5A6-47FC-8798-059AAD7D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33C89-B431-48E2-BE76-FFD27703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390B7-F75B-42CD-A63A-FF39D818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F6D61-3AFE-4BDF-8D8A-82145E79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7B66D-425E-4E39-8285-497E22B5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A7D55-0CD1-42C8-8389-5459E1FD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95025-1953-48EB-A865-A6402976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02731-78BE-436F-BAE4-6577D3B8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the mean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5C713-72EE-4FCD-98A2-C89D4C80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068D2D-D267-4A58-AF4C-9910034C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7C3F19-BEF8-4B1E-99C9-8A9CAEDC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3E74B-8783-47FE-9BD4-C1C429F2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7D4A6E-1818-4E69-A28E-3CC16FCF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43ADA-CE70-438D-BE01-68801BB4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C24F6-3BED-4ABC-8891-1EFDA9CE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92F48B-983B-4FAA-9E85-38DACBD6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368D9-D50B-4A03-AB73-00932C2E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55F3F-B175-4A4C-9FFC-08E69D9B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344294-DDCA-467F-A6F1-04B859DD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8A39D1-83A7-429A-8991-97C28F18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0F39B-D39A-42A3-AE44-B1DE9C0F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369738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2026-09-09T22:14:21.8550000Z</dcterms:created>
  <dcterms:modified xsi:type="dcterms:W3CDTF">2026-09-09T22:14:21.8550000Z</dcterms:modified>
</coreProperties>
</file>