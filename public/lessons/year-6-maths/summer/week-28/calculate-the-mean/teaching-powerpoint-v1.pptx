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cf26f6c8344c0e" /><Relationship Type="http://schemas.openxmlformats.org/officeDocument/2006/relationships/extended-properties" Target="/docProps/app.xml" Id="R7c8167efa7884552" /><Relationship Type="http://schemas.openxmlformats.org/officeDocument/2006/relationships/officeDocument" Target="/ppt/presentation.xml" Id="Rd3c0bab315984d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aff6620c8f4002"/>
  </p:sldMasterIdLst>
  <p:notesMasterIdLst>
    <p:notesMasterId xmlns:r="http://schemas.openxmlformats.org/officeDocument/2006/relationships" r:id="R27e637b9881243c0"/>
  </p:notesMasterIdLst>
  <p:sldIdLst>
    <p:sldId xmlns:r="http://schemas.openxmlformats.org/officeDocument/2006/relationships" id="256" r:id="R1f5190a0176543ec"/>
    <p:sldId xmlns:r="http://schemas.openxmlformats.org/officeDocument/2006/relationships" id="257" r:id="Rce83e7bc8e7b4b43"/>
    <p:sldId xmlns:r="http://schemas.openxmlformats.org/officeDocument/2006/relationships" id="258" r:id="R060d630d2f2f4121"/>
    <p:sldId xmlns:r="http://schemas.openxmlformats.org/officeDocument/2006/relationships" id="259" r:id="R504a09f4c96a4e94"/>
    <p:sldId xmlns:r="http://schemas.openxmlformats.org/officeDocument/2006/relationships" id="260" r:id="R4dfd69d6aa4e4f48"/>
    <p:sldId xmlns:r="http://schemas.openxmlformats.org/officeDocument/2006/relationships" id="261" r:id="R326fbdf376134075"/>
    <p:sldId xmlns:r="http://schemas.openxmlformats.org/officeDocument/2006/relationships" id="262" r:id="R5f37454619e74de1"/>
    <p:sldId xmlns:r="http://schemas.openxmlformats.org/officeDocument/2006/relationships" id="263" r:id="R89a0de0128844469"/>
    <p:sldId xmlns:r="http://schemas.openxmlformats.org/officeDocument/2006/relationships" id="264" r:id="R7054a9a81789404c"/>
    <p:sldId xmlns:r="http://schemas.openxmlformats.org/officeDocument/2006/relationships" id="265" r:id="Re8914faa55a8498b"/>
    <p:sldId xmlns:r="http://schemas.openxmlformats.org/officeDocument/2006/relationships" id="266" r:id="R6dba0c1561f6436c"/>
    <p:sldId xmlns:r="http://schemas.openxmlformats.org/officeDocument/2006/relationships" id="267" r:id="R1bf8ad631e5b44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afbe8dbef441b3" /><Relationship Type="http://schemas.openxmlformats.org/officeDocument/2006/relationships/slideMaster" Target="/ppt/slideMasters/slideMaster1.xml" Id="R79aff6620c8f4002" /><Relationship Type="http://schemas.openxmlformats.org/officeDocument/2006/relationships/notesMaster" Target="/ppt/notesMasters/notesMaster1.xml" Id="R27e637b9881243c0" /><Relationship Type="http://schemas.openxmlformats.org/officeDocument/2006/relationships/presProps" Target="/ppt/presProps.xml" Id="R9c70d5d555544fbc" /><Relationship Type="http://schemas.openxmlformats.org/officeDocument/2006/relationships/tableStyles" Target="/ppt/tableStyles.xml" Id="Rb0f8fb987b204acb" /><Relationship Type="http://schemas.openxmlformats.org/officeDocument/2006/relationships/slide" Target="/ppt/slides/slide1.xml" Id="R1f5190a0176543ec" /><Relationship Type="http://schemas.openxmlformats.org/officeDocument/2006/relationships/slide" Target="/ppt/slides/slide2.xml" Id="Rce83e7bc8e7b4b43" /><Relationship Type="http://schemas.openxmlformats.org/officeDocument/2006/relationships/slide" Target="/ppt/slides/slide3.xml" Id="R060d630d2f2f4121" /><Relationship Type="http://schemas.openxmlformats.org/officeDocument/2006/relationships/slide" Target="/ppt/slides/slide4.xml" Id="R504a09f4c96a4e94" /><Relationship Type="http://schemas.openxmlformats.org/officeDocument/2006/relationships/slide" Target="/ppt/slides/slide5.xml" Id="R4dfd69d6aa4e4f48" /><Relationship Type="http://schemas.openxmlformats.org/officeDocument/2006/relationships/slide" Target="/ppt/slides/slide6.xml" Id="R326fbdf376134075" /><Relationship Type="http://schemas.openxmlformats.org/officeDocument/2006/relationships/slide" Target="/ppt/slides/slide7.xml" Id="R5f37454619e74de1" /><Relationship Type="http://schemas.openxmlformats.org/officeDocument/2006/relationships/slide" Target="/ppt/slides/slide8.xml" Id="R89a0de0128844469" /><Relationship Type="http://schemas.openxmlformats.org/officeDocument/2006/relationships/slide" Target="/ppt/slides/slide9.xml" Id="R7054a9a81789404c" /><Relationship Type="http://schemas.openxmlformats.org/officeDocument/2006/relationships/slide" Target="/ppt/slides/slide10.xml" Id="Re8914faa55a8498b" /><Relationship Type="http://schemas.openxmlformats.org/officeDocument/2006/relationships/slide" Target="/ppt/slides/slide11.xml" Id="R6dba0c1561f6436c" /><Relationship Type="http://schemas.openxmlformats.org/officeDocument/2006/relationships/slide" Target="/ppt/slides/slide12.xml" Id="R1bf8ad631e5b44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a048afcbd343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ddd6bee33f41fc" /><Relationship Type="http://schemas.openxmlformats.org/officeDocument/2006/relationships/notesMaster" Target="/ppt/notesMasters/notesMaster1.xml" Id="R64177b8c4bc64b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94bc44db984df7" /><Relationship Type="http://schemas.openxmlformats.org/officeDocument/2006/relationships/notesMaster" Target="/ppt/notesMasters/notesMaster1.xml" Id="Rbbf0daf22d864a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91431a8edf487e" /><Relationship Type="http://schemas.openxmlformats.org/officeDocument/2006/relationships/notesMaster" Target="/ppt/notesMasters/notesMaster1.xml" Id="R34262308124443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48f15350af49d5" /><Relationship Type="http://schemas.openxmlformats.org/officeDocument/2006/relationships/notesMaster" Target="/ppt/notesMasters/notesMaster1.xml" Id="R85896150ab9f45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1df55ede3f4e94" /><Relationship Type="http://schemas.openxmlformats.org/officeDocument/2006/relationships/notesMaster" Target="/ppt/notesMasters/notesMaster1.xml" Id="R22bd8d7ee39e43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ceac03ca494b6e" /><Relationship Type="http://schemas.openxmlformats.org/officeDocument/2006/relationships/notesMaster" Target="/ppt/notesMasters/notesMaster1.xml" Id="R4ad4dc0c46bf4e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e5014899d34e31" /><Relationship Type="http://schemas.openxmlformats.org/officeDocument/2006/relationships/notesMaster" Target="/ppt/notesMasters/notesMaster1.xml" Id="Rff6ad03407df4a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c1008a0e264c1b" /><Relationship Type="http://schemas.openxmlformats.org/officeDocument/2006/relationships/notesMaster" Target="/ppt/notesMasters/notesMaster1.xml" Id="R6ea9db5e58b84d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30550cc3c54aa8" /><Relationship Type="http://schemas.openxmlformats.org/officeDocument/2006/relationships/notesMaster" Target="/ppt/notesMasters/notesMaster1.xml" Id="R3a486996d34243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a55ba06d5b489f" /><Relationship Type="http://schemas.openxmlformats.org/officeDocument/2006/relationships/notesMaster" Target="/ppt/notesMasters/notesMaster1.xml" Id="Rb139e20ed2b84c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a886a6c50b41ee" /><Relationship Type="http://schemas.openxmlformats.org/officeDocument/2006/relationships/notesMaster" Target="/ppt/notesMasters/notesMaster1.xml" Id="Rf3eac388abe642d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b01c0744ab47cb" /><Relationship Type="http://schemas.openxmlformats.org/officeDocument/2006/relationships/notesMaster" Target="/ppt/notesMasters/notesMaster1.xml" Id="R2b4097bba2d349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Dataset A: 24; Dataset B: 23, so A is greater.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Dataset A: 24; Dataset B: 23, so A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Dataset A: 24; Dataset B: 23, so A is greater..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60 pupils.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28.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db4d5e8cf641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f12b7c62bb4c0f" /><Relationship Type="http://schemas.openxmlformats.org/officeDocument/2006/relationships/slideLayout" Target="/ppt/slideLayouts/slideLayout1.xml" Id="R350aaf6840c946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0aaf6840c946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b03c7b9ef4c82" /><Relationship Type="http://schemas.openxmlformats.org/officeDocument/2006/relationships/notesSlide" Target="/ppt/notesSlides/notesSlide1.xml" Id="R3e0ceaaaee6449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3eba39ae747d1" /><Relationship Type="http://schemas.openxmlformats.org/officeDocument/2006/relationships/notesSlide" Target="/ppt/notesSlides/notesSlide2.xml" Id="Rb9a8cc824dce44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95f57c34f4d15" /><Relationship Type="http://schemas.openxmlformats.org/officeDocument/2006/relationships/notesSlide" Target="/ppt/notesSlides/notesSlide3.xml" Id="R769aaf3ee01a47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355b16c6f64aa8" /><Relationship Type="http://schemas.openxmlformats.org/officeDocument/2006/relationships/notesSlide" Target="/ppt/notesSlides/notesSlide4.xml" Id="R042dae75a39945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a3928de994a0a" /><Relationship Type="http://schemas.openxmlformats.org/officeDocument/2006/relationships/notesSlide" Target="/ppt/notesSlides/notesSlide5.xml" Id="R4bf9310554c344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1630c17c242e4" /><Relationship Type="http://schemas.openxmlformats.org/officeDocument/2006/relationships/notesSlide" Target="/ppt/notesSlides/notesSlide6.xml" Id="Rf135069ea0f44d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639b32ead4c62" /><Relationship Type="http://schemas.openxmlformats.org/officeDocument/2006/relationships/image" Target="/ppt/media/image.png" Id="Rf538757eeef04ded" /><Relationship Type="http://schemas.openxmlformats.org/officeDocument/2006/relationships/notesSlide" Target="/ppt/notesSlides/notesSlide7.xml" Id="R3c2639c265fc4d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4b91ec40d4793" /><Relationship Type="http://schemas.openxmlformats.org/officeDocument/2006/relationships/notesSlide" Target="/ppt/notesSlides/notesSlide8.xml" Id="R134b2e3897244a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2e0ff72a74630" /><Relationship Type="http://schemas.openxmlformats.org/officeDocument/2006/relationships/notesSlide" Target="/ppt/notesSlides/notesSlide9.xml" Id="Rfaa8aa95df5641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e419823eb4bc3" /><Relationship Type="http://schemas.openxmlformats.org/officeDocument/2006/relationships/notesSlide" Target="/ppt/notesSlides/notesSlide10.xml" Id="R869b97f1fb774d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d455d092f4f90" /><Relationship Type="http://schemas.openxmlformats.org/officeDocument/2006/relationships/notesSlide" Target="/ppt/notesSlides/notesSlide11.xml" Id="R4278629cf16547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81f896a724287" /><Relationship Type="http://schemas.openxmlformats.org/officeDocument/2006/relationships/notesSlide" Target="/ppt/notesSlides/notesSlide12.xml" Id="R0c76aaf05c3440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355715-BC11-4DA0-A8F4-5ABAF94A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903A9-F2B7-420B-A423-B82B89E6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19ADD-B3B7-4BCE-8538-22D81104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F3D1A-6A16-4488-A9F0-B50D7200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FA611-D85C-4841-928B-7070EB21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1AF3F9-00C1-4FB3-AFD7-AA72D37B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8E94E1-ECE5-41E7-A469-DAA0D282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BC1DE-E598-4A68-BCC8-C2F3485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and interpret the mean average.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A181D-617B-4D05-B9CF-471603CD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A9604-1D9C-4203-9BF7-9CC1935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E8270-B7BD-4102-B921-B2525295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135932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A2EDEF-578F-47B6-9A1F-FAF1151D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81716-8CA7-4565-81E6-6A0D5CF7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F0634-C64E-45C3-98BC-C7044834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15B05-4636-49A3-9C78-67DADAA7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7CB21-71DF-439F-B8DF-7ADAE7C7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E944A-7362-4459-A4A3-3667F39F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B2C58-1F36-43E9-9DC6-266D8F87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97D35-B0C2-4E77-B7CA-B8FB8050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B8B4F1-9E46-4FF6-8F4F-802A8CBE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961D4-2086-4FA0-AD2A-A6134184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BCE6A-1F26-4226-8845-20A89FAF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EBD15-BE00-442E-92A2-31F2503E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6988E-05EF-4688-B2FB-DA02F719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B60A44-1F43-4BD8-B1CB-19A9203B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ED8D7-1788-4CDE-A6A6-B84FEC51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DCD7A-C352-4BED-AAD5-2CA2C4DB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CDCF09-09B4-40D6-BC8B-3D041416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4E251D-3908-4738-8F1B-A41F2A00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60F0C6-3442-4ECC-B8CE-87AB4FEB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0AB6C-91DB-4569-86E1-DBDCFA62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ED2319-B52B-4A1F-B7A7-7E8345FE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mean of 12, 15, 18, 11 and 19.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64E8AE-B443-4E23-A5B9-415C7CD1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404286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05B268-94A2-4DC4-848D-564E3EE3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9EAE7-F8DE-4C6D-A8D2-7AC3B7A3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3A069-E43A-4D3D-BF76-454C86D7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C0749-9304-4DEC-B96C-73693A63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368B5-6297-471F-A906-C41257D5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18CA6-4697-4578-B69C-18562A7F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E5FCD-623A-49B7-980D-B15D9EFA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758EA-8A3C-4A87-914D-8D9AF2FD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2AB4E-DE3A-41E0-A9DB-023E1D8D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DB002-BEE3-42C8-A750-CA98B978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and interpret the mean average.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D8138-6CC3-4152-B3D8-D34457E2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78B7D-423C-4DBC-AB7A-DB3283A0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A6B41A-CF76-49C0-919D-25432F6D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A625E-8C91-4F43-BB48-5397211B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525865-9A64-4038-9F91-3383B2CF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20248085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140E82-ED8D-4D13-86A3-2C4F46CB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58F87-DCF8-45C3-B37E-67C880ED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5E922B-FD94-4BF7-8BED-E20D1E63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B2856-6AB8-4FEA-A713-796CF3F1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60D62-A76D-4813-8B87-AAEBF231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F8AB9-F428-47CA-B0AF-07FCC981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7DA9CE-D21B-4189-90DE-11F00214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19045-D4CF-490B-8138-3621C20F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54966-BD80-4FA2-8384-F8B47807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11EDF-16DA-497A-A32B-8B5EBC48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E13A45-6073-4B67-A512-5D4C4BDC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A7ECD4-19FD-487A-8B31-642F3336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F3D31E-707A-44F7-9BD9-86F5046C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title, labels, scale and total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37EB22-0414-463B-8687-E15E3EDD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0FCB5E-7C4F-490B-BDCC-3D0B70F7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CC8C9C-47F0-42B8-8851-FC36186C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proportional reasoning or add then divide for the mean.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B7FBE2-309A-4D16-B9EF-BFD9E261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F2359-9484-4C67-B4FC-A8C7438C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7F5C3-AFC9-4E96-87EF-21AFFEA1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3EC18F-D0E2-4CAA-82E0-8E34744F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B6629F-0C21-4927-A7A7-1962D907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219E3C-A8D6-42A3-A42A-E23145DA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State the answer in context and check it against the data range.</a:t>
            </a:r>
          </a:p>
        </p:txBody>
      </p:sp>
    </p:spTree>
    <p:extLst>
      <p:ext uri="{BB962C8B-B14F-4D97-AF65-F5344CB8AC3E}">
        <p14:creationId xmlns:p14="http://schemas.microsoft.com/office/powerpoint/2010/main" val="5603411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C8185-6CA6-4B06-BAFC-71DF4A86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F3F43-24B7-4FFB-88CD-E86190F5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456D0-6308-4EB5-BC34-94F29C51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8E3FB-3D53-44A1-85C6-D81CF5F7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C8CA2-69A6-4F78-91E3-CB74CC7B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F33EA-759C-415A-B28E-5E6B86D3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5A1B2-E113-4141-A05A-F7FC6A01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4567B-A9C1-4E75-B585-DD0561B8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A792B-05D2-4B8D-A83D-DFF782A8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9CEFF-764B-4780-9677-EB63B430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FFEDA-4C44-4643-AD33-36F146C9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3C89C-3609-4A47-A1E2-8DFB21C8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C6A7E-E117-4C36-AF32-7D8EC821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CADFC-3152-4D0D-8FD8-9F4F10E9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683865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FDCFD0-9B06-45D9-8329-7C983BAE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5A3CE-3BD3-4CF3-82D9-5F12D6CC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4C84B-1BBA-47AB-9D06-4D44AC90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46176-39BF-410A-8B94-D6EF5DE7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684DE-1BA1-4034-8C46-123C0BF8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6D5FF-95DA-435B-8393-1F630923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388E9-9B11-4273-A57D-9E61DDB2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BB0BD-F9CC-423E-8842-A38BD888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607EC-2E60-4416-AE37-5A0CCD57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A5746-B886-444E-A9B6-EA2A61F0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53B41-FC90-4E95-8629-F9C6689E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9E161-8290-45C8-95C9-0A19916E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312B6-7C20-43F6-AE62-56E043F5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C7073-B8DC-4C7C-B7F1-694F9365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5E2D7B-605D-493F-98D7-2C2263C8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Dataset A: 24; Dataset B: 23, so A is greater.</a:t>
            </a:r>
          </a:p>
        </p:txBody>
      </p:sp>
    </p:spTree>
    <p:extLst>
      <p:ext uri="{BB962C8B-B14F-4D97-AF65-F5344CB8AC3E}">
        <p14:creationId xmlns:p14="http://schemas.microsoft.com/office/powerpoint/2010/main" val="9494112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CA4C1-E70B-45AD-9193-4C9819C9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934B4-09D1-4209-AE78-A3319053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CF570-7171-40C7-B3D8-B9C1E2AF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11FCF-C52B-4510-A1DF-99BC5DDE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18F61-ABB3-436C-8F9A-09E9D9E3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A6906-5F9D-41AA-9F24-2E7C1962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A80F2-D044-417D-ACFE-13B3C059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39FA2-7DA1-481A-859D-71A384FC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3842FE-6952-43A7-98BE-43BF35D8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8757eeef04de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CE58A-E885-4290-B46C-83F3D6B4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7AFBC-D675-4ED2-B540-1B021A12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B19463-4428-4A8F-98C5-4D09D1D2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F5D14E-C901-43DD-81FC-46C9D50D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5A6AE-F808-4889-A8BB-584E0066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4315921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F08AB-20D2-4606-92FE-561C7187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D7075-62BE-480C-9841-4A3EC9F6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124B5-7548-4E7D-B28C-551AA2E4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1ABA5-717B-4E10-AE66-05E697E9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C7204-A1A4-4E49-B5B4-ACAF02ED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8AD8A-6FB2-4B7D-B9CF-F6A6A7CC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47550-E58F-402F-8EEC-65C92C17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E260F-56D3-4CBC-9A6C-6070BE65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86292-22E7-41E7-A63C-43CB0F09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B89AF-A18D-46E4-8E0B-3570197A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53055-115E-43FE-B13D-89F02283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EAE37-2237-4F27-B40E-D55089EA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5AB374-554A-4D4B-8073-CB50F76D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87E61-A084-4886-8A79-3C9323BF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9D6A0B-9412-44F3-951C-A7929FF3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CC72BC-9B74-4A95-943A-3281421C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CE3186-2F9F-4B0E-8BFD-9018E052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5EF0CE-09A6-4A30-A142-6B90D35F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C029E4-E5A5-4E7C-9B4F-A85C261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3FEDCF-4E01-4FB8-B7FF-ED81B7B4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AAEB93-0E4C-499B-AE41-0D08D1CA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Dataset A: 24; Dataset B: 23, so A is greater.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1DA75E-4099-49C9-BC33-34BFE767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660283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DE8F94-76BE-4E1F-B373-081788C4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16FF5-0182-4AE0-88A5-F02217E6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B534D-B04B-461A-96B0-9216FA8C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BD48C-0827-47F9-B613-3465E5D0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CB377-A53E-4589-8FAF-DD47FB86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2D7D0-46FB-4E7F-90BE-B12A9446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CCDC20-11F6-4D29-80AE-257F06CD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D7CA1-2D2A-41B8-B2C3-B5945C55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045A44-1402-4C68-9A9A-2230EE90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F5D9B-E79A-4EDC-AF83-36A9897F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DB6E9-0D59-4C69-BE0F-64B1FAB2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4D346B-7DCA-4DD2-9B26-CFF4F23A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AD01D-F67F-4FED-9325-6829DC8B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C6FF0-78D7-4476-AAE1-EEB521D1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A4C24-7038-499C-A9E8-1D383318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658FB-0848-4A35-A301-26E40051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E34F9D-11A6-4651-9266-F5717192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2C66D-F32C-4B22-9139-9F7469AF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18559E-8422-4AB5-8441-E87F3F42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1900DF-BA4E-4CC0-BE25-D98C1758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121921-30A7-41A1-B4BD-8FE28433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264465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22D6E-0705-4E4A-B341-E84B830A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6C296-E86F-4BE7-9CEB-39F02439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165F5B-1BDB-47B0-B7E1-4D4B2FF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85569-B23F-4913-82D8-696C4E13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86D12-2289-4597-B9D3-FF6AE064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FF1BB-FB48-4955-8F60-7CD20CE9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A0A0E-5E2E-4F4E-BF87-F696F0BE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66A67A-040F-4FEB-82D0-6CB43DDF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7411E0-8B2F-46E7-B7B3-15148609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A4342-7AAF-4C3E-891B-C22D2EB7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quarter of a 240-pupil pie chart represents walkers. How many pupils walk?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A027B-4DBC-4BBC-A231-E9F07854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CA06C8-E401-4AE4-924F-965EB9B8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45C996-0E46-4811-BB3E-B653CD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60 pupils.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085871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294AD6-39CA-4C68-B1A3-DDA56EAD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F2461-71AD-474B-BB0C-7FC181E1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07262-F6EA-400B-86C2-45365F75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063802-2942-430A-85CD-FC38016F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CC5C5-0839-4C9B-9BB9-A9913463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D5171-947B-48C3-9C45-B597AC4F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0FE88-4C33-4851-BCDE-B196A473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4B3F7-CFD2-4E29-820F-D2040DD1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7D745-97D6-481A-878E-85748795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9A7EE-214F-4F71-8B95-5A055749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02954-6489-4960-B53A-65430B85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419F3-1DC3-4F12-9208-F61AED1E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BB222-5B66-46C9-ABC8-ABD3FC14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219A7-AAF5-42E9-A428-25593393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E7CBD-E632-47A0-A413-443AC9BD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9D9C5-B201-48C4-AE00-BCC9DD4D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D50957-BA77-4B9A-A748-E297F43B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FDC09C-C967-431B-9763-22587058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599666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68480A-0806-46B8-87EE-64D77080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E617A-B43D-4751-8D31-B277362C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0F242-2869-4E3A-ADD5-FE2797DB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1ACE0-F83C-42B3-971E-EFD16267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76D9B-2D7C-423B-BE0C-214DA44B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6648D-5F32-4214-8607-65CD66FA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36644-0674-45C9-9C51-A3404266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872294-0A57-49B9-953E-27063C03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F34996-A35B-4D76-9558-045F895F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452B9-F426-40F4-9D8A-2E95D770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C7950-F90C-491C-8DDF-99E61A58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39F8E-1E7A-468D-9640-089A944C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79406-7B87-4043-9F4D-9B1A7A2C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1F81B3-7860-4A92-9E27-972CE1EF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A7BDE-25F1-4BB3-962F-6D15D09D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D0ACE-B698-4F47-A565-CC90FD06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40A306-C1FC-49D5-839E-7FB7EBB4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58952-0D64-4FA8-912A-58D2A86D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9EACC4-A3BC-4F4B-B3B9-4079F9C2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04DFCD-45EF-45EB-8BB3-DFB7795A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82885-AE5D-475C-AD4A-266AD58F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7E85E4-4513-4729-AD20-9CE44B44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688494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2026-09-09T20:50:25.6660000Z</dcterms:created>
  <dcterms:modified xsi:type="dcterms:W3CDTF">2026-09-09T20:50:25.6660000Z</dcterms:modified>
</coreProperties>
</file>