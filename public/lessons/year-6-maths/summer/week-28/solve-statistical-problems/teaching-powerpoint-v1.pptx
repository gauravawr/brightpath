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eb4634730f40c3" /><Relationship Type="http://schemas.openxmlformats.org/officeDocument/2006/relationships/extended-properties" Target="/docProps/app.xml" Id="R49dca551792f41ad" /><Relationship Type="http://schemas.openxmlformats.org/officeDocument/2006/relationships/officeDocument" Target="/ppt/presentation.xml" Id="Re108fdb1ab8549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8d6b05127b4390"/>
  </p:sldMasterIdLst>
  <p:notesMasterIdLst>
    <p:notesMasterId xmlns:r="http://schemas.openxmlformats.org/officeDocument/2006/relationships" r:id="R521a231594a547e9"/>
  </p:notesMasterIdLst>
  <p:sldIdLst>
    <p:sldId xmlns:r="http://schemas.openxmlformats.org/officeDocument/2006/relationships" id="256" r:id="Ra18ac0f5ea604b7c"/>
    <p:sldId xmlns:r="http://schemas.openxmlformats.org/officeDocument/2006/relationships" id="257" r:id="Rd1cb4f9db56c4ff9"/>
    <p:sldId xmlns:r="http://schemas.openxmlformats.org/officeDocument/2006/relationships" id="258" r:id="Rc42ca4f7bd2043a4"/>
    <p:sldId xmlns:r="http://schemas.openxmlformats.org/officeDocument/2006/relationships" id="259" r:id="R715dc02f3cc94ac1"/>
    <p:sldId xmlns:r="http://schemas.openxmlformats.org/officeDocument/2006/relationships" id="260" r:id="R43010a8cd6c64ff2"/>
    <p:sldId xmlns:r="http://schemas.openxmlformats.org/officeDocument/2006/relationships" id="261" r:id="R378a5507dc6f4bed"/>
    <p:sldId xmlns:r="http://schemas.openxmlformats.org/officeDocument/2006/relationships" id="262" r:id="R9913a2415f7b4b01"/>
    <p:sldId xmlns:r="http://schemas.openxmlformats.org/officeDocument/2006/relationships" id="263" r:id="R3b8e3c58438c4181"/>
    <p:sldId xmlns:r="http://schemas.openxmlformats.org/officeDocument/2006/relationships" id="264" r:id="Re4182dff50074ecc"/>
    <p:sldId xmlns:r="http://schemas.openxmlformats.org/officeDocument/2006/relationships" id="265" r:id="Rd09ba7f318b24162"/>
    <p:sldId xmlns:r="http://schemas.openxmlformats.org/officeDocument/2006/relationships" id="266" r:id="R66059c40e85f4423"/>
    <p:sldId xmlns:r="http://schemas.openxmlformats.org/officeDocument/2006/relationships" id="267" r:id="R4a48b26a623249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1c1f0c77c74de9" /><Relationship Type="http://schemas.openxmlformats.org/officeDocument/2006/relationships/slideMaster" Target="/ppt/slideMasters/slideMaster1.xml" Id="Rb58d6b05127b4390" /><Relationship Type="http://schemas.openxmlformats.org/officeDocument/2006/relationships/notesMaster" Target="/ppt/notesMasters/notesMaster1.xml" Id="R521a231594a547e9" /><Relationship Type="http://schemas.openxmlformats.org/officeDocument/2006/relationships/presProps" Target="/ppt/presProps.xml" Id="R90938329f15a4715" /><Relationship Type="http://schemas.openxmlformats.org/officeDocument/2006/relationships/tableStyles" Target="/ppt/tableStyles.xml" Id="Rbaaf30e22d0148d8" /><Relationship Type="http://schemas.openxmlformats.org/officeDocument/2006/relationships/slide" Target="/ppt/slides/slide1.xml" Id="Ra18ac0f5ea604b7c" /><Relationship Type="http://schemas.openxmlformats.org/officeDocument/2006/relationships/slide" Target="/ppt/slides/slide2.xml" Id="Rd1cb4f9db56c4ff9" /><Relationship Type="http://schemas.openxmlformats.org/officeDocument/2006/relationships/slide" Target="/ppt/slides/slide3.xml" Id="Rc42ca4f7bd2043a4" /><Relationship Type="http://schemas.openxmlformats.org/officeDocument/2006/relationships/slide" Target="/ppt/slides/slide4.xml" Id="R715dc02f3cc94ac1" /><Relationship Type="http://schemas.openxmlformats.org/officeDocument/2006/relationships/slide" Target="/ppt/slides/slide5.xml" Id="R43010a8cd6c64ff2" /><Relationship Type="http://schemas.openxmlformats.org/officeDocument/2006/relationships/slide" Target="/ppt/slides/slide6.xml" Id="R378a5507dc6f4bed" /><Relationship Type="http://schemas.openxmlformats.org/officeDocument/2006/relationships/slide" Target="/ppt/slides/slide7.xml" Id="R9913a2415f7b4b01" /><Relationship Type="http://schemas.openxmlformats.org/officeDocument/2006/relationships/slide" Target="/ppt/slides/slide8.xml" Id="R3b8e3c58438c4181" /><Relationship Type="http://schemas.openxmlformats.org/officeDocument/2006/relationships/slide" Target="/ppt/slides/slide9.xml" Id="Re4182dff50074ecc" /><Relationship Type="http://schemas.openxmlformats.org/officeDocument/2006/relationships/slide" Target="/ppt/slides/slide10.xml" Id="Rd09ba7f318b24162" /><Relationship Type="http://schemas.openxmlformats.org/officeDocument/2006/relationships/slide" Target="/ppt/slides/slide11.xml" Id="R66059c40e85f4423" /><Relationship Type="http://schemas.openxmlformats.org/officeDocument/2006/relationships/slide" Target="/ppt/slides/slide12.xml" Id="R4a48b26a623249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23babd37e24a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60a8d0c40d4981" /><Relationship Type="http://schemas.openxmlformats.org/officeDocument/2006/relationships/notesMaster" Target="/ppt/notesMasters/notesMaster1.xml" Id="R8f7c57b0c8e54f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eb3e1b759547e7" /><Relationship Type="http://schemas.openxmlformats.org/officeDocument/2006/relationships/notesMaster" Target="/ppt/notesMasters/notesMaster1.xml" Id="R6c065d3d7d494d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f1445c86f24ebb" /><Relationship Type="http://schemas.openxmlformats.org/officeDocument/2006/relationships/notesMaster" Target="/ppt/notesMasters/notesMaster1.xml" Id="Rcf5a7fbd748a45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9c0680de1c4b98" /><Relationship Type="http://schemas.openxmlformats.org/officeDocument/2006/relationships/notesMaster" Target="/ppt/notesMasters/notesMaster1.xml" Id="Rafc273443ef74c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7f1269d41d4d55" /><Relationship Type="http://schemas.openxmlformats.org/officeDocument/2006/relationships/notesMaster" Target="/ppt/notesMasters/notesMaster1.xml" Id="R1c3ab8d9549d43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babd75cbe64ff8" /><Relationship Type="http://schemas.openxmlformats.org/officeDocument/2006/relationships/notesMaster" Target="/ppt/notesMasters/notesMaster1.xml" Id="Rfcc331f4123e40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613385d6d442f0" /><Relationship Type="http://schemas.openxmlformats.org/officeDocument/2006/relationships/notesMaster" Target="/ppt/notesMasters/notesMaster1.xml" Id="R2625c999ff4341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9fb811b1dd4acf" /><Relationship Type="http://schemas.openxmlformats.org/officeDocument/2006/relationships/notesMaster" Target="/ppt/notesMasters/notesMaster1.xml" Id="R991f47b6f76741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d5b436d0d14f4a" /><Relationship Type="http://schemas.openxmlformats.org/officeDocument/2006/relationships/notesMaster" Target="/ppt/notesMasters/notesMaster1.xml" Id="Rcc0e4a587b7440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3c0831e3b047c6" /><Relationship Type="http://schemas.openxmlformats.org/officeDocument/2006/relationships/notesMaster" Target="/ppt/notesMasters/notesMaster1.xml" Id="R1e9f17f7671f47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f0b2de14c04068" /><Relationship Type="http://schemas.openxmlformats.org/officeDocument/2006/relationships/notesMaster" Target="/ppt/notesMasters/notesMaster1.xml" Id="R009c8779855843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b89b2a294b41a1" /><Relationship Type="http://schemas.openxmlformats.org/officeDocument/2006/relationships/notesMaster" Target="/ppt/notesMasters/notesMaster1.xml" Id="R624d92ac5a5441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Graph paper, rulers, protractors, data tables, calculators for checking,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28. | Read the title, labels, scale and total before calculating. |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data, frequency, pie chart, line graph, mean, scale.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Dataset A: 24; Dataset B: 23, so A is greater.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Add every value, count how many values there are, then divide the total by that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60 pupils..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90 degrees.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60 pupils.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60 pupils. | Add every value, count how many values there are, then divide the total by that count.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f0681bed0f4f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8bcaed97144271" /><Relationship Type="http://schemas.openxmlformats.org/officeDocument/2006/relationships/slideLayout" Target="/ppt/slideLayouts/slideLayout1.xml" Id="R8d5f247a07224d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5f247a07224d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b87f8fc0f408a" /><Relationship Type="http://schemas.openxmlformats.org/officeDocument/2006/relationships/notesSlide" Target="/ppt/notesSlides/notesSlide1.xml" Id="R63965f67097e43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3f537e54d4c2a" /><Relationship Type="http://schemas.openxmlformats.org/officeDocument/2006/relationships/notesSlide" Target="/ppt/notesSlides/notesSlide2.xml" Id="Rd1b2726094c642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e60353dd7489f" /><Relationship Type="http://schemas.openxmlformats.org/officeDocument/2006/relationships/notesSlide" Target="/ppt/notesSlides/notesSlide3.xml" Id="R80b0dd739fad41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5e7b5eb5c4c2d" /><Relationship Type="http://schemas.openxmlformats.org/officeDocument/2006/relationships/notesSlide" Target="/ppt/notesSlides/notesSlide4.xml" Id="R4ba8f7a3567740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b40287c1a435e" /><Relationship Type="http://schemas.openxmlformats.org/officeDocument/2006/relationships/notesSlide" Target="/ppt/notesSlides/notesSlide5.xml" Id="R3c5e682e7a3440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cb67bc8b54c35" /><Relationship Type="http://schemas.openxmlformats.org/officeDocument/2006/relationships/notesSlide" Target="/ppt/notesSlides/notesSlide6.xml" Id="Ref1faecd47a74b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ee38e77d44a06" /><Relationship Type="http://schemas.openxmlformats.org/officeDocument/2006/relationships/image" Target="/ppt/media/image.png" Id="R52094863e53245fc" /><Relationship Type="http://schemas.openxmlformats.org/officeDocument/2006/relationships/notesSlide" Target="/ppt/notesSlides/notesSlide7.xml" Id="R7718c9b963e243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ff70ac5b44663" /><Relationship Type="http://schemas.openxmlformats.org/officeDocument/2006/relationships/notesSlide" Target="/ppt/notesSlides/notesSlide8.xml" Id="Ra3b3cb18fa4e4c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68a16ca2046f5" /><Relationship Type="http://schemas.openxmlformats.org/officeDocument/2006/relationships/notesSlide" Target="/ppt/notesSlides/notesSlide9.xml" Id="R87ee7113d82443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3510d18d044dd" /><Relationship Type="http://schemas.openxmlformats.org/officeDocument/2006/relationships/notesSlide" Target="/ppt/notesSlides/notesSlide10.xml" Id="R511c5347830544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08dba42c94435" /><Relationship Type="http://schemas.openxmlformats.org/officeDocument/2006/relationships/notesSlide" Target="/ppt/notesSlides/notesSlide11.xml" Id="Rb1e7a24d9ebc42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6aea8df6e4a39" /><Relationship Type="http://schemas.openxmlformats.org/officeDocument/2006/relationships/notesSlide" Target="/ppt/notesSlides/notesSlide12.xml" Id="R4307d3490d904c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D7A5B2-F77D-44B3-B16E-795FBC6D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30ECF-DEE2-44C8-B49F-6CC4F1DE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07BFEA-7ACB-4A33-82AB-E4651FD4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B31CFA-4A50-44CB-A894-D8F1DEF7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0D63ED-691D-4B37-B034-A747F717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DC792-BF57-4124-985B-C00B0D23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949B2C-0B0F-4DD7-AF57-CD694F61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C5564D-6278-430F-A52E-C486951D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datasets and explain conclusions from evidence.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5E981-8815-4DCB-BAA7-8DC22D2C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B6A0B-081D-43D0-90F1-2C061F9F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Graph paper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23875-EFC4-47D5-9608-F88930D0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73595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89A24F-C940-4229-9A2C-EF8D0834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4C4D4-867D-4E64-9007-B5E098D6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DCF49-BF70-4A19-98EB-FA70CA24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B5382-8A4F-4939-88AA-3BD795B3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A8379-1D1A-4A9E-9742-EA491C4F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6CB84D-F900-4A6C-9A56-18846CB1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A6ECC4-6F35-4212-9A7E-37FB3126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8BA89-28F5-42B2-8583-999F2CCA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8E290-DE12-42AC-AB1C-3A8FD7A3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55611-DEDF-4055-B8A0-EC1BA22E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E45439-15CC-44F2-9EAF-9BE00739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309C7-9E35-4A29-8574-CBF0ECCD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D949BE-9915-4364-8284-533DDCE0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Interpret and construct statistical representations and calculate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02DD43-BF76-44C4-8861-3A1D82E4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60A1F8-E0D7-47A2-8ADF-82EEA8DF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6A51A1-D984-42B7-B74A-6BA52A17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C8A0F8-E304-4EFE-99C3-2247FC09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BD8B67-79B2-4E8A-96F3-668D2228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024AE0-08AE-4B8F-A071-3A601335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2AF6CE-5EF2-4F00-B20E-8415B046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1FB4F7-8BC3-40A2-8A01-9BCFBA19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Dataset A has mean 24 over 8 values. Dataset B has total 207 over 9 values. Which mean is greater?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FA3B14-21CF-4E22-BA01-11CDF714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60899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FE5F5D-9D90-47FB-B508-763A0DC5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87746-ABDB-414C-9A33-72A41F24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D58CD-E3CB-40E2-AA89-01131EF9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C0483-247C-4DA6-B323-8EE2E640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25370-4C20-4AA3-ABDF-B0434367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69D7F-F81C-4DCC-A8D9-667C76C6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B163DA-0FB0-4CE6-B606-091B06EA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72222-AFAB-44CC-BFC5-1C8EC7AA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8D3E76-8169-48AF-98B9-357F49A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8D81B-D93F-4EE8-BB11-159113FE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datasets and explain conclusions from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6C89E7-D3A8-46F3-A26D-A8379ADD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86118-1E59-4D6F-83FA-DE055C3C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title, labels, scale and total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1935E-C758-4B09-8E66-AA807BEF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proportional reasoning or add then divide for the mean.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E4A346-118E-478F-9162-10D68234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State the answer in context and check it against the data range.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6771B8-ACB3-416F-8B1F-EE18DB79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data  |  frequency  |  pie chart  |  line graph  |  mean  |  scale</a:t>
            </a:r>
          </a:p>
        </p:txBody>
      </p:sp>
    </p:spTree>
    <p:extLst>
      <p:ext uri="{BB962C8B-B14F-4D97-AF65-F5344CB8AC3E}">
        <p14:creationId xmlns:p14="http://schemas.microsoft.com/office/powerpoint/2010/main" val="7860421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9961D7-EACE-42D3-965F-0D02289DD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F6597-D6F0-40A1-8EAB-5EFCCE7D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1E161F-4B5C-47AE-A343-F1AD9F74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4CEA34-BA7C-46FC-B221-BFCC9CA0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3741C-65B2-4AD8-A6A2-E486FABE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6E67B2-9694-4E33-ADA4-5B076668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F05FC-F67C-4DD3-BCA7-1FC0B8BD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7927A3-45FC-4DCF-89F1-F15CF917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FFE423-C5BE-4476-9166-A7278D92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E97F6-A4EB-43FF-B379-DC51CC7F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 has mean 24 over 8 values. Dataset B has total 207 over 9 values. Which mean is greater?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2A505B-0A33-4237-8F61-4709CE82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41DDA2-CBDC-427D-95D5-75D9E190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B8DC6-AF98-4592-9AFD-FFF004B1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title, labels, scale and total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4CD931-F5A8-4AEE-8C48-14F58D14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98D258-1348-4410-8C22-71165657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2D6224-8EDA-44C3-B2C4-485590AB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proportional reasoning or add then divide for the mean.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851FE2-E7DA-4A4F-8FF3-2ED66288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7FEBD0-6133-4669-A45A-6E645502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411BC8-1447-4143-A6BC-19C1D06F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Dataset A: 24; Dataset B: 23, so A is greater.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45FE06-1451-4A11-AF6F-8CBBEF47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D3485-8BAF-4E48-91FD-F47A281E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F11DB9-5BC8-4EA8-8A8C-4BCD22A9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State the answer in context and check it against the data range.</a:t>
            </a:r>
          </a:p>
        </p:txBody>
      </p:sp>
    </p:spTree>
    <p:extLst>
      <p:ext uri="{BB962C8B-B14F-4D97-AF65-F5344CB8AC3E}">
        <p14:creationId xmlns:p14="http://schemas.microsoft.com/office/powerpoint/2010/main" val="8619679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036F2C-D9EC-487D-BEF6-73D8A911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DD9B9-C438-4BCF-AB17-02B4E954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DA648-809D-4BEA-B2D9-FCF1AEA0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81814-0D74-4BA0-A10C-A7218F40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88017-DF69-4828-A5A7-ACE14C69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AB4824-C1BC-4686-BD92-D43BF89E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B5EC8-8467-457A-AC5C-D2C866EC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96010F-B646-4D79-9C36-6F920B6A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98DCB-D176-4B98-B8F4-E5C13BB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C8847-8803-4CE4-9EFB-D46A7D9E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D4211-4B97-4EC9-8B87-FDC6ED4F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Dataset A: 24; Dataset B: 23, so A is greater.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0DEFF-8A03-48C3-A8FF-E4BE6741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49774A-6E71-4D29-830C-C8E8D023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State the answer in context and check it against the data range.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83F8C-B197-49D2-8814-E8F86E0D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762847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713227-A94D-4B3A-9C6A-71A93BDF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13B861-5F28-4245-9F7E-85399E9A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EC364B-D488-4A5B-824F-8661F0DB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083B3-68BF-4B16-A905-D4EF3985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898B0C-69CE-4AE4-A092-A31EF876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824816-1F3C-4630-BCDF-7B3E1172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54DE6-BFC4-4DB8-A91E-3B6BE44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00724-1653-4329-8E8E-910FEECA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CA265-00A2-4306-A923-E9050561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2D25AC-FEDC-46EC-9A4E-8D3AE750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566AA-7687-4951-97CD-CAA0C841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1246A-9515-4B0C-B786-A7A9BF3A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119963-B3A8-40A7-865F-4BF86C90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E628B3-7E01-4440-BDDC-7672113E3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010D97-C91B-48C9-AB15-5C13A42C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28.</a:t>
            </a:r>
          </a:p>
        </p:txBody>
      </p:sp>
    </p:spTree>
    <p:extLst>
      <p:ext uri="{BB962C8B-B14F-4D97-AF65-F5344CB8AC3E}">
        <p14:creationId xmlns:p14="http://schemas.microsoft.com/office/powerpoint/2010/main" val="3924871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3B4EE-C50C-4C75-9456-196A0973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4F38A-47EC-4E79-B579-A11F6B74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448F6-EEEC-4BC9-B607-6BF1709F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D9A39-2BE2-4D8C-B36F-3ED08797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E65C8-1D72-4DE7-AA4F-F84E074D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F4520-FC87-4DB3-99B3-F200BCD3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70034-A36F-48DA-9A06-A46D3B88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4CDF59-FE80-41FD-8A43-FF756D1B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8D4DD-1FF3-4E9C-860F-7C903287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94863e53245f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687336-7878-417D-9308-61E00925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095C5-562A-4FFC-96FC-6CB8A04C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the largest value instead of the number of values when finding the mean.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EBBBB-B678-4BD8-8267-F654825E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A2874B-C6F0-4F0C-8731-F52CB276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8E9E8F-50BC-4205-BD24-97064A7B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</p:spTree>
    <p:extLst>
      <p:ext uri="{BB962C8B-B14F-4D97-AF65-F5344CB8AC3E}">
        <p14:creationId xmlns:p14="http://schemas.microsoft.com/office/powerpoint/2010/main" val="4245218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E220F9-67D5-4B6C-8FC6-92C709C5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15E0B-ABF7-4CBF-96E3-4115D735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32734-59BD-4321-AFB0-90797E79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C5AF5-CB1C-4CA6-B895-BD105E56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9BB665-976A-4118-9488-73121FBE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E9D54-92BA-4579-955A-00E625FC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9E6C4-49B7-4807-89F1-2D5C220E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02F52-2049-48E0-AFFA-E014479B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F07E9-49CC-4271-89E6-42ABC5E5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39465-BF13-471D-85F5-B156591F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DD235-5E57-46C4-B76C-8D774B33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977043-91A9-42D5-9582-EEEE6B96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D2D401-B901-4636-997F-1EF779C7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BB3157-5A13-4B71-99DF-9E19BCCF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C6C350-CC31-4CB7-A382-9FA9348F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4BADB0-5A48-4172-A591-4540EACA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4EAF1-5B75-488B-8920-03D15542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EFB53D-64C5-4DBD-9F33-7EA061D7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D40E8E-5B9A-439C-AB7C-53BBE9B9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5136E5-AA5E-4ADF-9CD6-51372BFE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44E071-CB2B-49F9-9080-60B9284A9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2C1BA5-AAA7-43AB-A52B-2987106D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369526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60C733-D304-4F5C-91C9-50922583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9F4FA7-5D86-4D47-8B67-3BE52CB3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37F91-85EB-4AD7-BDBB-F2C1477B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8CB842-3475-4CFE-AB01-DA80F600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4BC58-7F91-437B-B812-216CE329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E83F2-69BD-4BFE-9C81-4252D4FB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FCAA9C-C8CE-4BBF-9852-398C7545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DD87B3-8DD6-4596-AF08-101C53B0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BED80-C484-4095-9745-B088274E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11B29-A617-4BE5-9E57-BC9EA474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D6CE58-14C1-4CD3-BE55-CC12C8E0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599AE-FB80-4DC0-9886-0F5041C3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11CA0-3EEA-4227-AE28-1953A139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2F578F-CFE6-4A58-A898-B333B05B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A32EFD-822A-4977-B917-68176BAE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F8A00-89ED-4237-9CD8-E99868E8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CA5B1F-D1C5-4318-86A5-7DFDE9A8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D16E32-3ED2-4D08-9DA0-30188EE2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C3D2D2-FA84-4F63-9652-5EA06465A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DBD97C-5366-4429-A87B-5DB1D5C6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C715-811C-4622-B882-2E2D7571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884979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CED557-B3DA-46F2-B540-3450C832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41622E-F61B-4D2F-9411-CCDEDBA7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C01031-551B-4546-9159-C50EF23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25233-C1A8-4A0C-91F8-588DA50E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640BB-C3AC-4D31-9B2C-2719B3E2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8654AF-FE7E-407A-B327-82540CD8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632B9C-B50A-42FC-AADA-4B04E8E5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FB0B1-282D-44AB-ADBE-389F2546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D91BDD-4616-46BA-9364-94FC6B3D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EDF7C0-A9E0-4A61-A2EC-7152DF785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In a survey of 60 pupils, 15 choose art. Find the pie-chart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38B78-4AFF-4BC2-A14C-A9A5AEC44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608BD3-73F0-4716-AAED-ED7CBBDA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CA419B-961F-4F8A-9266-9AEA1450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90 degrees.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9090115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BEEFC1-51F9-4B7A-AD38-1A2C9662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93933-C10E-4BC8-8E01-D06C5DCC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91B64-7FC2-43E0-9CCD-F8E00119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93BA8A-8EB0-4EFE-8BB8-96B3F096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7C27F1-4F3A-4E15-A47D-35016656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305487-AF16-4DA8-9DEB-C162AC79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29823-538A-4A04-A19A-67D2AEBC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A88EE-334F-4E0D-91A1-710B8882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680A2-5B27-4F48-90C7-C757AADE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65987-F6A3-4571-95A1-237B16BC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B729E-74B7-4464-9F90-3AFA34A5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A789F-1DBD-466B-B40D-C8EF14D0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415C01-56F3-4D59-A0D5-475DDF8B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9B7D3A-23E7-4AC2-9537-91D512321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A1F2A-FB27-4724-A2CD-C8872CEB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90DB03-9622-4FD9-B4FA-2C94C325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 pupils.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726291-587D-4BF2-89DF-713C5823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047CF-B953-48B6-860A-8F50316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390247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E8784D-EA1C-49F8-9BAF-D1FDE67C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7D185-7A78-44CE-8682-B305D58D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1BBFE-7A24-4951-89E5-9CD9D880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577FF-4BB1-4950-AE6A-33A44D31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4F88B-879C-4818-8DAC-D5422DAC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89A47-AE3C-4F81-90FC-E2CF381B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CF0AE-A96E-449F-90FD-A8E93D49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7C5927-7A7F-489C-9DF0-701A9BD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E4CAE-75DB-4E13-A25D-DFD7FE01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statistical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E7995-D720-4D5A-9B03-C3F38109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A92299-CE61-4B0E-A582-76488D4A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B59F5-2A98-436E-97C5-05E3209E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6641A7-A4A4-4299-A497-9A85D6A0D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2B215A-305E-46A5-A948-6A4CA74C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8D941F-F144-40A3-91D3-1FFE0A88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C39712-5C11-46CB-BA23-944A9F79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036FE-478B-4C79-A017-9BEABEEA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the largest value instead of the number of values when finding the mean.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1EE3ED-37D9-43C6-8C9B-CF35ADD0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4F7F8B-36AC-4E03-8D38-8D0A10E0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305575-E349-43B5-8247-2F04B172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0B52E-48B1-4DFF-B963-78589372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86641C-A779-4F17-BA3B-50704C17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855458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2026-09-09T20:50:26.7920000Z</dcterms:created>
  <dcterms:modified xsi:type="dcterms:W3CDTF">2026-09-09T20:50:26.7920000Z</dcterms:modified>
</coreProperties>
</file>