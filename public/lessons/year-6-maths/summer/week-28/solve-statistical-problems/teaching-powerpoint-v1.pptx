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116022bec624bb9" /><Relationship Type="http://schemas.openxmlformats.org/officeDocument/2006/relationships/extended-properties" Target="/docProps/app.xml" Id="R98d5881be1df4bce" /><Relationship Type="http://schemas.openxmlformats.org/officeDocument/2006/relationships/officeDocument" Target="/ppt/presentation.xml" Id="Rad32ce7d6ca2464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ef8f01c0d7d4000"/>
  </p:sldMasterIdLst>
  <p:notesMasterIdLst>
    <p:notesMasterId xmlns:r="http://schemas.openxmlformats.org/officeDocument/2006/relationships" r:id="Rcd3304c3118c4c6a"/>
  </p:notesMasterIdLst>
  <p:sldIdLst>
    <p:sldId xmlns:r="http://schemas.openxmlformats.org/officeDocument/2006/relationships" id="256" r:id="Rf32de425da8a4fec"/>
    <p:sldId xmlns:r="http://schemas.openxmlformats.org/officeDocument/2006/relationships" id="257" r:id="R0feb5ad7ab2b4a22"/>
    <p:sldId xmlns:r="http://schemas.openxmlformats.org/officeDocument/2006/relationships" id="258" r:id="R103c75d009e44f92"/>
    <p:sldId xmlns:r="http://schemas.openxmlformats.org/officeDocument/2006/relationships" id="259" r:id="R1ac7d491d2d44b8d"/>
    <p:sldId xmlns:r="http://schemas.openxmlformats.org/officeDocument/2006/relationships" id="260" r:id="Rc9669b92e5864b55"/>
    <p:sldId xmlns:r="http://schemas.openxmlformats.org/officeDocument/2006/relationships" id="261" r:id="R5126d9196b244f1b"/>
    <p:sldId xmlns:r="http://schemas.openxmlformats.org/officeDocument/2006/relationships" id="262" r:id="R1fa48ae0523f4de5"/>
    <p:sldId xmlns:r="http://schemas.openxmlformats.org/officeDocument/2006/relationships" id="263" r:id="R444ddd03b84a4290"/>
    <p:sldId xmlns:r="http://schemas.openxmlformats.org/officeDocument/2006/relationships" id="264" r:id="R0b1110de8fdc4b7f"/>
    <p:sldId xmlns:r="http://schemas.openxmlformats.org/officeDocument/2006/relationships" id="265" r:id="Rd1e08c1250114c6f"/>
    <p:sldId xmlns:r="http://schemas.openxmlformats.org/officeDocument/2006/relationships" id="266" r:id="R48d8f74b59c64001"/>
    <p:sldId xmlns:r="http://schemas.openxmlformats.org/officeDocument/2006/relationships" id="267" r:id="R34964bb3e5ca44f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c7a2a753cb941f4" /><Relationship Type="http://schemas.openxmlformats.org/officeDocument/2006/relationships/slideMaster" Target="/ppt/slideMasters/slideMaster1.xml" Id="R5ef8f01c0d7d4000" /><Relationship Type="http://schemas.openxmlformats.org/officeDocument/2006/relationships/notesMaster" Target="/ppt/notesMasters/notesMaster1.xml" Id="Rcd3304c3118c4c6a" /><Relationship Type="http://schemas.openxmlformats.org/officeDocument/2006/relationships/presProps" Target="/ppt/presProps.xml" Id="Ra3cf9378a4404f99" /><Relationship Type="http://schemas.openxmlformats.org/officeDocument/2006/relationships/tableStyles" Target="/ppt/tableStyles.xml" Id="R9a5936fe4b30409e" /><Relationship Type="http://schemas.openxmlformats.org/officeDocument/2006/relationships/slide" Target="/ppt/slides/slide1.xml" Id="Rf32de425da8a4fec" /><Relationship Type="http://schemas.openxmlformats.org/officeDocument/2006/relationships/slide" Target="/ppt/slides/slide2.xml" Id="R0feb5ad7ab2b4a22" /><Relationship Type="http://schemas.openxmlformats.org/officeDocument/2006/relationships/slide" Target="/ppt/slides/slide3.xml" Id="R103c75d009e44f92" /><Relationship Type="http://schemas.openxmlformats.org/officeDocument/2006/relationships/slide" Target="/ppt/slides/slide4.xml" Id="R1ac7d491d2d44b8d" /><Relationship Type="http://schemas.openxmlformats.org/officeDocument/2006/relationships/slide" Target="/ppt/slides/slide5.xml" Id="Rc9669b92e5864b55" /><Relationship Type="http://schemas.openxmlformats.org/officeDocument/2006/relationships/slide" Target="/ppt/slides/slide6.xml" Id="R5126d9196b244f1b" /><Relationship Type="http://schemas.openxmlformats.org/officeDocument/2006/relationships/slide" Target="/ppt/slides/slide7.xml" Id="R1fa48ae0523f4de5" /><Relationship Type="http://schemas.openxmlformats.org/officeDocument/2006/relationships/slide" Target="/ppt/slides/slide8.xml" Id="R444ddd03b84a4290" /><Relationship Type="http://schemas.openxmlformats.org/officeDocument/2006/relationships/slide" Target="/ppt/slides/slide9.xml" Id="R0b1110de8fdc4b7f" /><Relationship Type="http://schemas.openxmlformats.org/officeDocument/2006/relationships/slide" Target="/ppt/slides/slide10.xml" Id="Rd1e08c1250114c6f" /><Relationship Type="http://schemas.openxmlformats.org/officeDocument/2006/relationships/slide" Target="/ppt/slides/slide11.xml" Id="R48d8f74b59c64001" /><Relationship Type="http://schemas.openxmlformats.org/officeDocument/2006/relationships/slide" Target="/ppt/slides/slide12.xml" Id="R34964bb3e5ca44f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f2892cfeb154d7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3aa8f46abbf4faa" /><Relationship Type="http://schemas.openxmlformats.org/officeDocument/2006/relationships/notesMaster" Target="/ppt/notesMasters/notesMaster1.xml" Id="R13c89d186921439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7593ac9eb02404e" /><Relationship Type="http://schemas.openxmlformats.org/officeDocument/2006/relationships/notesMaster" Target="/ppt/notesMasters/notesMaster1.xml" Id="R9db689660da646f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4bedc8f15604894" /><Relationship Type="http://schemas.openxmlformats.org/officeDocument/2006/relationships/notesMaster" Target="/ppt/notesMasters/notesMaster1.xml" Id="R5a6a05947df74be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44326ae85064bad" /><Relationship Type="http://schemas.openxmlformats.org/officeDocument/2006/relationships/notesMaster" Target="/ppt/notesMasters/notesMaster1.xml" Id="R57a7f808d1bb41f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837b31a477e465d" /><Relationship Type="http://schemas.openxmlformats.org/officeDocument/2006/relationships/notesMaster" Target="/ppt/notesMasters/notesMaster1.xml" Id="R90e95707d78844c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cd937c557194915" /><Relationship Type="http://schemas.openxmlformats.org/officeDocument/2006/relationships/notesMaster" Target="/ppt/notesMasters/notesMaster1.xml" Id="Rcac0cc11cab746f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1917f078e7f46ea" /><Relationship Type="http://schemas.openxmlformats.org/officeDocument/2006/relationships/notesMaster" Target="/ppt/notesMasters/notesMaster1.xml" Id="R655dfa9cbbd5450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085a10f6b744524" /><Relationship Type="http://schemas.openxmlformats.org/officeDocument/2006/relationships/notesMaster" Target="/ppt/notesMasters/notesMaster1.xml" Id="R2ba901697882478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18c47dc400b4822" /><Relationship Type="http://schemas.openxmlformats.org/officeDocument/2006/relationships/notesMaster" Target="/ppt/notesMasters/notesMaster1.xml" Id="R621f93c6161748e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ea79dff1fa4443d" /><Relationship Type="http://schemas.openxmlformats.org/officeDocument/2006/relationships/notesMaster" Target="/ppt/notesMasters/notesMaster1.xml" Id="R0bb3f743633b46d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169aa8c69894a82" /><Relationship Type="http://schemas.openxmlformats.org/officeDocument/2006/relationships/notesMaster" Target="/ppt/notesMasters/notesMaster1.xml" Id="R03a3ea08e1c64ef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045f52ca8d54d4e" /><Relationship Type="http://schemas.openxmlformats.org/officeDocument/2006/relationships/notesMaster" Target="/ppt/notesMasters/notesMaster1.xml" Id="R19e7a90dc0ff4b8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Graph paper, rulers, protractors, data tables, calculators for checking,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28. | Read the title, labels, scale and total before calculating. | Add every value, count how many values there are, then divide the total by that count.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data, frequency, pie chart, line graph, mean, scale.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Dataset A: 24; Dataset B: 23, so A is greater.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28.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Add every value, count how many values there are, then divide the total by that count.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28..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60 pupils..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90 degrees.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60 pupils.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60 pupils. | Add every value, count how many values there are, then divide the total by that count.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8fc768b54d4ad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aba3e8712264fc7" /><Relationship Type="http://schemas.openxmlformats.org/officeDocument/2006/relationships/slideLayout" Target="/ppt/slideLayouts/slideLayout1.xml" Id="Rae5650a3e65240f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e5650a3e65240f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a90a4cef05407e" /><Relationship Type="http://schemas.openxmlformats.org/officeDocument/2006/relationships/notesSlide" Target="/ppt/notesSlides/notesSlide1.xml" Id="R2cb2b6de4752487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8c616be7e94c0d" /><Relationship Type="http://schemas.openxmlformats.org/officeDocument/2006/relationships/notesSlide" Target="/ppt/notesSlides/notesSlide2.xml" Id="Rc552ea624ae347e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67beff1ee44a8e" /><Relationship Type="http://schemas.openxmlformats.org/officeDocument/2006/relationships/notesSlide" Target="/ppt/notesSlides/notesSlide3.xml" Id="R3ece104423fc474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cd5b8798ee434d" /><Relationship Type="http://schemas.openxmlformats.org/officeDocument/2006/relationships/notesSlide" Target="/ppt/notesSlides/notesSlide4.xml" Id="R6791ea351c0d407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04de3d1dd94ad2" /><Relationship Type="http://schemas.openxmlformats.org/officeDocument/2006/relationships/notesSlide" Target="/ppt/notesSlides/notesSlide5.xml" Id="R4dfb7edb7c66411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5421dd48a74b5c" /><Relationship Type="http://schemas.openxmlformats.org/officeDocument/2006/relationships/notesSlide" Target="/ppt/notesSlides/notesSlide6.xml" Id="R126f76e106eb419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4c0cdc3a4448f8" /><Relationship Type="http://schemas.openxmlformats.org/officeDocument/2006/relationships/image" Target="/ppt/media/image.png" Id="R3ada0767c1324334" /><Relationship Type="http://schemas.openxmlformats.org/officeDocument/2006/relationships/notesSlide" Target="/ppt/notesSlides/notesSlide7.xml" Id="R65ef62afac8946d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95c89e8a8141c6" /><Relationship Type="http://schemas.openxmlformats.org/officeDocument/2006/relationships/notesSlide" Target="/ppt/notesSlides/notesSlide8.xml" Id="R0ac5c803a2a84bc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988b95d5e745a0" /><Relationship Type="http://schemas.openxmlformats.org/officeDocument/2006/relationships/notesSlide" Target="/ppt/notesSlides/notesSlide9.xml" Id="R604309573e0742b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b49ea5796e4a64" /><Relationship Type="http://schemas.openxmlformats.org/officeDocument/2006/relationships/notesSlide" Target="/ppt/notesSlides/notesSlide10.xml" Id="Rbda412c4eac94b8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12483b1ab144b6" /><Relationship Type="http://schemas.openxmlformats.org/officeDocument/2006/relationships/notesSlide" Target="/ppt/notesSlides/notesSlide11.xml" Id="Rc59e330751a24a3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9680c7e4e54d3d" /><Relationship Type="http://schemas.openxmlformats.org/officeDocument/2006/relationships/notesSlide" Target="/ppt/notesSlides/notesSlide12.xml" Id="R0ad6b58fc7c7417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F1018F-E81D-470F-A0B9-6257ABCD1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B20458-7A6A-46FD-ABFF-0E923191E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94C12A-0A22-4719-B4FF-8AE987436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C31EC9-9EE5-45CB-9BAD-832AD5AAB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683EA3-63AD-439F-803C-284C70554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statistical problems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A1C5CA-DA7B-4517-9720-64D8B7AA1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9E4612-098C-40A7-AE7C-266FEF369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75CB7E-7073-4205-9F64-D4F3D8CF1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compare datasets and explain conclusions from evidence.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24A7E5-60CE-49EB-87D6-16644BD45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D13108-68B6-41BC-9982-CCB827B2D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Graph paper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05D3B3-E8A9-4CDD-9317-9D5410AA1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26412702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C54C69-2726-4C8C-8ED7-06691D934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B32D6C-D5A8-4D26-B4E5-397A7C668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BAF1EA-1733-40B2-BBB7-03681FE83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2954B3-456E-4DA4-BD51-553F5A89B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B6A910-EE23-4BB0-B630-FFD14A439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B0D6E9-B06B-481B-8674-F51ADE87E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5FCAD4-DD59-42F4-86FD-DA135B682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3F8D45-52E8-4BA7-966D-1EAA96D72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F474D6-B2DE-4F2A-B54C-7D58626F4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statistical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19069B-EACB-47BF-9763-604B4A40E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02CB59-9946-42D0-B75B-743B2E45D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319140-2A08-42BB-8651-9467972BE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DC5F1C-4F2E-495D-8A09-26DB9B10F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Interpret and construct statistical representations and calculate the mean.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D79396-EA71-457A-82C1-3D3537F09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1EB590-FA43-4F22-95FE-9BD8FD40B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6DBB98-4586-4F0F-8C8A-D6634EB03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7074AC-B246-4391-B6E8-926EF5D89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line graph rises from 18 to 46. What is the increase?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E36137-26FC-4A4E-99C0-4BB8667C8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C73DDF-3C52-41CE-886C-93408A407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D50956-D189-4E17-A287-7668E63A3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19C9F7-714B-43F6-B609-76D5C1073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Dataset A has mean 24 over 8 values. Dataset B has total 207 over 9 values. Which mean is greater?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E56D43-4529-401D-88CB-3CB7DD9FA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25658430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45D3F2-78D9-48E6-87FB-AF96F48BC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5BF45A-6BE9-4F11-9EA5-D7121221C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D60DF5-2B4F-484C-8489-12B00B44D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37CE6B-F514-41B1-91C5-87138DDD6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E9B96B-6993-406A-8A35-2776082EE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E28961-531E-4147-9F80-F76F45254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F5B639-E91A-496A-9514-A732828AB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D290EE-5F5B-4F7A-885D-CE97D9CBD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8BF410-5CA3-4BB2-A999-C077291D9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statistical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6C9709-0217-4E31-8726-D02B26538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compare datasets and explain conclusions from evidence.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CD3C22-5377-4220-A724-17EB43159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5CFD75-5848-4A79-8B6D-19FD81364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the title, labels, scale and total before calculating.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BF70E0-7BBC-41AA-9AD1-4C665D743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Use proportional reasoning or add then divide for the mean.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BB7752-D65A-4D04-A3AC-1103DBBD8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State the answer in context and check it against the data range.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051A86-631A-414C-ADEE-FECD740F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data  |  frequency  |  pie chart  |  line graph  |  mean  |  scale</a:t>
            </a:r>
          </a:p>
        </p:txBody>
      </p:sp>
    </p:spTree>
    <p:extLst>
      <p:ext uri="{BB962C8B-B14F-4D97-AF65-F5344CB8AC3E}">
        <p14:creationId xmlns:p14="http://schemas.microsoft.com/office/powerpoint/2010/main" val="96898110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77871A-FCA1-4A4F-96A6-CEC4CA709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3D1C20-1986-4623-B6F2-A580EC5CE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450969-667D-4234-87A1-2743E7327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726E67-20B4-4A54-9463-8360EAC97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C07A8B-590B-46E8-9F06-EB73872C4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A54C69-D67E-4217-BCDD-1B1F28A1E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7D6BA0-DFBE-4F0F-BE8A-B3A30A820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BE71DD-44D1-43B0-A1FD-40758CE92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AC5555-5E84-4CF8-BC5E-E5FECD61D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statistical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5D2347-2145-4B49-83E7-75090E09C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Dataset A has mean 24 over 8 values. Dataset B has total 207 over 9 values. Which mean is greater?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C6841F-5279-4958-A6CF-CFC32AC1F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6EED61-48A3-4178-8B71-804A9001C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251280-9915-469E-9B97-596B17E10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Dataset A mean = 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3979F8-D18D-4D3E-9167-4DC25799F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432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00B5FA-F6F2-4F6A-8B80-F181B69C7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E3B6A3-3FD4-454C-A3AF-A53F76E4A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Dataset B mean = 207 ÷ 9 = 23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F48F0F-0BE5-47EB-A8B5-F0D371133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95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2E9340-1D1A-4BDE-AD95-134BD5E1B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93E39F-BCFA-405F-A02C-FB6568105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671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24 &gt; 23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4D63F4-72E7-49A4-8078-D5ED2B53C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132935-D032-4B9B-830C-84648A0AB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291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3E265E-78B2-4FC7-A95E-62184E374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Dataset A has the greater mean</a:t>
            </a:r>
          </a:p>
        </p:txBody>
      </p:sp>
    </p:spTree>
    <p:extLst>
      <p:ext uri="{BB962C8B-B14F-4D97-AF65-F5344CB8AC3E}">
        <p14:creationId xmlns:p14="http://schemas.microsoft.com/office/powerpoint/2010/main" val="86903245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699A5B-7935-41D5-BCCA-C57717F8E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0794E5-3648-4241-84DE-62A38ECD0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202BAE-A5E5-46C0-B12F-773721BEC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67F524-6107-4B33-9BF8-3758A8FFC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F1E5CD-DDD7-43BA-BF7B-0F4EEC260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42FFA5-5B85-4EF3-B3A7-5E2A024E4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89F68E-8DE1-4CF8-B0D6-C7FB45333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7AEE96-84F6-419D-9BE2-ABC9AC639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6A2D40-269E-427F-9E6E-EEE6F5FEA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statistical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AF6C44-63AE-4D36-BBEA-BCEDBA1D8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CD5F74-B60F-4AA9-BEC6-5B7FBFE56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Dataset A: 24; Dataset B: 23, so A is greater.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BFCCBF-651E-4EA8-B61E-909E8B919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4E2659-DAEB-474B-A312-EBE250EC9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State the answer in context and check it against the data range.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C3C9A1-C846-4E01-A2D8-E5D0E21B3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26921689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99DCEC-E7BF-4529-9EE0-87CD4909D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128E4B-B035-4FAA-A051-D61DA0294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EE8B50-0461-4089-BFF9-9C8E950B9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8A0419-2159-44BE-9C96-31E9476C3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D3BFD6-16A3-4283-AEF0-511708438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687C35-2B91-4459-87E6-CA7A3D2B6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B9A33A-8082-4C1E-A7BE-B611A26B8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E3FBC7-8F6F-4BD9-8012-E8463CEA5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EB3153-3193-47B9-B8B5-91D414140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statistical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8F0135-E7EE-4621-9236-E457ED33B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line graph rises from 18 to 46. What is the increase?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98D7F8-B766-431F-9C9D-5F9D7553A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D2A584-8463-452C-A87D-683EB09C6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D9ABDA-5946-49E7-B063-9F170DCC6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367208-436E-424C-97F1-9216394A7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815C59-BB18-4A59-B4C0-19274E93C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28.</a:t>
            </a:r>
          </a:p>
        </p:txBody>
      </p:sp>
    </p:spTree>
    <p:extLst>
      <p:ext uri="{BB962C8B-B14F-4D97-AF65-F5344CB8AC3E}">
        <p14:creationId xmlns:p14="http://schemas.microsoft.com/office/powerpoint/2010/main" val="150476985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F31CA2-F19E-4F3C-B8CA-DA75D7F8D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D00032-6FF9-4971-9CA5-FA3CA5349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0E485A-345D-431E-8C08-4C055869C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E38894-6C87-4AAB-8F63-834B5C27E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2839C8-496C-4092-AD21-7F17E98C9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C4305D-E8E2-4947-ABAC-931B34451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CECDCC-A139-47C2-ABB4-2FDAA2AFD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F05189-C012-426C-8D5A-B4B03E7B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816EC3-F505-451F-9882-1E1B11979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statistical problems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da0767c1324334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AD0C36-F6C1-4228-B672-DF2360DC8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FD0ADA-C201-4E7F-812E-7DF5031CB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divides by the largest value instead of the number of values when finding the mean.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17EBCB-42A5-4BCD-963C-BB7DD37FF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A4F010-3326-4D68-9DD5-EFEAEEDAF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66C1C2-E157-4869-A255-8F006127F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Add every value, count how many values there are, then divide the total by that count.</a:t>
            </a:r>
          </a:p>
        </p:txBody>
      </p:sp>
    </p:spTree>
    <p:extLst>
      <p:ext uri="{BB962C8B-B14F-4D97-AF65-F5344CB8AC3E}">
        <p14:creationId xmlns:p14="http://schemas.microsoft.com/office/powerpoint/2010/main" val="86414675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14B5DA-913B-49BF-B320-5756D76BC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BEA5B0-6552-4037-A918-41038F498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E82C54-58C1-4275-912A-4922F7EBA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ABB59A-0B70-49E0-AC0B-C230FC1F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DC9CBF-5C2B-4673-BA8C-5AEECF47C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742478-A33A-4362-8C13-641460FD2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216767-F399-4C6A-875E-B40DF14D9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42F7D5-7DAE-4543-B98D-9CD101615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AB6483-ED74-48FA-8EBF-60635A1CF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statistical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D81FC5-F0CB-4140-B6C4-33837F22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1334C2-5D5C-4ED5-A5F3-C7DC5D34B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48FA59-E4C2-475B-8D5C-B91F6572F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25F8A5-F75D-4D2C-AD32-BD6C74727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line graph rises from 18 to 46. What is the increase?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EDF01A-5562-4834-8C14-32AD7D5D4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DA65DE-3016-4657-9225-D5C1E4C0A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78D47D-CE1A-4E96-873E-F13C9BB36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2DB26B-CA6B-4005-BE4A-13749DA55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C319B2-5341-4F1B-BFEE-033549C8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5AB964-15FA-4C8E-85C9-8485C9D6F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9DA5A4-FF09-4C34-9FD6-8825BFE62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D72C27-6820-4BB7-B914-168F89981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28.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61CC96-0A37-4F0A-AE8B-DC750B6B6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33341720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5343AC-C9F6-45A0-BE23-950EDF697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B6ECBE-7C77-467E-A95B-E5FDF89DC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F6DA31-F69D-424D-9B9E-D82F77D50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2F8156-EE8A-407B-9DEE-6F5BC6D8B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2505F7-B502-4B66-A59E-F099682A4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020A26-FF29-4E5A-9E84-CB6540A3E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B9A0CC-26CE-4247-8D4D-22CB7CF9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40FB39-A410-4E4C-B510-00AE23306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2E316B-75C0-4B29-9030-8CB8EB629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statistical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F94745-94CB-4A37-AEFD-668650746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DF651B-4C2E-4D67-9259-A6ACCBA43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248A26-4784-49F1-B7CD-114471A65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55A1CA-03CF-4935-8F66-53AACA127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quarter of a 240-pupil pie chart represents walkers. How many pupils walk?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A214FA-2E92-4EEA-A545-7C0A74DEB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E363B0-143A-4E14-9976-DC67C0A98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36714F-8FCE-4BC4-BCBA-A42AD6BAF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0D8244-43AB-46BA-B96F-83031D9FB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41E8E8-6F2A-4DB3-A251-51523914A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012A46-3DE2-47A0-964A-2C5934839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9EEF11-9F5B-491F-A97C-FFF446635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028160-F0BC-4FC3-80DD-995426881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44273470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ECCEA7-5E47-4406-BE80-C105062B5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443D0E-DD08-4E9A-8A20-9FBA899F2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48BFE1-452C-4808-A62D-B51E19EB9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79C91C-893C-46D3-92DA-926A8260D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54129B-6E7E-416C-8597-979B4C6E4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7C59C3-462D-4AF2-B799-F100AD747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A6157C-DBAA-4E84-81D5-54DDB1C8B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9B27C5-CC9C-4731-86A3-2E613690B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482137-7A4B-4F47-8FCC-E6DEA889B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statistical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493BE8-DA72-41FA-B63E-CAB686196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In a survey of 60 pupils, 15 choose art. Find the pie-chart angle.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1BEAA3-D2EE-42C6-B010-30A97D9E4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015D32-DB44-4AF8-8D77-8F6196746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770CE1-A09E-412D-BF09-4973C7EE1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90 degrees.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13984117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12C856-3D26-4145-A1DE-8F279CD2F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823BD2-2E34-4C5F-95BA-20CE1D153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612A31-104C-447F-9EF6-BEB064407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5364E9-4C8E-4DE0-A105-E27EA91C0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1D0370-E0EB-4DAE-A3E2-569E65157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B90152-5EF7-44A1-89C0-D552708B0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0B6A1F-EFF8-4F0A-BEBA-580F7F1D7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FBF36E-8524-4691-B762-BFF9ADAA6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B073A9-EAAD-43C5-B5FC-DD02346A0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statistical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F9A748-685B-4541-98C6-D75E82EF2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016C5D-8B59-4BF3-B9AC-7F8E1F8D3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776E87-1CF5-4948-B710-68B48A68A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quarter of a 240-pupil pie chart represents walkers. How many pupils walk?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40DCF3-D473-40DA-A33F-4C32C86AF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B7F3D9-58D9-4443-A450-ABF69833F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954B55-1255-4C2B-BE25-94FE1BA5A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AF0FD1-7FB1-419F-8334-101DB6EC6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60 pupils.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7B2151-3B96-4A6F-8529-966620D03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E6D525-63B1-41CA-B153-424279490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86994084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3EDCDD-B6E8-4441-9117-38C27EADC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FB9E82-D7C5-406F-B1BE-2B597EECA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234560-16F8-43F1-AF44-D0930CC08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62F062-E364-4F37-A007-C894FC4A0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72CBC6-6410-47D9-8BEE-A13F41383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177FFB-E41E-4937-BECD-8C528B6E4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C138CF-09D6-446E-90A3-E93766637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D7F5F5-A340-42E5-BDA0-E0BE267C4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4BE144-B9BD-4270-B7B1-0712BE8E5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statistical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9A2F66-A958-4613-B83B-CE38FB460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9EC02B-1B7F-4A8E-A339-0C5F80125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AA2FA9-09E8-4C1E-B82E-AAF3D1580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D6A86A-517C-41DB-9D68-4A4B060EF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quarter of a 240-pupil pie chart represents walkers. How many pupils walk?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1134CB-2A89-4A7A-9E8D-4B3E83985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8F8419-E2EE-4951-8866-59C6A3D16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A341C4-2D85-4EE3-96D6-C696F4B4A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3FF983-F2DE-43DC-BD55-B3DD610F2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divides by the largest value instead of the number of values when finding the mean.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A68C76-8602-44F6-AA87-673218D44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D4E351-8BC3-43B6-91EB-E7FD72A6C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99FF0F-F10D-425E-8FD1-C9F78CAD5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8990F8-22F8-4534-9ED9-E262F55CB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A11781-567E-479B-A809-704F52D47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02133072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2026-09-09T22:14:23.2030000Z</dcterms:created>
  <dcterms:modified xsi:type="dcterms:W3CDTF">2026-09-09T22:14:23.2030000Z</dcterms:modified>
</coreProperties>
</file>