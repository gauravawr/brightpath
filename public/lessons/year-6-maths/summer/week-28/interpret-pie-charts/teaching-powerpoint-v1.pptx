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2c42e6ffd45b2" /><Relationship Type="http://schemas.openxmlformats.org/officeDocument/2006/relationships/extended-properties" Target="/docProps/app.xml" Id="R0007feeabc8e421f" /><Relationship Type="http://schemas.openxmlformats.org/officeDocument/2006/relationships/officeDocument" Target="/ppt/presentation.xml" Id="R8ed0d7856b7a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c08beaadf34771"/>
  </p:sldMasterIdLst>
  <p:notesMasterIdLst>
    <p:notesMasterId xmlns:r="http://schemas.openxmlformats.org/officeDocument/2006/relationships" r:id="Rc74e77dd27974885"/>
  </p:notesMasterIdLst>
  <p:sldIdLst>
    <p:sldId xmlns:r="http://schemas.openxmlformats.org/officeDocument/2006/relationships" id="256" r:id="R5c2309c447c84a6c"/>
    <p:sldId xmlns:r="http://schemas.openxmlformats.org/officeDocument/2006/relationships" id="257" r:id="R03fbbbe5d5074018"/>
    <p:sldId xmlns:r="http://schemas.openxmlformats.org/officeDocument/2006/relationships" id="258" r:id="R7ebd92a1956e4b80"/>
    <p:sldId xmlns:r="http://schemas.openxmlformats.org/officeDocument/2006/relationships" id="259" r:id="R95588daa195d4beb"/>
    <p:sldId xmlns:r="http://schemas.openxmlformats.org/officeDocument/2006/relationships" id="260" r:id="Rfc18890b658f493f"/>
    <p:sldId xmlns:r="http://schemas.openxmlformats.org/officeDocument/2006/relationships" id="261" r:id="Rb82c99e59d5a43a1"/>
    <p:sldId xmlns:r="http://schemas.openxmlformats.org/officeDocument/2006/relationships" id="262" r:id="R282f0c1ef6ca4087"/>
    <p:sldId xmlns:r="http://schemas.openxmlformats.org/officeDocument/2006/relationships" id="263" r:id="Rd22d8c577cea48df"/>
    <p:sldId xmlns:r="http://schemas.openxmlformats.org/officeDocument/2006/relationships" id="264" r:id="Ra69d73bd508c495d"/>
    <p:sldId xmlns:r="http://schemas.openxmlformats.org/officeDocument/2006/relationships" id="265" r:id="R89f2dca1f3ef4b5a"/>
    <p:sldId xmlns:r="http://schemas.openxmlformats.org/officeDocument/2006/relationships" id="266" r:id="R9c28eb1ba79d431c"/>
    <p:sldId xmlns:r="http://schemas.openxmlformats.org/officeDocument/2006/relationships" id="267" r:id="R1553865f5ef946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82fea071747fe" /><Relationship Type="http://schemas.openxmlformats.org/officeDocument/2006/relationships/slideMaster" Target="/ppt/slideMasters/slideMaster1.xml" Id="R98c08beaadf34771" /><Relationship Type="http://schemas.openxmlformats.org/officeDocument/2006/relationships/notesMaster" Target="/ppt/notesMasters/notesMaster1.xml" Id="Rc74e77dd27974885" /><Relationship Type="http://schemas.openxmlformats.org/officeDocument/2006/relationships/presProps" Target="/ppt/presProps.xml" Id="Rb88a6ea831634626" /><Relationship Type="http://schemas.openxmlformats.org/officeDocument/2006/relationships/tableStyles" Target="/ppt/tableStyles.xml" Id="R5c5e51e0946c486f" /><Relationship Type="http://schemas.openxmlformats.org/officeDocument/2006/relationships/slide" Target="/ppt/slides/slide1.xml" Id="R5c2309c447c84a6c" /><Relationship Type="http://schemas.openxmlformats.org/officeDocument/2006/relationships/slide" Target="/ppt/slides/slide2.xml" Id="R03fbbbe5d5074018" /><Relationship Type="http://schemas.openxmlformats.org/officeDocument/2006/relationships/slide" Target="/ppt/slides/slide3.xml" Id="R7ebd92a1956e4b80" /><Relationship Type="http://schemas.openxmlformats.org/officeDocument/2006/relationships/slide" Target="/ppt/slides/slide4.xml" Id="R95588daa195d4beb" /><Relationship Type="http://schemas.openxmlformats.org/officeDocument/2006/relationships/slide" Target="/ppt/slides/slide5.xml" Id="Rfc18890b658f493f" /><Relationship Type="http://schemas.openxmlformats.org/officeDocument/2006/relationships/slide" Target="/ppt/slides/slide6.xml" Id="Rb82c99e59d5a43a1" /><Relationship Type="http://schemas.openxmlformats.org/officeDocument/2006/relationships/slide" Target="/ppt/slides/slide7.xml" Id="R282f0c1ef6ca4087" /><Relationship Type="http://schemas.openxmlformats.org/officeDocument/2006/relationships/slide" Target="/ppt/slides/slide8.xml" Id="Rd22d8c577cea48df" /><Relationship Type="http://schemas.openxmlformats.org/officeDocument/2006/relationships/slide" Target="/ppt/slides/slide9.xml" Id="Ra69d73bd508c495d" /><Relationship Type="http://schemas.openxmlformats.org/officeDocument/2006/relationships/slide" Target="/ppt/slides/slide10.xml" Id="R89f2dca1f3ef4b5a" /><Relationship Type="http://schemas.openxmlformats.org/officeDocument/2006/relationships/slide" Target="/ppt/slides/slide11.xml" Id="R9c28eb1ba79d431c" /><Relationship Type="http://schemas.openxmlformats.org/officeDocument/2006/relationships/slide" Target="/ppt/slides/slide12.xml" Id="R1553865f5ef946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c4e8bf43e9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829725bc141fa" /><Relationship Type="http://schemas.openxmlformats.org/officeDocument/2006/relationships/notesMaster" Target="/ppt/notesMasters/notesMaster1.xml" Id="Rd8889d46b51a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f96068ecd04c78" /><Relationship Type="http://schemas.openxmlformats.org/officeDocument/2006/relationships/notesMaster" Target="/ppt/notesMasters/notesMaster1.xml" Id="R88b2004c0cf74e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7b40b3237e4bc2" /><Relationship Type="http://schemas.openxmlformats.org/officeDocument/2006/relationships/notesMaster" Target="/ppt/notesMasters/notesMaster1.xml" Id="Rfda9cb66fb52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7769ae3275484d" /><Relationship Type="http://schemas.openxmlformats.org/officeDocument/2006/relationships/notesMaster" Target="/ppt/notesMasters/notesMaster1.xml" Id="R4af203601b60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eb3472a4244c99" /><Relationship Type="http://schemas.openxmlformats.org/officeDocument/2006/relationships/notesMaster" Target="/ppt/notesMasters/notesMaster1.xml" Id="Rce8881bb339842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e915283114140" /><Relationship Type="http://schemas.openxmlformats.org/officeDocument/2006/relationships/notesMaster" Target="/ppt/notesMasters/notesMaster1.xml" Id="Rf30df3044b89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e5751b70ff48bb" /><Relationship Type="http://schemas.openxmlformats.org/officeDocument/2006/relationships/notesMaster" Target="/ppt/notesMasters/notesMaster1.xml" Id="Rb7ce842dcdf4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fde40dcdc04f1d" /><Relationship Type="http://schemas.openxmlformats.org/officeDocument/2006/relationships/notesMaster" Target="/ppt/notesMasters/notesMaster1.xml" Id="R310d03998eed4d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96f237c1cf42ce" /><Relationship Type="http://schemas.openxmlformats.org/officeDocument/2006/relationships/notesMaster" Target="/ppt/notesMasters/notesMaster1.xml" Id="R01353f0bc4fc49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c0d3eb348d4956" /><Relationship Type="http://schemas.openxmlformats.org/officeDocument/2006/relationships/notesMaster" Target="/ppt/notesMasters/notesMaster1.xml" Id="R1d04e8c1e038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dd395a44d0481b" /><Relationship Type="http://schemas.openxmlformats.org/officeDocument/2006/relationships/notesMaster" Target="/ppt/notesMasters/notesMaster1.xml" Id="Rb8ffb2893c7343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505613053e4dc7" /><Relationship Type="http://schemas.openxmlformats.org/officeDocument/2006/relationships/notesMaster" Target="/ppt/notesMasters/notesMaster1.xml" Id="R3707f3b86517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Graph paper, rulers, protractors, data tables, calculators for checking,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90 degrees. | Read the title, labels, scale and total before calculating. | Add every value, count how many values there are, then divide the total by that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data, frequency, pie chart, line graph, mean, scale.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60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90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Add every value, count how many values there are, then divide the total by that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90 degrees..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Dataset A: 24; Dataset B: 23, so A is greater.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15. | Add every value, count how many values there are, then divide the total by that count.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b2a196480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002a9bb8994aed" /><Relationship Type="http://schemas.openxmlformats.org/officeDocument/2006/relationships/slideLayout" Target="/ppt/slideLayouts/slideLayout1.xml" Id="R9e871270f5da42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71270f5da42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aff8887524765" /><Relationship Type="http://schemas.openxmlformats.org/officeDocument/2006/relationships/notesSlide" Target="/ppt/notesSlides/notesSlide1.xml" Id="R791f370dff4a45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627cac87c42cd" /><Relationship Type="http://schemas.openxmlformats.org/officeDocument/2006/relationships/notesSlide" Target="/ppt/notesSlides/notesSlide2.xml" Id="R39018d487d414e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88f1bc0884596" /><Relationship Type="http://schemas.openxmlformats.org/officeDocument/2006/relationships/notesSlide" Target="/ppt/notesSlides/notesSlide3.xml" Id="R0402ce9d064e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402fc78fd4611" /><Relationship Type="http://schemas.openxmlformats.org/officeDocument/2006/relationships/notesSlide" Target="/ppt/notesSlides/notesSlide4.xml" Id="R43ae66e02aae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d8a5f63124ca3" /><Relationship Type="http://schemas.openxmlformats.org/officeDocument/2006/relationships/notesSlide" Target="/ppt/notesSlides/notesSlide5.xml" Id="R828de02ab27b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e1aa374a148b6" /><Relationship Type="http://schemas.openxmlformats.org/officeDocument/2006/relationships/notesSlide" Target="/ppt/notesSlides/notesSlide6.xml" Id="R19bda68ba479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cb7a49b0b4cd7" /><Relationship Type="http://schemas.openxmlformats.org/officeDocument/2006/relationships/image" Target="/ppt/media/image.png" Id="R28cfe9ae20614547" /><Relationship Type="http://schemas.openxmlformats.org/officeDocument/2006/relationships/notesSlide" Target="/ppt/notesSlides/notesSlide7.xml" Id="Rde4da49b7e0749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419dbc1404e18" /><Relationship Type="http://schemas.openxmlformats.org/officeDocument/2006/relationships/notesSlide" Target="/ppt/notesSlides/notesSlide8.xml" Id="R641af99c0d1043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ca57152b54c40" /><Relationship Type="http://schemas.openxmlformats.org/officeDocument/2006/relationships/notesSlide" Target="/ppt/notesSlides/notesSlide9.xml" Id="R4d07751c28f141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b5378935045ef" /><Relationship Type="http://schemas.openxmlformats.org/officeDocument/2006/relationships/notesSlide" Target="/ppt/notesSlides/notesSlide10.xml" Id="Rca128f10d4d0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6ff05b894f6a" /><Relationship Type="http://schemas.openxmlformats.org/officeDocument/2006/relationships/notesSlide" Target="/ppt/notesSlides/notesSlide11.xml" Id="R8fef8519659842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26807c43a4b1b" /><Relationship Type="http://schemas.openxmlformats.org/officeDocument/2006/relationships/notesSlide" Target="/ppt/notesSlides/notesSlide12.xml" Id="Rd64e1ac7689645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D745C-788E-4023-BBB9-DBDFAB3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FF164-0294-4819-8178-CE786A94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72F38-7E15-4ACD-BF80-A85A331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6AFB4-7918-4B5C-B1B9-F5683793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92746-77E4-4E18-9C9E-970C6CAB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AA4E8-D635-4052-817E-182978D8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758CF-5C5C-4222-BE1E-8BD5CEB5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02FCC-650F-48B5-B4CE-A1EDAFC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fractions and angles to interpret pie charts.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104B1-2B4F-4192-B575-D95CD05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22EC-F2CB-46AD-B078-6AD9AB0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Graph 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D518F-B816-4224-AA5C-3E665746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669886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C033E-0922-4884-9423-6BA16F61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8099-3651-4121-8899-1012BACE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F1861-DCCB-4D41-B34A-5D3F6A7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0CE7F-5D2F-4E89-90D0-2214DC7B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91E71-FFDE-4569-BDE0-A0D0C1D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5E099-60CD-42EC-8342-9283DC3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2E2EC-06BF-40E0-BB13-CA183C49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93A6E-4837-44C6-8671-E6AA509B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B360C-C865-4088-A3E7-B817D483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89938-35D9-4147-96D3-94F19EB8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9CC7C-D724-4B5E-90EC-9436B96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13734-104E-4AC8-B601-C20533F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3373-08CA-425B-9920-90DAFB0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Interpret and construct statistical representations and calculate the mean.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84FC3-2051-40E8-AF61-A73BA25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A348F-A50A-4125-B641-8A9AC08C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2A948-1E63-490D-BE6B-62435C4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01359-FFEE-4833-BB02-621691C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05AC5-C92F-425C-9569-357A93F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5153B-97EE-4E60-BD1E-42A27909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88715-81C0-4FFF-BF34-F067305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65C8D-09D8-4D60-9694-38C769E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quarter of a 240-pupil pie chart represents walkers. How many pupils walk?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66B2C-16CD-4B40-893B-96B9CE71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086543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B49BB-86AB-4CC2-9C37-34CDF93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CEB06-FC07-4BB9-8405-0FBFE82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64FE1-B72F-4D54-B493-52524C8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7BD0-221E-4638-AA0C-DC4B5B08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982C7-7F4E-4564-ABFA-EFF9C376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888F8-1813-4282-B86D-C2EE6C5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BF53B-338B-4A77-BE8C-7FB9D1E4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F5FD4-5C02-4F14-8F77-88016A2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88A3A-3F75-4ADA-9DC5-7AE94356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D5962-3AE7-43D5-A152-B1441400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fractions and angles to interpret pie charts.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6BB78-4E24-43D5-9590-3CE5A672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828E8-36E8-460E-BF96-0D2F2912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title, labels, scale and total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500C7-5399-4D23-ABE0-1EDC5A3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proportional reasoning or add then divide for the mean.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9C7C0-FDDA-43EA-BB05-60E9E23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State the answer in context and check it against the data range.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A12FB-D133-4AB9-A136-7DC5A01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data  |  frequency  |  pie chart  |  line graph  |  mean  |  scale</a:t>
            </a:r>
          </a:p>
        </p:txBody>
      </p:sp>
    </p:spTree>
    <p:extLst>
      <p:ext uri="{BB962C8B-B14F-4D97-AF65-F5344CB8AC3E}">
        <p14:creationId xmlns:p14="http://schemas.microsoft.com/office/powerpoint/2010/main" val="15071044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D0E30-3377-44E5-AE31-7A05C83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FD3C8-C22A-4059-A8DA-559B006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1647E-FC91-4196-BDB7-F0BA11B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1196E-1A41-4FD4-8E58-AE456BF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6175F-F06C-43CF-834C-B5335E1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8E64C-9403-4EBE-8D72-27670620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177C6-D8CD-4247-AD28-8BF5DDA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2CCF0-1BF4-428E-BFCB-2FE1255A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3604A-E013-431F-8E62-4D092DB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CA4BB-85E4-4338-B4AE-D2DFB98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quarter of a 240-pupil pie chart represents walkers. How many pupils walk?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3B9DA-FEB2-4E8E-BC5C-2D3E01C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C6835-7058-41A7-B3BF-10108E1B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4FF66-1726-4FB0-A843-36247CBC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Quarter of 240 pupils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576AB-DEF9-468C-B0BC-BC99350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A92C6-B9A3-4A1A-9A74-FA0D065A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C49C8-2984-4594-ABD1-879208E1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1/4 × 240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C6681-C9DC-45CB-B9EE-3D741AA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5097C-EBF6-4353-9045-7898988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6356D-0AB9-43DD-B273-77D356E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240 ÷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EB088-D13D-4E20-B882-DA3F8F28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4BFDF-7DD2-4918-A1CE-9D15AF6B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FEEA1-4C57-45BF-9368-1DFA33B3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60 pupils</a:t>
            </a:r>
          </a:p>
        </p:txBody>
      </p:sp>
    </p:spTree>
    <p:extLst>
      <p:ext uri="{BB962C8B-B14F-4D97-AF65-F5344CB8AC3E}">
        <p14:creationId xmlns:p14="http://schemas.microsoft.com/office/powerpoint/2010/main" val="20046179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23509-94B7-4ACA-81E3-E94A50B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D79AD-9BC7-4EF4-93CC-38392A3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4F4FE-8569-4654-B769-0007EDC3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BEF98-53E0-494A-8EC7-B4F30A9D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94AD4-0326-4A10-8B6B-A042C7F4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3A76-3725-43A2-92D1-C9A0B26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3ED37-C32E-4D9A-961C-ECC753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24967-C59F-46E5-B844-7D266284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7412C-4ABE-40EE-9F5C-2788CC2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3901A-A401-49AC-AE50-6FCBF8E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43876-BC72-411C-9997-4DC5D4E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60 pupils.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4DF0C-8D59-4C23-ACDE-02C2333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990E0-EB69-4474-B3C8-404577F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State the answer in context and check it against the data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63DF2-D005-45CC-956E-EDD9F26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508267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92156-8CF7-4346-86E2-D973C27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37C6F-2F61-43F0-8740-D4B4F567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9A45-6047-4DF0-97F4-D47E3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70C98-7828-4529-B948-7246826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CCF62-96F2-443C-8C22-FF20C8C8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A022E-5791-4467-9CA3-1281C418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0F0B6-5A8C-48E7-AE61-0939198F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EDBF3-0B01-4A42-B9EE-2965C87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A57D7-81EC-41CE-8E20-A819DD2A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BE39D-3CAA-41B1-A3A6-FD8610D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5383F-4026-4034-B4D5-29E5D5A4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E3384-457F-4C40-BD98-0FA04CE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0F316-3EB5-47D3-AB3B-6D9035C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120E8-E484-4EB9-9E3F-6D7A593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AB5D-CE1A-46A6-9328-CBBBB239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90 degrees.</a:t>
            </a:r>
          </a:p>
        </p:txBody>
      </p:sp>
    </p:spTree>
    <p:extLst>
      <p:ext uri="{BB962C8B-B14F-4D97-AF65-F5344CB8AC3E}">
        <p14:creationId xmlns:p14="http://schemas.microsoft.com/office/powerpoint/2010/main" val="7331100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980BA-81FF-43B8-98CB-5C886670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FFB95-F0A1-4831-88F1-7633033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A4CAC-F729-488E-B2D7-27B0980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85C0A-46A4-4388-B753-A65568E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50365-3AF2-4C2A-A2C7-25BD104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8D9E-5C7B-480A-9BA1-FE9D3C5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32BA-0A17-4EA9-976E-DDE0D36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CF65F-0856-4E28-A6A7-12F28DF8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F42F-F4E1-4E47-B597-302A5815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fe9ae2061454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6D3FA-05A2-493F-94F4-4C55B094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F0822-595C-4508-80F2-A4321EF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by the largest value instead of the number of values when finding the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F1F5F-960F-4F9F-B291-67CFAAE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84BC-95A9-48BA-90F6-8878B137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B932F-4181-4AC8-A05F-05A6D6C9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Add every value, count how many values there are, then divide the total by that count.</a:t>
            </a:r>
          </a:p>
        </p:txBody>
      </p:sp>
    </p:spTree>
    <p:extLst>
      <p:ext uri="{BB962C8B-B14F-4D97-AF65-F5344CB8AC3E}">
        <p14:creationId xmlns:p14="http://schemas.microsoft.com/office/powerpoint/2010/main" val="11090505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5C82D-0D9E-4103-9B5C-283C567A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3F6B7-AA4A-4A8F-8A7E-F119DAA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CDAD2-6B9D-4D36-A188-85D8677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18F59-77CC-46F1-B17E-258E237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17021-30EA-4B72-BC45-85755202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044A-D847-4318-A7EC-2F93618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FB45D-33C5-4185-AD00-4BB8AFF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1DE25-20A5-4F3C-B16D-DE69B646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53DC8-424A-468B-A6BC-0CC4DE8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95A0B-E9C3-488B-B134-3FA0736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87853-9F1D-48E6-B78B-CA3FD30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55FE7-9E38-42DC-A384-BD3598F9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19BEB-B59E-4EB3-B58E-57A4357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74549-BF5A-4819-AE25-CB0AACD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4B32B-322F-41DE-AD3B-74F4213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CCE0E-F6A0-411E-B471-E631FBB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EE027-F9B2-4222-934F-F443A43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D92EA-5763-4267-B824-79D7F17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A982D-B67F-44E6-80B6-B750DDB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B58DA-6792-44DF-A5C0-B111AA5A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E4D9D-E926-43C0-B829-4284BD6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90 degrees.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57462-1FB7-412E-A97C-A8F10D2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7927228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006ED-68E8-48A4-9152-6049E2A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472C4-6C14-493F-BF7B-F4814F19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2C817-2698-48E9-B788-580FB98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7E45C-751B-4026-A691-D808C22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F66AA-ADFA-4481-B25A-85DE633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289C-C4D2-4B0F-9921-E2F1A28A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3A056-BD6C-49E8-A90F-F673EF0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40AE2-4B53-4E92-867F-D416060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BBE57-A95F-449C-8AAC-4662B89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6B1A-CB47-4F8C-B209-5BA03E01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33DCC-DB87-45D1-8781-BE2C7C8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278EC-E9A4-4240-8D9A-B4CE03E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CCEDC-BB8D-46BE-8E5C-DF2DC571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mean of 12, 15, 18, 11 and 19.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9E729-E119-411D-B9BD-0411D673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E975B-15E3-4649-AF72-6B41184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51512-E90A-468A-86ED-2647C38D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FC79-93EC-44E4-9AA7-C3D81A84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A35C7-15FE-4040-A70D-234DD53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2D59E-2867-49FF-BB84-1EE3AC7B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4C9F5-ACB2-4CA3-88DD-45A97135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1E81C-CA0C-46B6-B92E-BE03E2F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3956488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A465E-0138-4A1C-8ADE-9B86346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BE414-765F-4627-B07E-F2D5136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B3F1-35D9-4245-B4FC-6A8AE54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B9FCD-B225-4022-A0EE-EB6B4CEE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A35E4-B788-49A1-8B26-E1EF8E26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98651-EBE9-4D49-AC8A-93189D8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6426-D8F5-4622-B6D8-999940F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95173-93E4-43C1-8A9B-E049E57B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050A1-A4EA-48C3-9E8E-51E3CCEA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3207F-4410-4228-85B1-22161FA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Dataset A has mean 24 over 8 values. Dataset B has total 207 over 9 values. Which mean is greater?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4FAE2-3FB5-4329-BE65-E7837DE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FE022-A796-449A-BA7A-0C9ED21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04D33-67DE-4E99-9F23-BE68FAC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Dataset A: 24; Dataset B: 23, so A is greater.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2644417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2F2AA-BD71-48F8-9523-41BB93E0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88FC3-3551-4FBF-A3A1-DE6FBAA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1F8CC-1513-4845-BFAF-74014F3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D5959-D192-45A1-B5A0-D1A65C63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D7378-C6AE-4115-A452-EB70AD7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08D9A-183D-43EE-BC45-B4C58BC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921A-D22A-4745-B7F8-4DFEF81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6A001-9D95-4450-9D73-DAB08E42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DEBEF-221F-48FA-9C1D-A5D4C43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2E7C-F062-4F16-A86F-64E6915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527FE-AF8A-468D-A92C-F12517C1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31D66-2139-44CA-876B-2D7A30E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mean of 12, 15, 18, 11 and 19.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12BA9-CF37-4427-A87A-C8D5D6B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70E20-74FE-4DB1-BF34-C2ECE3E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C8B5A-65CD-4270-A557-12CF6EDA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B95A6-0C01-4A72-B1B2-3B32662C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8ADDC-E8EE-457C-B344-1B13D44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DE59C-DDB1-456C-942D-6A57CBEA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34642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D5C9F-6821-4D74-BC85-E92C9BC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1B561-9F42-4309-B579-7683D6A9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5799A-3048-4533-A080-8B38E39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BFF48-0AD1-45C9-928A-98A6B899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F2423-1B15-49F1-B668-5D44601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16A2E-7F3B-4AD0-879E-7900E99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5CB2-CA07-4D84-9DAD-79514BE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3E881-97B0-4BBF-8E2B-FF7FA8E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4DE8D-5DF1-4CAA-AD0E-0CD77E7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pie 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1C304-41F2-449F-B024-670AB6F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CA31-69E1-4323-8767-CFC234A2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0ED42-DAB4-4F01-A862-C1009EF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03A3C-1B8E-4939-8DEA-55BE3BE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mean of 12, 15, 18, 11 and 19.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558B8-9952-41D0-8AC2-DF5F5CCC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E12D9-2386-44B1-ACE7-4632C5D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12B3F-3054-491F-845C-E3001A7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1308F-AEE1-41B9-92F5-B1977FC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by the largest value instead of the number of values when finding the mean.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930AD-51B0-4F12-8349-6C22B11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E7D94-3D65-4BCE-B0A4-AFE3C68D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E0009-6D0D-44CC-850E-5A40DFB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D66E8-3D81-4129-BA30-B5B62B3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613CC-CBA6-4EDF-8D89-9A4A5F2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7628329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2026-09-09T22:14:19.1430000Z</dcterms:created>
  <dcterms:modified xsi:type="dcterms:W3CDTF">2026-09-09T22:14:19.1430000Z</dcterms:modified>
</coreProperties>
</file>