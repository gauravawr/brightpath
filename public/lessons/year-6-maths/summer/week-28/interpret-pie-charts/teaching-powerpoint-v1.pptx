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9db9735eec4174" /><Relationship Type="http://schemas.openxmlformats.org/officeDocument/2006/relationships/extended-properties" Target="/docProps/app.xml" Id="Rd0c1c680c9a940ae" /><Relationship Type="http://schemas.openxmlformats.org/officeDocument/2006/relationships/officeDocument" Target="/ppt/presentation.xml" Id="R136647e79a2748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72d665dc90c4d2c"/>
  </p:sldMasterIdLst>
  <p:notesMasterIdLst>
    <p:notesMasterId xmlns:r="http://schemas.openxmlformats.org/officeDocument/2006/relationships" r:id="R7221b5222bd14f21"/>
  </p:notesMasterIdLst>
  <p:sldIdLst>
    <p:sldId xmlns:r="http://schemas.openxmlformats.org/officeDocument/2006/relationships" id="256" r:id="R5a77fdad8a774a73"/>
    <p:sldId xmlns:r="http://schemas.openxmlformats.org/officeDocument/2006/relationships" id="257" r:id="R92f54da1545f4747"/>
    <p:sldId xmlns:r="http://schemas.openxmlformats.org/officeDocument/2006/relationships" id="258" r:id="R5454cb6a138a42fa"/>
    <p:sldId xmlns:r="http://schemas.openxmlformats.org/officeDocument/2006/relationships" id="259" r:id="Rd5775ded398642ea"/>
    <p:sldId xmlns:r="http://schemas.openxmlformats.org/officeDocument/2006/relationships" id="260" r:id="R8e0972aee4964a4b"/>
    <p:sldId xmlns:r="http://schemas.openxmlformats.org/officeDocument/2006/relationships" id="261" r:id="R2315a2937347413a"/>
    <p:sldId xmlns:r="http://schemas.openxmlformats.org/officeDocument/2006/relationships" id="262" r:id="Rfbe33fce12984ded"/>
    <p:sldId xmlns:r="http://schemas.openxmlformats.org/officeDocument/2006/relationships" id="263" r:id="R4e756f5f5f384715"/>
    <p:sldId xmlns:r="http://schemas.openxmlformats.org/officeDocument/2006/relationships" id="264" r:id="R90b3ecc0def5461a"/>
    <p:sldId xmlns:r="http://schemas.openxmlformats.org/officeDocument/2006/relationships" id="265" r:id="Rcdbf26f2a4a54742"/>
    <p:sldId xmlns:r="http://schemas.openxmlformats.org/officeDocument/2006/relationships" id="266" r:id="Rc31f6fffe3814f99"/>
    <p:sldId xmlns:r="http://schemas.openxmlformats.org/officeDocument/2006/relationships" id="267" r:id="R486aecb3c5f6400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58abb27d494118" /><Relationship Type="http://schemas.openxmlformats.org/officeDocument/2006/relationships/slideMaster" Target="/ppt/slideMasters/slideMaster1.xml" Id="R972d665dc90c4d2c" /><Relationship Type="http://schemas.openxmlformats.org/officeDocument/2006/relationships/notesMaster" Target="/ppt/notesMasters/notesMaster1.xml" Id="R7221b5222bd14f21" /><Relationship Type="http://schemas.openxmlformats.org/officeDocument/2006/relationships/presProps" Target="/ppt/presProps.xml" Id="R5a35323e0a884532" /><Relationship Type="http://schemas.openxmlformats.org/officeDocument/2006/relationships/tableStyles" Target="/ppt/tableStyles.xml" Id="R64a3fb76d88643e5" /><Relationship Type="http://schemas.openxmlformats.org/officeDocument/2006/relationships/slide" Target="/ppt/slides/slide1.xml" Id="R5a77fdad8a774a73" /><Relationship Type="http://schemas.openxmlformats.org/officeDocument/2006/relationships/slide" Target="/ppt/slides/slide2.xml" Id="R92f54da1545f4747" /><Relationship Type="http://schemas.openxmlformats.org/officeDocument/2006/relationships/slide" Target="/ppt/slides/slide3.xml" Id="R5454cb6a138a42fa" /><Relationship Type="http://schemas.openxmlformats.org/officeDocument/2006/relationships/slide" Target="/ppt/slides/slide4.xml" Id="Rd5775ded398642ea" /><Relationship Type="http://schemas.openxmlformats.org/officeDocument/2006/relationships/slide" Target="/ppt/slides/slide5.xml" Id="R8e0972aee4964a4b" /><Relationship Type="http://schemas.openxmlformats.org/officeDocument/2006/relationships/slide" Target="/ppt/slides/slide6.xml" Id="R2315a2937347413a" /><Relationship Type="http://schemas.openxmlformats.org/officeDocument/2006/relationships/slide" Target="/ppt/slides/slide7.xml" Id="Rfbe33fce12984ded" /><Relationship Type="http://schemas.openxmlformats.org/officeDocument/2006/relationships/slide" Target="/ppt/slides/slide8.xml" Id="R4e756f5f5f384715" /><Relationship Type="http://schemas.openxmlformats.org/officeDocument/2006/relationships/slide" Target="/ppt/slides/slide9.xml" Id="R90b3ecc0def5461a" /><Relationship Type="http://schemas.openxmlformats.org/officeDocument/2006/relationships/slide" Target="/ppt/slides/slide10.xml" Id="Rcdbf26f2a4a54742" /><Relationship Type="http://schemas.openxmlformats.org/officeDocument/2006/relationships/slide" Target="/ppt/slides/slide11.xml" Id="Rc31f6fffe3814f99" /><Relationship Type="http://schemas.openxmlformats.org/officeDocument/2006/relationships/slide" Target="/ppt/slides/slide12.xml" Id="R486aecb3c5f640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678148573846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b7c68b0a624860" /><Relationship Type="http://schemas.openxmlformats.org/officeDocument/2006/relationships/notesMaster" Target="/ppt/notesMasters/notesMaster1.xml" Id="R4292ab00e086440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06cf23fd3f4c38" /><Relationship Type="http://schemas.openxmlformats.org/officeDocument/2006/relationships/notesMaster" Target="/ppt/notesMasters/notesMaster1.xml" Id="R9e481db8bc7843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e0e2fdfb2734984" /><Relationship Type="http://schemas.openxmlformats.org/officeDocument/2006/relationships/notesMaster" Target="/ppt/notesMasters/notesMaster1.xml" Id="Re842159bc9df48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449db0a5ab4466" /><Relationship Type="http://schemas.openxmlformats.org/officeDocument/2006/relationships/notesMaster" Target="/ppt/notesMasters/notesMaster1.xml" Id="Rf73ebad3818c451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9844c5da1841a4" /><Relationship Type="http://schemas.openxmlformats.org/officeDocument/2006/relationships/notesMaster" Target="/ppt/notesMasters/notesMaster1.xml" Id="Rbe8922ba42154d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02eaf2ba21849fd" /><Relationship Type="http://schemas.openxmlformats.org/officeDocument/2006/relationships/notesMaster" Target="/ppt/notesMasters/notesMaster1.xml" Id="R297223161acb432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628bd0e3074262" /><Relationship Type="http://schemas.openxmlformats.org/officeDocument/2006/relationships/notesMaster" Target="/ppt/notesMasters/notesMaster1.xml" Id="R4e33cce2c85543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513787b89447e1" /><Relationship Type="http://schemas.openxmlformats.org/officeDocument/2006/relationships/notesMaster" Target="/ppt/notesMasters/notesMaster1.xml" Id="R6feff3d7e23947a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68cb11f14264af2" /><Relationship Type="http://schemas.openxmlformats.org/officeDocument/2006/relationships/notesMaster" Target="/ppt/notesMasters/notesMaster1.xml" Id="R1a834e327b444b3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150afb6e354b1a" /><Relationship Type="http://schemas.openxmlformats.org/officeDocument/2006/relationships/notesMaster" Target="/ppt/notesMasters/notesMaster1.xml" Id="R5db2e7968d684e1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0fba14f5aec41d8" /><Relationship Type="http://schemas.openxmlformats.org/officeDocument/2006/relationships/notesMaster" Target="/ppt/notesMasters/notesMaster1.xml" Id="R91e7776dbc9949a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59b728d7d594b8f" /><Relationship Type="http://schemas.openxmlformats.org/officeDocument/2006/relationships/notesMaster" Target="/ppt/notesMasters/notesMaster1.xml" Id="R2b5b3ded82aa4f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Graph paper, rulers, protractors, data tables, calculators for checking,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90 degrees. | Read the title, labels, scale and total before calculating. |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data, frequency, pie chart, line graph, mean, scale.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60 pupils.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90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90 degrees..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15..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Dataset A: 24; Dataset B: 23, so A is greater.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15. | Add every value, count how many values there are, then divide the total by that count.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648c43639a4c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fe24b410d34901" /><Relationship Type="http://schemas.openxmlformats.org/officeDocument/2006/relationships/slideLayout" Target="/ppt/slideLayouts/slideLayout1.xml" Id="R84293f0195744f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293f0195744f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46ae966fa44366" /><Relationship Type="http://schemas.openxmlformats.org/officeDocument/2006/relationships/notesSlide" Target="/ppt/notesSlides/notesSlide1.xml" Id="R5702687db9874c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3a46a4002484a" /><Relationship Type="http://schemas.openxmlformats.org/officeDocument/2006/relationships/notesSlide" Target="/ppt/notesSlides/notesSlide2.xml" Id="R42fe9e5051cb480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d481f4ae824144" /><Relationship Type="http://schemas.openxmlformats.org/officeDocument/2006/relationships/notesSlide" Target="/ppt/notesSlides/notesSlide3.xml" Id="R7e265adca6ad4b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89134341648ba" /><Relationship Type="http://schemas.openxmlformats.org/officeDocument/2006/relationships/notesSlide" Target="/ppt/notesSlides/notesSlide4.xml" Id="R4b7a493a620144d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2e2aa36c9347f7" /><Relationship Type="http://schemas.openxmlformats.org/officeDocument/2006/relationships/notesSlide" Target="/ppt/notesSlides/notesSlide5.xml" Id="R032be2993d9f46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e13de031d44fe5" /><Relationship Type="http://schemas.openxmlformats.org/officeDocument/2006/relationships/notesSlide" Target="/ppt/notesSlides/notesSlide6.xml" Id="R44d0d3c39fda42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af232d654a4b40" /><Relationship Type="http://schemas.openxmlformats.org/officeDocument/2006/relationships/image" Target="/ppt/media/image.png" Id="R3b2537ba8bb44243" /><Relationship Type="http://schemas.openxmlformats.org/officeDocument/2006/relationships/notesSlide" Target="/ppt/notesSlides/notesSlide7.xml" Id="Rf60e0ab290eb42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2193aaf5064f6d" /><Relationship Type="http://schemas.openxmlformats.org/officeDocument/2006/relationships/notesSlide" Target="/ppt/notesSlides/notesSlide8.xml" Id="R2dee9bb2df6142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516f1e2ad04052" /><Relationship Type="http://schemas.openxmlformats.org/officeDocument/2006/relationships/notesSlide" Target="/ppt/notesSlides/notesSlide9.xml" Id="Rcabc72fb43fb4f4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d3ba8252a645c5" /><Relationship Type="http://schemas.openxmlformats.org/officeDocument/2006/relationships/notesSlide" Target="/ppt/notesSlides/notesSlide10.xml" Id="R4bca735e9fb544f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80e2ef9f224e42" /><Relationship Type="http://schemas.openxmlformats.org/officeDocument/2006/relationships/notesSlide" Target="/ppt/notesSlides/notesSlide11.xml" Id="Reacafe82006b48f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399d9d62f247a4" /><Relationship Type="http://schemas.openxmlformats.org/officeDocument/2006/relationships/notesSlide" Target="/ppt/notesSlides/notesSlide12.xml" Id="Rac3223f7d631425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236CF6-4209-4821-BD61-CFEFAEC06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1C2250-14B8-436A-B387-26F35F7C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DF774F-EDB3-4C58-B142-60D2A73BE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73752F-2ED6-4B4E-A87F-A77FF09B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64F560-4E60-4E60-901C-ED2A3AAD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Interpret pie charts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F090E2-2C25-47C6-9F6B-F87CF7C2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834EC5-14AA-4318-9144-A136D387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6BCD32-C5EF-4D8C-BAF4-B95E1550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fractions and angles to interpret pie charts.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C10026-241D-4953-9533-EED1EC1C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65B58B-2862-4825-8852-03A0BC2A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Graph paper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36A0BA-4760-446E-8D2E-3E033254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012985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2BF403-7643-40BD-9C1C-4CAB5D2C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ADD541-E8A4-40FB-903F-C59AAEAA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FF2FD2-88FB-4C99-9613-13B135D4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D9D846-B291-4D9D-9469-BD4ACB5C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E0AC51-E73B-4006-9B31-C7460B4B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C7E39D-0FF6-4DF2-A5C0-83BD32B1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563185-C157-48B1-8AC2-C7A78F2F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069DDF-FE41-4ACC-8B25-7F0D3132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B9C1A3-1D46-46DE-9699-B4930DF0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pie charts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5E9AEF-783C-474F-924E-A9AA93C91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8A2402-2AE5-41E4-A996-553FB252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E6FCDB-04BB-4BA6-9A14-0BB53B79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C23BEB-0D98-4FAB-B84A-6ECAD639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Interpret and construct statistical representations and calculate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CD7653-ECFC-4143-AF87-F85D3291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974C57-F44E-4705-806C-8717485B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75F953-9850-4D60-98DD-6C2B9AB0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C73B98-923B-4403-AD2A-FFD477FB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a survey of 60 pupils, 15 choose art. Find the pie-chart angle.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9B3065-D4D0-4584-B6CC-8D29A839B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0008C3-C31D-4EB2-AD62-F382A135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AE9751-FF0B-4338-948A-EB778848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596314-A693-49C2-84BA-2603004F8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quarter of a 240-pupil pie chart represents walkers. How many pupils walk?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C548E9-4820-472B-8CE2-CF2A83E5A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604651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DF09B6-EDDD-4D38-A014-31F63E7F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9E04C0-1CC0-4DAC-92F0-23D22468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DC8962-424A-45F1-8A77-A3AB7D03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87DC3E-1C4E-4C10-9B5D-579AFD38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64413-6325-44D1-AC60-05F8B9B8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662AAA-941A-478B-A685-9A7C97EF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506D81-05FC-4F96-9E93-8478B9D6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053D39-4554-4C7F-AD14-EB343026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DC60BD-F716-410E-9BBE-A4FC1475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pie charts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ACA01F-AD1C-40E0-8B50-A8B26C1C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fractions and angles to interpret pie charts.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17EDB6-1073-47CF-95F7-DC8F0A38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B8043A-903A-4365-A96D-843306B9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title, labels, scale and total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307D22-D118-4F2B-AFAE-F3510083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proportional reasoning or add then divide for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FBEFEC-FC1A-43EB-AA96-B092489BE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State the answer in context and check it against the data range.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1D5F16-3D11-4B05-AFB7-DED40019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data  |  frequency  |  pie chart  |  line graph  |  mean  |  scale</a:t>
            </a:r>
          </a:p>
        </p:txBody>
      </p:sp>
    </p:spTree>
    <p:extLst>
      <p:ext uri="{BB962C8B-B14F-4D97-AF65-F5344CB8AC3E}">
        <p14:creationId xmlns:p14="http://schemas.microsoft.com/office/powerpoint/2010/main" val="15047622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124A41-3698-4820-87E1-F19D098DC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864782-1C0A-4122-9516-72130E7B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8D66E-F59D-4CC1-B5F9-782A0C53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7A2435-6A1B-41F2-91E2-BB11CFD6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C62131-A790-4BF9-8869-1AEB0A99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D96044-F1EC-4F8A-AE0A-C0B9F233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496E4F-5932-47E3-9C1D-C0E6649B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F88583-AB78-4E88-AB85-27A22578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0D351B-D184-487B-AAC8-CFF40705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pie charts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D82715-DCDA-41B7-B307-8B16DEE5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quarter of a 240-pupil pie chart represents walkers. How many pupils walk?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31DCA5-F1D3-4EC7-9C21-437BB753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7F1CF8-1410-4CC5-8EE0-2B703ABA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DB8EB0-1397-424C-BBF6-95C5842D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the title, labels, scale and total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CC9EC2-E64F-4FE1-8BCC-5EA978C9E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6E039D-FAB3-40CA-9A99-2DE674C4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414421-B7A6-4F71-8F09-5E686895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Use proportional reasoning or add then divide for the mean.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62C480-E5F9-4309-BEFE-40B53EF0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E61605-192F-4A05-A75D-18BBF870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EAAAB9-2054-49DC-B027-1CF9ABCB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60 pupils.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94A961-64B0-4BF3-B606-DF2804CDC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A273B1-9417-4F1F-95B8-9E4FEB76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122551-44EA-4CDB-84D6-FDCD173E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State the answer in context and check it against the data range.</a:t>
            </a:r>
          </a:p>
        </p:txBody>
      </p:sp>
    </p:spTree>
    <p:extLst>
      <p:ext uri="{BB962C8B-B14F-4D97-AF65-F5344CB8AC3E}">
        <p14:creationId xmlns:p14="http://schemas.microsoft.com/office/powerpoint/2010/main" val="21099344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3DB456-7F4F-4A9D-8CD1-FD3C8BDA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EA7E4-9C83-47D1-8323-B02F2EB6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EFEBD3-0900-4EB4-A64C-EFD5DF2C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36E4E0-A3F9-47A1-9909-6E5F946E8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8C7FD5-EA0F-4F19-AC88-4A232492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B9CF60-E75B-49D8-81A7-B0659124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3BDEE0-9DA7-4673-8494-8D6AB728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252593-D0FE-4C0E-A526-D60C36C2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A93FE1-A1A3-44BC-9DE1-29869732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pie charts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D42C9C-4397-46C5-9E11-8A801078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7E4ADD-3FBA-4234-8824-C0C72BD02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60 pupils.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687E21-2800-44F9-A5E3-2089E912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0A2C3C-790D-4E37-A685-2BE1AB94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State the answer in context and check it against the data range.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3AE393-9176-4FA8-82D8-D39D177F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6710894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41694F-9713-4896-A702-F7591335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7946F8-3137-426E-946D-31420AFB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1B61FE-D97C-43CB-B807-29A951F4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0606EE-67F4-482A-A7CF-0BC8ADE6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F48F01-1D3E-4623-9198-7DE3A87D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272591-F5B5-446E-98C3-7257AEF8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514DFB-6AF9-4989-9270-CEC6DD28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AF799-8140-4A1B-8DD5-33F5A80B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14B041-C638-4DC7-A3D0-DE14092B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pie charts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2D9E7E-7D6B-40B2-B827-1DE3918E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a survey of 60 pupils, 15 choose art. Find the pie-chart angle.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3EE0CA-7BB4-4983-98AE-329E89B5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6DA320-D3E4-48D7-9130-C95B3AD8F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C829C4-878F-4BEC-AE57-EBA832C5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90F028-EF1F-49CE-8843-9B08AF38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6EED7A-ED8E-4D72-9CB1-7E0F05CB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90 degrees.</a:t>
            </a:r>
          </a:p>
        </p:txBody>
      </p:sp>
    </p:spTree>
    <p:extLst>
      <p:ext uri="{BB962C8B-B14F-4D97-AF65-F5344CB8AC3E}">
        <p14:creationId xmlns:p14="http://schemas.microsoft.com/office/powerpoint/2010/main" val="10355476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D0C3BE-38C3-44E4-A61A-BC63E12C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E3A966-D456-4D55-BD57-077A12307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810F3E-D6E0-465A-B257-DEE954BA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E7EA54-7B6B-4557-8978-84CF20B4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B9E3E3-6F0B-4C0B-BA4F-A499EA23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52E69E-0E82-4EFE-8958-40CA4222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667685-36EB-4310-9162-AA8BD15A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44A5E7-5D36-4058-9535-6390C47B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80017F-1738-409B-A426-6828430C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pie charts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2537ba8bb44243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8DF35F-B83B-4BE0-A8F9-35AD6F8D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10EE6-3C6A-4A1F-A3AD-5BDE2AAED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by the largest value instead of the number of values when finding the mean.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84F611-E07A-431A-94F7-A536494D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D94207-C633-466D-B38D-958C572A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EE8F7-ACB5-4AEC-A518-6A28EF28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Add every value, count how many values there are, then divide the total by that count.</a:t>
            </a:r>
          </a:p>
        </p:txBody>
      </p:sp>
    </p:spTree>
    <p:extLst>
      <p:ext uri="{BB962C8B-B14F-4D97-AF65-F5344CB8AC3E}">
        <p14:creationId xmlns:p14="http://schemas.microsoft.com/office/powerpoint/2010/main" val="1746719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F015DD-46C0-4772-9ECE-AA1B1A3B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094B93-A0A0-416B-B1B7-0912BA70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2DAB0-14C1-4DA2-BB00-CBB4E5B8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03AF67-AFF1-457A-B3FC-60FC87B1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1E3A5B-8700-4CD0-B443-2EAC4C8C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A200AC-10B9-43EB-82C9-2F2523B1B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970B2C-4ED4-4B5E-86F8-E248FF85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5999FA-CEA7-4813-A5AF-C86EB867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049C8D-FDD9-45A7-8AE3-F1FC8146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pie charts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C4EFBF-CB24-4A31-BDBD-D0E1E4E3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067744-AB71-4E45-AC6B-E71EAF04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EFF21D-06B8-4C89-8D06-5C4243AF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B5B03D-4BA4-43F6-AAA8-2F4B3B6C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a survey of 60 pupils, 15 choose art. Find the pie-chart angle.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BC8A09-B5DF-4C2B-8088-A9DCCC38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3AAB6B-486C-494D-9265-A75A950F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F96BE1-27B7-4435-9BA5-9399419E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85823F-549F-4DEA-B631-4BE337E2C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69E55B-8E33-40EC-A615-926E4D48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738323-51B6-4075-B7AA-EC3D85AA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79ED5A-86CC-498E-85BD-575ADEA3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E03BBA-598B-4F81-A4E9-578FEAC7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90 degrees.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CBCA75-B5AE-48C7-9427-520F9224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548961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CDDFE6-D569-4CCA-8E42-6794CA51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C62C51-D0D2-4325-BC07-38F145A0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BB223B-AC37-4184-A623-CE61040F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43FFA-353C-4DF7-91C7-3748DC79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41FAD0-9C3D-4427-989D-BA41ED21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D6A8C4-CE53-48B7-80CA-17CB43BC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72103F-2061-487B-A796-808A2799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6FC87A-10C1-46F0-8A63-D0C7EFE1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F45793-5C23-492C-ACE3-C9CF30A4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pie charts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C7CDA8-6D5E-4FEC-8A36-57B837EA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357316-B91A-4BF0-AF02-6417CE1C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1CB4B3-FAB9-4380-8535-14FFED27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01791D-9293-4858-9052-718F1AAD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mean of 12, 15, 18, 11 and 19.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186B7B-CB89-4D57-A564-B6C603DE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C54EF4-C92D-487E-9235-095ACACB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CBC3BC-1BCA-44EF-B70B-43E826BE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CE764F-4761-4A91-B38E-9489FEA8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3865A3-2118-44E5-9BCC-DF5DA6E8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2D2E91-AA8F-47C6-BFB6-DB477F5E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CA38FA-8010-4335-9331-3F31CFFE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BD66E5-0E9C-429E-946A-710A0327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238144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D5FC12-81D7-4F41-8C68-1722E249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878983-0A27-41B0-A30A-6A50B8A5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7AEB09-AE96-4F85-AB57-984249AD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1A6EFB-17A0-476A-8105-4471403F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8AE74E-07FD-4C39-91C2-E5446451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7D64C1-2FDC-4DA5-B227-8AB88F7E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06363B-854B-4EF1-9E61-84FE845E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0863DF-6E55-46FA-9514-E60CEF55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2D7603-AF7B-4595-ACED-1DC151E0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pie charts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159101-26C6-424B-9222-42B96EDE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Dataset A has mean 24 over 8 values. Dataset B has total 207 over 9 values. Which mean is greater?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063025-D75B-4F11-BBDE-2098E830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CA3215-7C3B-4990-8E3B-3D412B08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A5C35B-F077-425E-9016-FDFA7313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Dataset A: 24; Dataset B: 23, so A is greater.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0312908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ECEDF8-635F-4013-82F1-16FEBC60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63E59F-2336-4A79-BC34-30DE2B01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2A46E-A450-4B8F-9671-F474D17A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A6229-F52A-442F-8EF3-C51B1E5D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3311FA-1E47-447D-A671-376318B9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6EAECD-EE2A-4B76-80C4-D677C7A7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724E86-72D0-4A58-8010-D29FCDC4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073AF2-0D5A-46C8-9E1F-DB2DE1EC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C7E6CD-8802-4954-A8F8-065D8670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pie charts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39BC79-DB6D-417A-B760-FF25FB3E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9484F2-4C6B-4B1E-BF83-9EED3F88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D06129-EB07-4320-8094-97A859D3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mean of 12, 15, 18, 11 and 19.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F96199-336E-415B-9CB8-ACBF888F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768DF5-1F27-4C28-B36C-75B6ED3A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B2BACF-4D1C-440C-8582-C693BC51A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1C5DBF-86A7-481C-B57F-7612B0CE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A3225B-5A8E-485D-8965-33877D66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4A0854-3EB1-4B68-843B-AC19F102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2942495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09BE82-4ED0-4BD0-A574-B39223B8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8C096-E726-44B6-A845-6A270C6E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847DC-5562-43E9-A58B-2AF0F670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7D8C7D-C9F5-408B-8450-E44958D9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1AF0AC-16A8-486F-93EA-06AB9189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B50988-EC88-46E7-92FD-E4733113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C613C3-254B-4661-B8F2-662D410D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720FA-7CD4-4987-A502-5E3454FC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10174D-E456-4A01-A965-A23631EC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pie charts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C0934E-C3C9-4F25-B455-EA1E0BB1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EEC1A3-6345-4B2D-92F7-DD81B757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C4727D-5113-4C57-8DC0-C159FA14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35B6CE-54F3-46D5-AC4F-BDF30891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mean of 12, 15, 18, 11 and 19.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450826-AA51-4379-9D18-FF499A81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FCEC54-3987-4DB5-B561-00F3EBDD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6D2CE6-6EAA-434A-8ABE-941CF04A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97C73A-E219-49F3-BB52-7DDE143E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by the largest value instead of the number of values when finding the mean.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770CD5-983B-4D74-874E-E0903E41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21C9DA-7595-4AB6-95BB-3F7849DC9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DB7DF2-3D01-4DEF-BCAE-DD64BDB5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649072-C6BF-440E-8632-44430E9C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254BCB-C589-42BD-AC1D-07F360043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573722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2026-09-09T20:50:23.3250000Z</dcterms:created>
  <dcterms:modified xsi:type="dcterms:W3CDTF">2026-09-09T20:50:23.3250000Z</dcterms:modified>
</coreProperties>
</file>