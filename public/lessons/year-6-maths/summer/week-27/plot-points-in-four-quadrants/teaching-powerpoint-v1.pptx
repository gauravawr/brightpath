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Plot points in four quadrants. Plot points in four quadrants.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Plot points in four quadrants. I do. Read horizontal movement first, then vertical. Reflections keep the distance to the mirror line equal.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Plot points in four quadrants. You do. Pause before clicking. Let pupils try independently, then reveal and discuss every step. Read horizontal movement first, then vertical. Reflections keep the distance to the mirror line equal.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Plot points in four quadrants. I do. Read horizontal movement first, then vertical. Reflections keep the distance to the mirror line equal.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Plot points in four quadrants. You do. Pause before clicking. Let pupils try independently, then reveal and discuss every step. Read horizontal movement first, then vertical. Reflections keep the distance to the mirror line equal.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Plot points in four quadrants.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Plot points in four quadrants.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EF488A6C-0246-4741-8EC9-EBBD109097BE}"/>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Plot points in four quadrants</a:t>
            </a:r>
          </a:p>
        </p:txBody>
      </p:sp>
      <p:sp>
        <p:nvSpPr>
          <p:cNvPr id="2" name="object-2">
            <a:extLst>
              <a:ext uri="{FF2B5EF4-FFF2-40B4-BE49-F238E27FC236}">
                <a16:creationId xmlns:a16="http://schemas.microsoft.com/office/drawing/2014/main" id="{8A08B79E-DD9B-404E-8D13-F054A3D631D9}"/>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3DEF0B0C-A3F2-4FD9-AC31-99C021EAE3F0}"/>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F2D52F35-7475-4DE8-B151-B5D66C2B679A}"/>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Plot points in four quadrants</a:t>
            </a:r>
          </a:p>
        </p:txBody>
      </p:sp>
      <p:sp>
        <p:nvSpPr>
          <p:cNvPr id="5" name="object-5">
            <a:extLst>
              <a:ext uri="{FF2B5EF4-FFF2-40B4-BE49-F238E27FC236}">
                <a16:creationId xmlns:a16="http://schemas.microsoft.com/office/drawing/2014/main" id="{BE4FEF65-FE14-4B3A-8194-D7CF032D630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26B2A2E5-BB51-403D-B1E9-D66568E020AC}"/>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read and plot coordinates in all four quadrants.</a:t>
            </a:r>
          </a:p>
        </p:txBody>
      </p:sp>
    </p:spTree>
    <p:extLst>
      <p:ext uri="{BB962C8B-B14F-4D97-AF65-F5344CB8AC3E}">
        <p14:creationId xmlns:p14="http://schemas.microsoft.com/office/powerpoint/2010/main" val="5693190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 name="object-1">
            <a:extLst>
              <a:ext uri="{FF2B5EF4-FFF2-40B4-BE49-F238E27FC236}">
                <a16:creationId xmlns:a16="http://schemas.microsoft.com/office/drawing/2014/main" id="{34D7FB86-BC2B-4C9F-9111-81FE26095F4D}"/>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D5A1BFC7-7190-4FC9-B73C-86C95FD925A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Plot (-4, 3).</a:t>
            </a:r>
          </a:p>
        </p:txBody>
      </p:sp>
      <p:sp>
        <p:nvSpPr>
          <p:cNvPr id="3" name="object-3">
            <a:extLst>
              <a:ext uri="{FF2B5EF4-FFF2-40B4-BE49-F238E27FC236}">
                <a16:creationId xmlns:a16="http://schemas.microsoft.com/office/drawing/2014/main" id="{4CB69B08-9E99-4E4E-B804-7E84A8443FAE}"/>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9F849AA1-B476-4915-81A0-F945030CC3FF}"/>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Plot points in four quadrants</a:t>
            </a:r>
          </a:p>
        </p:txBody>
      </p:sp>
      <p:sp>
        <p:nvSpPr>
          <p:cNvPr id="5" name="object-5">
            <a:extLst>
              <a:ext uri="{FF2B5EF4-FFF2-40B4-BE49-F238E27FC236}">
                <a16:creationId xmlns:a16="http://schemas.microsoft.com/office/drawing/2014/main" id="{792C7C29-41E8-4D49-BBA3-90A8AB430B3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889B839E-F7CF-4D90-8546-5F7C5F5F9BEC}"/>
              </a:ext>
            </a:extLst>
          </p:cNvPr>
          <p:cNvSpPr>
            <a:spLocks noGrp="1"/>
          </p:cNvSpPr>
          <p:nvPr/>
        </p:nvSpPr>
        <p:spPr>
          <a:xfrm>
            <a:off x="2583656" y="2583656"/>
            <a:ext cx="4953000" cy="0"/>
          </a:xfrm>
          <a:prstGeom prst="line">
            <a:avLst/>
          </a:prstGeom>
          <a:noFill/>
          <a:ln w="11906">
            <a:solidFill>
              <a:srgbClr val="BCD0EA"/>
            </a:solidFill>
          </a:ln>
        </p:spPr>
      </p:sp>
      <p:sp>
        <p:nvSpPr>
          <p:cNvPr id="7" name="object-7">
            <a:extLst>
              <a:ext uri="{FF2B5EF4-FFF2-40B4-BE49-F238E27FC236}">
                <a16:creationId xmlns:a16="http://schemas.microsoft.com/office/drawing/2014/main" id="{2FF0BDE9-8DD5-4C39-B28A-C13CA1E9C6A9}"/>
              </a:ext>
            </a:extLst>
          </p:cNvPr>
          <p:cNvSpPr>
            <a:spLocks noGrp="1"/>
          </p:cNvSpPr>
          <p:nvPr/>
        </p:nvSpPr>
        <p:spPr>
          <a:xfrm>
            <a:off x="2583656" y="2583656"/>
            <a:ext cx="0" cy="4953000"/>
          </a:xfrm>
          <a:prstGeom prst="line">
            <a:avLst/>
          </a:prstGeom>
          <a:noFill/>
          <a:ln w="11906">
            <a:solidFill>
              <a:srgbClr val="BCD0EA"/>
            </a:solidFill>
          </a:ln>
        </p:spPr>
      </p:sp>
      <p:sp>
        <p:nvSpPr>
          <p:cNvPr id="8" name="object-8">
            <a:extLst>
              <a:ext uri="{FF2B5EF4-FFF2-40B4-BE49-F238E27FC236}">
                <a16:creationId xmlns:a16="http://schemas.microsoft.com/office/drawing/2014/main" id="{92516221-C956-4058-99E7-B5E441B5D597}"/>
              </a:ext>
            </a:extLst>
          </p:cNvPr>
          <p:cNvSpPr>
            <a:spLocks noGrp="1"/>
          </p:cNvSpPr>
          <p:nvPr/>
        </p:nvSpPr>
        <p:spPr>
          <a:xfrm>
            <a:off x="2369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9" name="object-9">
            <a:extLst>
              <a:ext uri="{FF2B5EF4-FFF2-40B4-BE49-F238E27FC236}">
                <a16:creationId xmlns:a16="http://schemas.microsoft.com/office/drawing/2014/main" id="{609B5D80-FB9A-4FFD-8AD3-6FF78CBBC661}"/>
              </a:ext>
            </a:extLst>
          </p:cNvPr>
          <p:cNvSpPr>
            <a:spLocks noGrp="1"/>
          </p:cNvSpPr>
          <p:nvPr/>
        </p:nvSpPr>
        <p:spPr>
          <a:xfrm>
            <a:off x="4560094" y="2393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10" name="object-10">
            <a:extLst>
              <a:ext uri="{FF2B5EF4-FFF2-40B4-BE49-F238E27FC236}">
                <a16:creationId xmlns:a16="http://schemas.microsoft.com/office/drawing/2014/main" id="{9528DCB5-8A81-4224-A4A1-8EBD1579B9FE}"/>
              </a:ext>
            </a:extLst>
          </p:cNvPr>
          <p:cNvSpPr>
            <a:spLocks noGrp="1"/>
          </p:cNvSpPr>
          <p:nvPr/>
        </p:nvSpPr>
        <p:spPr>
          <a:xfrm>
            <a:off x="2583656" y="2893219"/>
            <a:ext cx="4953000" cy="0"/>
          </a:xfrm>
          <a:prstGeom prst="line">
            <a:avLst/>
          </a:prstGeom>
          <a:noFill/>
          <a:ln w="11906">
            <a:solidFill>
              <a:srgbClr val="BCD0EA"/>
            </a:solidFill>
          </a:ln>
        </p:spPr>
      </p:sp>
      <p:sp>
        <p:nvSpPr>
          <p:cNvPr id="11" name="object-11">
            <a:extLst>
              <a:ext uri="{FF2B5EF4-FFF2-40B4-BE49-F238E27FC236}">
                <a16:creationId xmlns:a16="http://schemas.microsoft.com/office/drawing/2014/main" id="{0A7E5DFB-EFBC-4F07-A9F4-68D2F644D729}"/>
              </a:ext>
            </a:extLst>
          </p:cNvPr>
          <p:cNvSpPr>
            <a:spLocks noGrp="1"/>
          </p:cNvSpPr>
          <p:nvPr/>
        </p:nvSpPr>
        <p:spPr>
          <a:xfrm>
            <a:off x="2893219" y="2583656"/>
            <a:ext cx="0" cy="4953000"/>
          </a:xfrm>
          <a:prstGeom prst="line">
            <a:avLst/>
          </a:prstGeom>
          <a:noFill/>
          <a:ln w="11906">
            <a:solidFill>
              <a:srgbClr val="BCD0EA"/>
            </a:solidFill>
          </a:ln>
        </p:spPr>
      </p:sp>
      <p:sp>
        <p:nvSpPr>
          <p:cNvPr id="12" name="object-12">
            <a:extLst>
              <a:ext uri="{FF2B5EF4-FFF2-40B4-BE49-F238E27FC236}">
                <a16:creationId xmlns:a16="http://schemas.microsoft.com/office/drawing/2014/main" id="{10906BE3-E97A-4216-AE9B-2FD8593056B4}"/>
              </a:ext>
            </a:extLst>
          </p:cNvPr>
          <p:cNvSpPr>
            <a:spLocks noGrp="1"/>
          </p:cNvSpPr>
          <p:nvPr/>
        </p:nvSpPr>
        <p:spPr>
          <a:xfrm>
            <a:off x="2583656" y="3202781"/>
            <a:ext cx="4953000" cy="0"/>
          </a:xfrm>
          <a:prstGeom prst="line">
            <a:avLst/>
          </a:prstGeom>
          <a:noFill/>
          <a:ln w="11906">
            <a:solidFill>
              <a:srgbClr val="BCD0EA"/>
            </a:solidFill>
          </a:ln>
        </p:spPr>
      </p:sp>
      <p:sp>
        <p:nvSpPr>
          <p:cNvPr id="13" name="object-13">
            <a:extLst>
              <a:ext uri="{FF2B5EF4-FFF2-40B4-BE49-F238E27FC236}">
                <a16:creationId xmlns:a16="http://schemas.microsoft.com/office/drawing/2014/main" id="{9EADF894-4A46-48ED-AA10-D78C3B23DBD1}"/>
              </a:ext>
            </a:extLst>
          </p:cNvPr>
          <p:cNvSpPr>
            <a:spLocks noGrp="1"/>
          </p:cNvSpPr>
          <p:nvPr/>
        </p:nvSpPr>
        <p:spPr>
          <a:xfrm>
            <a:off x="3202781" y="2583656"/>
            <a:ext cx="0" cy="4953000"/>
          </a:xfrm>
          <a:prstGeom prst="line">
            <a:avLst/>
          </a:prstGeom>
          <a:noFill/>
          <a:ln w="11906">
            <a:solidFill>
              <a:srgbClr val="BCD0EA"/>
            </a:solidFill>
          </a:ln>
        </p:spPr>
      </p:sp>
      <p:sp>
        <p:nvSpPr>
          <p:cNvPr id="14" name="object-14">
            <a:extLst>
              <a:ext uri="{FF2B5EF4-FFF2-40B4-BE49-F238E27FC236}">
                <a16:creationId xmlns:a16="http://schemas.microsoft.com/office/drawing/2014/main" id="{F82374AE-EEED-444D-AB05-9F9BA4EC4FDE}"/>
              </a:ext>
            </a:extLst>
          </p:cNvPr>
          <p:cNvSpPr>
            <a:spLocks noGrp="1"/>
          </p:cNvSpPr>
          <p:nvPr/>
        </p:nvSpPr>
        <p:spPr>
          <a:xfrm>
            <a:off x="29884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5" name="object-15">
            <a:extLst>
              <a:ext uri="{FF2B5EF4-FFF2-40B4-BE49-F238E27FC236}">
                <a16:creationId xmlns:a16="http://schemas.microsoft.com/office/drawing/2014/main" id="{8F4DADB2-872D-4E36-B997-922611E2CC95}"/>
              </a:ext>
            </a:extLst>
          </p:cNvPr>
          <p:cNvSpPr>
            <a:spLocks noGrp="1"/>
          </p:cNvSpPr>
          <p:nvPr/>
        </p:nvSpPr>
        <p:spPr>
          <a:xfrm>
            <a:off x="4560094" y="30122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6" name="object-16">
            <a:extLst>
              <a:ext uri="{FF2B5EF4-FFF2-40B4-BE49-F238E27FC236}">
                <a16:creationId xmlns:a16="http://schemas.microsoft.com/office/drawing/2014/main" id="{930E021B-BC0D-46CA-AC4A-EEF5B35CA990}"/>
              </a:ext>
            </a:extLst>
          </p:cNvPr>
          <p:cNvSpPr>
            <a:spLocks noGrp="1"/>
          </p:cNvSpPr>
          <p:nvPr/>
        </p:nvSpPr>
        <p:spPr>
          <a:xfrm>
            <a:off x="2583656" y="3512344"/>
            <a:ext cx="4953000" cy="0"/>
          </a:xfrm>
          <a:prstGeom prst="line">
            <a:avLst/>
          </a:prstGeom>
          <a:noFill/>
          <a:ln w="11906">
            <a:solidFill>
              <a:srgbClr val="BCD0EA"/>
            </a:solidFill>
          </a:ln>
        </p:spPr>
      </p:sp>
      <p:sp>
        <p:nvSpPr>
          <p:cNvPr id="17" name="object-17">
            <a:extLst>
              <a:ext uri="{FF2B5EF4-FFF2-40B4-BE49-F238E27FC236}">
                <a16:creationId xmlns:a16="http://schemas.microsoft.com/office/drawing/2014/main" id="{3794D0C7-5B28-4279-8230-367E7AA34415}"/>
              </a:ext>
            </a:extLst>
          </p:cNvPr>
          <p:cNvSpPr>
            <a:spLocks noGrp="1"/>
          </p:cNvSpPr>
          <p:nvPr/>
        </p:nvSpPr>
        <p:spPr>
          <a:xfrm>
            <a:off x="3512344" y="2583656"/>
            <a:ext cx="0" cy="4953000"/>
          </a:xfrm>
          <a:prstGeom prst="line">
            <a:avLst/>
          </a:prstGeom>
          <a:noFill/>
          <a:ln w="11906">
            <a:solidFill>
              <a:srgbClr val="BCD0EA"/>
            </a:solidFill>
          </a:ln>
        </p:spPr>
      </p:sp>
      <p:sp>
        <p:nvSpPr>
          <p:cNvPr id="18" name="object-18">
            <a:extLst>
              <a:ext uri="{FF2B5EF4-FFF2-40B4-BE49-F238E27FC236}">
                <a16:creationId xmlns:a16="http://schemas.microsoft.com/office/drawing/2014/main" id="{4E1CB6B3-66B5-4601-8831-977136F8967C}"/>
              </a:ext>
            </a:extLst>
          </p:cNvPr>
          <p:cNvSpPr>
            <a:spLocks noGrp="1"/>
          </p:cNvSpPr>
          <p:nvPr/>
        </p:nvSpPr>
        <p:spPr>
          <a:xfrm>
            <a:off x="2583656" y="3821906"/>
            <a:ext cx="4953000" cy="0"/>
          </a:xfrm>
          <a:prstGeom prst="line">
            <a:avLst/>
          </a:prstGeom>
          <a:noFill/>
          <a:ln w="11906">
            <a:solidFill>
              <a:srgbClr val="BCD0EA"/>
            </a:solidFill>
          </a:ln>
        </p:spPr>
      </p:sp>
      <p:sp>
        <p:nvSpPr>
          <p:cNvPr id="19" name="object-19">
            <a:extLst>
              <a:ext uri="{FF2B5EF4-FFF2-40B4-BE49-F238E27FC236}">
                <a16:creationId xmlns:a16="http://schemas.microsoft.com/office/drawing/2014/main" id="{3BC097CA-EC92-45CD-B716-794BCC32B972}"/>
              </a:ext>
            </a:extLst>
          </p:cNvPr>
          <p:cNvSpPr>
            <a:spLocks noGrp="1"/>
          </p:cNvSpPr>
          <p:nvPr/>
        </p:nvSpPr>
        <p:spPr>
          <a:xfrm>
            <a:off x="3821906" y="2583656"/>
            <a:ext cx="0" cy="4953000"/>
          </a:xfrm>
          <a:prstGeom prst="line">
            <a:avLst/>
          </a:prstGeom>
          <a:noFill/>
          <a:ln w="11906">
            <a:solidFill>
              <a:srgbClr val="BCD0EA"/>
            </a:solidFill>
          </a:ln>
        </p:spPr>
      </p:sp>
      <p:sp>
        <p:nvSpPr>
          <p:cNvPr id="20" name="object-20">
            <a:extLst>
              <a:ext uri="{FF2B5EF4-FFF2-40B4-BE49-F238E27FC236}">
                <a16:creationId xmlns:a16="http://schemas.microsoft.com/office/drawing/2014/main" id="{EC7BEA74-3C0F-4F43-8901-BE1403988EC2}"/>
              </a:ext>
            </a:extLst>
          </p:cNvPr>
          <p:cNvSpPr>
            <a:spLocks noGrp="1"/>
          </p:cNvSpPr>
          <p:nvPr/>
        </p:nvSpPr>
        <p:spPr>
          <a:xfrm>
            <a:off x="36075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1" name="object-21">
            <a:extLst>
              <a:ext uri="{FF2B5EF4-FFF2-40B4-BE49-F238E27FC236}">
                <a16:creationId xmlns:a16="http://schemas.microsoft.com/office/drawing/2014/main" id="{DCB061F4-A9D1-4CA1-AB17-602696D70540}"/>
              </a:ext>
            </a:extLst>
          </p:cNvPr>
          <p:cNvSpPr>
            <a:spLocks noGrp="1"/>
          </p:cNvSpPr>
          <p:nvPr/>
        </p:nvSpPr>
        <p:spPr>
          <a:xfrm>
            <a:off x="4560094" y="36314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2" name="object-22">
            <a:extLst>
              <a:ext uri="{FF2B5EF4-FFF2-40B4-BE49-F238E27FC236}">
                <a16:creationId xmlns:a16="http://schemas.microsoft.com/office/drawing/2014/main" id="{B395E852-41B6-4009-ADCD-1665008D25E9}"/>
              </a:ext>
            </a:extLst>
          </p:cNvPr>
          <p:cNvSpPr>
            <a:spLocks noGrp="1"/>
          </p:cNvSpPr>
          <p:nvPr/>
        </p:nvSpPr>
        <p:spPr>
          <a:xfrm>
            <a:off x="2583656" y="4131469"/>
            <a:ext cx="4953000" cy="0"/>
          </a:xfrm>
          <a:prstGeom prst="line">
            <a:avLst/>
          </a:prstGeom>
          <a:noFill/>
          <a:ln w="11906">
            <a:solidFill>
              <a:srgbClr val="BCD0EA"/>
            </a:solidFill>
          </a:ln>
        </p:spPr>
      </p:sp>
      <p:sp>
        <p:nvSpPr>
          <p:cNvPr id="23" name="object-23">
            <a:extLst>
              <a:ext uri="{FF2B5EF4-FFF2-40B4-BE49-F238E27FC236}">
                <a16:creationId xmlns:a16="http://schemas.microsoft.com/office/drawing/2014/main" id="{CB59404C-38B6-41B9-9761-34414A9A1206}"/>
              </a:ext>
            </a:extLst>
          </p:cNvPr>
          <p:cNvSpPr>
            <a:spLocks noGrp="1"/>
          </p:cNvSpPr>
          <p:nvPr/>
        </p:nvSpPr>
        <p:spPr>
          <a:xfrm>
            <a:off x="4131469" y="2583656"/>
            <a:ext cx="0" cy="4953000"/>
          </a:xfrm>
          <a:prstGeom prst="line">
            <a:avLst/>
          </a:prstGeom>
          <a:noFill/>
          <a:ln w="11906">
            <a:solidFill>
              <a:srgbClr val="BCD0EA"/>
            </a:solidFill>
          </a:ln>
        </p:spPr>
      </p:sp>
      <p:sp>
        <p:nvSpPr>
          <p:cNvPr id="24" name="object-24">
            <a:extLst>
              <a:ext uri="{FF2B5EF4-FFF2-40B4-BE49-F238E27FC236}">
                <a16:creationId xmlns:a16="http://schemas.microsoft.com/office/drawing/2014/main" id="{B9DC73A1-9E2B-4B6B-BFB9-AD8DE0CC516B}"/>
              </a:ext>
            </a:extLst>
          </p:cNvPr>
          <p:cNvSpPr>
            <a:spLocks noGrp="1"/>
          </p:cNvSpPr>
          <p:nvPr/>
        </p:nvSpPr>
        <p:spPr>
          <a:xfrm>
            <a:off x="2583656" y="4441031"/>
            <a:ext cx="4953000" cy="0"/>
          </a:xfrm>
          <a:prstGeom prst="line">
            <a:avLst/>
          </a:prstGeom>
          <a:noFill/>
          <a:ln w="11906">
            <a:solidFill>
              <a:srgbClr val="BCD0EA"/>
            </a:solidFill>
          </a:ln>
        </p:spPr>
      </p:sp>
      <p:sp>
        <p:nvSpPr>
          <p:cNvPr id="25" name="object-25">
            <a:extLst>
              <a:ext uri="{FF2B5EF4-FFF2-40B4-BE49-F238E27FC236}">
                <a16:creationId xmlns:a16="http://schemas.microsoft.com/office/drawing/2014/main" id="{4422AA76-94A0-44E0-AEC7-CC3DE0BF931D}"/>
              </a:ext>
            </a:extLst>
          </p:cNvPr>
          <p:cNvSpPr>
            <a:spLocks noGrp="1"/>
          </p:cNvSpPr>
          <p:nvPr/>
        </p:nvSpPr>
        <p:spPr>
          <a:xfrm>
            <a:off x="4441031" y="2583656"/>
            <a:ext cx="0" cy="4953000"/>
          </a:xfrm>
          <a:prstGeom prst="line">
            <a:avLst/>
          </a:prstGeom>
          <a:noFill/>
          <a:ln w="11906">
            <a:solidFill>
              <a:srgbClr val="BCD0EA"/>
            </a:solidFill>
          </a:ln>
        </p:spPr>
      </p:sp>
      <p:sp>
        <p:nvSpPr>
          <p:cNvPr id="26" name="object-26">
            <a:extLst>
              <a:ext uri="{FF2B5EF4-FFF2-40B4-BE49-F238E27FC236}">
                <a16:creationId xmlns:a16="http://schemas.microsoft.com/office/drawing/2014/main" id="{A7CF4D17-2696-4C7F-96FA-74BEDC6B9632}"/>
              </a:ext>
            </a:extLst>
          </p:cNvPr>
          <p:cNvSpPr>
            <a:spLocks noGrp="1"/>
          </p:cNvSpPr>
          <p:nvPr/>
        </p:nvSpPr>
        <p:spPr>
          <a:xfrm>
            <a:off x="42267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7" name="object-27">
            <a:extLst>
              <a:ext uri="{FF2B5EF4-FFF2-40B4-BE49-F238E27FC236}">
                <a16:creationId xmlns:a16="http://schemas.microsoft.com/office/drawing/2014/main" id="{993B4650-5FEC-472E-8BF1-84213F16112B}"/>
              </a:ext>
            </a:extLst>
          </p:cNvPr>
          <p:cNvSpPr>
            <a:spLocks noGrp="1"/>
          </p:cNvSpPr>
          <p:nvPr/>
        </p:nvSpPr>
        <p:spPr>
          <a:xfrm>
            <a:off x="4560094" y="42505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8" name="object-28">
            <a:extLst>
              <a:ext uri="{FF2B5EF4-FFF2-40B4-BE49-F238E27FC236}">
                <a16:creationId xmlns:a16="http://schemas.microsoft.com/office/drawing/2014/main" id="{7B106089-5F79-46AF-BD64-B43FE5A6B326}"/>
              </a:ext>
            </a:extLst>
          </p:cNvPr>
          <p:cNvSpPr>
            <a:spLocks noGrp="1"/>
          </p:cNvSpPr>
          <p:nvPr/>
        </p:nvSpPr>
        <p:spPr>
          <a:xfrm>
            <a:off x="2583656" y="4750594"/>
            <a:ext cx="4953000" cy="0"/>
          </a:xfrm>
          <a:prstGeom prst="line">
            <a:avLst/>
          </a:prstGeom>
          <a:noFill/>
          <a:ln w="11906">
            <a:solidFill>
              <a:srgbClr val="BCD0EA"/>
            </a:solidFill>
          </a:ln>
        </p:spPr>
      </p:sp>
      <p:sp>
        <p:nvSpPr>
          <p:cNvPr id="29" name="object-29">
            <a:extLst>
              <a:ext uri="{FF2B5EF4-FFF2-40B4-BE49-F238E27FC236}">
                <a16:creationId xmlns:a16="http://schemas.microsoft.com/office/drawing/2014/main" id="{0D3EDAFA-AC94-4432-AA94-9D7A120C40ED}"/>
              </a:ext>
            </a:extLst>
          </p:cNvPr>
          <p:cNvSpPr>
            <a:spLocks noGrp="1"/>
          </p:cNvSpPr>
          <p:nvPr/>
        </p:nvSpPr>
        <p:spPr>
          <a:xfrm>
            <a:off x="4750594" y="2583656"/>
            <a:ext cx="0" cy="4953000"/>
          </a:xfrm>
          <a:prstGeom prst="line">
            <a:avLst/>
          </a:prstGeom>
          <a:noFill/>
          <a:ln w="11906">
            <a:solidFill>
              <a:srgbClr val="BCD0EA"/>
            </a:solidFill>
          </a:ln>
        </p:spPr>
      </p:sp>
      <p:sp>
        <p:nvSpPr>
          <p:cNvPr id="30" name="object-30">
            <a:extLst>
              <a:ext uri="{FF2B5EF4-FFF2-40B4-BE49-F238E27FC236}">
                <a16:creationId xmlns:a16="http://schemas.microsoft.com/office/drawing/2014/main" id="{1FC97EAE-9B2B-4770-812B-6ED7EABFAA1A}"/>
              </a:ext>
            </a:extLst>
          </p:cNvPr>
          <p:cNvSpPr>
            <a:spLocks noGrp="1"/>
          </p:cNvSpPr>
          <p:nvPr/>
        </p:nvSpPr>
        <p:spPr>
          <a:xfrm>
            <a:off x="2583656" y="5060156"/>
            <a:ext cx="4953000" cy="0"/>
          </a:xfrm>
          <a:prstGeom prst="line">
            <a:avLst/>
          </a:prstGeom>
          <a:noFill/>
          <a:ln w="11906">
            <a:solidFill>
              <a:srgbClr val="BCD0EA"/>
            </a:solidFill>
          </a:ln>
        </p:spPr>
      </p:sp>
      <p:sp>
        <p:nvSpPr>
          <p:cNvPr id="31" name="object-31">
            <a:extLst>
              <a:ext uri="{FF2B5EF4-FFF2-40B4-BE49-F238E27FC236}">
                <a16:creationId xmlns:a16="http://schemas.microsoft.com/office/drawing/2014/main" id="{68479863-0F38-47AA-8917-02A0D4BD299D}"/>
              </a:ext>
            </a:extLst>
          </p:cNvPr>
          <p:cNvSpPr>
            <a:spLocks noGrp="1"/>
          </p:cNvSpPr>
          <p:nvPr/>
        </p:nvSpPr>
        <p:spPr>
          <a:xfrm>
            <a:off x="5060156" y="2583656"/>
            <a:ext cx="0" cy="4953000"/>
          </a:xfrm>
          <a:prstGeom prst="line">
            <a:avLst/>
          </a:prstGeom>
          <a:noFill/>
          <a:ln w="11906">
            <a:solidFill>
              <a:srgbClr val="BCD0EA"/>
            </a:solidFill>
          </a:ln>
        </p:spPr>
      </p:sp>
      <p:sp>
        <p:nvSpPr>
          <p:cNvPr id="32" name="object-32">
            <a:extLst>
              <a:ext uri="{FF2B5EF4-FFF2-40B4-BE49-F238E27FC236}">
                <a16:creationId xmlns:a16="http://schemas.microsoft.com/office/drawing/2014/main" id="{FA5AC24E-02CF-4316-936B-5C8991A8A25C}"/>
              </a:ext>
            </a:extLst>
          </p:cNvPr>
          <p:cNvSpPr>
            <a:spLocks noGrp="1"/>
          </p:cNvSpPr>
          <p:nvPr/>
        </p:nvSpPr>
        <p:spPr>
          <a:xfrm>
            <a:off x="48458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0</a:t>
            </a:r>
          </a:p>
        </p:txBody>
      </p:sp>
      <p:sp>
        <p:nvSpPr>
          <p:cNvPr id="33" name="object-33">
            <a:extLst>
              <a:ext uri="{FF2B5EF4-FFF2-40B4-BE49-F238E27FC236}">
                <a16:creationId xmlns:a16="http://schemas.microsoft.com/office/drawing/2014/main" id="{40D57C9B-45E2-4289-88EE-DB86B0D5B119}"/>
              </a:ext>
            </a:extLst>
          </p:cNvPr>
          <p:cNvSpPr>
            <a:spLocks noGrp="1"/>
          </p:cNvSpPr>
          <p:nvPr/>
        </p:nvSpPr>
        <p:spPr>
          <a:xfrm>
            <a:off x="2583656" y="5369719"/>
            <a:ext cx="4953000" cy="0"/>
          </a:xfrm>
          <a:prstGeom prst="line">
            <a:avLst/>
          </a:prstGeom>
          <a:noFill/>
          <a:ln w="11906">
            <a:solidFill>
              <a:srgbClr val="BCD0EA"/>
            </a:solidFill>
          </a:ln>
        </p:spPr>
      </p:sp>
      <p:sp>
        <p:nvSpPr>
          <p:cNvPr id="34" name="object-34">
            <a:extLst>
              <a:ext uri="{FF2B5EF4-FFF2-40B4-BE49-F238E27FC236}">
                <a16:creationId xmlns:a16="http://schemas.microsoft.com/office/drawing/2014/main" id="{446C134C-4ABC-4750-A4DD-BEA538C8D447}"/>
              </a:ext>
            </a:extLst>
          </p:cNvPr>
          <p:cNvSpPr>
            <a:spLocks noGrp="1"/>
          </p:cNvSpPr>
          <p:nvPr/>
        </p:nvSpPr>
        <p:spPr>
          <a:xfrm>
            <a:off x="5369719" y="2583656"/>
            <a:ext cx="0" cy="4953000"/>
          </a:xfrm>
          <a:prstGeom prst="line">
            <a:avLst/>
          </a:prstGeom>
          <a:noFill/>
          <a:ln w="11906">
            <a:solidFill>
              <a:srgbClr val="BCD0EA"/>
            </a:solidFill>
          </a:ln>
        </p:spPr>
      </p:sp>
      <p:sp>
        <p:nvSpPr>
          <p:cNvPr id="35" name="object-35">
            <a:extLst>
              <a:ext uri="{FF2B5EF4-FFF2-40B4-BE49-F238E27FC236}">
                <a16:creationId xmlns:a16="http://schemas.microsoft.com/office/drawing/2014/main" id="{6CB096D1-E562-4BCC-A3EB-FF87C7EC4CF1}"/>
              </a:ext>
            </a:extLst>
          </p:cNvPr>
          <p:cNvSpPr>
            <a:spLocks noGrp="1"/>
          </p:cNvSpPr>
          <p:nvPr/>
        </p:nvSpPr>
        <p:spPr>
          <a:xfrm>
            <a:off x="2583656" y="5679281"/>
            <a:ext cx="4953000" cy="0"/>
          </a:xfrm>
          <a:prstGeom prst="line">
            <a:avLst/>
          </a:prstGeom>
          <a:noFill/>
          <a:ln w="11906">
            <a:solidFill>
              <a:srgbClr val="BCD0EA"/>
            </a:solidFill>
          </a:ln>
        </p:spPr>
      </p:sp>
      <p:sp>
        <p:nvSpPr>
          <p:cNvPr id="36" name="object-36">
            <a:extLst>
              <a:ext uri="{FF2B5EF4-FFF2-40B4-BE49-F238E27FC236}">
                <a16:creationId xmlns:a16="http://schemas.microsoft.com/office/drawing/2014/main" id="{6DCCC60F-E41E-453C-97DF-29E0DDFE01EB}"/>
              </a:ext>
            </a:extLst>
          </p:cNvPr>
          <p:cNvSpPr>
            <a:spLocks noGrp="1"/>
          </p:cNvSpPr>
          <p:nvPr/>
        </p:nvSpPr>
        <p:spPr>
          <a:xfrm>
            <a:off x="5679281" y="2583656"/>
            <a:ext cx="0" cy="4953000"/>
          </a:xfrm>
          <a:prstGeom prst="line">
            <a:avLst/>
          </a:prstGeom>
          <a:noFill/>
          <a:ln w="11906">
            <a:solidFill>
              <a:srgbClr val="BCD0EA"/>
            </a:solidFill>
          </a:ln>
        </p:spPr>
      </p:sp>
      <p:sp>
        <p:nvSpPr>
          <p:cNvPr id="37" name="object-37">
            <a:extLst>
              <a:ext uri="{FF2B5EF4-FFF2-40B4-BE49-F238E27FC236}">
                <a16:creationId xmlns:a16="http://schemas.microsoft.com/office/drawing/2014/main" id="{3AB98499-145B-4194-BB7C-FEBF4299EA38}"/>
              </a:ext>
            </a:extLst>
          </p:cNvPr>
          <p:cNvSpPr>
            <a:spLocks noGrp="1"/>
          </p:cNvSpPr>
          <p:nvPr/>
        </p:nvSpPr>
        <p:spPr>
          <a:xfrm>
            <a:off x="54649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38" name="object-38">
            <a:extLst>
              <a:ext uri="{FF2B5EF4-FFF2-40B4-BE49-F238E27FC236}">
                <a16:creationId xmlns:a16="http://schemas.microsoft.com/office/drawing/2014/main" id="{40B24E6B-3092-4277-9D78-855CA5F9F64D}"/>
              </a:ext>
            </a:extLst>
          </p:cNvPr>
          <p:cNvSpPr>
            <a:spLocks noGrp="1"/>
          </p:cNvSpPr>
          <p:nvPr/>
        </p:nvSpPr>
        <p:spPr>
          <a:xfrm>
            <a:off x="4560094" y="54887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39" name="object-39">
            <a:extLst>
              <a:ext uri="{FF2B5EF4-FFF2-40B4-BE49-F238E27FC236}">
                <a16:creationId xmlns:a16="http://schemas.microsoft.com/office/drawing/2014/main" id="{608CB84F-5A13-40A6-9DE9-F7292182B6A6}"/>
              </a:ext>
            </a:extLst>
          </p:cNvPr>
          <p:cNvSpPr>
            <a:spLocks noGrp="1"/>
          </p:cNvSpPr>
          <p:nvPr/>
        </p:nvSpPr>
        <p:spPr>
          <a:xfrm>
            <a:off x="2583656" y="5988844"/>
            <a:ext cx="4953000" cy="0"/>
          </a:xfrm>
          <a:prstGeom prst="line">
            <a:avLst/>
          </a:prstGeom>
          <a:noFill/>
          <a:ln w="11906">
            <a:solidFill>
              <a:srgbClr val="BCD0EA"/>
            </a:solidFill>
          </a:ln>
        </p:spPr>
      </p:sp>
      <p:sp>
        <p:nvSpPr>
          <p:cNvPr id="40" name="object-40">
            <a:extLst>
              <a:ext uri="{FF2B5EF4-FFF2-40B4-BE49-F238E27FC236}">
                <a16:creationId xmlns:a16="http://schemas.microsoft.com/office/drawing/2014/main" id="{6778966E-8000-4E8B-B4DE-3F0C8FF674A9}"/>
              </a:ext>
            </a:extLst>
          </p:cNvPr>
          <p:cNvSpPr>
            <a:spLocks noGrp="1"/>
          </p:cNvSpPr>
          <p:nvPr/>
        </p:nvSpPr>
        <p:spPr>
          <a:xfrm>
            <a:off x="5988844" y="2583656"/>
            <a:ext cx="0" cy="4953000"/>
          </a:xfrm>
          <a:prstGeom prst="line">
            <a:avLst/>
          </a:prstGeom>
          <a:noFill/>
          <a:ln w="11906">
            <a:solidFill>
              <a:srgbClr val="BCD0EA"/>
            </a:solidFill>
          </a:ln>
        </p:spPr>
      </p:sp>
      <p:sp>
        <p:nvSpPr>
          <p:cNvPr id="41" name="object-41">
            <a:extLst>
              <a:ext uri="{FF2B5EF4-FFF2-40B4-BE49-F238E27FC236}">
                <a16:creationId xmlns:a16="http://schemas.microsoft.com/office/drawing/2014/main" id="{E5112967-87E4-49D8-949B-94623A620280}"/>
              </a:ext>
            </a:extLst>
          </p:cNvPr>
          <p:cNvSpPr>
            <a:spLocks noGrp="1"/>
          </p:cNvSpPr>
          <p:nvPr/>
        </p:nvSpPr>
        <p:spPr>
          <a:xfrm>
            <a:off x="2583656" y="6298406"/>
            <a:ext cx="4953000" cy="0"/>
          </a:xfrm>
          <a:prstGeom prst="line">
            <a:avLst/>
          </a:prstGeom>
          <a:noFill/>
          <a:ln w="11906">
            <a:solidFill>
              <a:srgbClr val="BCD0EA"/>
            </a:solidFill>
          </a:ln>
        </p:spPr>
      </p:sp>
      <p:sp>
        <p:nvSpPr>
          <p:cNvPr id="42" name="object-42">
            <a:extLst>
              <a:ext uri="{FF2B5EF4-FFF2-40B4-BE49-F238E27FC236}">
                <a16:creationId xmlns:a16="http://schemas.microsoft.com/office/drawing/2014/main" id="{AD7C067C-5EB9-4133-9D4B-E561082B1720}"/>
              </a:ext>
            </a:extLst>
          </p:cNvPr>
          <p:cNvSpPr>
            <a:spLocks noGrp="1"/>
          </p:cNvSpPr>
          <p:nvPr/>
        </p:nvSpPr>
        <p:spPr>
          <a:xfrm>
            <a:off x="6298406" y="2583656"/>
            <a:ext cx="0" cy="4953000"/>
          </a:xfrm>
          <a:prstGeom prst="line">
            <a:avLst/>
          </a:prstGeom>
          <a:noFill/>
          <a:ln w="11906">
            <a:solidFill>
              <a:srgbClr val="BCD0EA"/>
            </a:solidFill>
          </a:ln>
        </p:spPr>
      </p:sp>
      <p:sp>
        <p:nvSpPr>
          <p:cNvPr id="43" name="object-43">
            <a:extLst>
              <a:ext uri="{FF2B5EF4-FFF2-40B4-BE49-F238E27FC236}">
                <a16:creationId xmlns:a16="http://schemas.microsoft.com/office/drawing/2014/main" id="{843F4AD4-9A1E-4F6A-8807-A9E175F440AD}"/>
              </a:ext>
            </a:extLst>
          </p:cNvPr>
          <p:cNvSpPr>
            <a:spLocks noGrp="1"/>
          </p:cNvSpPr>
          <p:nvPr/>
        </p:nvSpPr>
        <p:spPr>
          <a:xfrm>
            <a:off x="60840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4" name="object-44">
            <a:extLst>
              <a:ext uri="{FF2B5EF4-FFF2-40B4-BE49-F238E27FC236}">
                <a16:creationId xmlns:a16="http://schemas.microsoft.com/office/drawing/2014/main" id="{5F04F41B-DBDC-4853-9DA7-1046331B666B}"/>
              </a:ext>
            </a:extLst>
          </p:cNvPr>
          <p:cNvSpPr>
            <a:spLocks noGrp="1"/>
          </p:cNvSpPr>
          <p:nvPr/>
        </p:nvSpPr>
        <p:spPr>
          <a:xfrm>
            <a:off x="4560094" y="61079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5" name="object-45">
            <a:extLst>
              <a:ext uri="{FF2B5EF4-FFF2-40B4-BE49-F238E27FC236}">
                <a16:creationId xmlns:a16="http://schemas.microsoft.com/office/drawing/2014/main" id="{810D01C8-C091-409D-AD31-57E2165301B2}"/>
              </a:ext>
            </a:extLst>
          </p:cNvPr>
          <p:cNvSpPr>
            <a:spLocks noGrp="1"/>
          </p:cNvSpPr>
          <p:nvPr/>
        </p:nvSpPr>
        <p:spPr>
          <a:xfrm>
            <a:off x="2583656" y="6607969"/>
            <a:ext cx="4953000" cy="0"/>
          </a:xfrm>
          <a:prstGeom prst="line">
            <a:avLst/>
          </a:prstGeom>
          <a:noFill/>
          <a:ln w="11906">
            <a:solidFill>
              <a:srgbClr val="BCD0EA"/>
            </a:solidFill>
          </a:ln>
        </p:spPr>
      </p:sp>
      <p:sp>
        <p:nvSpPr>
          <p:cNvPr id="46" name="object-46">
            <a:extLst>
              <a:ext uri="{FF2B5EF4-FFF2-40B4-BE49-F238E27FC236}">
                <a16:creationId xmlns:a16="http://schemas.microsoft.com/office/drawing/2014/main" id="{26672E85-ED93-4962-A1A6-C74670590D93}"/>
              </a:ext>
            </a:extLst>
          </p:cNvPr>
          <p:cNvSpPr>
            <a:spLocks noGrp="1"/>
          </p:cNvSpPr>
          <p:nvPr/>
        </p:nvSpPr>
        <p:spPr>
          <a:xfrm>
            <a:off x="6607969" y="2583656"/>
            <a:ext cx="0" cy="4953000"/>
          </a:xfrm>
          <a:prstGeom prst="line">
            <a:avLst/>
          </a:prstGeom>
          <a:noFill/>
          <a:ln w="11906">
            <a:solidFill>
              <a:srgbClr val="BCD0EA"/>
            </a:solidFill>
          </a:ln>
        </p:spPr>
      </p:sp>
      <p:sp>
        <p:nvSpPr>
          <p:cNvPr id="47" name="object-47">
            <a:extLst>
              <a:ext uri="{FF2B5EF4-FFF2-40B4-BE49-F238E27FC236}">
                <a16:creationId xmlns:a16="http://schemas.microsoft.com/office/drawing/2014/main" id="{1B5016C5-A312-4BE6-B4A2-BB6AFFBCF0C1}"/>
              </a:ext>
            </a:extLst>
          </p:cNvPr>
          <p:cNvSpPr>
            <a:spLocks noGrp="1"/>
          </p:cNvSpPr>
          <p:nvPr/>
        </p:nvSpPr>
        <p:spPr>
          <a:xfrm>
            <a:off x="2583656" y="6917531"/>
            <a:ext cx="4953000" cy="0"/>
          </a:xfrm>
          <a:prstGeom prst="line">
            <a:avLst/>
          </a:prstGeom>
          <a:noFill/>
          <a:ln w="11906">
            <a:solidFill>
              <a:srgbClr val="BCD0EA"/>
            </a:solidFill>
          </a:ln>
        </p:spPr>
      </p:sp>
      <p:sp>
        <p:nvSpPr>
          <p:cNvPr id="48" name="object-48">
            <a:extLst>
              <a:ext uri="{FF2B5EF4-FFF2-40B4-BE49-F238E27FC236}">
                <a16:creationId xmlns:a16="http://schemas.microsoft.com/office/drawing/2014/main" id="{51C23857-69AD-420B-A5FF-745713A89FBD}"/>
              </a:ext>
            </a:extLst>
          </p:cNvPr>
          <p:cNvSpPr>
            <a:spLocks noGrp="1"/>
          </p:cNvSpPr>
          <p:nvPr/>
        </p:nvSpPr>
        <p:spPr>
          <a:xfrm>
            <a:off x="6917531" y="2583656"/>
            <a:ext cx="0" cy="4953000"/>
          </a:xfrm>
          <a:prstGeom prst="line">
            <a:avLst/>
          </a:prstGeom>
          <a:noFill/>
          <a:ln w="11906">
            <a:solidFill>
              <a:srgbClr val="BCD0EA"/>
            </a:solidFill>
          </a:ln>
        </p:spPr>
      </p:sp>
      <p:sp>
        <p:nvSpPr>
          <p:cNvPr id="49" name="object-49">
            <a:extLst>
              <a:ext uri="{FF2B5EF4-FFF2-40B4-BE49-F238E27FC236}">
                <a16:creationId xmlns:a16="http://schemas.microsoft.com/office/drawing/2014/main" id="{656E0F40-0AEC-4965-B5F8-6021372DAB38}"/>
              </a:ext>
            </a:extLst>
          </p:cNvPr>
          <p:cNvSpPr>
            <a:spLocks noGrp="1"/>
          </p:cNvSpPr>
          <p:nvPr/>
        </p:nvSpPr>
        <p:spPr>
          <a:xfrm>
            <a:off x="67032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0" name="object-50">
            <a:extLst>
              <a:ext uri="{FF2B5EF4-FFF2-40B4-BE49-F238E27FC236}">
                <a16:creationId xmlns:a16="http://schemas.microsoft.com/office/drawing/2014/main" id="{041A2E1D-DCE0-4D7A-B510-F965AC4CABBC}"/>
              </a:ext>
            </a:extLst>
          </p:cNvPr>
          <p:cNvSpPr>
            <a:spLocks noGrp="1"/>
          </p:cNvSpPr>
          <p:nvPr/>
        </p:nvSpPr>
        <p:spPr>
          <a:xfrm>
            <a:off x="4560094" y="67270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1" name="object-51">
            <a:extLst>
              <a:ext uri="{FF2B5EF4-FFF2-40B4-BE49-F238E27FC236}">
                <a16:creationId xmlns:a16="http://schemas.microsoft.com/office/drawing/2014/main" id="{AD1EB677-679D-4BEA-85F6-D32FEF7D2C1C}"/>
              </a:ext>
            </a:extLst>
          </p:cNvPr>
          <p:cNvSpPr>
            <a:spLocks noGrp="1"/>
          </p:cNvSpPr>
          <p:nvPr/>
        </p:nvSpPr>
        <p:spPr>
          <a:xfrm>
            <a:off x="2583656" y="7227094"/>
            <a:ext cx="4953000" cy="0"/>
          </a:xfrm>
          <a:prstGeom prst="line">
            <a:avLst/>
          </a:prstGeom>
          <a:noFill/>
          <a:ln w="11906">
            <a:solidFill>
              <a:srgbClr val="BCD0EA"/>
            </a:solidFill>
          </a:ln>
        </p:spPr>
      </p:sp>
      <p:sp>
        <p:nvSpPr>
          <p:cNvPr id="52" name="object-52">
            <a:extLst>
              <a:ext uri="{FF2B5EF4-FFF2-40B4-BE49-F238E27FC236}">
                <a16:creationId xmlns:a16="http://schemas.microsoft.com/office/drawing/2014/main" id="{55D62013-4C05-4060-8FF2-12A08FF55FA6}"/>
              </a:ext>
            </a:extLst>
          </p:cNvPr>
          <p:cNvSpPr>
            <a:spLocks noGrp="1"/>
          </p:cNvSpPr>
          <p:nvPr/>
        </p:nvSpPr>
        <p:spPr>
          <a:xfrm>
            <a:off x="7227094" y="2583656"/>
            <a:ext cx="0" cy="4953000"/>
          </a:xfrm>
          <a:prstGeom prst="line">
            <a:avLst/>
          </a:prstGeom>
          <a:noFill/>
          <a:ln w="11906">
            <a:solidFill>
              <a:srgbClr val="BCD0EA"/>
            </a:solidFill>
          </a:ln>
        </p:spPr>
      </p:sp>
      <p:sp>
        <p:nvSpPr>
          <p:cNvPr id="53" name="object-53">
            <a:extLst>
              <a:ext uri="{FF2B5EF4-FFF2-40B4-BE49-F238E27FC236}">
                <a16:creationId xmlns:a16="http://schemas.microsoft.com/office/drawing/2014/main" id="{32F334AD-07EC-4618-A412-229B4FE39F5A}"/>
              </a:ext>
            </a:extLst>
          </p:cNvPr>
          <p:cNvSpPr>
            <a:spLocks noGrp="1"/>
          </p:cNvSpPr>
          <p:nvPr/>
        </p:nvSpPr>
        <p:spPr>
          <a:xfrm>
            <a:off x="2583656" y="7536656"/>
            <a:ext cx="4953000" cy="0"/>
          </a:xfrm>
          <a:prstGeom prst="line">
            <a:avLst/>
          </a:prstGeom>
          <a:noFill/>
          <a:ln w="11906">
            <a:solidFill>
              <a:srgbClr val="BCD0EA"/>
            </a:solidFill>
          </a:ln>
        </p:spPr>
      </p:sp>
      <p:sp>
        <p:nvSpPr>
          <p:cNvPr id="54" name="object-54">
            <a:extLst>
              <a:ext uri="{FF2B5EF4-FFF2-40B4-BE49-F238E27FC236}">
                <a16:creationId xmlns:a16="http://schemas.microsoft.com/office/drawing/2014/main" id="{D11B9F21-0C9A-4CA9-A0CF-861979D5393B}"/>
              </a:ext>
            </a:extLst>
          </p:cNvPr>
          <p:cNvSpPr>
            <a:spLocks noGrp="1"/>
          </p:cNvSpPr>
          <p:nvPr/>
        </p:nvSpPr>
        <p:spPr>
          <a:xfrm>
            <a:off x="7536656" y="2583656"/>
            <a:ext cx="0" cy="4953000"/>
          </a:xfrm>
          <a:prstGeom prst="line">
            <a:avLst/>
          </a:prstGeom>
          <a:noFill/>
          <a:ln w="11906">
            <a:solidFill>
              <a:srgbClr val="BCD0EA"/>
            </a:solidFill>
          </a:ln>
        </p:spPr>
      </p:sp>
      <p:sp>
        <p:nvSpPr>
          <p:cNvPr id="55" name="object-55">
            <a:extLst>
              <a:ext uri="{FF2B5EF4-FFF2-40B4-BE49-F238E27FC236}">
                <a16:creationId xmlns:a16="http://schemas.microsoft.com/office/drawing/2014/main" id="{B410626E-F8B1-4D7A-93DC-0C419F103F5F}"/>
              </a:ext>
            </a:extLst>
          </p:cNvPr>
          <p:cNvSpPr>
            <a:spLocks noGrp="1"/>
          </p:cNvSpPr>
          <p:nvPr/>
        </p:nvSpPr>
        <p:spPr>
          <a:xfrm>
            <a:off x="7322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6" name="object-56">
            <a:extLst>
              <a:ext uri="{FF2B5EF4-FFF2-40B4-BE49-F238E27FC236}">
                <a16:creationId xmlns:a16="http://schemas.microsoft.com/office/drawing/2014/main" id="{8485408A-92AE-479C-A478-164B299E4BF5}"/>
              </a:ext>
            </a:extLst>
          </p:cNvPr>
          <p:cNvSpPr>
            <a:spLocks noGrp="1"/>
          </p:cNvSpPr>
          <p:nvPr/>
        </p:nvSpPr>
        <p:spPr>
          <a:xfrm>
            <a:off x="4560094" y="7346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7" name="object-57">
            <a:extLst>
              <a:ext uri="{FF2B5EF4-FFF2-40B4-BE49-F238E27FC236}">
                <a16:creationId xmlns:a16="http://schemas.microsoft.com/office/drawing/2014/main" id="{E4A0C194-7A08-4CCA-A3FA-F876FFC41D9E}"/>
              </a:ext>
            </a:extLst>
          </p:cNvPr>
          <p:cNvSpPr>
            <a:spLocks noGrp="1"/>
          </p:cNvSpPr>
          <p:nvPr/>
        </p:nvSpPr>
        <p:spPr>
          <a:xfrm>
            <a:off x="2583656" y="5060156"/>
            <a:ext cx="4953000" cy="0"/>
          </a:xfrm>
          <a:prstGeom prst="line">
            <a:avLst/>
          </a:prstGeom>
          <a:noFill/>
          <a:ln w="23813">
            <a:solidFill>
              <a:srgbClr val="172B4D"/>
            </a:solidFill>
          </a:ln>
        </p:spPr>
      </p:sp>
      <p:sp>
        <p:nvSpPr>
          <p:cNvPr id="58" name="object-58">
            <a:extLst>
              <a:ext uri="{FF2B5EF4-FFF2-40B4-BE49-F238E27FC236}">
                <a16:creationId xmlns:a16="http://schemas.microsoft.com/office/drawing/2014/main" id="{FC061E4F-65AA-4755-9673-FD07B501A760}"/>
              </a:ext>
            </a:extLst>
          </p:cNvPr>
          <p:cNvSpPr>
            <a:spLocks noGrp="1"/>
          </p:cNvSpPr>
          <p:nvPr/>
        </p:nvSpPr>
        <p:spPr>
          <a:xfrm>
            <a:off x="5060156" y="2583656"/>
            <a:ext cx="0" cy="4953000"/>
          </a:xfrm>
          <a:prstGeom prst="line">
            <a:avLst/>
          </a:prstGeom>
          <a:noFill/>
          <a:ln w="23813">
            <a:solidFill>
              <a:srgbClr val="172B4D"/>
            </a:solidFill>
          </a:ln>
        </p:spPr>
      </p:sp>
      <p:sp>
        <p:nvSpPr>
          <p:cNvPr id="59" name="object-59">
            <a:extLst>
              <a:ext uri="{FF2B5EF4-FFF2-40B4-BE49-F238E27FC236}">
                <a16:creationId xmlns:a16="http://schemas.microsoft.com/office/drawing/2014/main" id="{17E5F371-8AC5-44F2-B27B-BFE38E3EDD6E}"/>
              </a:ext>
            </a:extLst>
          </p:cNvPr>
          <p:cNvSpPr>
            <a:spLocks noGrp="1"/>
          </p:cNvSpPr>
          <p:nvPr/>
        </p:nvSpPr>
        <p:spPr>
          <a:xfrm>
            <a:off x="4953000" y="4953000"/>
            <a:ext cx="214313" cy="214313"/>
          </a:xfrm>
          <a:prstGeom prst="ellipse">
            <a:avLst/>
          </a:prstGeom>
          <a:solidFill>
            <a:srgbClr val="1D4ED8"/>
          </a:solidFill>
          <a:ln w="11906">
            <a:solidFill>
              <a:srgbClr val="172B4D"/>
            </a:solidFill>
          </a:ln>
        </p:spPr>
      </p:sp>
      <p:sp>
        <p:nvSpPr>
          <p:cNvPr id="60" name="object-60">
            <a:extLst>
              <a:ext uri="{FF2B5EF4-FFF2-40B4-BE49-F238E27FC236}">
                <a16:creationId xmlns:a16="http://schemas.microsoft.com/office/drawing/2014/main" id="{63F04F38-422B-4D7D-9505-0B01ECF7C2F7}"/>
              </a:ext>
            </a:extLst>
          </p:cNvPr>
          <p:cNvSpPr>
            <a:spLocks noGrp="1"/>
          </p:cNvSpPr>
          <p:nvPr/>
        </p:nvSpPr>
        <p:spPr>
          <a:xfrm>
            <a:off x="9763125" y="4048125"/>
            <a:ext cx="4345781" cy="1547813"/>
          </a:xfrm>
          <a:prstGeom prst="rect">
            <a:avLst/>
          </a:prstGeom>
          <a:noFill/>
          <a:ln w="0">
            <a:noFill/>
          </a:ln>
        </p:spPr>
        <p:txBody>
          <a:bodyPr anchor="ctr">
            <a:noAutofit/>
          </a:bodyPr>
          <a:lstStyle/>
          <a:p>
            <a:pPr algn="l">
              <a:defRPr sz="4125" b="1">
                <a:solidFill>
                  <a:srgbClr val="11745A"/>
                </a:solidFill>
                <a:latin typeface="Arial"/>
                <a:ea typeface="Arial"/>
                <a:cs typeface="Arial"/>
              </a:defRPr>
            </a:pPr>
            <a:r>
              <a:rPr sz="4125" b="1">
                <a:solidFill>
                  <a:srgbClr val="11745A"/>
                </a:solidFill>
                <a:latin typeface="Arial"/>
                <a:ea typeface="Arial"/>
                <a:cs typeface="Arial"/>
              </a:rPr>
              <a:t>(-4, 3)</a:t>
            </a:r>
          </a:p>
        </p:txBody>
      </p:sp>
    </p:spTree>
    <p:extLst>
      <p:ext uri="{BB962C8B-B14F-4D97-AF65-F5344CB8AC3E}">
        <p14:creationId xmlns:p14="http://schemas.microsoft.com/office/powerpoint/2010/main" val="7484544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0 0 L -0.08125 0 E" pathEditMode="relative" ptsTypes="">
                                      <p:cBhvr>
                                        <p:cTn id="6" dur="800" fill="hold"/>
                                        <p:tgtEl>
                                          <p:spTgt spid="5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0.08125 0 L -0.08125 -0.10833333 E" pathEditMode="relative" ptsTypes="">
                                      <p:cBhvr>
                                        <p:cTn id="10" dur="800" fill="hold"/>
                                        <p:tgtEl>
                                          <p:spTgt spid="59"/>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2" name="object-1">
            <a:extLst>
              <a:ext uri="{FF2B5EF4-FFF2-40B4-BE49-F238E27FC236}">
                <a16:creationId xmlns:a16="http://schemas.microsoft.com/office/drawing/2014/main" id="{45B79F82-FC4F-4E33-8B24-7141A5A8C173}"/>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1368AB50-D840-4168-B0BE-B05643412184}"/>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6AAE384D-B685-4D6E-BFEE-499DF840622B}"/>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Plot (-4, 2).</a:t>
            </a:r>
          </a:p>
        </p:txBody>
      </p:sp>
      <p:sp>
        <p:nvSpPr>
          <p:cNvPr id="4" name="object-4">
            <a:extLst>
              <a:ext uri="{FF2B5EF4-FFF2-40B4-BE49-F238E27FC236}">
                <a16:creationId xmlns:a16="http://schemas.microsoft.com/office/drawing/2014/main" id="{07234774-A01B-4689-972C-00D70DCE2761}"/>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FBE7A7F4-199F-482D-A69E-BE9A730A1B4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Plot points in four quadrants</a:t>
            </a:r>
          </a:p>
        </p:txBody>
      </p:sp>
      <p:sp>
        <p:nvSpPr>
          <p:cNvPr id="6" name="object-6">
            <a:extLst>
              <a:ext uri="{FF2B5EF4-FFF2-40B4-BE49-F238E27FC236}">
                <a16:creationId xmlns:a16="http://schemas.microsoft.com/office/drawing/2014/main" id="{ED9BA70B-725D-4B09-A533-CD46279ED753}"/>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4AEAD1F7-1D83-418C-85E4-612CF73497A9}"/>
              </a:ext>
            </a:extLst>
          </p:cNvPr>
          <p:cNvSpPr>
            <a:spLocks noGrp="1"/>
          </p:cNvSpPr>
          <p:nvPr/>
        </p:nvSpPr>
        <p:spPr>
          <a:xfrm>
            <a:off x="2583656" y="2583656"/>
            <a:ext cx="4953000" cy="0"/>
          </a:xfrm>
          <a:prstGeom prst="line">
            <a:avLst/>
          </a:prstGeom>
          <a:noFill/>
          <a:ln w="11906">
            <a:solidFill>
              <a:srgbClr val="BCD0EA"/>
            </a:solidFill>
          </a:ln>
        </p:spPr>
      </p:sp>
      <p:sp>
        <p:nvSpPr>
          <p:cNvPr id="8" name="object-8">
            <a:extLst>
              <a:ext uri="{FF2B5EF4-FFF2-40B4-BE49-F238E27FC236}">
                <a16:creationId xmlns:a16="http://schemas.microsoft.com/office/drawing/2014/main" id="{B2888D5D-01EB-4007-8B38-45D22281B0F7}"/>
              </a:ext>
            </a:extLst>
          </p:cNvPr>
          <p:cNvSpPr>
            <a:spLocks noGrp="1"/>
          </p:cNvSpPr>
          <p:nvPr/>
        </p:nvSpPr>
        <p:spPr>
          <a:xfrm>
            <a:off x="2583656" y="2583656"/>
            <a:ext cx="0" cy="4953000"/>
          </a:xfrm>
          <a:prstGeom prst="line">
            <a:avLst/>
          </a:prstGeom>
          <a:noFill/>
          <a:ln w="11906">
            <a:solidFill>
              <a:srgbClr val="BCD0EA"/>
            </a:solidFill>
          </a:ln>
        </p:spPr>
      </p:sp>
      <p:sp>
        <p:nvSpPr>
          <p:cNvPr id="9" name="object-9">
            <a:extLst>
              <a:ext uri="{FF2B5EF4-FFF2-40B4-BE49-F238E27FC236}">
                <a16:creationId xmlns:a16="http://schemas.microsoft.com/office/drawing/2014/main" id="{51193350-F329-48FB-80B3-D38A8ADEF752}"/>
              </a:ext>
            </a:extLst>
          </p:cNvPr>
          <p:cNvSpPr>
            <a:spLocks noGrp="1"/>
          </p:cNvSpPr>
          <p:nvPr/>
        </p:nvSpPr>
        <p:spPr>
          <a:xfrm>
            <a:off x="2369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10" name="object-10">
            <a:extLst>
              <a:ext uri="{FF2B5EF4-FFF2-40B4-BE49-F238E27FC236}">
                <a16:creationId xmlns:a16="http://schemas.microsoft.com/office/drawing/2014/main" id="{B9C66DA3-93A2-4C38-AD36-4D726051ED75}"/>
              </a:ext>
            </a:extLst>
          </p:cNvPr>
          <p:cNvSpPr>
            <a:spLocks noGrp="1"/>
          </p:cNvSpPr>
          <p:nvPr/>
        </p:nvSpPr>
        <p:spPr>
          <a:xfrm>
            <a:off x="4560094" y="2393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11" name="object-11">
            <a:extLst>
              <a:ext uri="{FF2B5EF4-FFF2-40B4-BE49-F238E27FC236}">
                <a16:creationId xmlns:a16="http://schemas.microsoft.com/office/drawing/2014/main" id="{5FCFFB15-9AF5-4A13-BDA7-5EE512BC714C}"/>
              </a:ext>
            </a:extLst>
          </p:cNvPr>
          <p:cNvSpPr>
            <a:spLocks noGrp="1"/>
          </p:cNvSpPr>
          <p:nvPr/>
        </p:nvSpPr>
        <p:spPr>
          <a:xfrm>
            <a:off x="2583656" y="2893219"/>
            <a:ext cx="4953000" cy="0"/>
          </a:xfrm>
          <a:prstGeom prst="line">
            <a:avLst/>
          </a:prstGeom>
          <a:noFill/>
          <a:ln w="11906">
            <a:solidFill>
              <a:srgbClr val="BCD0EA"/>
            </a:solidFill>
          </a:ln>
        </p:spPr>
      </p:sp>
      <p:sp>
        <p:nvSpPr>
          <p:cNvPr id="12" name="object-12">
            <a:extLst>
              <a:ext uri="{FF2B5EF4-FFF2-40B4-BE49-F238E27FC236}">
                <a16:creationId xmlns:a16="http://schemas.microsoft.com/office/drawing/2014/main" id="{A97DBB6F-839C-486D-803A-02408BF9A4C6}"/>
              </a:ext>
            </a:extLst>
          </p:cNvPr>
          <p:cNvSpPr>
            <a:spLocks noGrp="1"/>
          </p:cNvSpPr>
          <p:nvPr/>
        </p:nvSpPr>
        <p:spPr>
          <a:xfrm>
            <a:off x="2893219" y="2583656"/>
            <a:ext cx="0" cy="4953000"/>
          </a:xfrm>
          <a:prstGeom prst="line">
            <a:avLst/>
          </a:prstGeom>
          <a:noFill/>
          <a:ln w="11906">
            <a:solidFill>
              <a:srgbClr val="BCD0EA"/>
            </a:solidFill>
          </a:ln>
        </p:spPr>
      </p:sp>
      <p:sp>
        <p:nvSpPr>
          <p:cNvPr id="13" name="object-13">
            <a:extLst>
              <a:ext uri="{FF2B5EF4-FFF2-40B4-BE49-F238E27FC236}">
                <a16:creationId xmlns:a16="http://schemas.microsoft.com/office/drawing/2014/main" id="{0BD16C3E-9652-4618-80EE-522463282672}"/>
              </a:ext>
            </a:extLst>
          </p:cNvPr>
          <p:cNvSpPr>
            <a:spLocks noGrp="1"/>
          </p:cNvSpPr>
          <p:nvPr/>
        </p:nvSpPr>
        <p:spPr>
          <a:xfrm>
            <a:off x="2583656" y="3202781"/>
            <a:ext cx="4953000" cy="0"/>
          </a:xfrm>
          <a:prstGeom prst="line">
            <a:avLst/>
          </a:prstGeom>
          <a:noFill/>
          <a:ln w="11906">
            <a:solidFill>
              <a:srgbClr val="BCD0EA"/>
            </a:solidFill>
          </a:ln>
        </p:spPr>
      </p:sp>
      <p:sp>
        <p:nvSpPr>
          <p:cNvPr id="14" name="object-14">
            <a:extLst>
              <a:ext uri="{FF2B5EF4-FFF2-40B4-BE49-F238E27FC236}">
                <a16:creationId xmlns:a16="http://schemas.microsoft.com/office/drawing/2014/main" id="{19E8F6FA-257D-4A13-B79D-26821A76B7C8}"/>
              </a:ext>
            </a:extLst>
          </p:cNvPr>
          <p:cNvSpPr>
            <a:spLocks noGrp="1"/>
          </p:cNvSpPr>
          <p:nvPr/>
        </p:nvSpPr>
        <p:spPr>
          <a:xfrm>
            <a:off x="3202781" y="2583656"/>
            <a:ext cx="0" cy="4953000"/>
          </a:xfrm>
          <a:prstGeom prst="line">
            <a:avLst/>
          </a:prstGeom>
          <a:noFill/>
          <a:ln w="11906">
            <a:solidFill>
              <a:srgbClr val="BCD0EA"/>
            </a:solidFill>
          </a:ln>
        </p:spPr>
      </p:sp>
      <p:sp>
        <p:nvSpPr>
          <p:cNvPr id="15" name="object-15">
            <a:extLst>
              <a:ext uri="{FF2B5EF4-FFF2-40B4-BE49-F238E27FC236}">
                <a16:creationId xmlns:a16="http://schemas.microsoft.com/office/drawing/2014/main" id="{E776D5E7-9B0C-433C-A5E4-5ADC4B436D00}"/>
              </a:ext>
            </a:extLst>
          </p:cNvPr>
          <p:cNvSpPr>
            <a:spLocks noGrp="1"/>
          </p:cNvSpPr>
          <p:nvPr/>
        </p:nvSpPr>
        <p:spPr>
          <a:xfrm>
            <a:off x="29884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6" name="object-16">
            <a:extLst>
              <a:ext uri="{FF2B5EF4-FFF2-40B4-BE49-F238E27FC236}">
                <a16:creationId xmlns:a16="http://schemas.microsoft.com/office/drawing/2014/main" id="{D22A104F-6FD6-4B23-A5D9-6910380D192E}"/>
              </a:ext>
            </a:extLst>
          </p:cNvPr>
          <p:cNvSpPr>
            <a:spLocks noGrp="1"/>
          </p:cNvSpPr>
          <p:nvPr/>
        </p:nvSpPr>
        <p:spPr>
          <a:xfrm>
            <a:off x="4560094" y="30122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7" name="object-17">
            <a:extLst>
              <a:ext uri="{FF2B5EF4-FFF2-40B4-BE49-F238E27FC236}">
                <a16:creationId xmlns:a16="http://schemas.microsoft.com/office/drawing/2014/main" id="{C01FDD9E-CE28-46DA-B822-5739082E9BC4}"/>
              </a:ext>
            </a:extLst>
          </p:cNvPr>
          <p:cNvSpPr>
            <a:spLocks noGrp="1"/>
          </p:cNvSpPr>
          <p:nvPr/>
        </p:nvSpPr>
        <p:spPr>
          <a:xfrm>
            <a:off x="2583656" y="3512344"/>
            <a:ext cx="4953000" cy="0"/>
          </a:xfrm>
          <a:prstGeom prst="line">
            <a:avLst/>
          </a:prstGeom>
          <a:noFill/>
          <a:ln w="11906">
            <a:solidFill>
              <a:srgbClr val="BCD0EA"/>
            </a:solidFill>
          </a:ln>
        </p:spPr>
      </p:sp>
      <p:sp>
        <p:nvSpPr>
          <p:cNvPr id="18" name="object-18">
            <a:extLst>
              <a:ext uri="{FF2B5EF4-FFF2-40B4-BE49-F238E27FC236}">
                <a16:creationId xmlns:a16="http://schemas.microsoft.com/office/drawing/2014/main" id="{D89EF928-EB50-41EE-8972-B4207F560CBB}"/>
              </a:ext>
            </a:extLst>
          </p:cNvPr>
          <p:cNvSpPr>
            <a:spLocks noGrp="1"/>
          </p:cNvSpPr>
          <p:nvPr/>
        </p:nvSpPr>
        <p:spPr>
          <a:xfrm>
            <a:off x="3512344" y="2583656"/>
            <a:ext cx="0" cy="4953000"/>
          </a:xfrm>
          <a:prstGeom prst="line">
            <a:avLst/>
          </a:prstGeom>
          <a:noFill/>
          <a:ln w="11906">
            <a:solidFill>
              <a:srgbClr val="BCD0EA"/>
            </a:solidFill>
          </a:ln>
        </p:spPr>
      </p:sp>
      <p:sp>
        <p:nvSpPr>
          <p:cNvPr id="19" name="object-19">
            <a:extLst>
              <a:ext uri="{FF2B5EF4-FFF2-40B4-BE49-F238E27FC236}">
                <a16:creationId xmlns:a16="http://schemas.microsoft.com/office/drawing/2014/main" id="{6CB8971E-CD0A-4CDA-AAD5-E0211CCBF878}"/>
              </a:ext>
            </a:extLst>
          </p:cNvPr>
          <p:cNvSpPr>
            <a:spLocks noGrp="1"/>
          </p:cNvSpPr>
          <p:nvPr/>
        </p:nvSpPr>
        <p:spPr>
          <a:xfrm>
            <a:off x="2583656" y="3821906"/>
            <a:ext cx="4953000" cy="0"/>
          </a:xfrm>
          <a:prstGeom prst="line">
            <a:avLst/>
          </a:prstGeom>
          <a:noFill/>
          <a:ln w="11906">
            <a:solidFill>
              <a:srgbClr val="BCD0EA"/>
            </a:solidFill>
          </a:ln>
        </p:spPr>
      </p:sp>
      <p:sp>
        <p:nvSpPr>
          <p:cNvPr id="20" name="object-20">
            <a:extLst>
              <a:ext uri="{FF2B5EF4-FFF2-40B4-BE49-F238E27FC236}">
                <a16:creationId xmlns:a16="http://schemas.microsoft.com/office/drawing/2014/main" id="{3817EFE5-C059-4911-8F09-B5904C717BEB}"/>
              </a:ext>
            </a:extLst>
          </p:cNvPr>
          <p:cNvSpPr>
            <a:spLocks noGrp="1"/>
          </p:cNvSpPr>
          <p:nvPr/>
        </p:nvSpPr>
        <p:spPr>
          <a:xfrm>
            <a:off x="3821906" y="2583656"/>
            <a:ext cx="0" cy="4953000"/>
          </a:xfrm>
          <a:prstGeom prst="line">
            <a:avLst/>
          </a:prstGeom>
          <a:noFill/>
          <a:ln w="11906">
            <a:solidFill>
              <a:srgbClr val="BCD0EA"/>
            </a:solidFill>
          </a:ln>
        </p:spPr>
      </p:sp>
      <p:sp>
        <p:nvSpPr>
          <p:cNvPr id="21" name="object-21">
            <a:extLst>
              <a:ext uri="{FF2B5EF4-FFF2-40B4-BE49-F238E27FC236}">
                <a16:creationId xmlns:a16="http://schemas.microsoft.com/office/drawing/2014/main" id="{458CE7DE-FF6E-4310-8C16-8012217FC291}"/>
              </a:ext>
            </a:extLst>
          </p:cNvPr>
          <p:cNvSpPr>
            <a:spLocks noGrp="1"/>
          </p:cNvSpPr>
          <p:nvPr/>
        </p:nvSpPr>
        <p:spPr>
          <a:xfrm>
            <a:off x="36075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2" name="object-22">
            <a:extLst>
              <a:ext uri="{FF2B5EF4-FFF2-40B4-BE49-F238E27FC236}">
                <a16:creationId xmlns:a16="http://schemas.microsoft.com/office/drawing/2014/main" id="{20ADAEF1-8749-4B95-A9BE-60FF43A7E8D2}"/>
              </a:ext>
            </a:extLst>
          </p:cNvPr>
          <p:cNvSpPr>
            <a:spLocks noGrp="1"/>
          </p:cNvSpPr>
          <p:nvPr/>
        </p:nvSpPr>
        <p:spPr>
          <a:xfrm>
            <a:off x="4560094" y="36314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3" name="object-23">
            <a:extLst>
              <a:ext uri="{FF2B5EF4-FFF2-40B4-BE49-F238E27FC236}">
                <a16:creationId xmlns:a16="http://schemas.microsoft.com/office/drawing/2014/main" id="{FA22DDAC-DBAA-4EE9-ABE0-2A2859D30747}"/>
              </a:ext>
            </a:extLst>
          </p:cNvPr>
          <p:cNvSpPr>
            <a:spLocks noGrp="1"/>
          </p:cNvSpPr>
          <p:nvPr/>
        </p:nvSpPr>
        <p:spPr>
          <a:xfrm>
            <a:off x="2583656" y="4131469"/>
            <a:ext cx="4953000" cy="0"/>
          </a:xfrm>
          <a:prstGeom prst="line">
            <a:avLst/>
          </a:prstGeom>
          <a:noFill/>
          <a:ln w="11906">
            <a:solidFill>
              <a:srgbClr val="BCD0EA"/>
            </a:solidFill>
          </a:ln>
        </p:spPr>
      </p:sp>
      <p:sp>
        <p:nvSpPr>
          <p:cNvPr id="24" name="object-24">
            <a:extLst>
              <a:ext uri="{FF2B5EF4-FFF2-40B4-BE49-F238E27FC236}">
                <a16:creationId xmlns:a16="http://schemas.microsoft.com/office/drawing/2014/main" id="{34967223-3507-4EEB-8C0E-70FF4D77BC5D}"/>
              </a:ext>
            </a:extLst>
          </p:cNvPr>
          <p:cNvSpPr>
            <a:spLocks noGrp="1"/>
          </p:cNvSpPr>
          <p:nvPr/>
        </p:nvSpPr>
        <p:spPr>
          <a:xfrm>
            <a:off x="4131469" y="2583656"/>
            <a:ext cx="0" cy="4953000"/>
          </a:xfrm>
          <a:prstGeom prst="line">
            <a:avLst/>
          </a:prstGeom>
          <a:noFill/>
          <a:ln w="11906">
            <a:solidFill>
              <a:srgbClr val="BCD0EA"/>
            </a:solidFill>
          </a:ln>
        </p:spPr>
      </p:sp>
      <p:sp>
        <p:nvSpPr>
          <p:cNvPr id="25" name="object-25">
            <a:extLst>
              <a:ext uri="{FF2B5EF4-FFF2-40B4-BE49-F238E27FC236}">
                <a16:creationId xmlns:a16="http://schemas.microsoft.com/office/drawing/2014/main" id="{AD2B8DDB-EF93-4352-9B17-79F93D2BF730}"/>
              </a:ext>
            </a:extLst>
          </p:cNvPr>
          <p:cNvSpPr>
            <a:spLocks noGrp="1"/>
          </p:cNvSpPr>
          <p:nvPr/>
        </p:nvSpPr>
        <p:spPr>
          <a:xfrm>
            <a:off x="2583656" y="4441031"/>
            <a:ext cx="4953000" cy="0"/>
          </a:xfrm>
          <a:prstGeom prst="line">
            <a:avLst/>
          </a:prstGeom>
          <a:noFill/>
          <a:ln w="11906">
            <a:solidFill>
              <a:srgbClr val="BCD0EA"/>
            </a:solidFill>
          </a:ln>
        </p:spPr>
      </p:sp>
      <p:sp>
        <p:nvSpPr>
          <p:cNvPr id="26" name="object-26">
            <a:extLst>
              <a:ext uri="{FF2B5EF4-FFF2-40B4-BE49-F238E27FC236}">
                <a16:creationId xmlns:a16="http://schemas.microsoft.com/office/drawing/2014/main" id="{A9455C90-8809-403D-AE88-4F2FC2DB4AE2}"/>
              </a:ext>
            </a:extLst>
          </p:cNvPr>
          <p:cNvSpPr>
            <a:spLocks noGrp="1"/>
          </p:cNvSpPr>
          <p:nvPr/>
        </p:nvSpPr>
        <p:spPr>
          <a:xfrm>
            <a:off x="4441031" y="2583656"/>
            <a:ext cx="0" cy="4953000"/>
          </a:xfrm>
          <a:prstGeom prst="line">
            <a:avLst/>
          </a:prstGeom>
          <a:noFill/>
          <a:ln w="11906">
            <a:solidFill>
              <a:srgbClr val="BCD0EA"/>
            </a:solidFill>
          </a:ln>
        </p:spPr>
      </p:sp>
      <p:sp>
        <p:nvSpPr>
          <p:cNvPr id="27" name="object-27">
            <a:extLst>
              <a:ext uri="{FF2B5EF4-FFF2-40B4-BE49-F238E27FC236}">
                <a16:creationId xmlns:a16="http://schemas.microsoft.com/office/drawing/2014/main" id="{432F9E68-3C3A-434F-9D14-AEEC08F145C0}"/>
              </a:ext>
            </a:extLst>
          </p:cNvPr>
          <p:cNvSpPr>
            <a:spLocks noGrp="1"/>
          </p:cNvSpPr>
          <p:nvPr/>
        </p:nvSpPr>
        <p:spPr>
          <a:xfrm>
            <a:off x="42267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8" name="object-28">
            <a:extLst>
              <a:ext uri="{FF2B5EF4-FFF2-40B4-BE49-F238E27FC236}">
                <a16:creationId xmlns:a16="http://schemas.microsoft.com/office/drawing/2014/main" id="{054D1191-C5FE-44C0-9330-03E8B6D6F43E}"/>
              </a:ext>
            </a:extLst>
          </p:cNvPr>
          <p:cNvSpPr>
            <a:spLocks noGrp="1"/>
          </p:cNvSpPr>
          <p:nvPr/>
        </p:nvSpPr>
        <p:spPr>
          <a:xfrm>
            <a:off x="4560094" y="42505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9" name="object-29">
            <a:extLst>
              <a:ext uri="{FF2B5EF4-FFF2-40B4-BE49-F238E27FC236}">
                <a16:creationId xmlns:a16="http://schemas.microsoft.com/office/drawing/2014/main" id="{3ECD608F-4F23-401C-BFF1-7187B8FDBECE}"/>
              </a:ext>
            </a:extLst>
          </p:cNvPr>
          <p:cNvSpPr>
            <a:spLocks noGrp="1"/>
          </p:cNvSpPr>
          <p:nvPr/>
        </p:nvSpPr>
        <p:spPr>
          <a:xfrm>
            <a:off x="2583656" y="4750594"/>
            <a:ext cx="4953000" cy="0"/>
          </a:xfrm>
          <a:prstGeom prst="line">
            <a:avLst/>
          </a:prstGeom>
          <a:noFill/>
          <a:ln w="11906">
            <a:solidFill>
              <a:srgbClr val="BCD0EA"/>
            </a:solidFill>
          </a:ln>
        </p:spPr>
      </p:sp>
      <p:sp>
        <p:nvSpPr>
          <p:cNvPr id="30" name="object-30">
            <a:extLst>
              <a:ext uri="{FF2B5EF4-FFF2-40B4-BE49-F238E27FC236}">
                <a16:creationId xmlns:a16="http://schemas.microsoft.com/office/drawing/2014/main" id="{E6640AD5-2A33-4EEB-9867-2772A592563A}"/>
              </a:ext>
            </a:extLst>
          </p:cNvPr>
          <p:cNvSpPr>
            <a:spLocks noGrp="1"/>
          </p:cNvSpPr>
          <p:nvPr/>
        </p:nvSpPr>
        <p:spPr>
          <a:xfrm>
            <a:off x="4750594" y="2583656"/>
            <a:ext cx="0" cy="4953000"/>
          </a:xfrm>
          <a:prstGeom prst="line">
            <a:avLst/>
          </a:prstGeom>
          <a:noFill/>
          <a:ln w="11906">
            <a:solidFill>
              <a:srgbClr val="BCD0EA"/>
            </a:solidFill>
          </a:ln>
        </p:spPr>
      </p:sp>
      <p:sp>
        <p:nvSpPr>
          <p:cNvPr id="31" name="object-31">
            <a:extLst>
              <a:ext uri="{FF2B5EF4-FFF2-40B4-BE49-F238E27FC236}">
                <a16:creationId xmlns:a16="http://schemas.microsoft.com/office/drawing/2014/main" id="{2CBE9766-2B3E-4BB2-BD3C-F0FB7C218DD9}"/>
              </a:ext>
            </a:extLst>
          </p:cNvPr>
          <p:cNvSpPr>
            <a:spLocks noGrp="1"/>
          </p:cNvSpPr>
          <p:nvPr/>
        </p:nvSpPr>
        <p:spPr>
          <a:xfrm>
            <a:off x="2583656" y="5060156"/>
            <a:ext cx="4953000" cy="0"/>
          </a:xfrm>
          <a:prstGeom prst="line">
            <a:avLst/>
          </a:prstGeom>
          <a:noFill/>
          <a:ln w="11906">
            <a:solidFill>
              <a:srgbClr val="BCD0EA"/>
            </a:solidFill>
          </a:ln>
        </p:spPr>
      </p:sp>
      <p:sp>
        <p:nvSpPr>
          <p:cNvPr id="32" name="object-32">
            <a:extLst>
              <a:ext uri="{FF2B5EF4-FFF2-40B4-BE49-F238E27FC236}">
                <a16:creationId xmlns:a16="http://schemas.microsoft.com/office/drawing/2014/main" id="{C1D33E87-CD60-4CED-918F-348D22CCA0AB}"/>
              </a:ext>
            </a:extLst>
          </p:cNvPr>
          <p:cNvSpPr>
            <a:spLocks noGrp="1"/>
          </p:cNvSpPr>
          <p:nvPr/>
        </p:nvSpPr>
        <p:spPr>
          <a:xfrm>
            <a:off x="5060156" y="2583656"/>
            <a:ext cx="0" cy="4953000"/>
          </a:xfrm>
          <a:prstGeom prst="line">
            <a:avLst/>
          </a:prstGeom>
          <a:noFill/>
          <a:ln w="11906">
            <a:solidFill>
              <a:srgbClr val="BCD0EA"/>
            </a:solidFill>
          </a:ln>
        </p:spPr>
      </p:sp>
      <p:sp>
        <p:nvSpPr>
          <p:cNvPr id="33" name="object-33">
            <a:extLst>
              <a:ext uri="{FF2B5EF4-FFF2-40B4-BE49-F238E27FC236}">
                <a16:creationId xmlns:a16="http://schemas.microsoft.com/office/drawing/2014/main" id="{AE623D25-3442-4226-A6D4-32C1E9C47ACB}"/>
              </a:ext>
            </a:extLst>
          </p:cNvPr>
          <p:cNvSpPr>
            <a:spLocks noGrp="1"/>
          </p:cNvSpPr>
          <p:nvPr/>
        </p:nvSpPr>
        <p:spPr>
          <a:xfrm>
            <a:off x="48458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0</a:t>
            </a:r>
          </a:p>
        </p:txBody>
      </p:sp>
      <p:sp>
        <p:nvSpPr>
          <p:cNvPr id="34" name="object-34">
            <a:extLst>
              <a:ext uri="{FF2B5EF4-FFF2-40B4-BE49-F238E27FC236}">
                <a16:creationId xmlns:a16="http://schemas.microsoft.com/office/drawing/2014/main" id="{FF690DC0-670A-4AFA-9627-73CB83E47199}"/>
              </a:ext>
            </a:extLst>
          </p:cNvPr>
          <p:cNvSpPr>
            <a:spLocks noGrp="1"/>
          </p:cNvSpPr>
          <p:nvPr/>
        </p:nvSpPr>
        <p:spPr>
          <a:xfrm>
            <a:off x="2583656" y="5369719"/>
            <a:ext cx="4953000" cy="0"/>
          </a:xfrm>
          <a:prstGeom prst="line">
            <a:avLst/>
          </a:prstGeom>
          <a:noFill/>
          <a:ln w="11906">
            <a:solidFill>
              <a:srgbClr val="BCD0EA"/>
            </a:solidFill>
          </a:ln>
        </p:spPr>
      </p:sp>
      <p:sp>
        <p:nvSpPr>
          <p:cNvPr id="35" name="object-35">
            <a:extLst>
              <a:ext uri="{FF2B5EF4-FFF2-40B4-BE49-F238E27FC236}">
                <a16:creationId xmlns:a16="http://schemas.microsoft.com/office/drawing/2014/main" id="{7268A303-5333-4E47-ADA6-1428401676C6}"/>
              </a:ext>
            </a:extLst>
          </p:cNvPr>
          <p:cNvSpPr>
            <a:spLocks noGrp="1"/>
          </p:cNvSpPr>
          <p:nvPr/>
        </p:nvSpPr>
        <p:spPr>
          <a:xfrm>
            <a:off x="5369719" y="2583656"/>
            <a:ext cx="0" cy="4953000"/>
          </a:xfrm>
          <a:prstGeom prst="line">
            <a:avLst/>
          </a:prstGeom>
          <a:noFill/>
          <a:ln w="11906">
            <a:solidFill>
              <a:srgbClr val="BCD0EA"/>
            </a:solidFill>
          </a:ln>
        </p:spPr>
      </p:sp>
      <p:sp>
        <p:nvSpPr>
          <p:cNvPr id="36" name="object-36">
            <a:extLst>
              <a:ext uri="{FF2B5EF4-FFF2-40B4-BE49-F238E27FC236}">
                <a16:creationId xmlns:a16="http://schemas.microsoft.com/office/drawing/2014/main" id="{7D46D0E6-F6BB-49F3-818A-B8984DF22A9F}"/>
              </a:ext>
            </a:extLst>
          </p:cNvPr>
          <p:cNvSpPr>
            <a:spLocks noGrp="1"/>
          </p:cNvSpPr>
          <p:nvPr/>
        </p:nvSpPr>
        <p:spPr>
          <a:xfrm>
            <a:off x="2583656" y="5679281"/>
            <a:ext cx="4953000" cy="0"/>
          </a:xfrm>
          <a:prstGeom prst="line">
            <a:avLst/>
          </a:prstGeom>
          <a:noFill/>
          <a:ln w="11906">
            <a:solidFill>
              <a:srgbClr val="BCD0EA"/>
            </a:solidFill>
          </a:ln>
        </p:spPr>
      </p:sp>
      <p:sp>
        <p:nvSpPr>
          <p:cNvPr id="37" name="object-37">
            <a:extLst>
              <a:ext uri="{FF2B5EF4-FFF2-40B4-BE49-F238E27FC236}">
                <a16:creationId xmlns:a16="http://schemas.microsoft.com/office/drawing/2014/main" id="{A38CE599-157C-4AF2-B4ED-68C8A7BCA421}"/>
              </a:ext>
            </a:extLst>
          </p:cNvPr>
          <p:cNvSpPr>
            <a:spLocks noGrp="1"/>
          </p:cNvSpPr>
          <p:nvPr/>
        </p:nvSpPr>
        <p:spPr>
          <a:xfrm>
            <a:off x="5679281" y="2583656"/>
            <a:ext cx="0" cy="4953000"/>
          </a:xfrm>
          <a:prstGeom prst="line">
            <a:avLst/>
          </a:prstGeom>
          <a:noFill/>
          <a:ln w="11906">
            <a:solidFill>
              <a:srgbClr val="BCD0EA"/>
            </a:solidFill>
          </a:ln>
        </p:spPr>
      </p:sp>
      <p:sp>
        <p:nvSpPr>
          <p:cNvPr id="38" name="object-38">
            <a:extLst>
              <a:ext uri="{FF2B5EF4-FFF2-40B4-BE49-F238E27FC236}">
                <a16:creationId xmlns:a16="http://schemas.microsoft.com/office/drawing/2014/main" id="{DE09172E-9EFB-4BBE-BA2C-9B0F832A5438}"/>
              </a:ext>
            </a:extLst>
          </p:cNvPr>
          <p:cNvSpPr>
            <a:spLocks noGrp="1"/>
          </p:cNvSpPr>
          <p:nvPr/>
        </p:nvSpPr>
        <p:spPr>
          <a:xfrm>
            <a:off x="54649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39" name="object-39">
            <a:extLst>
              <a:ext uri="{FF2B5EF4-FFF2-40B4-BE49-F238E27FC236}">
                <a16:creationId xmlns:a16="http://schemas.microsoft.com/office/drawing/2014/main" id="{55506FCE-34C3-44CF-9AAD-87ED8BF96DB0}"/>
              </a:ext>
            </a:extLst>
          </p:cNvPr>
          <p:cNvSpPr>
            <a:spLocks noGrp="1"/>
          </p:cNvSpPr>
          <p:nvPr/>
        </p:nvSpPr>
        <p:spPr>
          <a:xfrm>
            <a:off x="4560094" y="54887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40" name="object-40">
            <a:extLst>
              <a:ext uri="{FF2B5EF4-FFF2-40B4-BE49-F238E27FC236}">
                <a16:creationId xmlns:a16="http://schemas.microsoft.com/office/drawing/2014/main" id="{B6B37FB1-009C-4C57-97BD-66AE59940088}"/>
              </a:ext>
            </a:extLst>
          </p:cNvPr>
          <p:cNvSpPr>
            <a:spLocks noGrp="1"/>
          </p:cNvSpPr>
          <p:nvPr/>
        </p:nvSpPr>
        <p:spPr>
          <a:xfrm>
            <a:off x="2583656" y="5988844"/>
            <a:ext cx="4953000" cy="0"/>
          </a:xfrm>
          <a:prstGeom prst="line">
            <a:avLst/>
          </a:prstGeom>
          <a:noFill/>
          <a:ln w="11906">
            <a:solidFill>
              <a:srgbClr val="BCD0EA"/>
            </a:solidFill>
          </a:ln>
        </p:spPr>
      </p:sp>
      <p:sp>
        <p:nvSpPr>
          <p:cNvPr id="41" name="object-41">
            <a:extLst>
              <a:ext uri="{FF2B5EF4-FFF2-40B4-BE49-F238E27FC236}">
                <a16:creationId xmlns:a16="http://schemas.microsoft.com/office/drawing/2014/main" id="{C84993B9-8D06-418B-B66C-669CE9991C67}"/>
              </a:ext>
            </a:extLst>
          </p:cNvPr>
          <p:cNvSpPr>
            <a:spLocks noGrp="1"/>
          </p:cNvSpPr>
          <p:nvPr/>
        </p:nvSpPr>
        <p:spPr>
          <a:xfrm>
            <a:off x="5988844" y="2583656"/>
            <a:ext cx="0" cy="4953000"/>
          </a:xfrm>
          <a:prstGeom prst="line">
            <a:avLst/>
          </a:prstGeom>
          <a:noFill/>
          <a:ln w="11906">
            <a:solidFill>
              <a:srgbClr val="BCD0EA"/>
            </a:solidFill>
          </a:ln>
        </p:spPr>
      </p:sp>
      <p:sp>
        <p:nvSpPr>
          <p:cNvPr id="42" name="object-42">
            <a:extLst>
              <a:ext uri="{FF2B5EF4-FFF2-40B4-BE49-F238E27FC236}">
                <a16:creationId xmlns:a16="http://schemas.microsoft.com/office/drawing/2014/main" id="{6057D343-F416-4830-A2EF-9774743AA5E8}"/>
              </a:ext>
            </a:extLst>
          </p:cNvPr>
          <p:cNvSpPr>
            <a:spLocks noGrp="1"/>
          </p:cNvSpPr>
          <p:nvPr/>
        </p:nvSpPr>
        <p:spPr>
          <a:xfrm>
            <a:off x="2583656" y="6298406"/>
            <a:ext cx="4953000" cy="0"/>
          </a:xfrm>
          <a:prstGeom prst="line">
            <a:avLst/>
          </a:prstGeom>
          <a:noFill/>
          <a:ln w="11906">
            <a:solidFill>
              <a:srgbClr val="BCD0EA"/>
            </a:solidFill>
          </a:ln>
        </p:spPr>
      </p:sp>
      <p:sp>
        <p:nvSpPr>
          <p:cNvPr id="43" name="object-43">
            <a:extLst>
              <a:ext uri="{FF2B5EF4-FFF2-40B4-BE49-F238E27FC236}">
                <a16:creationId xmlns:a16="http://schemas.microsoft.com/office/drawing/2014/main" id="{D5032249-BC17-41E4-89D3-6AB3F3ED57B9}"/>
              </a:ext>
            </a:extLst>
          </p:cNvPr>
          <p:cNvSpPr>
            <a:spLocks noGrp="1"/>
          </p:cNvSpPr>
          <p:nvPr/>
        </p:nvSpPr>
        <p:spPr>
          <a:xfrm>
            <a:off x="6298406" y="2583656"/>
            <a:ext cx="0" cy="4953000"/>
          </a:xfrm>
          <a:prstGeom prst="line">
            <a:avLst/>
          </a:prstGeom>
          <a:noFill/>
          <a:ln w="11906">
            <a:solidFill>
              <a:srgbClr val="BCD0EA"/>
            </a:solidFill>
          </a:ln>
        </p:spPr>
      </p:sp>
      <p:sp>
        <p:nvSpPr>
          <p:cNvPr id="44" name="object-44">
            <a:extLst>
              <a:ext uri="{FF2B5EF4-FFF2-40B4-BE49-F238E27FC236}">
                <a16:creationId xmlns:a16="http://schemas.microsoft.com/office/drawing/2014/main" id="{56326A4D-F3A3-460D-B254-49678BF3A3B5}"/>
              </a:ext>
            </a:extLst>
          </p:cNvPr>
          <p:cNvSpPr>
            <a:spLocks noGrp="1"/>
          </p:cNvSpPr>
          <p:nvPr/>
        </p:nvSpPr>
        <p:spPr>
          <a:xfrm>
            <a:off x="60840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5" name="object-45">
            <a:extLst>
              <a:ext uri="{FF2B5EF4-FFF2-40B4-BE49-F238E27FC236}">
                <a16:creationId xmlns:a16="http://schemas.microsoft.com/office/drawing/2014/main" id="{9CD180F8-3817-4E7B-9B2E-953106889858}"/>
              </a:ext>
            </a:extLst>
          </p:cNvPr>
          <p:cNvSpPr>
            <a:spLocks noGrp="1"/>
          </p:cNvSpPr>
          <p:nvPr/>
        </p:nvSpPr>
        <p:spPr>
          <a:xfrm>
            <a:off x="4560094" y="61079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6" name="object-46">
            <a:extLst>
              <a:ext uri="{FF2B5EF4-FFF2-40B4-BE49-F238E27FC236}">
                <a16:creationId xmlns:a16="http://schemas.microsoft.com/office/drawing/2014/main" id="{EF406F21-DD3B-4390-B9BE-ED3FD8C37F52}"/>
              </a:ext>
            </a:extLst>
          </p:cNvPr>
          <p:cNvSpPr>
            <a:spLocks noGrp="1"/>
          </p:cNvSpPr>
          <p:nvPr/>
        </p:nvSpPr>
        <p:spPr>
          <a:xfrm>
            <a:off x="2583656" y="6607969"/>
            <a:ext cx="4953000" cy="0"/>
          </a:xfrm>
          <a:prstGeom prst="line">
            <a:avLst/>
          </a:prstGeom>
          <a:noFill/>
          <a:ln w="11906">
            <a:solidFill>
              <a:srgbClr val="BCD0EA"/>
            </a:solidFill>
          </a:ln>
        </p:spPr>
      </p:sp>
      <p:sp>
        <p:nvSpPr>
          <p:cNvPr id="47" name="object-47">
            <a:extLst>
              <a:ext uri="{FF2B5EF4-FFF2-40B4-BE49-F238E27FC236}">
                <a16:creationId xmlns:a16="http://schemas.microsoft.com/office/drawing/2014/main" id="{BFF600AB-48DA-4706-9633-E7FFE8348EC3}"/>
              </a:ext>
            </a:extLst>
          </p:cNvPr>
          <p:cNvSpPr>
            <a:spLocks noGrp="1"/>
          </p:cNvSpPr>
          <p:nvPr/>
        </p:nvSpPr>
        <p:spPr>
          <a:xfrm>
            <a:off x="6607969" y="2583656"/>
            <a:ext cx="0" cy="4953000"/>
          </a:xfrm>
          <a:prstGeom prst="line">
            <a:avLst/>
          </a:prstGeom>
          <a:noFill/>
          <a:ln w="11906">
            <a:solidFill>
              <a:srgbClr val="BCD0EA"/>
            </a:solidFill>
          </a:ln>
        </p:spPr>
      </p:sp>
      <p:sp>
        <p:nvSpPr>
          <p:cNvPr id="48" name="object-48">
            <a:extLst>
              <a:ext uri="{FF2B5EF4-FFF2-40B4-BE49-F238E27FC236}">
                <a16:creationId xmlns:a16="http://schemas.microsoft.com/office/drawing/2014/main" id="{4BED5A6A-3B12-46A4-B619-F91DC07AC7DB}"/>
              </a:ext>
            </a:extLst>
          </p:cNvPr>
          <p:cNvSpPr>
            <a:spLocks noGrp="1"/>
          </p:cNvSpPr>
          <p:nvPr/>
        </p:nvSpPr>
        <p:spPr>
          <a:xfrm>
            <a:off x="2583656" y="6917531"/>
            <a:ext cx="4953000" cy="0"/>
          </a:xfrm>
          <a:prstGeom prst="line">
            <a:avLst/>
          </a:prstGeom>
          <a:noFill/>
          <a:ln w="11906">
            <a:solidFill>
              <a:srgbClr val="BCD0EA"/>
            </a:solidFill>
          </a:ln>
        </p:spPr>
      </p:sp>
      <p:sp>
        <p:nvSpPr>
          <p:cNvPr id="49" name="object-49">
            <a:extLst>
              <a:ext uri="{FF2B5EF4-FFF2-40B4-BE49-F238E27FC236}">
                <a16:creationId xmlns:a16="http://schemas.microsoft.com/office/drawing/2014/main" id="{E34937B1-5BEF-4311-8D68-99C9BDB6F4D3}"/>
              </a:ext>
            </a:extLst>
          </p:cNvPr>
          <p:cNvSpPr>
            <a:spLocks noGrp="1"/>
          </p:cNvSpPr>
          <p:nvPr/>
        </p:nvSpPr>
        <p:spPr>
          <a:xfrm>
            <a:off x="6917531" y="2583656"/>
            <a:ext cx="0" cy="4953000"/>
          </a:xfrm>
          <a:prstGeom prst="line">
            <a:avLst/>
          </a:prstGeom>
          <a:noFill/>
          <a:ln w="11906">
            <a:solidFill>
              <a:srgbClr val="BCD0EA"/>
            </a:solidFill>
          </a:ln>
        </p:spPr>
      </p:sp>
      <p:sp>
        <p:nvSpPr>
          <p:cNvPr id="50" name="object-50">
            <a:extLst>
              <a:ext uri="{FF2B5EF4-FFF2-40B4-BE49-F238E27FC236}">
                <a16:creationId xmlns:a16="http://schemas.microsoft.com/office/drawing/2014/main" id="{D0959F0A-03EA-43E6-ABB1-838673FB3407}"/>
              </a:ext>
            </a:extLst>
          </p:cNvPr>
          <p:cNvSpPr>
            <a:spLocks noGrp="1"/>
          </p:cNvSpPr>
          <p:nvPr/>
        </p:nvSpPr>
        <p:spPr>
          <a:xfrm>
            <a:off x="67032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1" name="object-51">
            <a:extLst>
              <a:ext uri="{FF2B5EF4-FFF2-40B4-BE49-F238E27FC236}">
                <a16:creationId xmlns:a16="http://schemas.microsoft.com/office/drawing/2014/main" id="{935DD148-B7A8-4E03-AD30-9ADEEADF3005}"/>
              </a:ext>
            </a:extLst>
          </p:cNvPr>
          <p:cNvSpPr>
            <a:spLocks noGrp="1"/>
          </p:cNvSpPr>
          <p:nvPr/>
        </p:nvSpPr>
        <p:spPr>
          <a:xfrm>
            <a:off x="4560094" y="67270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2" name="object-52">
            <a:extLst>
              <a:ext uri="{FF2B5EF4-FFF2-40B4-BE49-F238E27FC236}">
                <a16:creationId xmlns:a16="http://schemas.microsoft.com/office/drawing/2014/main" id="{967D0F4E-58A1-420A-82FA-53FBD0EA616F}"/>
              </a:ext>
            </a:extLst>
          </p:cNvPr>
          <p:cNvSpPr>
            <a:spLocks noGrp="1"/>
          </p:cNvSpPr>
          <p:nvPr/>
        </p:nvSpPr>
        <p:spPr>
          <a:xfrm>
            <a:off x="2583656" y="7227094"/>
            <a:ext cx="4953000" cy="0"/>
          </a:xfrm>
          <a:prstGeom prst="line">
            <a:avLst/>
          </a:prstGeom>
          <a:noFill/>
          <a:ln w="11906">
            <a:solidFill>
              <a:srgbClr val="BCD0EA"/>
            </a:solidFill>
          </a:ln>
        </p:spPr>
      </p:sp>
      <p:sp>
        <p:nvSpPr>
          <p:cNvPr id="53" name="object-53">
            <a:extLst>
              <a:ext uri="{FF2B5EF4-FFF2-40B4-BE49-F238E27FC236}">
                <a16:creationId xmlns:a16="http://schemas.microsoft.com/office/drawing/2014/main" id="{F79FEC0F-C68F-4F41-BD8C-833F8E979289}"/>
              </a:ext>
            </a:extLst>
          </p:cNvPr>
          <p:cNvSpPr>
            <a:spLocks noGrp="1"/>
          </p:cNvSpPr>
          <p:nvPr/>
        </p:nvSpPr>
        <p:spPr>
          <a:xfrm>
            <a:off x="7227094" y="2583656"/>
            <a:ext cx="0" cy="4953000"/>
          </a:xfrm>
          <a:prstGeom prst="line">
            <a:avLst/>
          </a:prstGeom>
          <a:noFill/>
          <a:ln w="11906">
            <a:solidFill>
              <a:srgbClr val="BCD0EA"/>
            </a:solidFill>
          </a:ln>
        </p:spPr>
      </p:sp>
      <p:sp>
        <p:nvSpPr>
          <p:cNvPr id="54" name="object-54">
            <a:extLst>
              <a:ext uri="{FF2B5EF4-FFF2-40B4-BE49-F238E27FC236}">
                <a16:creationId xmlns:a16="http://schemas.microsoft.com/office/drawing/2014/main" id="{492F67D4-9335-4A88-8125-3A15398D98EB}"/>
              </a:ext>
            </a:extLst>
          </p:cNvPr>
          <p:cNvSpPr>
            <a:spLocks noGrp="1"/>
          </p:cNvSpPr>
          <p:nvPr/>
        </p:nvSpPr>
        <p:spPr>
          <a:xfrm>
            <a:off x="2583656" y="7536656"/>
            <a:ext cx="4953000" cy="0"/>
          </a:xfrm>
          <a:prstGeom prst="line">
            <a:avLst/>
          </a:prstGeom>
          <a:noFill/>
          <a:ln w="11906">
            <a:solidFill>
              <a:srgbClr val="BCD0EA"/>
            </a:solidFill>
          </a:ln>
        </p:spPr>
      </p:sp>
      <p:sp>
        <p:nvSpPr>
          <p:cNvPr id="55" name="object-55">
            <a:extLst>
              <a:ext uri="{FF2B5EF4-FFF2-40B4-BE49-F238E27FC236}">
                <a16:creationId xmlns:a16="http://schemas.microsoft.com/office/drawing/2014/main" id="{21F5EC5E-E6A8-4CD9-8541-CBEDA76A4C7D}"/>
              </a:ext>
            </a:extLst>
          </p:cNvPr>
          <p:cNvSpPr>
            <a:spLocks noGrp="1"/>
          </p:cNvSpPr>
          <p:nvPr/>
        </p:nvSpPr>
        <p:spPr>
          <a:xfrm>
            <a:off x="7536656" y="2583656"/>
            <a:ext cx="0" cy="4953000"/>
          </a:xfrm>
          <a:prstGeom prst="line">
            <a:avLst/>
          </a:prstGeom>
          <a:noFill/>
          <a:ln w="11906">
            <a:solidFill>
              <a:srgbClr val="BCD0EA"/>
            </a:solidFill>
          </a:ln>
        </p:spPr>
      </p:sp>
      <p:sp>
        <p:nvSpPr>
          <p:cNvPr id="56" name="object-56">
            <a:extLst>
              <a:ext uri="{FF2B5EF4-FFF2-40B4-BE49-F238E27FC236}">
                <a16:creationId xmlns:a16="http://schemas.microsoft.com/office/drawing/2014/main" id="{817F21C3-BEF7-455F-B3A8-C96EBB891621}"/>
              </a:ext>
            </a:extLst>
          </p:cNvPr>
          <p:cNvSpPr>
            <a:spLocks noGrp="1"/>
          </p:cNvSpPr>
          <p:nvPr/>
        </p:nvSpPr>
        <p:spPr>
          <a:xfrm>
            <a:off x="7322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7" name="object-57">
            <a:extLst>
              <a:ext uri="{FF2B5EF4-FFF2-40B4-BE49-F238E27FC236}">
                <a16:creationId xmlns:a16="http://schemas.microsoft.com/office/drawing/2014/main" id="{BE5DF30D-9802-4FB1-9B69-03CA4A293D34}"/>
              </a:ext>
            </a:extLst>
          </p:cNvPr>
          <p:cNvSpPr>
            <a:spLocks noGrp="1"/>
          </p:cNvSpPr>
          <p:nvPr/>
        </p:nvSpPr>
        <p:spPr>
          <a:xfrm>
            <a:off x="4560094" y="7346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8" name="object-58">
            <a:extLst>
              <a:ext uri="{FF2B5EF4-FFF2-40B4-BE49-F238E27FC236}">
                <a16:creationId xmlns:a16="http://schemas.microsoft.com/office/drawing/2014/main" id="{2D36560F-9B8E-48C0-A2AD-5D8FB3C23CD1}"/>
              </a:ext>
            </a:extLst>
          </p:cNvPr>
          <p:cNvSpPr>
            <a:spLocks noGrp="1"/>
          </p:cNvSpPr>
          <p:nvPr/>
        </p:nvSpPr>
        <p:spPr>
          <a:xfrm>
            <a:off x="2583656" y="5060156"/>
            <a:ext cx="4953000" cy="0"/>
          </a:xfrm>
          <a:prstGeom prst="line">
            <a:avLst/>
          </a:prstGeom>
          <a:noFill/>
          <a:ln w="23813">
            <a:solidFill>
              <a:srgbClr val="172B4D"/>
            </a:solidFill>
          </a:ln>
        </p:spPr>
      </p:sp>
      <p:sp>
        <p:nvSpPr>
          <p:cNvPr id="59" name="object-59">
            <a:extLst>
              <a:ext uri="{FF2B5EF4-FFF2-40B4-BE49-F238E27FC236}">
                <a16:creationId xmlns:a16="http://schemas.microsoft.com/office/drawing/2014/main" id="{809F323C-F166-4227-BB97-C00C091E87DD}"/>
              </a:ext>
            </a:extLst>
          </p:cNvPr>
          <p:cNvSpPr>
            <a:spLocks noGrp="1"/>
          </p:cNvSpPr>
          <p:nvPr/>
        </p:nvSpPr>
        <p:spPr>
          <a:xfrm>
            <a:off x="5060156" y="2583656"/>
            <a:ext cx="0" cy="4953000"/>
          </a:xfrm>
          <a:prstGeom prst="line">
            <a:avLst/>
          </a:prstGeom>
          <a:noFill/>
          <a:ln w="23813">
            <a:solidFill>
              <a:srgbClr val="172B4D"/>
            </a:solidFill>
          </a:ln>
        </p:spPr>
      </p:sp>
      <p:sp>
        <p:nvSpPr>
          <p:cNvPr id="60" name="object-60">
            <a:extLst>
              <a:ext uri="{FF2B5EF4-FFF2-40B4-BE49-F238E27FC236}">
                <a16:creationId xmlns:a16="http://schemas.microsoft.com/office/drawing/2014/main" id="{3644A70D-5F8E-4691-B112-24AA99F937D6}"/>
              </a:ext>
            </a:extLst>
          </p:cNvPr>
          <p:cNvSpPr>
            <a:spLocks noGrp="1"/>
          </p:cNvSpPr>
          <p:nvPr/>
        </p:nvSpPr>
        <p:spPr>
          <a:xfrm>
            <a:off x="4953000" y="4953000"/>
            <a:ext cx="214313" cy="214313"/>
          </a:xfrm>
          <a:prstGeom prst="ellipse">
            <a:avLst/>
          </a:prstGeom>
          <a:solidFill>
            <a:srgbClr val="1D4ED8"/>
          </a:solidFill>
          <a:ln w="11906">
            <a:solidFill>
              <a:srgbClr val="172B4D"/>
            </a:solidFill>
          </a:ln>
        </p:spPr>
      </p:sp>
      <p:sp>
        <p:nvSpPr>
          <p:cNvPr id="61" name="object-61">
            <a:extLst>
              <a:ext uri="{FF2B5EF4-FFF2-40B4-BE49-F238E27FC236}">
                <a16:creationId xmlns:a16="http://schemas.microsoft.com/office/drawing/2014/main" id="{34B75BC3-A4FD-46DE-97C7-439403CC7C9D}"/>
              </a:ext>
            </a:extLst>
          </p:cNvPr>
          <p:cNvSpPr>
            <a:spLocks noGrp="1"/>
          </p:cNvSpPr>
          <p:nvPr/>
        </p:nvSpPr>
        <p:spPr>
          <a:xfrm>
            <a:off x="9763125" y="4048125"/>
            <a:ext cx="4345781" cy="1547813"/>
          </a:xfrm>
          <a:prstGeom prst="rect">
            <a:avLst/>
          </a:prstGeom>
          <a:noFill/>
          <a:ln w="0">
            <a:noFill/>
          </a:ln>
        </p:spPr>
        <p:txBody>
          <a:bodyPr anchor="ctr">
            <a:noAutofit/>
          </a:bodyPr>
          <a:lstStyle/>
          <a:p>
            <a:pPr algn="l">
              <a:defRPr sz="4125" b="1">
                <a:solidFill>
                  <a:srgbClr val="11745A"/>
                </a:solidFill>
                <a:latin typeface="Arial"/>
                <a:ea typeface="Arial"/>
                <a:cs typeface="Arial"/>
              </a:defRPr>
            </a:pPr>
            <a:r>
              <a:rPr sz="4125" b="1">
                <a:solidFill>
                  <a:srgbClr val="11745A"/>
                </a:solidFill>
                <a:latin typeface="Arial"/>
                <a:ea typeface="Arial"/>
                <a:cs typeface="Arial"/>
              </a:rPr>
              <a:t>(-4, 2)</a:t>
            </a:r>
          </a:p>
        </p:txBody>
      </p:sp>
    </p:spTree>
    <p:extLst>
      <p:ext uri="{BB962C8B-B14F-4D97-AF65-F5344CB8AC3E}">
        <p14:creationId xmlns:p14="http://schemas.microsoft.com/office/powerpoint/2010/main" val="1914726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0 0 L -0.08125 0 E" pathEditMode="relative" ptsTypes="">
                                      <p:cBhvr>
                                        <p:cTn id="6" dur="800" fill="hold"/>
                                        <p:tgtEl>
                                          <p:spTgt spid="60"/>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0.08125 0 L -0.08125 -0.07222222 E" pathEditMode="relative" ptsTypes="">
                                      <p:cBhvr>
                                        <p:cTn id="10" dur="800" fill="hold"/>
                                        <p:tgtEl>
                                          <p:spTgt spid="60"/>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 name="object-1">
            <a:extLst>
              <a:ext uri="{FF2B5EF4-FFF2-40B4-BE49-F238E27FC236}">
                <a16:creationId xmlns:a16="http://schemas.microsoft.com/office/drawing/2014/main" id="{D3D6C9E2-3F52-445D-898A-3C0A5390887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03E3D13F-9768-4628-A03B-9D5A4E199AD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Plot (-4, 1).</a:t>
            </a:r>
          </a:p>
        </p:txBody>
      </p:sp>
      <p:sp>
        <p:nvSpPr>
          <p:cNvPr id="3" name="object-3">
            <a:extLst>
              <a:ext uri="{FF2B5EF4-FFF2-40B4-BE49-F238E27FC236}">
                <a16:creationId xmlns:a16="http://schemas.microsoft.com/office/drawing/2014/main" id="{3B1DC56A-F368-4145-B15D-8DEE59BA79DD}"/>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B62B182C-E8E0-4CD8-9DDA-F0C68FEDF4E7}"/>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Plot points in four quadrants</a:t>
            </a:r>
          </a:p>
        </p:txBody>
      </p:sp>
      <p:sp>
        <p:nvSpPr>
          <p:cNvPr id="5" name="object-5">
            <a:extLst>
              <a:ext uri="{FF2B5EF4-FFF2-40B4-BE49-F238E27FC236}">
                <a16:creationId xmlns:a16="http://schemas.microsoft.com/office/drawing/2014/main" id="{5A79A523-A23C-4C5E-A3B0-EA495A94790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5B694EED-D231-41B8-AA64-2D14078532F3}"/>
              </a:ext>
            </a:extLst>
          </p:cNvPr>
          <p:cNvSpPr>
            <a:spLocks noGrp="1"/>
          </p:cNvSpPr>
          <p:nvPr/>
        </p:nvSpPr>
        <p:spPr>
          <a:xfrm>
            <a:off x="2583656" y="2583656"/>
            <a:ext cx="4953000" cy="0"/>
          </a:xfrm>
          <a:prstGeom prst="line">
            <a:avLst/>
          </a:prstGeom>
          <a:noFill/>
          <a:ln w="11906">
            <a:solidFill>
              <a:srgbClr val="BCD0EA"/>
            </a:solidFill>
          </a:ln>
        </p:spPr>
      </p:sp>
      <p:sp>
        <p:nvSpPr>
          <p:cNvPr id="7" name="object-7">
            <a:extLst>
              <a:ext uri="{FF2B5EF4-FFF2-40B4-BE49-F238E27FC236}">
                <a16:creationId xmlns:a16="http://schemas.microsoft.com/office/drawing/2014/main" id="{F116ACCB-8B7E-47C2-A194-CF694002EC23}"/>
              </a:ext>
            </a:extLst>
          </p:cNvPr>
          <p:cNvSpPr>
            <a:spLocks noGrp="1"/>
          </p:cNvSpPr>
          <p:nvPr/>
        </p:nvSpPr>
        <p:spPr>
          <a:xfrm>
            <a:off x="2583656" y="2583656"/>
            <a:ext cx="0" cy="4953000"/>
          </a:xfrm>
          <a:prstGeom prst="line">
            <a:avLst/>
          </a:prstGeom>
          <a:noFill/>
          <a:ln w="11906">
            <a:solidFill>
              <a:srgbClr val="BCD0EA"/>
            </a:solidFill>
          </a:ln>
        </p:spPr>
      </p:sp>
      <p:sp>
        <p:nvSpPr>
          <p:cNvPr id="8" name="object-8">
            <a:extLst>
              <a:ext uri="{FF2B5EF4-FFF2-40B4-BE49-F238E27FC236}">
                <a16:creationId xmlns:a16="http://schemas.microsoft.com/office/drawing/2014/main" id="{5E01079A-184B-4EE2-9DAD-69304108E673}"/>
              </a:ext>
            </a:extLst>
          </p:cNvPr>
          <p:cNvSpPr>
            <a:spLocks noGrp="1"/>
          </p:cNvSpPr>
          <p:nvPr/>
        </p:nvSpPr>
        <p:spPr>
          <a:xfrm>
            <a:off x="2369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9" name="object-9">
            <a:extLst>
              <a:ext uri="{FF2B5EF4-FFF2-40B4-BE49-F238E27FC236}">
                <a16:creationId xmlns:a16="http://schemas.microsoft.com/office/drawing/2014/main" id="{2961E8E9-45BC-42A4-B3FE-6979807018BE}"/>
              </a:ext>
            </a:extLst>
          </p:cNvPr>
          <p:cNvSpPr>
            <a:spLocks noGrp="1"/>
          </p:cNvSpPr>
          <p:nvPr/>
        </p:nvSpPr>
        <p:spPr>
          <a:xfrm>
            <a:off x="4560094" y="2393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10" name="object-10">
            <a:extLst>
              <a:ext uri="{FF2B5EF4-FFF2-40B4-BE49-F238E27FC236}">
                <a16:creationId xmlns:a16="http://schemas.microsoft.com/office/drawing/2014/main" id="{A3D4E846-28F8-4EA6-8EEA-8E6557C63712}"/>
              </a:ext>
            </a:extLst>
          </p:cNvPr>
          <p:cNvSpPr>
            <a:spLocks noGrp="1"/>
          </p:cNvSpPr>
          <p:nvPr/>
        </p:nvSpPr>
        <p:spPr>
          <a:xfrm>
            <a:off x="2583656" y="2893219"/>
            <a:ext cx="4953000" cy="0"/>
          </a:xfrm>
          <a:prstGeom prst="line">
            <a:avLst/>
          </a:prstGeom>
          <a:noFill/>
          <a:ln w="11906">
            <a:solidFill>
              <a:srgbClr val="BCD0EA"/>
            </a:solidFill>
          </a:ln>
        </p:spPr>
      </p:sp>
      <p:sp>
        <p:nvSpPr>
          <p:cNvPr id="11" name="object-11">
            <a:extLst>
              <a:ext uri="{FF2B5EF4-FFF2-40B4-BE49-F238E27FC236}">
                <a16:creationId xmlns:a16="http://schemas.microsoft.com/office/drawing/2014/main" id="{FBA1717A-2B80-4890-97D1-A05A250F3B3E}"/>
              </a:ext>
            </a:extLst>
          </p:cNvPr>
          <p:cNvSpPr>
            <a:spLocks noGrp="1"/>
          </p:cNvSpPr>
          <p:nvPr/>
        </p:nvSpPr>
        <p:spPr>
          <a:xfrm>
            <a:off x="2893219" y="2583656"/>
            <a:ext cx="0" cy="4953000"/>
          </a:xfrm>
          <a:prstGeom prst="line">
            <a:avLst/>
          </a:prstGeom>
          <a:noFill/>
          <a:ln w="11906">
            <a:solidFill>
              <a:srgbClr val="BCD0EA"/>
            </a:solidFill>
          </a:ln>
        </p:spPr>
      </p:sp>
      <p:sp>
        <p:nvSpPr>
          <p:cNvPr id="12" name="object-12">
            <a:extLst>
              <a:ext uri="{FF2B5EF4-FFF2-40B4-BE49-F238E27FC236}">
                <a16:creationId xmlns:a16="http://schemas.microsoft.com/office/drawing/2014/main" id="{BD315923-A133-4BC5-9B1B-BC7120C0AF8B}"/>
              </a:ext>
            </a:extLst>
          </p:cNvPr>
          <p:cNvSpPr>
            <a:spLocks noGrp="1"/>
          </p:cNvSpPr>
          <p:nvPr/>
        </p:nvSpPr>
        <p:spPr>
          <a:xfrm>
            <a:off x="2583656" y="3202781"/>
            <a:ext cx="4953000" cy="0"/>
          </a:xfrm>
          <a:prstGeom prst="line">
            <a:avLst/>
          </a:prstGeom>
          <a:noFill/>
          <a:ln w="11906">
            <a:solidFill>
              <a:srgbClr val="BCD0EA"/>
            </a:solidFill>
          </a:ln>
        </p:spPr>
      </p:sp>
      <p:sp>
        <p:nvSpPr>
          <p:cNvPr id="13" name="object-13">
            <a:extLst>
              <a:ext uri="{FF2B5EF4-FFF2-40B4-BE49-F238E27FC236}">
                <a16:creationId xmlns:a16="http://schemas.microsoft.com/office/drawing/2014/main" id="{704EBAC5-749D-427D-95C8-9613A7EF784F}"/>
              </a:ext>
            </a:extLst>
          </p:cNvPr>
          <p:cNvSpPr>
            <a:spLocks noGrp="1"/>
          </p:cNvSpPr>
          <p:nvPr/>
        </p:nvSpPr>
        <p:spPr>
          <a:xfrm>
            <a:off x="3202781" y="2583656"/>
            <a:ext cx="0" cy="4953000"/>
          </a:xfrm>
          <a:prstGeom prst="line">
            <a:avLst/>
          </a:prstGeom>
          <a:noFill/>
          <a:ln w="11906">
            <a:solidFill>
              <a:srgbClr val="BCD0EA"/>
            </a:solidFill>
          </a:ln>
        </p:spPr>
      </p:sp>
      <p:sp>
        <p:nvSpPr>
          <p:cNvPr id="14" name="object-14">
            <a:extLst>
              <a:ext uri="{FF2B5EF4-FFF2-40B4-BE49-F238E27FC236}">
                <a16:creationId xmlns:a16="http://schemas.microsoft.com/office/drawing/2014/main" id="{9FFD885A-EFA9-4712-BC30-BB87905AFEE9}"/>
              </a:ext>
            </a:extLst>
          </p:cNvPr>
          <p:cNvSpPr>
            <a:spLocks noGrp="1"/>
          </p:cNvSpPr>
          <p:nvPr/>
        </p:nvSpPr>
        <p:spPr>
          <a:xfrm>
            <a:off x="29884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5" name="object-15">
            <a:extLst>
              <a:ext uri="{FF2B5EF4-FFF2-40B4-BE49-F238E27FC236}">
                <a16:creationId xmlns:a16="http://schemas.microsoft.com/office/drawing/2014/main" id="{C3F3F98E-A8AD-455D-B0E7-C5C1E685D103}"/>
              </a:ext>
            </a:extLst>
          </p:cNvPr>
          <p:cNvSpPr>
            <a:spLocks noGrp="1"/>
          </p:cNvSpPr>
          <p:nvPr/>
        </p:nvSpPr>
        <p:spPr>
          <a:xfrm>
            <a:off x="4560094" y="30122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6" name="object-16">
            <a:extLst>
              <a:ext uri="{FF2B5EF4-FFF2-40B4-BE49-F238E27FC236}">
                <a16:creationId xmlns:a16="http://schemas.microsoft.com/office/drawing/2014/main" id="{A8BE81E7-AACE-4B4B-886E-17467EFEADAB}"/>
              </a:ext>
            </a:extLst>
          </p:cNvPr>
          <p:cNvSpPr>
            <a:spLocks noGrp="1"/>
          </p:cNvSpPr>
          <p:nvPr/>
        </p:nvSpPr>
        <p:spPr>
          <a:xfrm>
            <a:off x="2583656" y="3512344"/>
            <a:ext cx="4953000" cy="0"/>
          </a:xfrm>
          <a:prstGeom prst="line">
            <a:avLst/>
          </a:prstGeom>
          <a:noFill/>
          <a:ln w="11906">
            <a:solidFill>
              <a:srgbClr val="BCD0EA"/>
            </a:solidFill>
          </a:ln>
        </p:spPr>
      </p:sp>
      <p:sp>
        <p:nvSpPr>
          <p:cNvPr id="17" name="object-17">
            <a:extLst>
              <a:ext uri="{FF2B5EF4-FFF2-40B4-BE49-F238E27FC236}">
                <a16:creationId xmlns:a16="http://schemas.microsoft.com/office/drawing/2014/main" id="{2BDCE790-1F8B-4EAF-AE77-E2945EFE91FB}"/>
              </a:ext>
            </a:extLst>
          </p:cNvPr>
          <p:cNvSpPr>
            <a:spLocks noGrp="1"/>
          </p:cNvSpPr>
          <p:nvPr/>
        </p:nvSpPr>
        <p:spPr>
          <a:xfrm>
            <a:off x="3512344" y="2583656"/>
            <a:ext cx="0" cy="4953000"/>
          </a:xfrm>
          <a:prstGeom prst="line">
            <a:avLst/>
          </a:prstGeom>
          <a:noFill/>
          <a:ln w="11906">
            <a:solidFill>
              <a:srgbClr val="BCD0EA"/>
            </a:solidFill>
          </a:ln>
        </p:spPr>
      </p:sp>
      <p:sp>
        <p:nvSpPr>
          <p:cNvPr id="18" name="object-18">
            <a:extLst>
              <a:ext uri="{FF2B5EF4-FFF2-40B4-BE49-F238E27FC236}">
                <a16:creationId xmlns:a16="http://schemas.microsoft.com/office/drawing/2014/main" id="{104B0D13-00CC-4E20-BB60-DE021B8FE2C0}"/>
              </a:ext>
            </a:extLst>
          </p:cNvPr>
          <p:cNvSpPr>
            <a:spLocks noGrp="1"/>
          </p:cNvSpPr>
          <p:nvPr/>
        </p:nvSpPr>
        <p:spPr>
          <a:xfrm>
            <a:off x="2583656" y="3821906"/>
            <a:ext cx="4953000" cy="0"/>
          </a:xfrm>
          <a:prstGeom prst="line">
            <a:avLst/>
          </a:prstGeom>
          <a:noFill/>
          <a:ln w="11906">
            <a:solidFill>
              <a:srgbClr val="BCD0EA"/>
            </a:solidFill>
          </a:ln>
        </p:spPr>
      </p:sp>
      <p:sp>
        <p:nvSpPr>
          <p:cNvPr id="19" name="object-19">
            <a:extLst>
              <a:ext uri="{FF2B5EF4-FFF2-40B4-BE49-F238E27FC236}">
                <a16:creationId xmlns:a16="http://schemas.microsoft.com/office/drawing/2014/main" id="{4C6480F0-4DE6-42C3-BB2D-0E270CAB4981}"/>
              </a:ext>
            </a:extLst>
          </p:cNvPr>
          <p:cNvSpPr>
            <a:spLocks noGrp="1"/>
          </p:cNvSpPr>
          <p:nvPr/>
        </p:nvSpPr>
        <p:spPr>
          <a:xfrm>
            <a:off x="3821906" y="2583656"/>
            <a:ext cx="0" cy="4953000"/>
          </a:xfrm>
          <a:prstGeom prst="line">
            <a:avLst/>
          </a:prstGeom>
          <a:noFill/>
          <a:ln w="11906">
            <a:solidFill>
              <a:srgbClr val="BCD0EA"/>
            </a:solidFill>
          </a:ln>
        </p:spPr>
      </p:sp>
      <p:sp>
        <p:nvSpPr>
          <p:cNvPr id="20" name="object-20">
            <a:extLst>
              <a:ext uri="{FF2B5EF4-FFF2-40B4-BE49-F238E27FC236}">
                <a16:creationId xmlns:a16="http://schemas.microsoft.com/office/drawing/2014/main" id="{7465A2CB-F17C-4A76-888A-B405CC05452D}"/>
              </a:ext>
            </a:extLst>
          </p:cNvPr>
          <p:cNvSpPr>
            <a:spLocks noGrp="1"/>
          </p:cNvSpPr>
          <p:nvPr/>
        </p:nvSpPr>
        <p:spPr>
          <a:xfrm>
            <a:off x="36075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1" name="object-21">
            <a:extLst>
              <a:ext uri="{FF2B5EF4-FFF2-40B4-BE49-F238E27FC236}">
                <a16:creationId xmlns:a16="http://schemas.microsoft.com/office/drawing/2014/main" id="{92DD9CE7-DA97-40AA-A5AA-C9EC636F040A}"/>
              </a:ext>
            </a:extLst>
          </p:cNvPr>
          <p:cNvSpPr>
            <a:spLocks noGrp="1"/>
          </p:cNvSpPr>
          <p:nvPr/>
        </p:nvSpPr>
        <p:spPr>
          <a:xfrm>
            <a:off x="4560094" y="36314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2" name="object-22">
            <a:extLst>
              <a:ext uri="{FF2B5EF4-FFF2-40B4-BE49-F238E27FC236}">
                <a16:creationId xmlns:a16="http://schemas.microsoft.com/office/drawing/2014/main" id="{BB481B6A-C972-40D7-AFFE-CCF0AFFE8B46}"/>
              </a:ext>
            </a:extLst>
          </p:cNvPr>
          <p:cNvSpPr>
            <a:spLocks noGrp="1"/>
          </p:cNvSpPr>
          <p:nvPr/>
        </p:nvSpPr>
        <p:spPr>
          <a:xfrm>
            <a:off x="2583656" y="4131469"/>
            <a:ext cx="4953000" cy="0"/>
          </a:xfrm>
          <a:prstGeom prst="line">
            <a:avLst/>
          </a:prstGeom>
          <a:noFill/>
          <a:ln w="11906">
            <a:solidFill>
              <a:srgbClr val="BCD0EA"/>
            </a:solidFill>
          </a:ln>
        </p:spPr>
      </p:sp>
      <p:sp>
        <p:nvSpPr>
          <p:cNvPr id="23" name="object-23">
            <a:extLst>
              <a:ext uri="{FF2B5EF4-FFF2-40B4-BE49-F238E27FC236}">
                <a16:creationId xmlns:a16="http://schemas.microsoft.com/office/drawing/2014/main" id="{D3BD667B-AEAC-413F-B86E-B80A80D70935}"/>
              </a:ext>
            </a:extLst>
          </p:cNvPr>
          <p:cNvSpPr>
            <a:spLocks noGrp="1"/>
          </p:cNvSpPr>
          <p:nvPr/>
        </p:nvSpPr>
        <p:spPr>
          <a:xfrm>
            <a:off x="4131469" y="2583656"/>
            <a:ext cx="0" cy="4953000"/>
          </a:xfrm>
          <a:prstGeom prst="line">
            <a:avLst/>
          </a:prstGeom>
          <a:noFill/>
          <a:ln w="11906">
            <a:solidFill>
              <a:srgbClr val="BCD0EA"/>
            </a:solidFill>
          </a:ln>
        </p:spPr>
      </p:sp>
      <p:sp>
        <p:nvSpPr>
          <p:cNvPr id="24" name="object-24">
            <a:extLst>
              <a:ext uri="{FF2B5EF4-FFF2-40B4-BE49-F238E27FC236}">
                <a16:creationId xmlns:a16="http://schemas.microsoft.com/office/drawing/2014/main" id="{0E89F25C-5D61-49D8-9DE5-431EED3048D4}"/>
              </a:ext>
            </a:extLst>
          </p:cNvPr>
          <p:cNvSpPr>
            <a:spLocks noGrp="1"/>
          </p:cNvSpPr>
          <p:nvPr/>
        </p:nvSpPr>
        <p:spPr>
          <a:xfrm>
            <a:off x="2583656" y="4441031"/>
            <a:ext cx="4953000" cy="0"/>
          </a:xfrm>
          <a:prstGeom prst="line">
            <a:avLst/>
          </a:prstGeom>
          <a:noFill/>
          <a:ln w="11906">
            <a:solidFill>
              <a:srgbClr val="BCD0EA"/>
            </a:solidFill>
          </a:ln>
        </p:spPr>
      </p:sp>
      <p:sp>
        <p:nvSpPr>
          <p:cNvPr id="25" name="object-25">
            <a:extLst>
              <a:ext uri="{FF2B5EF4-FFF2-40B4-BE49-F238E27FC236}">
                <a16:creationId xmlns:a16="http://schemas.microsoft.com/office/drawing/2014/main" id="{0144B6C5-ACC3-495C-B602-BC9492816FC0}"/>
              </a:ext>
            </a:extLst>
          </p:cNvPr>
          <p:cNvSpPr>
            <a:spLocks noGrp="1"/>
          </p:cNvSpPr>
          <p:nvPr/>
        </p:nvSpPr>
        <p:spPr>
          <a:xfrm>
            <a:off x="4441031" y="2583656"/>
            <a:ext cx="0" cy="4953000"/>
          </a:xfrm>
          <a:prstGeom prst="line">
            <a:avLst/>
          </a:prstGeom>
          <a:noFill/>
          <a:ln w="11906">
            <a:solidFill>
              <a:srgbClr val="BCD0EA"/>
            </a:solidFill>
          </a:ln>
        </p:spPr>
      </p:sp>
      <p:sp>
        <p:nvSpPr>
          <p:cNvPr id="26" name="object-26">
            <a:extLst>
              <a:ext uri="{FF2B5EF4-FFF2-40B4-BE49-F238E27FC236}">
                <a16:creationId xmlns:a16="http://schemas.microsoft.com/office/drawing/2014/main" id="{BDE39D3A-3A46-43FF-9116-A5B1704397FC}"/>
              </a:ext>
            </a:extLst>
          </p:cNvPr>
          <p:cNvSpPr>
            <a:spLocks noGrp="1"/>
          </p:cNvSpPr>
          <p:nvPr/>
        </p:nvSpPr>
        <p:spPr>
          <a:xfrm>
            <a:off x="42267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7" name="object-27">
            <a:extLst>
              <a:ext uri="{FF2B5EF4-FFF2-40B4-BE49-F238E27FC236}">
                <a16:creationId xmlns:a16="http://schemas.microsoft.com/office/drawing/2014/main" id="{3ABD22F8-FCB2-4740-A14E-32EE20D3506D}"/>
              </a:ext>
            </a:extLst>
          </p:cNvPr>
          <p:cNvSpPr>
            <a:spLocks noGrp="1"/>
          </p:cNvSpPr>
          <p:nvPr/>
        </p:nvSpPr>
        <p:spPr>
          <a:xfrm>
            <a:off x="4560094" y="42505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8" name="object-28">
            <a:extLst>
              <a:ext uri="{FF2B5EF4-FFF2-40B4-BE49-F238E27FC236}">
                <a16:creationId xmlns:a16="http://schemas.microsoft.com/office/drawing/2014/main" id="{8C2A1AF7-0539-4725-BA15-432CBA4868F0}"/>
              </a:ext>
            </a:extLst>
          </p:cNvPr>
          <p:cNvSpPr>
            <a:spLocks noGrp="1"/>
          </p:cNvSpPr>
          <p:nvPr/>
        </p:nvSpPr>
        <p:spPr>
          <a:xfrm>
            <a:off x="2583656" y="4750594"/>
            <a:ext cx="4953000" cy="0"/>
          </a:xfrm>
          <a:prstGeom prst="line">
            <a:avLst/>
          </a:prstGeom>
          <a:noFill/>
          <a:ln w="11906">
            <a:solidFill>
              <a:srgbClr val="BCD0EA"/>
            </a:solidFill>
          </a:ln>
        </p:spPr>
      </p:sp>
      <p:sp>
        <p:nvSpPr>
          <p:cNvPr id="29" name="object-29">
            <a:extLst>
              <a:ext uri="{FF2B5EF4-FFF2-40B4-BE49-F238E27FC236}">
                <a16:creationId xmlns:a16="http://schemas.microsoft.com/office/drawing/2014/main" id="{51E56D7F-C44C-4F18-A847-0731FE33540C}"/>
              </a:ext>
            </a:extLst>
          </p:cNvPr>
          <p:cNvSpPr>
            <a:spLocks noGrp="1"/>
          </p:cNvSpPr>
          <p:nvPr/>
        </p:nvSpPr>
        <p:spPr>
          <a:xfrm>
            <a:off x="4750594" y="2583656"/>
            <a:ext cx="0" cy="4953000"/>
          </a:xfrm>
          <a:prstGeom prst="line">
            <a:avLst/>
          </a:prstGeom>
          <a:noFill/>
          <a:ln w="11906">
            <a:solidFill>
              <a:srgbClr val="BCD0EA"/>
            </a:solidFill>
          </a:ln>
        </p:spPr>
      </p:sp>
      <p:sp>
        <p:nvSpPr>
          <p:cNvPr id="30" name="object-30">
            <a:extLst>
              <a:ext uri="{FF2B5EF4-FFF2-40B4-BE49-F238E27FC236}">
                <a16:creationId xmlns:a16="http://schemas.microsoft.com/office/drawing/2014/main" id="{5FB5EDF5-345A-4091-ABB9-01445DAC627A}"/>
              </a:ext>
            </a:extLst>
          </p:cNvPr>
          <p:cNvSpPr>
            <a:spLocks noGrp="1"/>
          </p:cNvSpPr>
          <p:nvPr/>
        </p:nvSpPr>
        <p:spPr>
          <a:xfrm>
            <a:off x="2583656" y="5060156"/>
            <a:ext cx="4953000" cy="0"/>
          </a:xfrm>
          <a:prstGeom prst="line">
            <a:avLst/>
          </a:prstGeom>
          <a:noFill/>
          <a:ln w="11906">
            <a:solidFill>
              <a:srgbClr val="BCD0EA"/>
            </a:solidFill>
          </a:ln>
        </p:spPr>
      </p:sp>
      <p:sp>
        <p:nvSpPr>
          <p:cNvPr id="31" name="object-31">
            <a:extLst>
              <a:ext uri="{FF2B5EF4-FFF2-40B4-BE49-F238E27FC236}">
                <a16:creationId xmlns:a16="http://schemas.microsoft.com/office/drawing/2014/main" id="{F1609E92-DB1E-4D0C-80C3-C72C2FBA46D5}"/>
              </a:ext>
            </a:extLst>
          </p:cNvPr>
          <p:cNvSpPr>
            <a:spLocks noGrp="1"/>
          </p:cNvSpPr>
          <p:nvPr/>
        </p:nvSpPr>
        <p:spPr>
          <a:xfrm>
            <a:off x="5060156" y="2583656"/>
            <a:ext cx="0" cy="4953000"/>
          </a:xfrm>
          <a:prstGeom prst="line">
            <a:avLst/>
          </a:prstGeom>
          <a:noFill/>
          <a:ln w="11906">
            <a:solidFill>
              <a:srgbClr val="BCD0EA"/>
            </a:solidFill>
          </a:ln>
        </p:spPr>
      </p:sp>
      <p:sp>
        <p:nvSpPr>
          <p:cNvPr id="32" name="object-32">
            <a:extLst>
              <a:ext uri="{FF2B5EF4-FFF2-40B4-BE49-F238E27FC236}">
                <a16:creationId xmlns:a16="http://schemas.microsoft.com/office/drawing/2014/main" id="{BBA6CCC4-BEF6-4F3B-BAA3-2000F4BD4ADA}"/>
              </a:ext>
            </a:extLst>
          </p:cNvPr>
          <p:cNvSpPr>
            <a:spLocks noGrp="1"/>
          </p:cNvSpPr>
          <p:nvPr/>
        </p:nvSpPr>
        <p:spPr>
          <a:xfrm>
            <a:off x="48458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0</a:t>
            </a:r>
          </a:p>
        </p:txBody>
      </p:sp>
      <p:sp>
        <p:nvSpPr>
          <p:cNvPr id="33" name="object-33">
            <a:extLst>
              <a:ext uri="{FF2B5EF4-FFF2-40B4-BE49-F238E27FC236}">
                <a16:creationId xmlns:a16="http://schemas.microsoft.com/office/drawing/2014/main" id="{D5B64EC6-611E-4D29-A1DA-098CD79BB1AB}"/>
              </a:ext>
            </a:extLst>
          </p:cNvPr>
          <p:cNvSpPr>
            <a:spLocks noGrp="1"/>
          </p:cNvSpPr>
          <p:nvPr/>
        </p:nvSpPr>
        <p:spPr>
          <a:xfrm>
            <a:off x="2583656" y="5369719"/>
            <a:ext cx="4953000" cy="0"/>
          </a:xfrm>
          <a:prstGeom prst="line">
            <a:avLst/>
          </a:prstGeom>
          <a:noFill/>
          <a:ln w="11906">
            <a:solidFill>
              <a:srgbClr val="BCD0EA"/>
            </a:solidFill>
          </a:ln>
        </p:spPr>
      </p:sp>
      <p:sp>
        <p:nvSpPr>
          <p:cNvPr id="34" name="object-34">
            <a:extLst>
              <a:ext uri="{FF2B5EF4-FFF2-40B4-BE49-F238E27FC236}">
                <a16:creationId xmlns:a16="http://schemas.microsoft.com/office/drawing/2014/main" id="{7F2D511F-4E58-42B3-AB61-58166A23879F}"/>
              </a:ext>
            </a:extLst>
          </p:cNvPr>
          <p:cNvSpPr>
            <a:spLocks noGrp="1"/>
          </p:cNvSpPr>
          <p:nvPr/>
        </p:nvSpPr>
        <p:spPr>
          <a:xfrm>
            <a:off x="5369719" y="2583656"/>
            <a:ext cx="0" cy="4953000"/>
          </a:xfrm>
          <a:prstGeom prst="line">
            <a:avLst/>
          </a:prstGeom>
          <a:noFill/>
          <a:ln w="11906">
            <a:solidFill>
              <a:srgbClr val="BCD0EA"/>
            </a:solidFill>
          </a:ln>
        </p:spPr>
      </p:sp>
      <p:sp>
        <p:nvSpPr>
          <p:cNvPr id="35" name="object-35">
            <a:extLst>
              <a:ext uri="{FF2B5EF4-FFF2-40B4-BE49-F238E27FC236}">
                <a16:creationId xmlns:a16="http://schemas.microsoft.com/office/drawing/2014/main" id="{FBA32402-4E74-451E-B0F3-8FE6D1B43C0D}"/>
              </a:ext>
            </a:extLst>
          </p:cNvPr>
          <p:cNvSpPr>
            <a:spLocks noGrp="1"/>
          </p:cNvSpPr>
          <p:nvPr/>
        </p:nvSpPr>
        <p:spPr>
          <a:xfrm>
            <a:off x="2583656" y="5679281"/>
            <a:ext cx="4953000" cy="0"/>
          </a:xfrm>
          <a:prstGeom prst="line">
            <a:avLst/>
          </a:prstGeom>
          <a:noFill/>
          <a:ln w="11906">
            <a:solidFill>
              <a:srgbClr val="BCD0EA"/>
            </a:solidFill>
          </a:ln>
        </p:spPr>
      </p:sp>
      <p:sp>
        <p:nvSpPr>
          <p:cNvPr id="36" name="object-36">
            <a:extLst>
              <a:ext uri="{FF2B5EF4-FFF2-40B4-BE49-F238E27FC236}">
                <a16:creationId xmlns:a16="http://schemas.microsoft.com/office/drawing/2014/main" id="{8169AF4E-DC66-40AA-A4E4-19A9E0E006C7}"/>
              </a:ext>
            </a:extLst>
          </p:cNvPr>
          <p:cNvSpPr>
            <a:spLocks noGrp="1"/>
          </p:cNvSpPr>
          <p:nvPr/>
        </p:nvSpPr>
        <p:spPr>
          <a:xfrm>
            <a:off x="5679281" y="2583656"/>
            <a:ext cx="0" cy="4953000"/>
          </a:xfrm>
          <a:prstGeom prst="line">
            <a:avLst/>
          </a:prstGeom>
          <a:noFill/>
          <a:ln w="11906">
            <a:solidFill>
              <a:srgbClr val="BCD0EA"/>
            </a:solidFill>
          </a:ln>
        </p:spPr>
      </p:sp>
      <p:sp>
        <p:nvSpPr>
          <p:cNvPr id="37" name="object-37">
            <a:extLst>
              <a:ext uri="{FF2B5EF4-FFF2-40B4-BE49-F238E27FC236}">
                <a16:creationId xmlns:a16="http://schemas.microsoft.com/office/drawing/2014/main" id="{CBD166E3-A4D1-4068-90DF-B611B6EF2A3F}"/>
              </a:ext>
            </a:extLst>
          </p:cNvPr>
          <p:cNvSpPr>
            <a:spLocks noGrp="1"/>
          </p:cNvSpPr>
          <p:nvPr/>
        </p:nvSpPr>
        <p:spPr>
          <a:xfrm>
            <a:off x="54649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38" name="object-38">
            <a:extLst>
              <a:ext uri="{FF2B5EF4-FFF2-40B4-BE49-F238E27FC236}">
                <a16:creationId xmlns:a16="http://schemas.microsoft.com/office/drawing/2014/main" id="{D4DE2C28-67BD-4756-9E8A-817BEF6F95AA}"/>
              </a:ext>
            </a:extLst>
          </p:cNvPr>
          <p:cNvSpPr>
            <a:spLocks noGrp="1"/>
          </p:cNvSpPr>
          <p:nvPr/>
        </p:nvSpPr>
        <p:spPr>
          <a:xfrm>
            <a:off x="4560094" y="54887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39" name="object-39">
            <a:extLst>
              <a:ext uri="{FF2B5EF4-FFF2-40B4-BE49-F238E27FC236}">
                <a16:creationId xmlns:a16="http://schemas.microsoft.com/office/drawing/2014/main" id="{931D4DA5-DF10-4BB5-8914-2503DFA5ADF7}"/>
              </a:ext>
            </a:extLst>
          </p:cNvPr>
          <p:cNvSpPr>
            <a:spLocks noGrp="1"/>
          </p:cNvSpPr>
          <p:nvPr/>
        </p:nvSpPr>
        <p:spPr>
          <a:xfrm>
            <a:off x="2583656" y="5988844"/>
            <a:ext cx="4953000" cy="0"/>
          </a:xfrm>
          <a:prstGeom prst="line">
            <a:avLst/>
          </a:prstGeom>
          <a:noFill/>
          <a:ln w="11906">
            <a:solidFill>
              <a:srgbClr val="BCD0EA"/>
            </a:solidFill>
          </a:ln>
        </p:spPr>
      </p:sp>
      <p:sp>
        <p:nvSpPr>
          <p:cNvPr id="40" name="object-40">
            <a:extLst>
              <a:ext uri="{FF2B5EF4-FFF2-40B4-BE49-F238E27FC236}">
                <a16:creationId xmlns:a16="http://schemas.microsoft.com/office/drawing/2014/main" id="{C3661C21-8B00-4215-9E15-3C48EC466D90}"/>
              </a:ext>
            </a:extLst>
          </p:cNvPr>
          <p:cNvSpPr>
            <a:spLocks noGrp="1"/>
          </p:cNvSpPr>
          <p:nvPr/>
        </p:nvSpPr>
        <p:spPr>
          <a:xfrm>
            <a:off x="5988844" y="2583656"/>
            <a:ext cx="0" cy="4953000"/>
          </a:xfrm>
          <a:prstGeom prst="line">
            <a:avLst/>
          </a:prstGeom>
          <a:noFill/>
          <a:ln w="11906">
            <a:solidFill>
              <a:srgbClr val="BCD0EA"/>
            </a:solidFill>
          </a:ln>
        </p:spPr>
      </p:sp>
      <p:sp>
        <p:nvSpPr>
          <p:cNvPr id="41" name="object-41">
            <a:extLst>
              <a:ext uri="{FF2B5EF4-FFF2-40B4-BE49-F238E27FC236}">
                <a16:creationId xmlns:a16="http://schemas.microsoft.com/office/drawing/2014/main" id="{3D305DC2-ABB7-43C4-8927-4F2855683248}"/>
              </a:ext>
            </a:extLst>
          </p:cNvPr>
          <p:cNvSpPr>
            <a:spLocks noGrp="1"/>
          </p:cNvSpPr>
          <p:nvPr/>
        </p:nvSpPr>
        <p:spPr>
          <a:xfrm>
            <a:off x="2583656" y="6298406"/>
            <a:ext cx="4953000" cy="0"/>
          </a:xfrm>
          <a:prstGeom prst="line">
            <a:avLst/>
          </a:prstGeom>
          <a:noFill/>
          <a:ln w="11906">
            <a:solidFill>
              <a:srgbClr val="BCD0EA"/>
            </a:solidFill>
          </a:ln>
        </p:spPr>
      </p:sp>
      <p:sp>
        <p:nvSpPr>
          <p:cNvPr id="42" name="object-42">
            <a:extLst>
              <a:ext uri="{FF2B5EF4-FFF2-40B4-BE49-F238E27FC236}">
                <a16:creationId xmlns:a16="http://schemas.microsoft.com/office/drawing/2014/main" id="{F136C2C6-0F7C-43E0-A290-5BC789D1F605}"/>
              </a:ext>
            </a:extLst>
          </p:cNvPr>
          <p:cNvSpPr>
            <a:spLocks noGrp="1"/>
          </p:cNvSpPr>
          <p:nvPr/>
        </p:nvSpPr>
        <p:spPr>
          <a:xfrm>
            <a:off x="6298406" y="2583656"/>
            <a:ext cx="0" cy="4953000"/>
          </a:xfrm>
          <a:prstGeom prst="line">
            <a:avLst/>
          </a:prstGeom>
          <a:noFill/>
          <a:ln w="11906">
            <a:solidFill>
              <a:srgbClr val="BCD0EA"/>
            </a:solidFill>
          </a:ln>
        </p:spPr>
      </p:sp>
      <p:sp>
        <p:nvSpPr>
          <p:cNvPr id="43" name="object-43">
            <a:extLst>
              <a:ext uri="{FF2B5EF4-FFF2-40B4-BE49-F238E27FC236}">
                <a16:creationId xmlns:a16="http://schemas.microsoft.com/office/drawing/2014/main" id="{24809847-F3E6-4E3D-870A-60079A5543F7}"/>
              </a:ext>
            </a:extLst>
          </p:cNvPr>
          <p:cNvSpPr>
            <a:spLocks noGrp="1"/>
          </p:cNvSpPr>
          <p:nvPr/>
        </p:nvSpPr>
        <p:spPr>
          <a:xfrm>
            <a:off x="60840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4" name="object-44">
            <a:extLst>
              <a:ext uri="{FF2B5EF4-FFF2-40B4-BE49-F238E27FC236}">
                <a16:creationId xmlns:a16="http://schemas.microsoft.com/office/drawing/2014/main" id="{8BA45A25-A156-4A58-9DFA-D6E99EB1CCDA}"/>
              </a:ext>
            </a:extLst>
          </p:cNvPr>
          <p:cNvSpPr>
            <a:spLocks noGrp="1"/>
          </p:cNvSpPr>
          <p:nvPr/>
        </p:nvSpPr>
        <p:spPr>
          <a:xfrm>
            <a:off x="4560094" y="61079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5" name="object-45">
            <a:extLst>
              <a:ext uri="{FF2B5EF4-FFF2-40B4-BE49-F238E27FC236}">
                <a16:creationId xmlns:a16="http://schemas.microsoft.com/office/drawing/2014/main" id="{B968B78F-50D8-48EB-A274-2571A97031BA}"/>
              </a:ext>
            </a:extLst>
          </p:cNvPr>
          <p:cNvSpPr>
            <a:spLocks noGrp="1"/>
          </p:cNvSpPr>
          <p:nvPr/>
        </p:nvSpPr>
        <p:spPr>
          <a:xfrm>
            <a:off x="2583656" y="6607969"/>
            <a:ext cx="4953000" cy="0"/>
          </a:xfrm>
          <a:prstGeom prst="line">
            <a:avLst/>
          </a:prstGeom>
          <a:noFill/>
          <a:ln w="11906">
            <a:solidFill>
              <a:srgbClr val="BCD0EA"/>
            </a:solidFill>
          </a:ln>
        </p:spPr>
      </p:sp>
      <p:sp>
        <p:nvSpPr>
          <p:cNvPr id="46" name="object-46">
            <a:extLst>
              <a:ext uri="{FF2B5EF4-FFF2-40B4-BE49-F238E27FC236}">
                <a16:creationId xmlns:a16="http://schemas.microsoft.com/office/drawing/2014/main" id="{CAB6A92F-8834-4A13-BBFB-10D044DFCC2E}"/>
              </a:ext>
            </a:extLst>
          </p:cNvPr>
          <p:cNvSpPr>
            <a:spLocks noGrp="1"/>
          </p:cNvSpPr>
          <p:nvPr/>
        </p:nvSpPr>
        <p:spPr>
          <a:xfrm>
            <a:off x="6607969" y="2583656"/>
            <a:ext cx="0" cy="4953000"/>
          </a:xfrm>
          <a:prstGeom prst="line">
            <a:avLst/>
          </a:prstGeom>
          <a:noFill/>
          <a:ln w="11906">
            <a:solidFill>
              <a:srgbClr val="BCD0EA"/>
            </a:solidFill>
          </a:ln>
        </p:spPr>
      </p:sp>
      <p:sp>
        <p:nvSpPr>
          <p:cNvPr id="47" name="object-47">
            <a:extLst>
              <a:ext uri="{FF2B5EF4-FFF2-40B4-BE49-F238E27FC236}">
                <a16:creationId xmlns:a16="http://schemas.microsoft.com/office/drawing/2014/main" id="{83AD1963-BBAD-474D-8B4E-3F64EEBDAA1C}"/>
              </a:ext>
            </a:extLst>
          </p:cNvPr>
          <p:cNvSpPr>
            <a:spLocks noGrp="1"/>
          </p:cNvSpPr>
          <p:nvPr/>
        </p:nvSpPr>
        <p:spPr>
          <a:xfrm>
            <a:off x="2583656" y="6917531"/>
            <a:ext cx="4953000" cy="0"/>
          </a:xfrm>
          <a:prstGeom prst="line">
            <a:avLst/>
          </a:prstGeom>
          <a:noFill/>
          <a:ln w="11906">
            <a:solidFill>
              <a:srgbClr val="BCD0EA"/>
            </a:solidFill>
          </a:ln>
        </p:spPr>
      </p:sp>
      <p:sp>
        <p:nvSpPr>
          <p:cNvPr id="48" name="object-48">
            <a:extLst>
              <a:ext uri="{FF2B5EF4-FFF2-40B4-BE49-F238E27FC236}">
                <a16:creationId xmlns:a16="http://schemas.microsoft.com/office/drawing/2014/main" id="{5A21C32E-96C7-4EE4-A9E1-51C38B144983}"/>
              </a:ext>
            </a:extLst>
          </p:cNvPr>
          <p:cNvSpPr>
            <a:spLocks noGrp="1"/>
          </p:cNvSpPr>
          <p:nvPr/>
        </p:nvSpPr>
        <p:spPr>
          <a:xfrm>
            <a:off x="6917531" y="2583656"/>
            <a:ext cx="0" cy="4953000"/>
          </a:xfrm>
          <a:prstGeom prst="line">
            <a:avLst/>
          </a:prstGeom>
          <a:noFill/>
          <a:ln w="11906">
            <a:solidFill>
              <a:srgbClr val="BCD0EA"/>
            </a:solidFill>
          </a:ln>
        </p:spPr>
      </p:sp>
      <p:sp>
        <p:nvSpPr>
          <p:cNvPr id="49" name="object-49">
            <a:extLst>
              <a:ext uri="{FF2B5EF4-FFF2-40B4-BE49-F238E27FC236}">
                <a16:creationId xmlns:a16="http://schemas.microsoft.com/office/drawing/2014/main" id="{AB5AF708-906D-411D-858A-1D0361F76C88}"/>
              </a:ext>
            </a:extLst>
          </p:cNvPr>
          <p:cNvSpPr>
            <a:spLocks noGrp="1"/>
          </p:cNvSpPr>
          <p:nvPr/>
        </p:nvSpPr>
        <p:spPr>
          <a:xfrm>
            <a:off x="67032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0" name="object-50">
            <a:extLst>
              <a:ext uri="{FF2B5EF4-FFF2-40B4-BE49-F238E27FC236}">
                <a16:creationId xmlns:a16="http://schemas.microsoft.com/office/drawing/2014/main" id="{8BA850F0-D038-484A-BA63-DD3BC83B1C95}"/>
              </a:ext>
            </a:extLst>
          </p:cNvPr>
          <p:cNvSpPr>
            <a:spLocks noGrp="1"/>
          </p:cNvSpPr>
          <p:nvPr/>
        </p:nvSpPr>
        <p:spPr>
          <a:xfrm>
            <a:off x="4560094" y="67270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1" name="object-51">
            <a:extLst>
              <a:ext uri="{FF2B5EF4-FFF2-40B4-BE49-F238E27FC236}">
                <a16:creationId xmlns:a16="http://schemas.microsoft.com/office/drawing/2014/main" id="{CE3FCC07-7D5B-4FE8-BB41-D6BA4BA24584}"/>
              </a:ext>
            </a:extLst>
          </p:cNvPr>
          <p:cNvSpPr>
            <a:spLocks noGrp="1"/>
          </p:cNvSpPr>
          <p:nvPr/>
        </p:nvSpPr>
        <p:spPr>
          <a:xfrm>
            <a:off x="2583656" y="7227094"/>
            <a:ext cx="4953000" cy="0"/>
          </a:xfrm>
          <a:prstGeom prst="line">
            <a:avLst/>
          </a:prstGeom>
          <a:noFill/>
          <a:ln w="11906">
            <a:solidFill>
              <a:srgbClr val="BCD0EA"/>
            </a:solidFill>
          </a:ln>
        </p:spPr>
      </p:sp>
      <p:sp>
        <p:nvSpPr>
          <p:cNvPr id="52" name="object-52">
            <a:extLst>
              <a:ext uri="{FF2B5EF4-FFF2-40B4-BE49-F238E27FC236}">
                <a16:creationId xmlns:a16="http://schemas.microsoft.com/office/drawing/2014/main" id="{0426B222-9E44-4C80-8BD1-991394AF9892}"/>
              </a:ext>
            </a:extLst>
          </p:cNvPr>
          <p:cNvSpPr>
            <a:spLocks noGrp="1"/>
          </p:cNvSpPr>
          <p:nvPr/>
        </p:nvSpPr>
        <p:spPr>
          <a:xfrm>
            <a:off x="7227094" y="2583656"/>
            <a:ext cx="0" cy="4953000"/>
          </a:xfrm>
          <a:prstGeom prst="line">
            <a:avLst/>
          </a:prstGeom>
          <a:noFill/>
          <a:ln w="11906">
            <a:solidFill>
              <a:srgbClr val="BCD0EA"/>
            </a:solidFill>
          </a:ln>
        </p:spPr>
      </p:sp>
      <p:sp>
        <p:nvSpPr>
          <p:cNvPr id="53" name="object-53">
            <a:extLst>
              <a:ext uri="{FF2B5EF4-FFF2-40B4-BE49-F238E27FC236}">
                <a16:creationId xmlns:a16="http://schemas.microsoft.com/office/drawing/2014/main" id="{32CAF79A-62DF-4C19-8FA6-B70AB3ED0240}"/>
              </a:ext>
            </a:extLst>
          </p:cNvPr>
          <p:cNvSpPr>
            <a:spLocks noGrp="1"/>
          </p:cNvSpPr>
          <p:nvPr/>
        </p:nvSpPr>
        <p:spPr>
          <a:xfrm>
            <a:off x="2583656" y="7536656"/>
            <a:ext cx="4953000" cy="0"/>
          </a:xfrm>
          <a:prstGeom prst="line">
            <a:avLst/>
          </a:prstGeom>
          <a:noFill/>
          <a:ln w="11906">
            <a:solidFill>
              <a:srgbClr val="BCD0EA"/>
            </a:solidFill>
          </a:ln>
        </p:spPr>
      </p:sp>
      <p:sp>
        <p:nvSpPr>
          <p:cNvPr id="54" name="object-54">
            <a:extLst>
              <a:ext uri="{FF2B5EF4-FFF2-40B4-BE49-F238E27FC236}">
                <a16:creationId xmlns:a16="http://schemas.microsoft.com/office/drawing/2014/main" id="{20F33753-FCF9-4000-AC32-611A6FCB7528}"/>
              </a:ext>
            </a:extLst>
          </p:cNvPr>
          <p:cNvSpPr>
            <a:spLocks noGrp="1"/>
          </p:cNvSpPr>
          <p:nvPr/>
        </p:nvSpPr>
        <p:spPr>
          <a:xfrm>
            <a:off x="7536656" y="2583656"/>
            <a:ext cx="0" cy="4953000"/>
          </a:xfrm>
          <a:prstGeom prst="line">
            <a:avLst/>
          </a:prstGeom>
          <a:noFill/>
          <a:ln w="11906">
            <a:solidFill>
              <a:srgbClr val="BCD0EA"/>
            </a:solidFill>
          </a:ln>
        </p:spPr>
      </p:sp>
      <p:sp>
        <p:nvSpPr>
          <p:cNvPr id="55" name="object-55">
            <a:extLst>
              <a:ext uri="{FF2B5EF4-FFF2-40B4-BE49-F238E27FC236}">
                <a16:creationId xmlns:a16="http://schemas.microsoft.com/office/drawing/2014/main" id="{18AD6F3D-2758-47ED-89F2-D9895E0A1177}"/>
              </a:ext>
            </a:extLst>
          </p:cNvPr>
          <p:cNvSpPr>
            <a:spLocks noGrp="1"/>
          </p:cNvSpPr>
          <p:nvPr/>
        </p:nvSpPr>
        <p:spPr>
          <a:xfrm>
            <a:off x="7322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6" name="object-56">
            <a:extLst>
              <a:ext uri="{FF2B5EF4-FFF2-40B4-BE49-F238E27FC236}">
                <a16:creationId xmlns:a16="http://schemas.microsoft.com/office/drawing/2014/main" id="{8673616C-4F81-48B0-8B30-2F1A51D790E4}"/>
              </a:ext>
            </a:extLst>
          </p:cNvPr>
          <p:cNvSpPr>
            <a:spLocks noGrp="1"/>
          </p:cNvSpPr>
          <p:nvPr/>
        </p:nvSpPr>
        <p:spPr>
          <a:xfrm>
            <a:off x="4560094" y="7346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7" name="object-57">
            <a:extLst>
              <a:ext uri="{FF2B5EF4-FFF2-40B4-BE49-F238E27FC236}">
                <a16:creationId xmlns:a16="http://schemas.microsoft.com/office/drawing/2014/main" id="{E6FB0748-FA63-454E-A004-08DE62437312}"/>
              </a:ext>
            </a:extLst>
          </p:cNvPr>
          <p:cNvSpPr>
            <a:spLocks noGrp="1"/>
          </p:cNvSpPr>
          <p:nvPr/>
        </p:nvSpPr>
        <p:spPr>
          <a:xfrm>
            <a:off x="2583656" y="5060156"/>
            <a:ext cx="4953000" cy="0"/>
          </a:xfrm>
          <a:prstGeom prst="line">
            <a:avLst/>
          </a:prstGeom>
          <a:noFill/>
          <a:ln w="23813">
            <a:solidFill>
              <a:srgbClr val="172B4D"/>
            </a:solidFill>
          </a:ln>
        </p:spPr>
      </p:sp>
      <p:sp>
        <p:nvSpPr>
          <p:cNvPr id="58" name="object-58">
            <a:extLst>
              <a:ext uri="{FF2B5EF4-FFF2-40B4-BE49-F238E27FC236}">
                <a16:creationId xmlns:a16="http://schemas.microsoft.com/office/drawing/2014/main" id="{EFD60403-5C27-454C-A5CF-23196CC6B953}"/>
              </a:ext>
            </a:extLst>
          </p:cNvPr>
          <p:cNvSpPr>
            <a:spLocks noGrp="1"/>
          </p:cNvSpPr>
          <p:nvPr/>
        </p:nvSpPr>
        <p:spPr>
          <a:xfrm>
            <a:off x="5060156" y="2583656"/>
            <a:ext cx="0" cy="4953000"/>
          </a:xfrm>
          <a:prstGeom prst="line">
            <a:avLst/>
          </a:prstGeom>
          <a:noFill/>
          <a:ln w="23813">
            <a:solidFill>
              <a:srgbClr val="172B4D"/>
            </a:solidFill>
          </a:ln>
        </p:spPr>
      </p:sp>
      <p:sp>
        <p:nvSpPr>
          <p:cNvPr id="59" name="object-59">
            <a:extLst>
              <a:ext uri="{FF2B5EF4-FFF2-40B4-BE49-F238E27FC236}">
                <a16:creationId xmlns:a16="http://schemas.microsoft.com/office/drawing/2014/main" id="{1D3A0BE3-41F2-4D16-99B0-092F24804D54}"/>
              </a:ext>
            </a:extLst>
          </p:cNvPr>
          <p:cNvSpPr>
            <a:spLocks noGrp="1"/>
          </p:cNvSpPr>
          <p:nvPr/>
        </p:nvSpPr>
        <p:spPr>
          <a:xfrm>
            <a:off x="4953000" y="4953000"/>
            <a:ext cx="214313" cy="214313"/>
          </a:xfrm>
          <a:prstGeom prst="ellipse">
            <a:avLst/>
          </a:prstGeom>
          <a:solidFill>
            <a:srgbClr val="1D4ED8"/>
          </a:solidFill>
          <a:ln w="11906">
            <a:solidFill>
              <a:srgbClr val="172B4D"/>
            </a:solidFill>
          </a:ln>
        </p:spPr>
      </p:sp>
      <p:sp>
        <p:nvSpPr>
          <p:cNvPr id="60" name="object-60">
            <a:extLst>
              <a:ext uri="{FF2B5EF4-FFF2-40B4-BE49-F238E27FC236}">
                <a16:creationId xmlns:a16="http://schemas.microsoft.com/office/drawing/2014/main" id="{7265B41B-94E0-4360-B316-8940A1E5CEB9}"/>
              </a:ext>
            </a:extLst>
          </p:cNvPr>
          <p:cNvSpPr>
            <a:spLocks noGrp="1"/>
          </p:cNvSpPr>
          <p:nvPr/>
        </p:nvSpPr>
        <p:spPr>
          <a:xfrm>
            <a:off x="9763125" y="4048125"/>
            <a:ext cx="4345781" cy="1547813"/>
          </a:xfrm>
          <a:prstGeom prst="rect">
            <a:avLst/>
          </a:prstGeom>
          <a:noFill/>
          <a:ln w="0">
            <a:noFill/>
          </a:ln>
        </p:spPr>
        <p:txBody>
          <a:bodyPr anchor="ctr">
            <a:noAutofit/>
          </a:bodyPr>
          <a:lstStyle/>
          <a:p>
            <a:pPr algn="l">
              <a:defRPr sz="4125" b="1">
                <a:solidFill>
                  <a:srgbClr val="11745A"/>
                </a:solidFill>
                <a:latin typeface="Arial"/>
                <a:ea typeface="Arial"/>
                <a:cs typeface="Arial"/>
              </a:defRPr>
            </a:pPr>
            <a:r>
              <a:rPr sz="4125" b="1">
                <a:solidFill>
                  <a:srgbClr val="11745A"/>
                </a:solidFill>
                <a:latin typeface="Arial"/>
                <a:ea typeface="Arial"/>
                <a:cs typeface="Arial"/>
              </a:rPr>
              <a:t>(-4, 1)</a:t>
            </a:r>
          </a:p>
        </p:txBody>
      </p:sp>
    </p:spTree>
    <p:extLst>
      <p:ext uri="{BB962C8B-B14F-4D97-AF65-F5344CB8AC3E}">
        <p14:creationId xmlns:p14="http://schemas.microsoft.com/office/powerpoint/2010/main" val="1455669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0 0 L -0.08125 0 E" pathEditMode="relative" ptsTypes="">
                                      <p:cBhvr>
                                        <p:cTn id="6" dur="800" fill="hold"/>
                                        <p:tgtEl>
                                          <p:spTgt spid="5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0.08125 0 L -0.08125 -0.03611111 E" pathEditMode="relative" ptsTypes="">
                                      <p:cBhvr>
                                        <p:cTn id="10" dur="800" fill="hold"/>
                                        <p:tgtEl>
                                          <p:spTgt spid="59"/>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2" name="object-1">
            <a:extLst>
              <a:ext uri="{FF2B5EF4-FFF2-40B4-BE49-F238E27FC236}">
                <a16:creationId xmlns:a16="http://schemas.microsoft.com/office/drawing/2014/main" id="{835DCFF4-683B-4072-96F4-812B9FE1642D}"/>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4D92F35F-FDF1-493F-8581-EF7DE4686106}"/>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47E5C626-B824-4091-B3F1-C1B8287C1F44}"/>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Plot (-4, 0).</a:t>
            </a:r>
          </a:p>
        </p:txBody>
      </p:sp>
      <p:sp>
        <p:nvSpPr>
          <p:cNvPr id="4" name="object-4">
            <a:extLst>
              <a:ext uri="{FF2B5EF4-FFF2-40B4-BE49-F238E27FC236}">
                <a16:creationId xmlns:a16="http://schemas.microsoft.com/office/drawing/2014/main" id="{56435219-6985-425F-8461-19E9BEB353A9}"/>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94DCA615-5D86-499F-AC05-ACFE258FBAC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Plot points in four quadrants</a:t>
            </a:r>
          </a:p>
        </p:txBody>
      </p:sp>
      <p:sp>
        <p:nvSpPr>
          <p:cNvPr id="6" name="object-6">
            <a:extLst>
              <a:ext uri="{FF2B5EF4-FFF2-40B4-BE49-F238E27FC236}">
                <a16:creationId xmlns:a16="http://schemas.microsoft.com/office/drawing/2014/main" id="{6312AB44-9F17-4D20-9B4D-F876FADF2D2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A636F250-864A-4EDE-B6A4-3F1878B9CCFC}"/>
              </a:ext>
            </a:extLst>
          </p:cNvPr>
          <p:cNvSpPr>
            <a:spLocks noGrp="1"/>
          </p:cNvSpPr>
          <p:nvPr/>
        </p:nvSpPr>
        <p:spPr>
          <a:xfrm>
            <a:off x="2583656" y="2583656"/>
            <a:ext cx="4953000" cy="0"/>
          </a:xfrm>
          <a:prstGeom prst="line">
            <a:avLst/>
          </a:prstGeom>
          <a:noFill/>
          <a:ln w="11906">
            <a:solidFill>
              <a:srgbClr val="BCD0EA"/>
            </a:solidFill>
          </a:ln>
        </p:spPr>
      </p:sp>
      <p:sp>
        <p:nvSpPr>
          <p:cNvPr id="8" name="object-8">
            <a:extLst>
              <a:ext uri="{FF2B5EF4-FFF2-40B4-BE49-F238E27FC236}">
                <a16:creationId xmlns:a16="http://schemas.microsoft.com/office/drawing/2014/main" id="{43CEF070-369C-4C3E-B479-5AB4EBB512AE}"/>
              </a:ext>
            </a:extLst>
          </p:cNvPr>
          <p:cNvSpPr>
            <a:spLocks noGrp="1"/>
          </p:cNvSpPr>
          <p:nvPr/>
        </p:nvSpPr>
        <p:spPr>
          <a:xfrm>
            <a:off x="2583656" y="2583656"/>
            <a:ext cx="0" cy="4953000"/>
          </a:xfrm>
          <a:prstGeom prst="line">
            <a:avLst/>
          </a:prstGeom>
          <a:noFill/>
          <a:ln w="11906">
            <a:solidFill>
              <a:srgbClr val="BCD0EA"/>
            </a:solidFill>
          </a:ln>
        </p:spPr>
      </p:sp>
      <p:sp>
        <p:nvSpPr>
          <p:cNvPr id="9" name="object-9">
            <a:extLst>
              <a:ext uri="{FF2B5EF4-FFF2-40B4-BE49-F238E27FC236}">
                <a16:creationId xmlns:a16="http://schemas.microsoft.com/office/drawing/2014/main" id="{9058A2BA-40E4-44E3-BF28-75C3303412AE}"/>
              </a:ext>
            </a:extLst>
          </p:cNvPr>
          <p:cNvSpPr>
            <a:spLocks noGrp="1"/>
          </p:cNvSpPr>
          <p:nvPr/>
        </p:nvSpPr>
        <p:spPr>
          <a:xfrm>
            <a:off x="2369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10" name="object-10">
            <a:extLst>
              <a:ext uri="{FF2B5EF4-FFF2-40B4-BE49-F238E27FC236}">
                <a16:creationId xmlns:a16="http://schemas.microsoft.com/office/drawing/2014/main" id="{AB762880-2E37-490D-B5E8-0557E4142F91}"/>
              </a:ext>
            </a:extLst>
          </p:cNvPr>
          <p:cNvSpPr>
            <a:spLocks noGrp="1"/>
          </p:cNvSpPr>
          <p:nvPr/>
        </p:nvSpPr>
        <p:spPr>
          <a:xfrm>
            <a:off x="4560094" y="2393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11" name="object-11">
            <a:extLst>
              <a:ext uri="{FF2B5EF4-FFF2-40B4-BE49-F238E27FC236}">
                <a16:creationId xmlns:a16="http://schemas.microsoft.com/office/drawing/2014/main" id="{4D9F3BAD-A5A3-4571-9DFC-D839F6FC81C9}"/>
              </a:ext>
            </a:extLst>
          </p:cNvPr>
          <p:cNvSpPr>
            <a:spLocks noGrp="1"/>
          </p:cNvSpPr>
          <p:nvPr/>
        </p:nvSpPr>
        <p:spPr>
          <a:xfrm>
            <a:off x="2583656" y="2893219"/>
            <a:ext cx="4953000" cy="0"/>
          </a:xfrm>
          <a:prstGeom prst="line">
            <a:avLst/>
          </a:prstGeom>
          <a:noFill/>
          <a:ln w="11906">
            <a:solidFill>
              <a:srgbClr val="BCD0EA"/>
            </a:solidFill>
          </a:ln>
        </p:spPr>
      </p:sp>
      <p:sp>
        <p:nvSpPr>
          <p:cNvPr id="12" name="object-12">
            <a:extLst>
              <a:ext uri="{FF2B5EF4-FFF2-40B4-BE49-F238E27FC236}">
                <a16:creationId xmlns:a16="http://schemas.microsoft.com/office/drawing/2014/main" id="{00EA9E3B-097B-48F4-B19C-BE8F609FE61D}"/>
              </a:ext>
            </a:extLst>
          </p:cNvPr>
          <p:cNvSpPr>
            <a:spLocks noGrp="1"/>
          </p:cNvSpPr>
          <p:nvPr/>
        </p:nvSpPr>
        <p:spPr>
          <a:xfrm>
            <a:off x="2893219" y="2583656"/>
            <a:ext cx="0" cy="4953000"/>
          </a:xfrm>
          <a:prstGeom prst="line">
            <a:avLst/>
          </a:prstGeom>
          <a:noFill/>
          <a:ln w="11906">
            <a:solidFill>
              <a:srgbClr val="BCD0EA"/>
            </a:solidFill>
          </a:ln>
        </p:spPr>
      </p:sp>
      <p:sp>
        <p:nvSpPr>
          <p:cNvPr id="13" name="object-13">
            <a:extLst>
              <a:ext uri="{FF2B5EF4-FFF2-40B4-BE49-F238E27FC236}">
                <a16:creationId xmlns:a16="http://schemas.microsoft.com/office/drawing/2014/main" id="{1D96203A-38E3-4FAF-9576-B9F1FDBC5500}"/>
              </a:ext>
            </a:extLst>
          </p:cNvPr>
          <p:cNvSpPr>
            <a:spLocks noGrp="1"/>
          </p:cNvSpPr>
          <p:nvPr/>
        </p:nvSpPr>
        <p:spPr>
          <a:xfrm>
            <a:off x="2583656" y="3202781"/>
            <a:ext cx="4953000" cy="0"/>
          </a:xfrm>
          <a:prstGeom prst="line">
            <a:avLst/>
          </a:prstGeom>
          <a:noFill/>
          <a:ln w="11906">
            <a:solidFill>
              <a:srgbClr val="BCD0EA"/>
            </a:solidFill>
          </a:ln>
        </p:spPr>
      </p:sp>
      <p:sp>
        <p:nvSpPr>
          <p:cNvPr id="14" name="object-14">
            <a:extLst>
              <a:ext uri="{FF2B5EF4-FFF2-40B4-BE49-F238E27FC236}">
                <a16:creationId xmlns:a16="http://schemas.microsoft.com/office/drawing/2014/main" id="{BE6A522B-1592-430D-9B77-A8FD5C7E2C37}"/>
              </a:ext>
            </a:extLst>
          </p:cNvPr>
          <p:cNvSpPr>
            <a:spLocks noGrp="1"/>
          </p:cNvSpPr>
          <p:nvPr/>
        </p:nvSpPr>
        <p:spPr>
          <a:xfrm>
            <a:off x="3202781" y="2583656"/>
            <a:ext cx="0" cy="4953000"/>
          </a:xfrm>
          <a:prstGeom prst="line">
            <a:avLst/>
          </a:prstGeom>
          <a:noFill/>
          <a:ln w="11906">
            <a:solidFill>
              <a:srgbClr val="BCD0EA"/>
            </a:solidFill>
          </a:ln>
        </p:spPr>
      </p:sp>
      <p:sp>
        <p:nvSpPr>
          <p:cNvPr id="15" name="object-15">
            <a:extLst>
              <a:ext uri="{FF2B5EF4-FFF2-40B4-BE49-F238E27FC236}">
                <a16:creationId xmlns:a16="http://schemas.microsoft.com/office/drawing/2014/main" id="{C11216BA-85DF-4829-BFB4-9C3973022003}"/>
              </a:ext>
            </a:extLst>
          </p:cNvPr>
          <p:cNvSpPr>
            <a:spLocks noGrp="1"/>
          </p:cNvSpPr>
          <p:nvPr/>
        </p:nvSpPr>
        <p:spPr>
          <a:xfrm>
            <a:off x="29884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6" name="object-16">
            <a:extLst>
              <a:ext uri="{FF2B5EF4-FFF2-40B4-BE49-F238E27FC236}">
                <a16:creationId xmlns:a16="http://schemas.microsoft.com/office/drawing/2014/main" id="{8C64AEA2-406C-49C7-A5CA-8CF30BE4EB2E}"/>
              </a:ext>
            </a:extLst>
          </p:cNvPr>
          <p:cNvSpPr>
            <a:spLocks noGrp="1"/>
          </p:cNvSpPr>
          <p:nvPr/>
        </p:nvSpPr>
        <p:spPr>
          <a:xfrm>
            <a:off x="4560094" y="30122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7" name="object-17">
            <a:extLst>
              <a:ext uri="{FF2B5EF4-FFF2-40B4-BE49-F238E27FC236}">
                <a16:creationId xmlns:a16="http://schemas.microsoft.com/office/drawing/2014/main" id="{E400330D-9A6E-4820-9C6B-9BF0F6699506}"/>
              </a:ext>
            </a:extLst>
          </p:cNvPr>
          <p:cNvSpPr>
            <a:spLocks noGrp="1"/>
          </p:cNvSpPr>
          <p:nvPr/>
        </p:nvSpPr>
        <p:spPr>
          <a:xfrm>
            <a:off x="2583656" y="3512344"/>
            <a:ext cx="4953000" cy="0"/>
          </a:xfrm>
          <a:prstGeom prst="line">
            <a:avLst/>
          </a:prstGeom>
          <a:noFill/>
          <a:ln w="11906">
            <a:solidFill>
              <a:srgbClr val="BCD0EA"/>
            </a:solidFill>
          </a:ln>
        </p:spPr>
      </p:sp>
      <p:sp>
        <p:nvSpPr>
          <p:cNvPr id="18" name="object-18">
            <a:extLst>
              <a:ext uri="{FF2B5EF4-FFF2-40B4-BE49-F238E27FC236}">
                <a16:creationId xmlns:a16="http://schemas.microsoft.com/office/drawing/2014/main" id="{AF3F2758-1790-4F11-806C-4D656879039E}"/>
              </a:ext>
            </a:extLst>
          </p:cNvPr>
          <p:cNvSpPr>
            <a:spLocks noGrp="1"/>
          </p:cNvSpPr>
          <p:nvPr/>
        </p:nvSpPr>
        <p:spPr>
          <a:xfrm>
            <a:off x="3512344" y="2583656"/>
            <a:ext cx="0" cy="4953000"/>
          </a:xfrm>
          <a:prstGeom prst="line">
            <a:avLst/>
          </a:prstGeom>
          <a:noFill/>
          <a:ln w="11906">
            <a:solidFill>
              <a:srgbClr val="BCD0EA"/>
            </a:solidFill>
          </a:ln>
        </p:spPr>
      </p:sp>
      <p:sp>
        <p:nvSpPr>
          <p:cNvPr id="19" name="object-19">
            <a:extLst>
              <a:ext uri="{FF2B5EF4-FFF2-40B4-BE49-F238E27FC236}">
                <a16:creationId xmlns:a16="http://schemas.microsoft.com/office/drawing/2014/main" id="{A1BC9F42-8874-4C7A-853B-4A03EBDCAD16}"/>
              </a:ext>
            </a:extLst>
          </p:cNvPr>
          <p:cNvSpPr>
            <a:spLocks noGrp="1"/>
          </p:cNvSpPr>
          <p:nvPr/>
        </p:nvSpPr>
        <p:spPr>
          <a:xfrm>
            <a:off x="2583656" y="3821906"/>
            <a:ext cx="4953000" cy="0"/>
          </a:xfrm>
          <a:prstGeom prst="line">
            <a:avLst/>
          </a:prstGeom>
          <a:noFill/>
          <a:ln w="11906">
            <a:solidFill>
              <a:srgbClr val="BCD0EA"/>
            </a:solidFill>
          </a:ln>
        </p:spPr>
      </p:sp>
      <p:sp>
        <p:nvSpPr>
          <p:cNvPr id="20" name="object-20">
            <a:extLst>
              <a:ext uri="{FF2B5EF4-FFF2-40B4-BE49-F238E27FC236}">
                <a16:creationId xmlns:a16="http://schemas.microsoft.com/office/drawing/2014/main" id="{25D4FF4B-8698-4420-A7EC-CC08B458CC84}"/>
              </a:ext>
            </a:extLst>
          </p:cNvPr>
          <p:cNvSpPr>
            <a:spLocks noGrp="1"/>
          </p:cNvSpPr>
          <p:nvPr/>
        </p:nvSpPr>
        <p:spPr>
          <a:xfrm>
            <a:off x="3821906" y="2583656"/>
            <a:ext cx="0" cy="4953000"/>
          </a:xfrm>
          <a:prstGeom prst="line">
            <a:avLst/>
          </a:prstGeom>
          <a:noFill/>
          <a:ln w="11906">
            <a:solidFill>
              <a:srgbClr val="BCD0EA"/>
            </a:solidFill>
          </a:ln>
        </p:spPr>
      </p:sp>
      <p:sp>
        <p:nvSpPr>
          <p:cNvPr id="21" name="object-21">
            <a:extLst>
              <a:ext uri="{FF2B5EF4-FFF2-40B4-BE49-F238E27FC236}">
                <a16:creationId xmlns:a16="http://schemas.microsoft.com/office/drawing/2014/main" id="{C6C0EEE0-78A4-439C-9920-BACE266805F0}"/>
              </a:ext>
            </a:extLst>
          </p:cNvPr>
          <p:cNvSpPr>
            <a:spLocks noGrp="1"/>
          </p:cNvSpPr>
          <p:nvPr/>
        </p:nvSpPr>
        <p:spPr>
          <a:xfrm>
            <a:off x="36075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2" name="object-22">
            <a:extLst>
              <a:ext uri="{FF2B5EF4-FFF2-40B4-BE49-F238E27FC236}">
                <a16:creationId xmlns:a16="http://schemas.microsoft.com/office/drawing/2014/main" id="{E181E049-FDDD-4132-8EF6-E82BC806A1E3}"/>
              </a:ext>
            </a:extLst>
          </p:cNvPr>
          <p:cNvSpPr>
            <a:spLocks noGrp="1"/>
          </p:cNvSpPr>
          <p:nvPr/>
        </p:nvSpPr>
        <p:spPr>
          <a:xfrm>
            <a:off x="4560094" y="36314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3" name="object-23">
            <a:extLst>
              <a:ext uri="{FF2B5EF4-FFF2-40B4-BE49-F238E27FC236}">
                <a16:creationId xmlns:a16="http://schemas.microsoft.com/office/drawing/2014/main" id="{0EA6294E-0307-49C2-A3A4-0C66BAEDD1B7}"/>
              </a:ext>
            </a:extLst>
          </p:cNvPr>
          <p:cNvSpPr>
            <a:spLocks noGrp="1"/>
          </p:cNvSpPr>
          <p:nvPr/>
        </p:nvSpPr>
        <p:spPr>
          <a:xfrm>
            <a:off x="2583656" y="4131469"/>
            <a:ext cx="4953000" cy="0"/>
          </a:xfrm>
          <a:prstGeom prst="line">
            <a:avLst/>
          </a:prstGeom>
          <a:noFill/>
          <a:ln w="11906">
            <a:solidFill>
              <a:srgbClr val="BCD0EA"/>
            </a:solidFill>
          </a:ln>
        </p:spPr>
      </p:sp>
      <p:sp>
        <p:nvSpPr>
          <p:cNvPr id="24" name="object-24">
            <a:extLst>
              <a:ext uri="{FF2B5EF4-FFF2-40B4-BE49-F238E27FC236}">
                <a16:creationId xmlns:a16="http://schemas.microsoft.com/office/drawing/2014/main" id="{C3250AAB-CD1D-4101-B61E-0EA855E4E7A1}"/>
              </a:ext>
            </a:extLst>
          </p:cNvPr>
          <p:cNvSpPr>
            <a:spLocks noGrp="1"/>
          </p:cNvSpPr>
          <p:nvPr/>
        </p:nvSpPr>
        <p:spPr>
          <a:xfrm>
            <a:off x="4131469" y="2583656"/>
            <a:ext cx="0" cy="4953000"/>
          </a:xfrm>
          <a:prstGeom prst="line">
            <a:avLst/>
          </a:prstGeom>
          <a:noFill/>
          <a:ln w="11906">
            <a:solidFill>
              <a:srgbClr val="BCD0EA"/>
            </a:solidFill>
          </a:ln>
        </p:spPr>
      </p:sp>
      <p:sp>
        <p:nvSpPr>
          <p:cNvPr id="25" name="object-25">
            <a:extLst>
              <a:ext uri="{FF2B5EF4-FFF2-40B4-BE49-F238E27FC236}">
                <a16:creationId xmlns:a16="http://schemas.microsoft.com/office/drawing/2014/main" id="{ACAFC2C3-FE38-41B6-8D2F-F7CA1C1633C3}"/>
              </a:ext>
            </a:extLst>
          </p:cNvPr>
          <p:cNvSpPr>
            <a:spLocks noGrp="1"/>
          </p:cNvSpPr>
          <p:nvPr/>
        </p:nvSpPr>
        <p:spPr>
          <a:xfrm>
            <a:off x="2583656" y="4441031"/>
            <a:ext cx="4953000" cy="0"/>
          </a:xfrm>
          <a:prstGeom prst="line">
            <a:avLst/>
          </a:prstGeom>
          <a:noFill/>
          <a:ln w="11906">
            <a:solidFill>
              <a:srgbClr val="BCD0EA"/>
            </a:solidFill>
          </a:ln>
        </p:spPr>
      </p:sp>
      <p:sp>
        <p:nvSpPr>
          <p:cNvPr id="26" name="object-26">
            <a:extLst>
              <a:ext uri="{FF2B5EF4-FFF2-40B4-BE49-F238E27FC236}">
                <a16:creationId xmlns:a16="http://schemas.microsoft.com/office/drawing/2014/main" id="{8DAE2739-467E-4D55-ACC5-D356CB6A4A5C}"/>
              </a:ext>
            </a:extLst>
          </p:cNvPr>
          <p:cNvSpPr>
            <a:spLocks noGrp="1"/>
          </p:cNvSpPr>
          <p:nvPr/>
        </p:nvSpPr>
        <p:spPr>
          <a:xfrm>
            <a:off x="4441031" y="2583656"/>
            <a:ext cx="0" cy="4953000"/>
          </a:xfrm>
          <a:prstGeom prst="line">
            <a:avLst/>
          </a:prstGeom>
          <a:noFill/>
          <a:ln w="11906">
            <a:solidFill>
              <a:srgbClr val="BCD0EA"/>
            </a:solidFill>
          </a:ln>
        </p:spPr>
      </p:sp>
      <p:sp>
        <p:nvSpPr>
          <p:cNvPr id="27" name="object-27">
            <a:extLst>
              <a:ext uri="{FF2B5EF4-FFF2-40B4-BE49-F238E27FC236}">
                <a16:creationId xmlns:a16="http://schemas.microsoft.com/office/drawing/2014/main" id="{C4D22C99-4774-4039-9C16-535D0320CB48}"/>
              </a:ext>
            </a:extLst>
          </p:cNvPr>
          <p:cNvSpPr>
            <a:spLocks noGrp="1"/>
          </p:cNvSpPr>
          <p:nvPr/>
        </p:nvSpPr>
        <p:spPr>
          <a:xfrm>
            <a:off x="42267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8" name="object-28">
            <a:extLst>
              <a:ext uri="{FF2B5EF4-FFF2-40B4-BE49-F238E27FC236}">
                <a16:creationId xmlns:a16="http://schemas.microsoft.com/office/drawing/2014/main" id="{75E859F6-569E-4882-B668-0495ACE87C95}"/>
              </a:ext>
            </a:extLst>
          </p:cNvPr>
          <p:cNvSpPr>
            <a:spLocks noGrp="1"/>
          </p:cNvSpPr>
          <p:nvPr/>
        </p:nvSpPr>
        <p:spPr>
          <a:xfrm>
            <a:off x="4560094" y="42505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9" name="object-29">
            <a:extLst>
              <a:ext uri="{FF2B5EF4-FFF2-40B4-BE49-F238E27FC236}">
                <a16:creationId xmlns:a16="http://schemas.microsoft.com/office/drawing/2014/main" id="{5D4EF260-67D4-4FD9-9F0F-215B2832702B}"/>
              </a:ext>
            </a:extLst>
          </p:cNvPr>
          <p:cNvSpPr>
            <a:spLocks noGrp="1"/>
          </p:cNvSpPr>
          <p:nvPr/>
        </p:nvSpPr>
        <p:spPr>
          <a:xfrm>
            <a:off x="2583656" y="4750594"/>
            <a:ext cx="4953000" cy="0"/>
          </a:xfrm>
          <a:prstGeom prst="line">
            <a:avLst/>
          </a:prstGeom>
          <a:noFill/>
          <a:ln w="11906">
            <a:solidFill>
              <a:srgbClr val="BCD0EA"/>
            </a:solidFill>
          </a:ln>
        </p:spPr>
      </p:sp>
      <p:sp>
        <p:nvSpPr>
          <p:cNvPr id="30" name="object-30">
            <a:extLst>
              <a:ext uri="{FF2B5EF4-FFF2-40B4-BE49-F238E27FC236}">
                <a16:creationId xmlns:a16="http://schemas.microsoft.com/office/drawing/2014/main" id="{626B4B24-FF30-4D67-8C03-00C52025BF0E}"/>
              </a:ext>
            </a:extLst>
          </p:cNvPr>
          <p:cNvSpPr>
            <a:spLocks noGrp="1"/>
          </p:cNvSpPr>
          <p:nvPr/>
        </p:nvSpPr>
        <p:spPr>
          <a:xfrm>
            <a:off x="4750594" y="2583656"/>
            <a:ext cx="0" cy="4953000"/>
          </a:xfrm>
          <a:prstGeom prst="line">
            <a:avLst/>
          </a:prstGeom>
          <a:noFill/>
          <a:ln w="11906">
            <a:solidFill>
              <a:srgbClr val="BCD0EA"/>
            </a:solidFill>
          </a:ln>
        </p:spPr>
      </p:sp>
      <p:sp>
        <p:nvSpPr>
          <p:cNvPr id="31" name="object-31">
            <a:extLst>
              <a:ext uri="{FF2B5EF4-FFF2-40B4-BE49-F238E27FC236}">
                <a16:creationId xmlns:a16="http://schemas.microsoft.com/office/drawing/2014/main" id="{F79AE6B5-A662-4E2C-A17A-CE68AA22D6FE}"/>
              </a:ext>
            </a:extLst>
          </p:cNvPr>
          <p:cNvSpPr>
            <a:spLocks noGrp="1"/>
          </p:cNvSpPr>
          <p:nvPr/>
        </p:nvSpPr>
        <p:spPr>
          <a:xfrm>
            <a:off x="2583656" y="5060156"/>
            <a:ext cx="4953000" cy="0"/>
          </a:xfrm>
          <a:prstGeom prst="line">
            <a:avLst/>
          </a:prstGeom>
          <a:noFill/>
          <a:ln w="11906">
            <a:solidFill>
              <a:srgbClr val="BCD0EA"/>
            </a:solidFill>
          </a:ln>
        </p:spPr>
      </p:sp>
      <p:sp>
        <p:nvSpPr>
          <p:cNvPr id="32" name="object-32">
            <a:extLst>
              <a:ext uri="{FF2B5EF4-FFF2-40B4-BE49-F238E27FC236}">
                <a16:creationId xmlns:a16="http://schemas.microsoft.com/office/drawing/2014/main" id="{1F354F2A-66FC-4062-B5A3-22B86A6AC6CE}"/>
              </a:ext>
            </a:extLst>
          </p:cNvPr>
          <p:cNvSpPr>
            <a:spLocks noGrp="1"/>
          </p:cNvSpPr>
          <p:nvPr/>
        </p:nvSpPr>
        <p:spPr>
          <a:xfrm>
            <a:off x="5060156" y="2583656"/>
            <a:ext cx="0" cy="4953000"/>
          </a:xfrm>
          <a:prstGeom prst="line">
            <a:avLst/>
          </a:prstGeom>
          <a:noFill/>
          <a:ln w="11906">
            <a:solidFill>
              <a:srgbClr val="BCD0EA"/>
            </a:solidFill>
          </a:ln>
        </p:spPr>
      </p:sp>
      <p:sp>
        <p:nvSpPr>
          <p:cNvPr id="33" name="object-33">
            <a:extLst>
              <a:ext uri="{FF2B5EF4-FFF2-40B4-BE49-F238E27FC236}">
                <a16:creationId xmlns:a16="http://schemas.microsoft.com/office/drawing/2014/main" id="{6CB8EE8C-9F01-46B1-8D07-25BB95A0A451}"/>
              </a:ext>
            </a:extLst>
          </p:cNvPr>
          <p:cNvSpPr>
            <a:spLocks noGrp="1"/>
          </p:cNvSpPr>
          <p:nvPr/>
        </p:nvSpPr>
        <p:spPr>
          <a:xfrm>
            <a:off x="48458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0</a:t>
            </a:r>
          </a:p>
        </p:txBody>
      </p:sp>
      <p:sp>
        <p:nvSpPr>
          <p:cNvPr id="34" name="object-34">
            <a:extLst>
              <a:ext uri="{FF2B5EF4-FFF2-40B4-BE49-F238E27FC236}">
                <a16:creationId xmlns:a16="http://schemas.microsoft.com/office/drawing/2014/main" id="{924CA9BE-8FB5-4C01-865F-6DD69A61AFCC}"/>
              </a:ext>
            </a:extLst>
          </p:cNvPr>
          <p:cNvSpPr>
            <a:spLocks noGrp="1"/>
          </p:cNvSpPr>
          <p:nvPr/>
        </p:nvSpPr>
        <p:spPr>
          <a:xfrm>
            <a:off x="2583656" y="5369719"/>
            <a:ext cx="4953000" cy="0"/>
          </a:xfrm>
          <a:prstGeom prst="line">
            <a:avLst/>
          </a:prstGeom>
          <a:noFill/>
          <a:ln w="11906">
            <a:solidFill>
              <a:srgbClr val="BCD0EA"/>
            </a:solidFill>
          </a:ln>
        </p:spPr>
      </p:sp>
      <p:sp>
        <p:nvSpPr>
          <p:cNvPr id="35" name="object-35">
            <a:extLst>
              <a:ext uri="{FF2B5EF4-FFF2-40B4-BE49-F238E27FC236}">
                <a16:creationId xmlns:a16="http://schemas.microsoft.com/office/drawing/2014/main" id="{396F1D48-C583-47CE-B28C-D6B8335D72A4}"/>
              </a:ext>
            </a:extLst>
          </p:cNvPr>
          <p:cNvSpPr>
            <a:spLocks noGrp="1"/>
          </p:cNvSpPr>
          <p:nvPr/>
        </p:nvSpPr>
        <p:spPr>
          <a:xfrm>
            <a:off x="5369719" y="2583656"/>
            <a:ext cx="0" cy="4953000"/>
          </a:xfrm>
          <a:prstGeom prst="line">
            <a:avLst/>
          </a:prstGeom>
          <a:noFill/>
          <a:ln w="11906">
            <a:solidFill>
              <a:srgbClr val="BCD0EA"/>
            </a:solidFill>
          </a:ln>
        </p:spPr>
      </p:sp>
      <p:sp>
        <p:nvSpPr>
          <p:cNvPr id="36" name="object-36">
            <a:extLst>
              <a:ext uri="{FF2B5EF4-FFF2-40B4-BE49-F238E27FC236}">
                <a16:creationId xmlns:a16="http://schemas.microsoft.com/office/drawing/2014/main" id="{D0FCE96F-F3A5-4A5C-99BD-DB2102A25AE3}"/>
              </a:ext>
            </a:extLst>
          </p:cNvPr>
          <p:cNvSpPr>
            <a:spLocks noGrp="1"/>
          </p:cNvSpPr>
          <p:nvPr/>
        </p:nvSpPr>
        <p:spPr>
          <a:xfrm>
            <a:off x="2583656" y="5679281"/>
            <a:ext cx="4953000" cy="0"/>
          </a:xfrm>
          <a:prstGeom prst="line">
            <a:avLst/>
          </a:prstGeom>
          <a:noFill/>
          <a:ln w="11906">
            <a:solidFill>
              <a:srgbClr val="BCD0EA"/>
            </a:solidFill>
          </a:ln>
        </p:spPr>
      </p:sp>
      <p:sp>
        <p:nvSpPr>
          <p:cNvPr id="37" name="object-37">
            <a:extLst>
              <a:ext uri="{FF2B5EF4-FFF2-40B4-BE49-F238E27FC236}">
                <a16:creationId xmlns:a16="http://schemas.microsoft.com/office/drawing/2014/main" id="{675EECF9-44EE-4A91-A79D-1FBB7B06FFDF}"/>
              </a:ext>
            </a:extLst>
          </p:cNvPr>
          <p:cNvSpPr>
            <a:spLocks noGrp="1"/>
          </p:cNvSpPr>
          <p:nvPr/>
        </p:nvSpPr>
        <p:spPr>
          <a:xfrm>
            <a:off x="5679281" y="2583656"/>
            <a:ext cx="0" cy="4953000"/>
          </a:xfrm>
          <a:prstGeom prst="line">
            <a:avLst/>
          </a:prstGeom>
          <a:noFill/>
          <a:ln w="11906">
            <a:solidFill>
              <a:srgbClr val="BCD0EA"/>
            </a:solidFill>
          </a:ln>
        </p:spPr>
      </p:sp>
      <p:sp>
        <p:nvSpPr>
          <p:cNvPr id="38" name="object-38">
            <a:extLst>
              <a:ext uri="{FF2B5EF4-FFF2-40B4-BE49-F238E27FC236}">
                <a16:creationId xmlns:a16="http://schemas.microsoft.com/office/drawing/2014/main" id="{B08EBA73-BC25-478B-9899-1ED4D0AC5DE9}"/>
              </a:ext>
            </a:extLst>
          </p:cNvPr>
          <p:cNvSpPr>
            <a:spLocks noGrp="1"/>
          </p:cNvSpPr>
          <p:nvPr/>
        </p:nvSpPr>
        <p:spPr>
          <a:xfrm>
            <a:off x="54649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39" name="object-39">
            <a:extLst>
              <a:ext uri="{FF2B5EF4-FFF2-40B4-BE49-F238E27FC236}">
                <a16:creationId xmlns:a16="http://schemas.microsoft.com/office/drawing/2014/main" id="{7C22BBF8-D159-42C1-A37F-259575A4A60D}"/>
              </a:ext>
            </a:extLst>
          </p:cNvPr>
          <p:cNvSpPr>
            <a:spLocks noGrp="1"/>
          </p:cNvSpPr>
          <p:nvPr/>
        </p:nvSpPr>
        <p:spPr>
          <a:xfrm>
            <a:off x="4560094" y="54887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40" name="object-40">
            <a:extLst>
              <a:ext uri="{FF2B5EF4-FFF2-40B4-BE49-F238E27FC236}">
                <a16:creationId xmlns:a16="http://schemas.microsoft.com/office/drawing/2014/main" id="{61DE18E9-E4A9-4FAA-AB76-4994ED30996F}"/>
              </a:ext>
            </a:extLst>
          </p:cNvPr>
          <p:cNvSpPr>
            <a:spLocks noGrp="1"/>
          </p:cNvSpPr>
          <p:nvPr/>
        </p:nvSpPr>
        <p:spPr>
          <a:xfrm>
            <a:off x="2583656" y="5988844"/>
            <a:ext cx="4953000" cy="0"/>
          </a:xfrm>
          <a:prstGeom prst="line">
            <a:avLst/>
          </a:prstGeom>
          <a:noFill/>
          <a:ln w="11906">
            <a:solidFill>
              <a:srgbClr val="BCD0EA"/>
            </a:solidFill>
          </a:ln>
        </p:spPr>
      </p:sp>
      <p:sp>
        <p:nvSpPr>
          <p:cNvPr id="41" name="object-41">
            <a:extLst>
              <a:ext uri="{FF2B5EF4-FFF2-40B4-BE49-F238E27FC236}">
                <a16:creationId xmlns:a16="http://schemas.microsoft.com/office/drawing/2014/main" id="{57057349-DF42-4A61-AFCD-68DEEC5072E4}"/>
              </a:ext>
            </a:extLst>
          </p:cNvPr>
          <p:cNvSpPr>
            <a:spLocks noGrp="1"/>
          </p:cNvSpPr>
          <p:nvPr/>
        </p:nvSpPr>
        <p:spPr>
          <a:xfrm>
            <a:off x="5988844" y="2583656"/>
            <a:ext cx="0" cy="4953000"/>
          </a:xfrm>
          <a:prstGeom prst="line">
            <a:avLst/>
          </a:prstGeom>
          <a:noFill/>
          <a:ln w="11906">
            <a:solidFill>
              <a:srgbClr val="BCD0EA"/>
            </a:solidFill>
          </a:ln>
        </p:spPr>
      </p:sp>
      <p:sp>
        <p:nvSpPr>
          <p:cNvPr id="42" name="object-42">
            <a:extLst>
              <a:ext uri="{FF2B5EF4-FFF2-40B4-BE49-F238E27FC236}">
                <a16:creationId xmlns:a16="http://schemas.microsoft.com/office/drawing/2014/main" id="{C9B604DC-2C9B-4BE5-A963-41661312660C}"/>
              </a:ext>
            </a:extLst>
          </p:cNvPr>
          <p:cNvSpPr>
            <a:spLocks noGrp="1"/>
          </p:cNvSpPr>
          <p:nvPr/>
        </p:nvSpPr>
        <p:spPr>
          <a:xfrm>
            <a:off x="2583656" y="6298406"/>
            <a:ext cx="4953000" cy="0"/>
          </a:xfrm>
          <a:prstGeom prst="line">
            <a:avLst/>
          </a:prstGeom>
          <a:noFill/>
          <a:ln w="11906">
            <a:solidFill>
              <a:srgbClr val="BCD0EA"/>
            </a:solidFill>
          </a:ln>
        </p:spPr>
      </p:sp>
      <p:sp>
        <p:nvSpPr>
          <p:cNvPr id="43" name="object-43">
            <a:extLst>
              <a:ext uri="{FF2B5EF4-FFF2-40B4-BE49-F238E27FC236}">
                <a16:creationId xmlns:a16="http://schemas.microsoft.com/office/drawing/2014/main" id="{F3393106-2F8F-4133-9E29-F6C279FB6408}"/>
              </a:ext>
            </a:extLst>
          </p:cNvPr>
          <p:cNvSpPr>
            <a:spLocks noGrp="1"/>
          </p:cNvSpPr>
          <p:nvPr/>
        </p:nvSpPr>
        <p:spPr>
          <a:xfrm>
            <a:off x="6298406" y="2583656"/>
            <a:ext cx="0" cy="4953000"/>
          </a:xfrm>
          <a:prstGeom prst="line">
            <a:avLst/>
          </a:prstGeom>
          <a:noFill/>
          <a:ln w="11906">
            <a:solidFill>
              <a:srgbClr val="BCD0EA"/>
            </a:solidFill>
          </a:ln>
        </p:spPr>
      </p:sp>
      <p:sp>
        <p:nvSpPr>
          <p:cNvPr id="44" name="object-44">
            <a:extLst>
              <a:ext uri="{FF2B5EF4-FFF2-40B4-BE49-F238E27FC236}">
                <a16:creationId xmlns:a16="http://schemas.microsoft.com/office/drawing/2014/main" id="{C1A10AA8-9263-4AAA-BB3B-59AA25AC37C2}"/>
              </a:ext>
            </a:extLst>
          </p:cNvPr>
          <p:cNvSpPr>
            <a:spLocks noGrp="1"/>
          </p:cNvSpPr>
          <p:nvPr/>
        </p:nvSpPr>
        <p:spPr>
          <a:xfrm>
            <a:off x="60840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5" name="object-45">
            <a:extLst>
              <a:ext uri="{FF2B5EF4-FFF2-40B4-BE49-F238E27FC236}">
                <a16:creationId xmlns:a16="http://schemas.microsoft.com/office/drawing/2014/main" id="{DE045E52-17AF-44E1-9556-3E53CCC99B5C}"/>
              </a:ext>
            </a:extLst>
          </p:cNvPr>
          <p:cNvSpPr>
            <a:spLocks noGrp="1"/>
          </p:cNvSpPr>
          <p:nvPr/>
        </p:nvSpPr>
        <p:spPr>
          <a:xfrm>
            <a:off x="4560094" y="61079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6" name="object-46">
            <a:extLst>
              <a:ext uri="{FF2B5EF4-FFF2-40B4-BE49-F238E27FC236}">
                <a16:creationId xmlns:a16="http://schemas.microsoft.com/office/drawing/2014/main" id="{1784DB67-7E1A-4A5C-9AB1-477620A9A630}"/>
              </a:ext>
            </a:extLst>
          </p:cNvPr>
          <p:cNvSpPr>
            <a:spLocks noGrp="1"/>
          </p:cNvSpPr>
          <p:nvPr/>
        </p:nvSpPr>
        <p:spPr>
          <a:xfrm>
            <a:off x="2583656" y="6607969"/>
            <a:ext cx="4953000" cy="0"/>
          </a:xfrm>
          <a:prstGeom prst="line">
            <a:avLst/>
          </a:prstGeom>
          <a:noFill/>
          <a:ln w="11906">
            <a:solidFill>
              <a:srgbClr val="BCD0EA"/>
            </a:solidFill>
          </a:ln>
        </p:spPr>
      </p:sp>
      <p:sp>
        <p:nvSpPr>
          <p:cNvPr id="47" name="object-47">
            <a:extLst>
              <a:ext uri="{FF2B5EF4-FFF2-40B4-BE49-F238E27FC236}">
                <a16:creationId xmlns:a16="http://schemas.microsoft.com/office/drawing/2014/main" id="{F09A22BD-4587-4A61-B3D5-C8C234CFEE3C}"/>
              </a:ext>
            </a:extLst>
          </p:cNvPr>
          <p:cNvSpPr>
            <a:spLocks noGrp="1"/>
          </p:cNvSpPr>
          <p:nvPr/>
        </p:nvSpPr>
        <p:spPr>
          <a:xfrm>
            <a:off x="6607969" y="2583656"/>
            <a:ext cx="0" cy="4953000"/>
          </a:xfrm>
          <a:prstGeom prst="line">
            <a:avLst/>
          </a:prstGeom>
          <a:noFill/>
          <a:ln w="11906">
            <a:solidFill>
              <a:srgbClr val="BCD0EA"/>
            </a:solidFill>
          </a:ln>
        </p:spPr>
      </p:sp>
      <p:sp>
        <p:nvSpPr>
          <p:cNvPr id="48" name="object-48">
            <a:extLst>
              <a:ext uri="{FF2B5EF4-FFF2-40B4-BE49-F238E27FC236}">
                <a16:creationId xmlns:a16="http://schemas.microsoft.com/office/drawing/2014/main" id="{22401BC2-090B-416D-882A-317803F6194E}"/>
              </a:ext>
            </a:extLst>
          </p:cNvPr>
          <p:cNvSpPr>
            <a:spLocks noGrp="1"/>
          </p:cNvSpPr>
          <p:nvPr/>
        </p:nvSpPr>
        <p:spPr>
          <a:xfrm>
            <a:off x="2583656" y="6917531"/>
            <a:ext cx="4953000" cy="0"/>
          </a:xfrm>
          <a:prstGeom prst="line">
            <a:avLst/>
          </a:prstGeom>
          <a:noFill/>
          <a:ln w="11906">
            <a:solidFill>
              <a:srgbClr val="BCD0EA"/>
            </a:solidFill>
          </a:ln>
        </p:spPr>
      </p:sp>
      <p:sp>
        <p:nvSpPr>
          <p:cNvPr id="49" name="object-49">
            <a:extLst>
              <a:ext uri="{FF2B5EF4-FFF2-40B4-BE49-F238E27FC236}">
                <a16:creationId xmlns:a16="http://schemas.microsoft.com/office/drawing/2014/main" id="{FF7AC788-0E21-46A6-AEB6-D401938EA6AD}"/>
              </a:ext>
            </a:extLst>
          </p:cNvPr>
          <p:cNvSpPr>
            <a:spLocks noGrp="1"/>
          </p:cNvSpPr>
          <p:nvPr/>
        </p:nvSpPr>
        <p:spPr>
          <a:xfrm>
            <a:off x="6917531" y="2583656"/>
            <a:ext cx="0" cy="4953000"/>
          </a:xfrm>
          <a:prstGeom prst="line">
            <a:avLst/>
          </a:prstGeom>
          <a:noFill/>
          <a:ln w="11906">
            <a:solidFill>
              <a:srgbClr val="BCD0EA"/>
            </a:solidFill>
          </a:ln>
        </p:spPr>
      </p:sp>
      <p:sp>
        <p:nvSpPr>
          <p:cNvPr id="50" name="object-50">
            <a:extLst>
              <a:ext uri="{FF2B5EF4-FFF2-40B4-BE49-F238E27FC236}">
                <a16:creationId xmlns:a16="http://schemas.microsoft.com/office/drawing/2014/main" id="{697A0FB7-BF46-4135-84BF-7881A6D67F39}"/>
              </a:ext>
            </a:extLst>
          </p:cNvPr>
          <p:cNvSpPr>
            <a:spLocks noGrp="1"/>
          </p:cNvSpPr>
          <p:nvPr/>
        </p:nvSpPr>
        <p:spPr>
          <a:xfrm>
            <a:off x="67032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1" name="object-51">
            <a:extLst>
              <a:ext uri="{FF2B5EF4-FFF2-40B4-BE49-F238E27FC236}">
                <a16:creationId xmlns:a16="http://schemas.microsoft.com/office/drawing/2014/main" id="{3725932E-44C6-4560-8580-4E7A2D34F30E}"/>
              </a:ext>
            </a:extLst>
          </p:cNvPr>
          <p:cNvSpPr>
            <a:spLocks noGrp="1"/>
          </p:cNvSpPr>
          <p:nvPr/>
        </p:nvSpPr>
        <p:spPr>
          <a:xfrm>
            <a:off x="4560094" y="67270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2" name="object-52">
            <a:extLst>
              <a:ext uri="{FF2B5EF4-FFF2-40B4-BE49-F238E27FC236}">
                <a16:creationId xmlns:a16="http://schemas.microsoft.com/office/drawing/2014/main" id="{1C675358-0AA8-4FB5-924C-21346505D072}"/>
              </a:ext>
            </a:extLst>
          </p:cNvPr>
          <p:cNvSpPr>
            <a:spLocks noGrp="1"/>
          </p:cNvSpPr>
          <p:nvPr/>
        </p:nvSpPr>
        <p:spPr>
          <a:xfrm>
            <a:off x="2583656" y="7227094"/>
            <a:ext cx="4953000" cy="0"/>
          </a:xfrm>
          <a:prstGeom prst="line">
            <a:avLst/>
          </a:prstGeom>
          <a:noFill/>
          <a:ln w="11906">
            <a:solidFill>
              <a:srgbClr val="BCD0EA"/>
            </a:solidFill>
          </a:ln>
        </p:spPr>
      </p:sp>
      <p:sp>
        <p:nvSpPr>
          <p:cNvPr id="53" name="object-53">
            <a:extLst>
              <a:ext uri="{FF2B5EF4-FFF2-40B4-BE49-F238E27FC236}">
                <a16:creationId xmlns:a16="http://schemas.microsoft.com/office/drawing/2014/main" id="{136F25B9-E20D-4A3D-A8E3-13E1D82B3FAC}"/>
              </a:ext>
            </a:extLst>
          </p:cNvPr>
          <p:cNvSpPr>
            <a:spLocks noGrp="1"/>
          </p:cNvSpPr>
          <p:nvPr/>
        </p:nvSpPr>
        <p:spPr>
          <a:xfrm>
            <a:off x="7227094" y="2583656"/>
            <a:ext cx="0" cy="4953000"/>
          </a:xfrm>
          <a:prstGeom prst="line">
            <a:avLst/>
          </a:prstGeom>
          <a:noFill/>
          <a:ln w="11906">
            <a:solidFill>
              <a:srgbClr val="BCD0EA"/>
            </a:solidFill>
          </a:ln>
        </p:spPr>
      </p:sp>
      <p:sp>
        <p:nvSpPr>
          <p:cNvPr id="54" name="object-54">
            <a:extLst>
              <a:ext uri="{FF2B5EF4-FFF2-40B4-BE49-F238E27FC236}">
                <a16:creationId xmlns:a16="http://schemas.microsoft.com/office/drawing/2014/main" id="{19A03F37-C356-4C12-ACC2-08BBF403ED1B}"/>
              </a:ext>
            </a:extLst>
          </p:cNvPr>
          <p:cNvSpPr>
            <a:spLocks noGrp="1"/>
          </p:cNvSpPr>
          <p:nvPr/>
        </p:nvSpPr>
        <p:spPr>
          <a:xfrm>
            <a:off x="2583656" y="7536656"/>
            <a:ext cx="4953000" cy="0"/>
          </a:xfrm>
          <a:prstGeom prst="line">
            <a:avLst/>
          </a:prstGeom>
          <a:noFill/>
          <a:ln w="11906">
            <a:solidFill>
              <a:srgbClr val="BCD0EA"/>
            </a:solidFill>
          </a:ln>
        </p:spPr>
      </p:sp>
      <p:sp>
        <p:nvSpPr>
          <p:cNvPr id="55" name="object-55">
            <a:extLst>
              <a:ext uri="{FF2B5EF4-FFF2-40B4-BE49-F238E27FC236}">
                <a16:creationId xmlns:a16="http://schemas.microsoft.com/office/drawing/2014/main" id="{5BAC7B02-01F3-486C-88BD-16EEAD23552B}"/>
              </a:ext>
            </a:extLst>
          </p:cNvPr>
          <p:cNvSpPr>
            <a:spLocks noGrp="1"/>
          </p:cNvSpPr>
          <p:nvPr/>
        </p:nvSpPr>
        <p:spPr>
          <a:xfrm>
            <a:off x="7536656" y="2583656"/>
            <a:ext cx="0" cy="4953000"/>
          </a:xfrm>
          <a:prstGeom prst="line">
            <a:avLst/>
          </a:prstGeom>
          <a:noFill/>
          <a:ln w="11906">
            <a:solidFill>
              <a:srgbClr val="BCD0EA"/>
            </a:solidFill>
          </a:ln>
        </p:spPr>
      </p:sp>
      <p:sp>
        <p:nvSpPr>
          <p:cNvPr id="56" name="object-56">
            <a:extLst>
              <a:ext uri="{FF2B5EF4-FFF2-40B4-BE49-F238E27FC236}">
                <a16:creationId xmlns:a16="http://schemas.microsoft.com/office/drawing/2014/main" id="{8E5E5374-CA30-4760-A267-140DD336774B}"/>
              </a:ext>
            </a:extLst>
          </p:cNvPr>
          <p:cNvSpPr>
            <a:spLocks noGrp="1"/>
          </p:cNvSpPr>
          <p:nvPr/>
        </p:nvSpPr>
        <p:spPr>
          <a:xfrm>
            <a:off x="7322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7" name="object-57">
            <a:extLst>
              <a:ext uri="{FF2B5EF4-FFF2-40B4-BE49-F238E27FC236}">
                <a16:creationId xmlns:a16="http://schemas.microsoft.com/office/drawing/2014/main" id="{C70CA37C-8C0D-42B2-911E-2343761CBB1D}"/>
              </a:ext>
            </a:extLst>
          </p:cNvPr>
          <p:cNvSpPr>
            <a:spLocks noGrp="1"/>
          </p:cNvSpPr>
          <p:nvPr/>
        </p:nvSpPr>
        <p:spPr>
          <a:xfrm>
            <a:off x="4560094" y="7346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8" name="object-58">
            <a:extLst>
              <a:ext uri="{FF2B5EF4-FFF2-40B4-BE49-F238E27FC236}">
                <a16:creationId xmlns:a16="http://schemas.microsoft.com/office/drawing/2014/main" id="{3ABEFEFC-E122-4387-A46F-8F87E437DF5E}"/>
              </a:ext>
            </a:extLst>
          </p:cNvPr>
          <p:cNvSpPr>
            <a:spLocks noGrp="1"/>
          </p:cNvSpPr>
          <p:nvPr/>
        </p:nvSpPr>
        <p:spPr>
          <a:xfrm>
            <a:off x="2583656" y="5060156"/>
            <a:ext cx="4953000" cy="0"/>
          </a:xfrm>
          <a:prstGeom prst="line">
            <a:avLst/>
          </a:prstGeom>
          <a:noFill/>
          <a:ln w="23813">
            <a:solidFill>
              <a:srgbClr val="172B4D"/>
            </a:solidFill>
          </a:ln>
        </p:spPr>
      </p:sp>
      <p:sp>
        <p:nvSpPr>
          <p:cNvPr id="59" name="object-59">
            <a:extLst>
              <a:ext uri="{FF2B5EF4-FFF2-40B4-BE49-F238E27FC236}">
                <a16:creationId xmlns:a16="http://schemas.microsoft.com/office/drawing/2014/main" id="{24F49FF8-A9E8-4EF1-AFEC-8891B11573B9}"/>
              </a:ext>
            </a:extLst>
          </p:cNvPr>
          <p:cNvSpPr>
            <a:spLocks noGrp="1"/>
          </p:cNvSpPr>
          <p:nvPr/>
        </p:nvSpPr>
        <p:spPr>
          <a:xfrm>
            <a:off x="5060156" y="2583656"/>
            <a:ext cx="0" cy="4953000"/>
          </a:xfrm>
          <a:prstGeom prst="line">
            <a:avLst/>
          </a:prstGeom>
          <a:noFill/>
          <a:ln w="23813">
            <a:solidFill>
              <a:srgbClr val="172B4D"/>
            </a:solidFill>
          </a:ln>
        </p:spPr>
      </p:sp>
      <p:sp>
        <p:nvSpPr>
          <p:cNvPr id="60" name="object-60">
            <a:extLst>
              <a:ext uri="{FF2B5EF4-FFF2-40B4-BE49-F238E27FC236}">
                <a16:creationId xmlns:a16="http://schemas.microsoft.com/office/drawing/2014/main" id="{0076670C-EE2D-475E-AA8D-0348E9A926B3}"/>
              </a:ext>
            </a:extLst>
          </p:cNvPr>
          <p:cNvSpPr>
            <a:spLocks noGrp="1"/>
          </p:cNvSpPr>
          <p:nvPr/>
        </p:nvSpPr>
        <p:spPr>
          <a:xfrm>
            <a:off x="4953000" y="4953000"/>
            <a:ext cx="214313" cy="214313"/>
          </a:xfrm>
          <a:prstGeom prst="ellipse">
            <a:avLst/>
          </a:prstGeom>
          <a:solidFill>
            <a:srgbClr val="1D4ED8"/>
          </a:solidFill>
          <a:ln w="11906">
            <a:solidFill>
              <a:srgbClr val="172B4D"/>
            </a:solidFill>
          </a:ln>
        </p:spPr>
      </p:sp>
      <p:sp>
        <p:nvSpPr>
          <p:cNvPr id="61" name="object-61">
            <a:extLst>
              <a:ext uri="{FF2B5EF4-FFF2-40B4-BE49-F238E27FC236}">
                <a16:creationId xmlns:a16="http://schemas.microsoft.com/office/drawing/2014/main" id="{69538AEC-96A8-4E05-8681-CA09AAB47C76}"/>
              </a:ext>
            </a:extLst>
          </p:cNvPr>
          <p:cNvSpPr>
            <a:spLocks noGrp="1"/>
          </p:cNvSpPr>
          <p:nvPr/>
        </p:nvSpPr>
        <p:spPr>
          <a:xfrm>
            <a:off x="9763125" y="4048125"/>
            <a:ext cx="4345781" cy="1547813"/>
          </a:xfrm>
          <a:prstGeom prst="rect">
            <a:avLst/>
          </a:prstGeom>
          <a:noFill/>
          <a:ln w="0">
            <a:noFill/>
          </a:ln>
        </p:spPr>
        <p:txBody>
          <a:bodyPr anchor="ctr">
            <a:noAutofit/>
          </a:bodyPr>
          <a:lstStyle/>
          <a:p>
            <a:pPr algn="l">
              <a:defRPr sz="4125" b="1">
                <a:solidFill>
                  <a:srgbClr val="11745A"/>
                </a:solidFill>
                <a:latin typeface="Arial"/>
                <a:ea typeface="Arial"/>
                <a:cs typeface="Arial"/>
              </a:defRPr>
            </a:pPr>
            <a:r>
              <a:rPr sz="4125" b="1">
                <a:solidFill>
                  <a:srgbClr val="11745A"/>
                </a:solidFill>
                <a:latin typeface="Arial"/>
                <a:ea typeface="Arial"/>
                <a:cs typeface="Arial"/>
              </a:rPr>
              <a:t>(-4, 0)</a:t>
            </a:r>
          </a:p>
        </p:txBody>
      </p:sp>
    </p:spTree>
    <p:extLst>
      <p:ext uri="{BB962C8B-B14F-4D97-AF65-F5344CB8AC3E}">
        <p14:creationId xmlns:p14="http://schemas.microsoft.com/office/powerpoint/2010/main" val="2028165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0 0 L -0.08125 0 E" pathEditMode="relative" ptsTypes="">
                                      <p:cBhvr>
                                        <p:cTn id="6" dur="800" fill="hold"/>
                                        <p:tgtEl>
                                          <p:spTgt spid="60"/>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0.08125 0 L -0.08125 0 E" pathEditMode="relative" ptsTypes="">
                                      <p:cBhvr>
                                        <p:cTn id="10" dur="800" fill="hold"/>
                                        <p:tgtEl>
                                          <p:spTgt spid="60"/>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365FB100-D81F-4653-8A10-2B4E44BA7599}"/>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D5527E96-BF41-4CE3-9B18-3DD5DD5D680B}"/>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6126F24E-A29D-4286-BF38-691B8568421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E3AD45FD-10E9-412B-8980-6EB01BBEE9C5}"/>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AA97B6E7-71F1-43E5-86A2-BAFB23773D2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Plot points in four quadrants</a:t>
            </a:r>
          </a:p>
        </p:txBody>
      </p:sp>
      <p:sp>
        <p:nvSpPr>
          <p:cNvPr id="6" name="object-6">
            <a:extLst>
              <a:ext uri="{FF2B5EF4-FFF2-40B4-BE49-F238E27FC236}">
                <a16:creationId xmlns:a16="http://schemas.microsoft.com/office/drawing/2014/main" id="{937CB199-8922-44BD-A10E-704A6DDF06F4}"/>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30677F2A-3ADF-45FD-83C7-F1B663F44538}"/>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176594A2-0473-4377-83CB-AAEEA1E9B6C8}"/>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Plot A(-4, 3). Which quadrant contains A?</a:t>
            </a:r>
          </a:p>
        </p:txBody>
      </p:sp>
      <p:sp>
        <p:nvSpPr>
          <p:cNvPr id="9" name="object-9">
            <a:extLst>
              <a:ext uri="{FF2B5EF4-FFF2-40B4-BE49-F238E27FC236}">
                <a16:creationId xmlns:a16="http://schemas.microsoft.com/office/drawing/2014/main" id="{7C41576E-3C36-4B5F-A819-CD5C611E2DE9}"/>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649D66DB-6B89-43E5-A35C-0B0ED715B8F4}"/>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Point P moves from (2, -5) to (-3, 1). Describe the translation.</a:t>
            </a:r>
          </a:p>
        </p:txBody>
      </p:sp>
      <p:sp>
        <p:nvSpPr>
          <p:cNvPr id="11" name="object-11">
            <a:extLst>
              <a:ext uri="{FF2B5EF4-FFF2-40B4-BE49-F238E27FC236}">
                <a16:creationId xmlns:a16="http://schemas.microsoft.com/office/drawing/2014/main" id="{E6DD3697-3E7A-4C08-9759-289A9F107047}"/>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1A8366B7-C99A-4B2A-8FF0-29F478897577}"/>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Translate (4, -2) by 3 left and 5 up.</a:t>
            </a:r>
          </a:p>
        </p:txBody>
      </p:sp>
      <p:sp>
        <p:nvSpPr>
          <p:cNvPr id="13" name="object-13">
            <a:extLst>
              <a:ext uri="{FF2B5EF4-FFF2-40B4-BE49-F238E27FC236}">
                <a16:creationId xmlns:a16="http://schemas.microsoft.com/office/drawing/2014/main" id="{059989E0-2E39-45B4-8980-7EB116FEFE5A}"/>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E07E31CA-9F48-452E-9A9B-61BF1199D8BF}"/>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Plot A(-4, 3). Which quadrant contains A?</a:t>
            </a:r>
          </a:p>
        </p:txBody>
      </p:sp>
      <p:sp>
        <p:nvSpPr>
          <p:cNvPr id="15" name="object-15">
            <a:extLst>
              <a:ext uri="{FF2B5EF4-FFF2-40B4-BE49-F238E27FC236}">
                <a16:creationId xmlns:a16="http://schemas.microsoft.com/office/drawing/2014/main" id="{0E0FA47D-8AB5-4795-9A5C-740569B624D5}"/>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AA03AE8F-EB93-4375-AE9C-4E3CEE66F644}"/>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Point P moves from (2, -5) to (-3, 1). Describe the translation.</a:t>
            </a:r>
          </a:p>
        </p:txBody>
      </p:sp>
      <p:sp>
        <p:nvSpPr>
          <p:cNvPr id="17" name="object-17">
            <a:extLst>
              <a:ext uri="{FF2B5EF4-FFF2-40B4-BE49-F238E27FC236}">
                <a16:creationId xmlns:a16="http://schemas.microsoft.com/office/drawing/2014/main" id="{66516E0B-51C8-4E85-BBAB-4C69C4C235CC}"/>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160A7CC7-1D54-47A1-8C3D-D329A4D1984B}"/>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Translate (4, -2) by 3 left and 5 up.</a:t>
            </a:r>
          </a:p>
        </p:txBody>
      </p:sp>
      <p:sp>
        <p:nvSpPr>
          <p:cNvPr id="19" name="object-19">
            <a:extLst>
              <a:ext uri="{FF2B5EF4-FFF2-40B4-BE49-F238E27FC236}">
                <a16:creationId xmlns:a16="http://schemas.microsoft.com/office/drawing/2014/main" id="{EA02EC86-75A5-487C-9377-62864C94B6E6}"/>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290630B7-EF4B-4D8F-8BF9-5C4C13A8F456}"/>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Reflect (-6, 2) in the y-axis.</a:t>
            </a:r>
          </a:p>
        </p:txBody>
      </p:sp>
      <p:sp>
        <p:nvSpPr>
          <p:cNvPr id="21" name="object-21">
            <a:extLst>
              <a:ext uri="{FF2B5EF4-FFF2-40B4-BE49-F238E27FC236}">
                <a16:creationId xmlns:a16="http://schemas.microsoft.com/office/drawing/2014/main" id="{BDE4CDB7-2926-42C8-B15C-42AE1BB9F7E6}"/>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53CDAFDD-1848-413F-A180-B2B737A9FB8E}"/>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changes x and y in the same way without checking the direction or mirror line.</a:t>
            </a:r>
          </a:p>
        </p:txBody>
      </p:sp>
      <p:sp>
        <p:nvSpPr>
          <p:cNvPr id="23" name="object-23">
            <a:extLst>
              <a:ext uri="{FF2B5EF4-FFF2-40B4-BE49-F238E27FC236}">
                <a16:creationId xmlns:a16="http://schemas.microsoft.com/office/drawing/2014/main" id="{B69B8963-771D-4F96-972F-F9DB428077A6}"/>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A63442B2-F64E-4F0D-930C-2227DF426D48}"/>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67698345-0B83-4155-AB23-2C4E443A13D8}"/>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CFFB0C2D-46FD-4E90-8D80-F4FB3D262230}"/>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Translate (4, -2) by 3 left and 5 up.</a:t>
            </a:r>
          </a:p>
        </p:txBody>
      </p:sp>
    </p:spTree>
    <p:extLst>
      <p:ext uri="{BB962C8B-B14F-4D97-AF65-F5344CB8AC3E}">
        <p14:creationId xmlns:p14="http://schemas.microsoft.com/office/powerpoint/2010/main" val="2060110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7A75C035-A3E5-4D5D-8C98-9C651782A8EA}"/>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139248D5-94F8-441C-B644-32A3943BB084}"/>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E37B4246-6FEB-4D6F-B3D6-552D866A74F7}"/>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D263864C-A819-45D0-8760-CF74F1CC721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Plot points in four quadrants</a:t>
            </a:r>
          </a:p>
        </p:txBody>
      </p:sp>
      <p:sp>
        <p:nvSpPr>
          <p:cNvPr id="5" name="object-5">
            <a:extLst>
              <a:ext uri="{FF2B5EF4-FFF2-40B4-BE49-F238E27FC236}">
                <a16:creationId xmlns:a16="http://schemas.microsoft.com/office/drawing/2014/main" id="{5749200C-F9C2-4822-8FFA-BE34CD5B4A9B}"/>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1057EF01-3AC7-4B8B-A6C4-175E4F2A562D}"/>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86281648-190C-4269-B951-B62781409700}"/>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Quadrant II.</a:t>
            </a:r>
          </a:p>
        </p:txBody>
      </p:sp>
      <p:sp>
        <p:nvSpPr>
          <p:cNvPr id="8" name="object-8">
            <a:extLst>
              <a:ext uri="{FF2B5EF4-FFF2-40B4-BE49-F238E27FC236}">
                <a16:creationId xmlns:a16="http://schemas.microsoft.com/office/drawing/2014/main" id="{E808F74F-86A4-4117-92BE-11DE1BA6CBB6}"/>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FB0FD920-3686-45CB-BA1C-6E06065C84E0}"/>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5 left and 6 up.</a:t>
            </a:r>
          </a:p>
        </p:txBody>
      </p:sp>
      <p:sp>
        <p:nvSpPr>
          <p:cNvPr id="10" name="object-10">
            <a:extLst>
              <a:ext uri="{FF2B5EF4-FFF2-40B4-BE49-F238E27FC236}">
                <a16:creationId xmlns:a16="http://schemas.microsoft.com/office/drawing/2014/main" id="{7B4D0AD7-1C07-4741-841E-F210509335C8}"/>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4583F1BA-B692-4B3A-8913-7CF1000255C6}"/>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 3).</a:t>
            </a:r>
          </a:p>
        </p:txBody>
      </p:sp>
      <p:sp>
        <p:nvSpPr>
          <p:cNvPr id="12" name="object-12">
            <a:extLst>
              <a:ext uri="{FF2B5EF4-FFF2-40B4-BE49-F238E27FC236}">
                <a16:creationId xmlns:a16="http://schemas.microsoft.com/office/drawing/2014/main" id="{F1C98F38-9EFB-4DC7-9FA4-983B7B40A6BE}"/>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F08A4423-F32F-41EE-8B58-3FBAE0ACD4FE}"/>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Quadrant II.</a:t>
            </a:r>
          </a:p>
        </p:txBody>
      </p:sp>
      <p:sp>
        <p:nvSpPr>
          <p:cNvPr id="14" name="object-14">
            <a:extLst>
              <a:ext uri="{FF2B5EF4-FFF2-40B4-BE49-F238E27FC236}">
                <a16:creationId xmlns:a16="http://schemas.microsoft.com/office/drawing/2014/main" id="{CEE06425-9543-4E80-B098-A3E3F300090E}"/>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3B3B89D0-53D2-4A52-B2D3-4C84F3F082A9}"/>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5 left and 6 up. Method or representation may vary.</a:t>
            </a:r>
          </a:p>
        </p:txBody>
      </p:sp>
      <p:sp>
        <p:nvSpPr>
          <p:cNvPr id="16" name="object-16">
            <a:extLst>
              <a:ext uri="{FF2B5EF4-FFF2-40B4-BE49-F238E27FC236}">
                <a16:creationId xmlns:a16="http://schemas.microsoft.com/office/drawing/2014/main" id="{9C927760-20E8-4337-A5D5-502327116D21}"/>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7E24F8DB-A8A7-4020-8B4D-6D6F3CF0CDDE}"/>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(1, 3). A valid check must be shown.</a:t>
            </a:r>
          </a:p>
        </p:txBody>
      </p:sp>
      <p:sp>
        <p:nvSpPr>
          <p:cNvPr id="18" name="object-18">
            <a:extLst>
              <a:ext uri="{FF2B5EF4-FFF2-40B4-BE49-F238E27FC236}">
                <a16:creationId xmlns:a16="http://schemas.microsoft.com/office/drawing/2014/main" id="{84F7EEED-114D-429A-9521-43E3FF891001}"/>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B6B26747-FD95-476C-AC04-F70686A0A7E7}"/>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 2). The explanation must show why the method works.</a:t>
            </a:r>
          </a:p>
        </p:txBody>
      </p:sp>
      <p:sp>
        <p:nvSpPr>
          <p:cNvPr id="20" name="object-20">
            <a:extLst>
              <a:ext uri="{FF2B5EF4-FFF2-40B4-BE49-F238E27FC236}">
                <a16:creationId xmlns:a16="http://schemas.microsoft.com/office/drawing/2014/main" id="{EA39D4D4-7B33-4B5A-BC32-9C4E91A2EDC0}"/>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7D297C00-95C4-4E02-A6C1-C1367AAC8CD9}"/>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Track horizontal and vertical changes separately and apply the exact transformation to every point.</a:t>
            </a:r>
          </a:p>
        </p:txBody>
      </p:sp>
      <p:sp>
        <p:nvSpPr>
          <p:cNvPr id="22" name="object-22">
            <a:extLst>
              <a:ext uri="{FF2B5EF4-FFF2-40B4-BE49-F238E27FC236}">
                <a16:creationId xmlns:a16="http://schemas.microsoft.com/office/drawing/2014/main" id="{57B7416F-0FA4-41B4-9092-3138B151D83F}"/>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71ECF073-E5AB-4146-9853-AC9862CCFAE0}"/>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31BEDE78-6E57-4F62-A5BB-FCB6303FBD27}"/>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599B795C-3357-49FA-954A-F019915E8332}"/>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30948418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1039</Words>
  <Application>Microsoft Office PowerPoint</Application>
  <DocSecurity>0</DocSecurity>
  <PresentationFormat>Custom</PresentationFormat>
  <Paragraphs>158</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2026-09-14T13:19:20Z</dcterms:created>
  <dcterms:modified xsi:type="dcterms:W3CDTF">2026-09-14T13:21:02Z</dcterms:modified>
</cp:coreProperties>
</file>