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cf02228887a4494" /><Relationship Type="http://schemas.openxmlformats.org/officeDocument/2006/relationships/extended-properties" Target="/docProps/app.xml" Id="Rd3adecf8071b49cb" /><Relationship Type="http://schemas.openxmlformats.org/officeDocument/2006/relationships/officeDocument" Target="/ppt/presentation.xml" Id="R645160b861254c4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9f202c1f66f47b6"/>
  </p:sldMasterIdLst>
  <p:notesMasterIdLst>
    <p:notesMasterId xmlns:r="http://schemas.openxmlformats.org/officeDocument/2006/relationships" r:id="R5d5bee752c2f4dbc"/>
  </p:notesMasterIdLst>
  <p:sldIdLst>
    <p:sldId xmlns:r="http://schemas.openxmlformats.org/officeDocument/2006/relationships" id="256" r:id="Ra60ec343c1354507"/>
    <p:sldId xmlns:r="http://schemas.openxmlformats.org/officeDocument/2006/relationships" id="257" r:id="R7343c311fc274ab4"/>
    <p:sldId xmlns:r="http://schemas.openxmlformats.org/officeDocument/2006/relationships" id="258" r:id="R8d38950687b24eb5"/>
    <p:sldId xmlns:r="http://schemas.openxmlformats.org/officeDocument/2006/relationships" id="259" r:id="R91f0c44eba664e1c"/>
    <p:sldId xmlns:r="http://schemas.openxmlformats.org/officeDocument/2006/relationships" id="260" r:id="R5e6483e7d8f74db3"/>
    <p:sldId xmlns:r="http://schemas.openxmlformats.org/officeDocument/2006/relationships" id="261" r:id="Rad3d405478c4438a"/>
    <p:sldId xmlns:r="http://schemas.openxmlformats.org/officeDocument/2006/relationships" id="262" r:id="R34f3084b59ca490e"/>
    <p:sldId xmlns:r="http://schemas.openxmlformats.org/officeDocument/2006/relationships" id="263" r:id="R7d2c1a871d874099"/>
    <p:sldId xmlns:r="http://schemas.openxmlformats.org/officeDocument/2006/relationships" id="264" r:id="R328e6faf44f14a02"/>
    <p:sldId xmlns:r="http://schemas.openxmlformats.org/officeDocument/2006/relationships" id="265" r:id="Rf6b20457bc26462e"/>
    <p:sldId xmlns:r="http://schemas.openxmlformats.org/officeDocument/2006/relationships" id="266" r:id="R75a08cae9bf84ab4"/>
    <p:sldId xmlns:r="http://schemas.openxmlformats.org/officeDocument/2006/relationships" id="267" r:id="Rfb3f922a39dd4dd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e931c876a6a4501" /><Relationship Type="http://schemas.openxmlformats.org/officeDocument/2006/relationships/slideMaster" Target="/ppt/slideMasters/slideMaster1.xml" Id="R09f202c1f66f47b6" /><Relationship Type="http://schemas.openxmlformats.org/officeDocument/2006/relationships/notesMaster" Target="/ppt/notesMasters/notesMaster1.xml" Id="R5d5bee752c2f4dbc" /><Relationship Type="http://schemas.openxmlformats.org/officeDocument/2006/relationships/presProps" Target="/ppt/presProps.xml" Id="R5b400f9399624c60" /><Relationship Type="http://schemas.openxmlformats.org/officeDocument/2006/relationships/tableStyles" Target="/ppt/tableStyles.xml" Id="R444201f635fb4c57" /><Relationship Type="http://schemas.openxmlformats.org/officeDocument/2006/relationships/slide" Target="/ppt/slides/slide1.xml" Id="Ra60ec343c1354507" /><Relationship Type="http://schemas.openxmlformats.org/officeDocument/2006/relationships/slide" Target="/ppt/slides/slide2.xml" Id="R7343c311fc274ab4" /><Relationship Type="http://schemas.openxmlformats.org/officeDocument/2006/relationships/slide" Target="/ppt/slides/slide3.xml" Id="R8d38950687b24eb5" /><Relationship Type="http://schemas.openxmlformats.org/officeDocument/2006/relationships/slide" Target="/ppt/slides/slide4.xml" Id="R91f0c44eba664e1c" /><Relationship Type="http://schemas.openxmlformats.org/officeDocument/2006/relationships/slide" Target="/ppt/slides/slide5.xml" Id="R5e6483e7d8f74db3" /><Relationship Type="http://schemas.openxmlformats.org/officeDocument/2006/relationships/slide" Target="/ppt/slides/slide6.xml" Id="Rad3d405478c4438a" /><Relationship Type="http://schemas.openxmlformats.org/officeDocument/2006/relationships/slide" Target="/ppt/slides/slide7.xml" Id="R34f3084b59ca490e" /><Relationship Type="http://schemas.openxmlformats.org/officeDocument/2006/relationships/slide" Target="/ppt/slides/slide8.xml" Id="R7d2c1a871d874099" /><Relationship Type="http://schemas.openxmlformats.org/officeDocument/2006/relationships/slide" Target="/ppt/slides/slide9.xml" Id="R328e6faf44f14a02" /><Relationship Type="http://schemas.openxmlformats.org/officeDocument/2006/relationships/slide" Target="/ppt/slides/slide10.xml" Id="Rf6b20457bc26462e" /><Relationship Type="http://schemas.openxmlformats.org/officeDocument/2006/relationships/slide" Target="/ppt/slides/slide11.xml" Id="R75a08cae9bf84ab4" /><Relationship Type="http://schemas.openxmlformats.org/officeDocument/2006/relationships/slide" Target="/ppt/slides/slide12.xml" Id="Rfb3f922a39dd4dd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ea69bff788f49f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1b2a3352e8a4251" /><Relationship Type="http://schemas.openxmlformats.org/officeDocument/2006/relationships/notesMaster" Target="/ppt/notesMasters/notesMaster1.xml" Id="R2b31964d9daf4bd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e13ee964914437b" /><Relationship Type="http://schemas.openxmlformats.org/officeDocument/2006/relationships/notesMaster" Target="/ppt/notesMasters/notesMaster1.xml" Id="R07f6d35f9c6b4d8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d5f843714734dda" /><Relationship Type="http://schemas.openxmlformats.org/officeDocument/2006/relationships/notesMaster" Target="/ppt/notesMasters/notesMaster1.xml" Id="R2efdc814c4b4464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65a6b796a814bcb" /><Relationship Type="http://schemas.openxmlformats.org/officeDocument/2006/relationships/notesMaster" Target="/ppt/notesMasters/notesMaster1.xml" Id="Rb5483b861d2441b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d48fb88ecdc4e09" /><Relationship Type="http://schemas.openxmlformats.org/officeDocument/2006/relationships/notesMaster" Target="/ppt/notesMasters/notesMaster1.xml" Id="R8bde54a157cf47a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74aac9e71a44d6b" /><Relationship Type="http://schemas.openxmlformats.org/officeDocument/2006/relationships/notesMaster" Target="/ppt/notesMasters/notesMaster1.xml" Id="Re366ab2f6715400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a274687bcfb4b34" /><Relationship Type="http://schemas.openxmlformats.org/officeDocument/2006/relationships/notesMaster" Target="/ppt/notesMasters/notesMaster1.xml" Id="R14b47a89265e42e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f0efe03be074197" /><Relationship Type="http://schemas.openxmlformats.org/officeDocument/2006/relationships/notesMaster" Target="/ppt/notesMasters/notesMaster1.xml" Id="R954b2d2ed7d2400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c65e08156e644ba" /><Relationship Type="http://schemas.openxmlformats.org/officeDocument/2006/relationships/notesMaster" Target="/ppt/notesMasters/notesMaster1.xml" Id="R2129f793c2d147d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7420a364dad4b3a" /><Relationship Type="http://schemas.openxmlformats.org/officeDocument/2006/relationships/notesMaster" Target="/ppt/notesMasters/notesMaster1.xml" Id="Raba085d27ace409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f18fb85ff6144a8" /><Relationship Type="http://schemas.openxmlformats.org/officeDocument/2006/relationships/notesMaster" Target="/ppt/notesMasters/notesMaster1.xml" Id="R9b9b1076eeca493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92f8da330654a77" /><Relationship Type="http://schemas.openxmlformats.org/officeDocument/2006/relationships/notesMaster" Target="/ppt/notesMasters/notesMaster1.xml" Id="R568a7c222d9e477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Four-quadrant grids, tracing paper, mirrors, coordinate cards,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5 left and 6 up. | Read or record x before y and note the quadrant. | Track horizontal and vertical changes separately and apply the exact transformation to every point.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coordinate, quadrant, x-axis, y-axis, translate, reflect.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Quadrant II.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5 left and 6 up.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Track horizontal and vertical changes separately and apply the exact transformation to every point.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5 left and 6 up..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(1, 3)..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(6, 2).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(1, 3).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(1, 3). | Track horizontal and vertical changes separately and apply the exact transformation to every point.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468cbf1852461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d6e27aa40a54422" /><Relationship Type="http://schemas.openxmlformats.org/officeDocument/2006/relationships/slideLayout" Target="/ppt/slideLayouts/slideLayout1.xml" Id="R06046565b6884b9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6046565b6884b9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1d102e8d974da1" /><Relationship Type="http://schemas.openxmlformats.org/officeDocument/2006/relationships/notesSlide" Target="/ppt/notesSlides/notesSlide1.xml" Id="Reb6345565a81446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db0fa2bf3f4404" /><Relationship Type="http://schemas.openxmlformats.org/officeDocument/2006/relationships/notesSlide" Target="/ppt/notesSlides/notesSlide2.xml" Id="R666dd3b5ce284e6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5c139726724ff2" /><Relationship Type="http://schemas.openxmlformats.org/officeDocument/2006/relationships/notesSlide" Target="/ppt/notesSlides/notesSlide3.xml" Id="R97ae7fe8e0d840c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4ef15e73394ebd" /><Relationship Type="http://schemas.openxmlformats.org/officeDocument/2006/relationships/notesSlide" Target="/ppt/notesSlides/notesSlide4.xml" Id="R9f111c710a7648b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28fece0a5f43f8" /><Relationship Type="http://schemas.openxmlformats.org/officeDocument/2006/relationships/notesSlide" Target="/ppt/notesSlides/notesSlide5.xml" Id="Rb731378aa8a64a1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f78aa88d14405e" /><Relationship Type="http://schemas.openxmlformats.org/officeDocument/2006/relationships/notesSlide" Target="/ppt/notesSlides/notesSlide6.xml" Id="R24a4f3f89cd54af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08cad9a40b4dda" /><Relationship Type="http://schemas.openxmlformats.org/officeDocument/2006/relationships/image" Target="/ppt/media/image.png" Id="Rc7472ef4f14a4da7" /><Relationship Type="http://schemas.openxmlformats.org/officeDocument/2006/relationships/notesSlide" Target="/ppt/notesSlides/notesSlide7.xml" Id="R110bc8c444cb421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91c832e00d422e" /><Relationship Type="http://schemas.openxmlformats.org/officeDocument/2006/relationships/notesSlide" Target="/ppt/notesSlides/notesSlide8.xml" Id="R71138ad1630f4ad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9920a717764158" /><Relationship Type="http://schemas.openxmlformats.org/officeDocument/2006/relationships/notesSlide" Target="/ppt/notesSlides/notesSlide9.xml" Id="R81e17765a5114a6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c2671d1aa14a91" /><Relationship Type="http://schemas.openxmlformats.org/officeDocument/2006/relationships/notesSlide" Target="/ppt/notesSlides/notesSlide10.xml" Id="R41d861cb5e754ff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63ed814ba5464d" /><Relationship Type="http://schemas.openxmlformats.org/officeDocument/2006/relationships/notesSlide" Target="/ppt/notesSlides/notesSlide11.xml" Id="Rbd4c3ba7e8434ce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7268c449a142af" /><Relationship Type="http://schemas.openxmlformats.org/officeDocument/2006/relationships/notesSlide" Target="/ppt/notesSlides/notesSlide12.xml" Id="Red0177296e1f40f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6DDE1E-07FB-44BE-B74B-1CDAEB237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B88ADD-773C-494E-9C9C-1D52D757F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C8678D-F025-4543-AA79-0B4F65F12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2CC931-E8D6-4DB0-A744-9AD5918E8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44CB00-D7C3-4126-8E4C-E97A02B4D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Plot points in four quadrants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3F53DB-A014-4A97-913F-86199241A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EF80FD-9B71-4D8D-A858-8011DF8B1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D26388-D3DD-4DE9-8742-392F6BB0E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read and plot coordinates in all four quadrants.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FE88FF-8292-4AF8-8674-0FD3D7DA1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414201-8B5E-4014-93B1-1DDB14985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Four-quadrant grids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06460A-2033-4E55-B360-EF0843DDB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94985941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CF8AA63-9A31-4112-85AF-DE956531D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00FF89-D546-46EA-9FAB-B71BE4A02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D8D31E-85DC-4C03-B7D2-19E82D3D8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E6665C-7AD9-449E-B9A5-4BEC2EA28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C07933-D901-4874-9865-EC97A2A17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E3ADD1-A17C-4346-B9D7-35E94952D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9C7633-6E84-4910-AF17-328EA1232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4B29C7-935A-4843-AC0F-3D2A0A59C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D8CD56-4D85-46EE-95F9-E56AE09B6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Plot points in four quadrants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2E3C32-9A41-4326-80B3-6AD1A7CD8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B2D2D2-7C02-4E0E-ADE1-B8065729A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1776B7-5BBD-4DC0-A582-F5ED3AA13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F5E79C-C081-4318-9A3D-5C64A83C9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Describe positions in four quadrants and transform shapes on coordinate grids.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F5F3D5-DC99-495C-BD4E-5756B3506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722BD9-CCC4-44F8-999C-5137E6EC0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D6B4B5-C0A0-4257-AFC5-70C5E2116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D83E61-7527-42DF-AAF6-B3B498AF8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Point P moves from (2, -5) to (-3, 1). Describe the translation.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960748-908B-434F-90FE-6180C4597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68C833C-6171-4B71-A12C-F71A01DB1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B9E23C4-9A70-48C2-8245-704FB855D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5984C23-54EA-4570-AB27-2ABE18B21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Plot A(-4, 3). Which quadrant contains A?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206E133-4B3F-407F-8AEB-9ABF674E6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06779598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A7415B-F500-44DC-AA4E-B680971F8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46317F-F6C9-4043-BD65-7EF3CB51B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69159E-6E98-44E7-B580-D4809B087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1787E6-E575-41D7-B3DB-04596FAE7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12A872-36C5-403D-84BB-470E5BAE4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4BAC06-ABFA-402D-81BB-E0EF67B48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6B71D5-618E-44DB-9E1A-FDE655FE7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098C86-ECC6-4E59-B2D9-ACD8E06CF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AFD233-DCEA-46B3-A342-7A21CCA62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Plot points in four quadrants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D07852-DE30-4463-966B-FBA63EC86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read and plot coordinates in all four quadrants.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17973C-A42E-4F32-B5BF-474BC61BB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89AB8E-BFA9-4B7E-A774-B5A5AEA23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Read or record x before y and note the quadrant.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57CDC3-FA40-4E56-A577-AA9C5784A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Apply the same vector or mirror line to every vertex.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7ED175-7164-479C-A8D2-0506B8984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side lengths and orientation after the transformation.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C04C94-EC0D-4E7C-845C-8B36461C8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coordinate  |  quadrant  |  x-axis  |  y-axis  |  translate  |  reflect</a:t>
            </a:r>
          </a:p>
        </p:txBody>
      </p:sp>
    </p:spTree>
    <p:extLst>
      <p:ext uri="{BB962C8B-B14F-4D97-AF65-F5344CB8AC3E}">
        <p14:creationId xmlns:p14="http://schemas.microsoft.com/office/powerpoint/2010/main" val="62714543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72C6136-9999-45BD-9667-A8F4374C8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DE4D35-AA05-4E5C-AC4A-C59CE9E65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5FC424-4830-49D8-BE36-9D433C3EA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D2E818-E97D-48DF-BA50-66D35D149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593283-EBFB-4693-8A32-57F142A9F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603FE3-E82F-4D49-B33B-883F1E824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8927A6-3C4E-4BC3-809C-AE3DE7926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7A101A-C422-409F-938D-EE52D9D86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1B4D13-85DD-4A2B-89D7-7B14C0332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Plot points in four quadrants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FE4B73-5726-4DBC-B2C9-254394142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Plot A(-4, 3). Which quadrant contains A?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D9CD72-AF3A-4577-A6EC-062BFB7BD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6C0C32-EB53-46FB-9234-B67C7CF61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EE7BE1-B371-4776-AFE5-22723E99F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Read or record x before y and note the quadrant.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03FB04-B6CC-4138-9709-A7FAACD61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52DAB1-49B1-4E2A-A95E-C52EB9B01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CC45BB-DDC3-4571-9D86-7F70DF942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Apply the same vector or mirror line to every vertex.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82A25DA-2287-4E4A-89D1-DAA90C099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0D7A86-6E4C-440A-82C3-7DB5E8DC9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DEA1CA-B395-4AF8-B624-849EA031A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Quadrant II.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150DFD-E272-47DE-9ABD-A93DD983F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7271554-1D36-4636-921D-196FDE8A8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6B0C5F1-10C3-4680-8BA7-1A33AD1A2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Check side lengths and orientation after the transformation.</a:t>
            </a:r>
          </a:p>
        </p:txBody>
      </p:sp>
    </p:spTree>
    <p:extLst>
      <p:ext uri="{BB962C8B-B14F-4D97-AF65-F5344CB8AC3E}">
        <p14:creationId xmlns:p14="http://schemas.microsoft.com/office/powerpoint/2010/main" val="98024121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2A1A26-B46B-4BC5-8225-5224C77A5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E3E2DF-B94C-48AB-8076-ACBAAC694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430AF9-CA16-4121-A327-7CB96A913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64312C-16E4-43A8-9C0B-4EDA17AAF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4774B7-080F-4D08-BE48-6C99C659B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2AE334-AFCE-498F-9450-454B5FDC0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D54937-EFA0-46CE-8CFD-3B33DE075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074627-6677-4177-93A0-91EF7B629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BE8FBD-C439-4FD4-949A-FD0472C02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Plot points in four quadrants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1ED370-016A-48B5-9337-A41CE9ACF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9CBCE3-91EB-46E9-866C-18587CBFF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Quadrant II.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AF6205-2E60-4ED0-9242-2B5D4E285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A2C2FC-FF5A-408D-806C-C791EB8A6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side lengths and orientation after the transformation.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2B0D4E-A946-49DE-8D9C-D94AABAC4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206354426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3BEE3F-19FD-4A44-B522-E39E84505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E3B000-3058-4AE9-BFBF-FF3DEB336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3BB551-B966-4E8B-95D1-EC6322338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4D9EB8-E5F0-41E8-BE48-3F34577C7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8D0B0E-060B-4CC8-952A-A5ACE7F7F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ECBE6C-E0FF-4DFF-BE70-16CFE7AE7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12F340-2D83-4397-AAA7-7E3A717F1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9C5763-1896-4804-AD72-46623C527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5C8C10-05A7-4F84-9C98-C314C5548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Plot points in four quadrants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00943E-C96B-467C-BC42-2D5006DFA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Point P moves from (2, -5) to (-3, 1). Describe the translation.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990B45-593C-41BA-9A64-8F648FDC9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C87D41-F9C0-450F-9675-B95BBC3AB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259BC1-1C87-4B65-91B0-DC55E6369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E1744F-DA61-46AD-865C-1FA7E73F1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B69AC7-7ED4-449E-819F-E5487AFA1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5 left and 6 up.</a:t>
            </a:r>
          </a:p>
        </p:txBody>
      </p:sp>
    </p:spTree>
    <p:extLst>
      <p:ext uri="{BB962C8B-B14F-4D97-AF65-F5344CB8AC3E}">
        <p14:creationId xmlns:p14="http://schemas.microsoft.com/office/powerpoint/2010/main" val="179370325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519788-7177-4A3B-B67E-38F35A350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5E1E1A-78C9-4DCE-9AF1-023CE7DA3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EC2B3E-B8E3-4A9C-BA89-59BC2F668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3A7A48-0CAD-49C6-9057-6C288B021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A268A0-BB17-496B-A7A9-F54E49E67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F06868-93AC-44AA-965C-461E446D2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57D440-F3BC-418D-82D5-FB16ED110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D7C3EB-22D8-4EC2-9EF7-A137129F8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27B93C-5AB6-4695-8802-87787ED82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Plot points in four quadrants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472ef4f14a4da7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D1157A-804E-4615-B6FE-4F5F16657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DBE66D-79E8-4F53-8DC3-85A6958F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changes x and y in the same way without checking the direction or mirror line.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015F52-68D2-4821-85F3-468603310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47CCE1-804A-4265-AA9A-8C39A13DC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210A78-C79E-4DCF-9B39-A0225C234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Track horizontal and vertical changes separately and apply the exact transformation to every point.</a:t>
            </a:r>
          </a:p>
        </p:txBody>
      </p:sp>
    </p:spTree>
    <p:extLst>
      <p:ext uri="{BB962C8B-B14F-4D97-AF65-F5344CB8AC3E}">
        <p14:creationId xmlns:p14="http://schemas.microsoft.com/office/powerpoint/2010/main" val="197963949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1215A1D-F6C0-4A04-B2DA-3EE258B7D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B72615-00D3-4203-A5AB-CFEE6C3CE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22EF7E-8165-4C94-A25A-F15B138F3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F33749-8A2B-4198-BD08-A94B8CBC1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A5E218-8373-438B-995B-AC6E62B81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BDAF9A-3222-4D81-99E2-C9BACEC33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3FEFAE-7988-4A83-8BC4-65C611BA4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07992B-23F3-4BC0-A4BB-A68C0F80D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8FD3AA-AD61-4217-90DB-D478324D2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Plot points in four quadrants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572999-99FF-4DED-ABFC-FE7D7B4F5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BD995F-4431-4A4E-9133-B0B4102EA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5EA642-6FDB-4FC4-B73E-DC4223926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978D7F-9790-4B4E-A84D-6015DE659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Point P moves from (2, -5) to (-3, 1). Describe the translation.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60FCDE-535F-4B5B-B5CA-5FAD50CEE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CE7D22-C88C-442F-A05F-3087179FB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905441-02B6-42A0-8D83-6B1AD6B91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D5A631-70A3-419E-B338-7F34E4A89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D56CF9-0836-4F34-9AAF-D3F34B035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38678A2-3EF2-4B2F-847B-F5AC8A75F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9A4F15-6F1A-48FD-A1E3-80F043E6C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823F540-981E-407E-8B34-B5E8D665D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5 left and 6 up.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3B4068-E790-4262-8208-C95390FC2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79597142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09A892-ADC9-4D9A-B222-A9CDD914B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26BED5-1A54-46BA-8353-694CEAA1C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1ED81C-A127-4CB0-92C1-46496129F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41B42F-DBA8-42CD-8CA4-1D79F486A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0C575A-17BA-46A8-AF33-8353D722C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6B3C36-5CF7-4704-9AFD-C084818CB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1305B6-D8B1-4B6F-B2DD-963AED110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B890AD-B4C7-4F1A-8795-5A0436138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FB9354-2604-4105-B05C-97DA6973D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Plot points in four quadrants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AD5494-AD3A-482D-8426-282FE8F78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C8583E-A617-4AD6-ADAD-C97706B8E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83F20B-9F30-4198-831A-15398991E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FE60FF-DC79-4BA3-B731-3D27EB62D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Translate (4, -2) by 3 left and 5 up.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A48325-0327-4695-9480-0396E26A3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DA7A32-CD2B-41F1-9E09-E286C4196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736056-6875-4F56-8C1C-20EBF9E6D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132994F-40EE-4612-AE5D-6E16DE5EF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DDBFE1-23C7-4368-9632-2AC9AF236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3083A93-90A0-4D59-A592-60AD2AF00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29E542-E04A-4FF7-BE15-E0C0CF0FC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D3930FE-5307-4305-AEAE-0DE346251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62687948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AC3B15-52AD-416E-B498-7C20FA39E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844BDC-7639-4E55-8D85-4880BC99E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33A479-6FBA-4137-BF3E-CEFD91AC2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52E26F-EDFF-498F-BB23-E7FD16926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6F3F21-AB5F-414E-BBB7-56F95256F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072FFE-70A4-4ADF-856C-1490DA772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827760-1600-4F0E-8A20-D7247258C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F59470-5017-4716-8C74-DC149D6AC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5A5486-34A7-4BFA-BBA6-AEFE6CADB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Plot points in four quadrants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AE9331-0C1A-4B42-A300-F9AA15D1A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Reflect (-6, 2) in the y-axis.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8849D6-7B94-4FCF-822E-BE37C9F4B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F9A0A6-E851-4D2E-BE1B-B2FCF277F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3C01C8-16A6-41EF-82CB-5E190B076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(6, 2).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115368566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69092E0-3E1F-4CC6-ACC4-845FD9BD4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4770C0-74BE-4048-B56F-D6CA2EB8D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4F4C6D-659F-4901-931C-768A1B789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9BD28C-D9EE-4302-8D8D-3B61DCCBB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E174D5-BF5E-4B65-A1D2-263673EF3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4E2DB7-978A-418F-A61F-E63C3FC9D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CFA3ED-64D7-4C91-9D2C-60643B99C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C666C3-6220-4420-8892-522CDA655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58C13A-1972-4FF5-87DB-853D2F76B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Plot points in four quadrants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80526B-B640-4A71-A5B0-94B73E711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4D9B6A-5C06-471F-AC0C-282B930D9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B969B6-4D38-4B3C-B0AA-656F74C7E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Translate (4, -2) by 3 left and 5 up.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556C3A-31AA-458E-B704-5AC32CDC6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49784D-7642-4870-B78D-A1D263A94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9BD9A4-9A69-4CF7-90E0-D26566B0E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D41D0E-767E-4465-97B3-5C0DCFA71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(1, 3).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2EF1CC-E765-4C23-9D70-8314A8ADA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61D7449-DFD2-4344-8A0F-633286885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89849079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3D7B6D-C10C-4969-BDF4-9B19E32E5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10AAFA-7448-4539-9655-02962D591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E8171D-6E49-42CC-B94E-6A693C0F3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8576AA-E0DD-4933-BD58-8B048C42E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C9C27A-92F9-42A0-A28F-0EC2C46B1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9CD7C5-E0FB-4D2C-9D42-482F1EBFD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4D5708-D831-4A32-B0F0-EB6C759AF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E40645-FB15-4A34-976E-2B952BE7E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0ADC94-3268-430E-A258-9C42269AC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Plot points in four quadrants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30E3BF-601C-4729-AD4E-8435BAD20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E8AA73-273B-4839-86BB-6969785FB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E8050E-3395-4B73-B99B-25AFE2E06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6B1D01-BBEC-4151-8CB0-B1C58B6D9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Translate (4, -2) by 3 left and 5 up.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1A9AAF-1AC4-4537-A6C3-225811264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D76A58-C713-4E6C-BED2-65056FB55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4B090C-AC5D-4DE9-99C1-917FC67A3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4961D8-C8D5-4ECD-ABC1-9B7083382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changes x and y in the same way without checking the direction or mirror line.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C3A56B5-5660-4A9D-ADE5-D8AB070E6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D9722F-0A3F-429A-B1DE-EAF69482E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6168ED8-5A1F-42BB-9B84-76C43462D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5E56088-E405-47EF-B4EF-F895809F8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E9FFE5A-14AD-43C5-9C15-C0E2A9F0E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40503482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2026-09-09T20:50:16.1680000Z</dcterms:created>
  <dcterms:modified xsi:type="dcterms:W3CDTF">2026-09-09T20:50:16.1680000Z</dcterms:modified>
</coreProperties>
</file>