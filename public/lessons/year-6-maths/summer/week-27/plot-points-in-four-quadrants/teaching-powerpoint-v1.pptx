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c1d302a3c40ec" /><Relationship Type="http://schemas.openxmlformats.org/officeDocument/2006/relationships/extended-properties" Target="/docProps/app.xml" Id="R0032e98072034253" /><Relationship Type="http://schemas.openxmlformats.org/officeDocument/2006/relationships/officeDocument" Target="/ppt/presentation.xml" Id="R28ead0e62827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3d07b7ebc94aaa"/>
  </p:sldMasterIdLst>
  <p:notesMasterIdLst>
    <p:notesMasterId xmlns:r="http://schemas.openxmlformats.org/officeDocument/2006/relationships" r:id="R2d31a218f70a4e16"/>
  </p:notesMasterIdLst>
  <p:sldIdLst>
    <p:sldId xmlns:r="http://schemas.openxmlformats.org/officeDocument/2006/relationships" id="256" r:id="R5177f3396952453a"/>
    <p:sldId xmlns:r="http://schemas.openxmlformats.org/officeDocument/2006/relationships" id="257" r:id="R691be8bcfacc4807"/>
    <p:sldId xmlns:r="http://schemas.openxmlformats.org/officeDocument/2006/relationships" id="258" r:id="R97f571eb89424425"/>
    <p:sldId xmlns:r="http://schemas.openxmlformats.org/officeDocument/2006/relationships" id="259" r:id="R4382cee841504c04"/>
    <p:sldId xmlns:r="http://schemas.openxmlformats.org/officeDocument/2006/relationships" id="260" r:id="R0b484a37891e413b"/>
    <p:sldId xmlns:r="http://schemas.openxmlformats.org/officeDocument/2006/relationships" id="261" r:id="Re2d99546557541fd"/>
    <p:sldId xmlns:r="http://schemas.openxmlformats.org/officeDocument/2006/relationships" id="262" r:id="Rb8b504fe68084f34"/>
    <p:sldId xmlns:r="http://schemas.openxmlformats.org/officeDocument/2006/relationships" id="263" r:id="Rfa0c1845c7a545f7"/>
    <p:sldId xmlns:r="http://schemas.openxmlformats.org/officeDocument/2006/relationships" id="264" r:id="R0f5100f8c7a14238"/>
    <p:sldId xmlns:r="http://schemas.openxmlformats.org/officeDocument/2006/relationships" id="265" r:id="R50c743d5fe85420f"/>
    <p:sldId xmlns:r="http://schemas.openxmlformats.org/officeDocument/2006/relationships" id="266" r:id="Re89732f74598410a"/>
    <p:sldId xmlns:r="http://schemas.openxmlformats.org/officeDocument/2006/relationships" id="267" r:id="Rdd355640ebcc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652b00f916443f" /><Relationship Type="http://schemas.openxmlformats.org/officeDocument/2006/relationships/slideMaster" Target="/ppt/slideMasters/slideMaster1.xml" Id="Ra93d07b7ebc94aaa" /><Relationship Type="http://schemas.openxmlformats.org/officeDocument/2006/relationships/notesMaster" Target="/ppt/notesMasters/notesMaster1.xml" Id="R2d31a218f70a4e16" /><Relationship Type="http://schemas.openxmlformats.org/officeDocument/2006/relationships/presProps" Target="/ppt/presProps.xml" Id="R959310c566e1458d" /><Relationship Type="http://schemas.openxmlformats.org/officeDocument/2006/relationships/tableStyles" Target="/ppt/tableStyles.xml" Id="Rdaaf867316864f4c" /><Relationship Type="http://schemas.openxmlformats.org/officeDocument/2006/relationships/slide" Target="/ppt/slides/slide1.xml" Id="R5177f3396952453a" /><Relationship Type="http://schemas.openxmlformats.org/officeDocument/2006/relationships/slide" Target="/ppt/slides/slide2.xml" Id="R691be8bcfacc4807" /><Relationship Type="http://schemas.openxmlformats.org/officeDocument/2006/relationships/slide" Target="/ppt/slides/slide3.xml" Id="R97f571eb89424425" /><Relationship Type="http://schemas.openxmlformats.org/officeDocument/2006/relationships/slide" Target="/ppt/slides/slide4.xml" Id="R4382cee841504c04" /><Relationship Type="http://schemas.openxmlformats.org/officeDocument/2006/relationships/slide" Target="/ppt/slides/slide5.xml" Id="R0b484a37891e413b" /><Relationship Type="http://schemas.openxmlformats.org/officeDocument/2006/relationships/slide" Target="/ppt/slides/slide6.xml" Id="Re2d99546557541fd" /><Relationship Type="http://schemas.openxmlformats.org/officeDocument/2006/relationships/slide" Target="/ppt/slides/slide7.xml" Id="Rb8b504fe68084f34" /><Relationship Type="http://schemas.openxmlformats.org/officeDocument/2006/relationships/slide" Target="/ppt/slides/slide8.xml" Id="Rfa0c1845c7a545f7" /><Relationship Type="http://schemas.openxmlformats.org/officeDocument/2006/relationships/slide" Target="/ppt/slides/slide9.xml" Id="R0f5100f8c7a14238" /><Relationship Type="http://schemas.openxmlformats.org/officeDocument/2006/relationships/slide" Target="/ppt/slides/slide10.xml" Id="R50c743d5fe85420f" /><Relationship Type="http://schemas.openxmlformats.org/officeDocument/2006/relationships/slide" Target="/ppt/slides/slide11.xml" Id="Re89732f74598410a" /><Relationship Type="http://schemas.openxmlformats.org/officeDocument/2006/relationships/slide" Target="/ppt/slides/slide12.xml" Id="Rdd355640ebcc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d944f281f8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a02fe097ce492d" /><Relationship Type="http://schemas.openxmlformats.org/officeDocument/2006/relationships/notesMaster" Target="/ppt/notesMasters/notesMaster1.xml" Id="R2e21c02f8b2140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70236497884e50" /><Relationship Type="http://schemas.openxmlformats.org/officeDocument/2006/relationships/notesMaster" Target="/ppt/notesMasters/notesMaster1.xml" Id="R1239e6e23d424b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6b55165ff3436b" /><Relationship Type="http://schemas.openxmlformats.org/officeDocument/2006/relationships/notesMaster" Target="/ppt/notesMasters/notesMaster1.xml" Id="R21a2f871d0d24a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94e3ac61f2470f" /><Relationship Type="http://schemas.openxmlformats.org/officeDocument/2006/relationships/notesMaster" Target="/ppt/notesMasters/notesMaster1.xml" Id="Ra54b68c50b6a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f50c0ad7944345" /><Relationship Type="http://schemas.openxmlformats.org/officeDocument/2006/relationships/notesMaster" Target="/ppt/notesMasters/notesMaster1.xml" Id="R6a5234c33dd540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35e9f62e374483" /><Relationship Type="http://schemas.openxmlformats.org/officeDocument/2006/relationships/notesMaster" Target="/ppt/notesMasters/notesMaster1.xml" Id="R2a7273bfec064f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80ff58f804872" /><Relationship Type="http://schemas.openxmlformats.org/officeDocument/2006/relationships/notesMaster" Target="/ppt/notesMasters/notesMaster1.xml" Id="R7756092f46e548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c349ed68384a85" /><Relationship Type="http://schemas.openxmlformats.org/officeDocument/2006/relationships/notesMaster" Target="/ppt/notesMasters/notesMaster1.xml" Id="Rca31a92d0a0e47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df3b0f3cf64802" /><Relationship Type="http://schemas.openxmlformats.org/officeDocument/2006/relationships/notesMaster" Target="/ppt/notesMasters/notesMaster1.xml" Id="Rb37ca09ea5c94d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19618b4b6c40cd" /><Relationship Type="http://schemas.openxmlformats.org/officeDocument/2006/relationships/notesMaster" Target="/ppt/notesMasters/notesMaster1.xml" Id="R8c28e0bb09e94f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036b04933c4dd9" /><Relationship Type="http://schemas.openxmlformats.org/officeDocument/2006/relationships/notesMaster" Target="/ppt/notesMasters/notesMaster1.xml" Id="Rd079cdde2fda46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9a899658bb4676" /><Relationship Type="http://schemas.openxmlformats.org/officeDocument/2006/relationships/notesMaster" Target="/ppt/notesMasters/notesMaster1.xml" Id="R6b04ce23c8dd45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Four-quadrant grids, tracing paper, mirrors, coordinate cards,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5 left and 6 up. | Read or record x before y and note the quadrant. | Track horizontal and vertical changes separately and apply the exact transformation to every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coordinate, quadrant, x-axis, y-axis, translate, reflect.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Quadrant 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5 left and 6 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Track horizontal and vertical changes separately and apply the exact transformation to every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5 left and 6 up..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(1, 3)..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(6, 2).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(1, 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(1, 3). | Track horizontal and vertical changes separately and apply the exact transformation to every point.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39177870d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65adf71c954ae2" /><Relationship Type="http://schemas.openxmlformats.org/officeDocument/2006/relationships/slideLayout" Target="/ppt/slideLayouts/slideLayout1.xml" Id="R2427cbded22d47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7cbded22d47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25162e9e44569" /><Relationship Type="http://schemas.openxmlformats.org/officeDocument/2006/relationships/notesSlide" Target="/ppt/notesSlides/notesSlide1.xml" Id="Rb87b0db1ee7a4b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5d8fc5f7b49a7" /><Relationship Type="http://schemas.openxmlformats.org/officeDocument/2006/relationships/notesSlide" Target="/ppt/notesSlides/notesSlide2.xml" Id="Rca4197ee7b4c46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91b7b1b704413" /><Relationship Type="http://schemas.openxmlformats.org/officeDocument/2006/relationships/notesSlide" Target="/ppt/notesSlides/notesSlide3.xml" Id="Rbf7976f4d7b44d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f63180a91484a" /><Relationship Type="http://schemas.openxmlformats.org/officeDocument/2006/relationships/notesSlide" Target="/ppt/notesSlides/notesSlide4.xml" Id="R519198a24cb445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2e578ced247f5" /><Relationship Type="http://schemas.openxmlformats.org/officeDocument/2006/relationships/notesSlide" Target="/ppt/notesSlides/notesSlide5.xml" Id="R5db445cc70db40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a1482f21f40a2" /><Relationship Type="http://schemas.openxmlformats.org/officeDocument/2006/relationships/notesSlide" Target="/ppt/notesSlides/notesSlide6.xml" Id="R8e6a97b69b8449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c13362eda4ffe" /><Relationship Type="http://schemas.openxmlformats.org/officeDocument/2006/relationships/image" Target="/ppt/media/image.png" Id="R21bce24d5e434749" /><Relationship Type="http://schemas.openxmlformats.org/officeDocument/2006/relationships/notesSlide" Target="/ppt/notesSlides/notesSlide7.xml" Id="R59ca2e747b2f4e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2e56377984b1d" /><Relationship Type="http://schemas.openxmlformats.org/officeDocument/2006/relationships/notesSlide" Target="/ppt/notesSlides/notesSlide8.xml" Id="R09ffcff0a43844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a0443b5e349d1" /><Relationship Type="http://schemas.openxmlformats.org/officeDocument/2006/relationships/notesSlide" Target="/ppt/notesSlides/notesSlide9.xml" Id="Rb92dd99fd3d842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2bae9c7624327" /><Relationship Type="http://schemas.openxmlformats.org/officeDocument/2006/relationships/notesSlide" Target="/ppt/notesSlides/notesSlide10.xml" Id="R02759a374ef84f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96c0df95b46ad" /><Relationship Type="http://schemas.openxmlformats.org/officeDocument/2006/relationships/notesSlide" Target="/ppt/notesSlides/notesSlide11.xml" Id="R24ceed8f6cb342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25fbbd686496e" /><Relationship Type="http://schemas.openxmlformats.org/officeDocument/2006/relationships/notesSlide" Target="/ppt/notesSlides/notesSlide12.xml" Id="Racc33569444b47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A7B43-6631-4D9A-938C-DF66EB8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C23E6-46B8-4AC0-B107-58B7072A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6C803-475A-40D6-BD23-3896AC0C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7CD95-9377-4BC2-855A-FE156217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0AD57-3593-4AB8-A879-96ACF7C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67BDC-2793-4188-A89F-12D2F24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F0C18-478B-4078-B601-C10FCA3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3FBA7-3979-4F52-B24B-5EC1892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read and plot coordinates in all four quadrants.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7E096-EB76-41F1-821B-748E010B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92AC2-C08F-4154-99C2-A2C8113B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Four-quadrant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DA5E7-68B8-4954-80E9-BA5E79D1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4798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EDC21-5172-45EB-A194-B6F6309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AA0F2-4BD9-4CE5-82CF-EC4718EA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298D3-9920-47BD-AD89-5A061D60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DACB1-4ACD-4D1B-8463-2421C6FF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0D273-0A49-4B49-BCC8-8108EA57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32288-EEB9-4AAD-8F1F-F9B48FC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64DE4-FD15-47BC-83A0-65DDBED6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1E282-0B46-4F69-A1FF-1435B1B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87873-FFAD-473E-8AC9-9F40A4E0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0EB81-CEF8-48A0-BFC5-905CCD69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01BE9-989C-4805-A67A-AC40CCD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38117-4FB3-48AF-9221-8D87394E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CE223-23E4-4F6B-A549-7A0CF64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Describe positions in four quadrants and transform shapes on coordinate grids.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79171-F18B-4F17-A3C0-0F99CEC6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A9CBF-C5AE-4B48-994A-EB20E136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BE286-543F-456B-B3CB-49FF4F2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4D1E4-48F2-4C6D-8B4F-EF50EA8B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Point P moves from (2, -5) to (-3, 1). Describe the translation.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28DAA-5C0C-4E22-99D8-B535485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61A89-961D-4609-B950-E2C5C065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C7418-3A19-481D-8AFA-3AE1E717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58EF8-6BB9-42A3-9813-FC55A95F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Plot A(-4, 3). Which quadrant contains 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E110B-2B6F-4A6D-A7F3-FE8C672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3152789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CAD7A-65CF-4EF5-B181-887B8698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32353-6D3D-4563-BAE1-3C3C2C2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FB0E8-82D7-4992-9BDC-2253729A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91CBF-8C63-4E2D-9EEE-BFB3B558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B754C-FDAD-4AAF-9A2A-451B532C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CF520-1943-4A7E-A38D-6C43C92F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ED996-8F54-4528-A414-B5608C3B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71C06-18F9-47E9-A91A-D65A8B78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656B6-B40D-49D3-807F-5ADEF0B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C156E-C5E6-4410-B17C-5D23AC8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read and plot coordinates in all four quadrants.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818E1-7908-4447-AAD9-A4F64161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6FCA6-2191-4B9E-A298-B79EF0C8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or record x before y and note the quadrant.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F3A02-7AE9-4694-8C69-1592F56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Apply the same vector or mirror line to every vertex.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8B579-7F21-4F1F-8727-D725001E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side lengths and orientation after the transformation.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62B36-305A-4A41-B716-3219D9BD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coordinate  |  quadrant  |  x-axis  |  y-axis  |  translate  |  reflect</a:t>
            </a:r>
          </a:p>
        </p:txBody>
      </p:sp>
    </p:spTree>
    <p:extLst>
      <p:ext uri="{BB962C8B-B14F-4D97-AF65-F5344CB8AC3E}">
        <p14:creationId xmlns:p14="http://schemas.microsoft.com/office/powerpoint/2010/main" val="19798114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B341D-AE04-4FF2-8AF7-DD772FAB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B01E5-E5BF-4F17-8F97-32736C0D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40E42-68FB-47B8-BBFB-9E01623A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A66E-D934-4C17-83E9-663A17CE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A7875-03DF-4086-8E5D-E165A97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24011-F9BA-4ACB-9A86-218FFF7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994B8-FD97-4DD1-A718-24DDCCF4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BEFAF-9E06-4629-8840-41BB7013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E48BE-4043-48B0-A7AB-B5E01F0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2218B-CE60-42E5-AD60-DF4BFC97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Plot A(-4, 3). Which quadrant contains 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D3151-32A3-4B7C-860B-AC27EB60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4DF06-E8A5-408E-9811-C0EE0EDE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90031-B38C-426E-9B7B-073BB498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 = (-4, 3)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B55F9-76E7-463C-8164-3EACF7D2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CF23F-473E-4456-953F-5EB1B0F8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E41BF-55CF-48A3-95F5-D5BFC10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x is negative: move 4 left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F0CF4-BF58-4AF1-B5A1-C7BE88E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5E927-6EEE-46A2-9087-91BF260F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5E950-8FB7-43BA-939C-F4F3D93B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y is positive: move 3 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E8F0E-3092-456D-A058-BF36492D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8DEAF-6403-4271-91A8-17E3A3E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64C44-D8A2-4F14-9881-1241A77A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 lies in Quadrant II</a:t>
            </a:r>
          </a:p>
        </p:txBody>
      </p:sp>
    </p:spTree>
    <p:extLst>
      <p:ext uri="{BB962C8B-B14F-4D97-AF65-F5344CB8AC3E}">
        <p14:creationId xmlns:p14="http://schemas.microsoft.com/office/powerpoint/2010/main" val="21015095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CF35B-9170-4738-B17E-3EC00577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89954-32AE-4E80-8B3E-FCF4EAF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87E8-27CF-4CF2-9549-86606720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1ED04-B611-4393-BB18-C1AE30E9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5E449-7B80-44E1-8629-B72F029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4C126-0B5F-4E13-8B92-3D09C00D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9EC79-8F5E-403B-9893-BD443D32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9BC3A-54D6-4E42-A625-F3A60D6B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6A960-79F6-4037-84D0-943875D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497BC-0820-4514-89CF-499CD181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77098-B250-4303-A6A4-9F6D448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Quadrant II.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6973E-3A0F-4F39-988E-593DE4C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E30D6-AEC5-4D5D-89DD-BB5298D2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side lengths and orientation after the transformation.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A413D-6F56-4999-83FD-EBF9C20F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4864586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200BB-EF01-447E-91D0-A3935C17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5504B-48FF-4173-B765-C9FBC395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AB268-1E5B-4FA2-83B6-E86C45BC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FDDB6-30BE-4FF0-96F3-632D8E49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FBB44-CFFD-4904-868E-575F0C1D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D74AA-C84A-473D-9AA6-457CD6A6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0149B-5FD6-4D67-B595-9D3407C5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D8212-D3DC-40F8-AA18-82164DE2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13699-1A08-4B65-8133-5830C25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13A33-62E2-4A2A-A88E-6A74F96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Point P moves from (2, -5) to (-3, 1). Describe the translation.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A2816-E168-49D2-AD91-669973EC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653D9-A504-4408-A95E-C0539730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26A18-6610-4083-913E-D7754A4B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0AB6A-05C0-4B7D-9F60-1C12DD7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5CA81-69F7-48A3-BB30-E496E8F0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5 left and 6 up.</a:t>
            </a:r>
          </a:p>
        </p:txBody>
      </p:sp>
    </p:spTree>
    <p:extLst>
      <p:ext uri="{BB962C8B-B14F-4D97-AF65-F5344CB8AC3E}">
        <p14:creationId xmlns:p14="http://schemas.microsoft.com/office/powerpoint/2010/main" val="20454858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3E1F6-F8E4-4E28-A682-5FEA044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4FDBF-EEAA-4674-9C55-38755ABD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33D5B-BD53-4BBB-BEC0-16E273C1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472C3-D7DB-4299-8C66-39DB58B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48D8E-AA32-4D8C-8919-ECD7B10C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DDE1F-B6E9-43CC-B19C-333AF5A6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0236E-5E3B-4F24-995D-B908EB15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962EE-7B37-44B7-84EF-ECB794F2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2C88C-F70E-4BA4-A137-D37E9CC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ce24d5e434749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CE818-4990-4F6C-9B4A-05101DCA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B1E46-A12D-473D-9AC4-D46F00C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changes x and y in the same way without checking the direction or mirror 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3CD8F-6E58-462C-8FDA-5830F4EA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BA1D2-4342-43C1-92B9-E14424BA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7D353-8CF8-4B16-9894-B0C5C2F9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Track horizontal and vertical changes separately and apply the exact transformation to every point.</a:t>
            </a:r>
          </a:p>
        </p:txBody>
      </p:sp>
    </p:spTree>
    <p:extLst>
      <p:ext uri="{BB962C8B-B14F-4D97-AF65-F5344CB8AC3E}">
        <p14:creationId xmlns:p14="http://schemas.microsoft.com/office/powerpoint/2010/main" val="17020892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A0A29-36EA-4B5F-A8EE-D8C75913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342D5-781F-496E-9540-5E7BEC75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27038-D86E-427D-B503-F213F55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35942-9466-4672-B62D-82AF4E40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6D4A5-D3FB-4900-B790-0F38973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8D181-AD48-4682-90A7-FAAB36B4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CA4DD-4E0D-42AD-92AA-D35C60EB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64AA4-5899-4666-86B8-ECE5F63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90C3D-1A6A-438C-9042-9A9615B5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69736-7367-4045-B328-5C50404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6E7DC-27E5-4508-B9FE-DCEBA0E7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00B9C-A3FB-4F0F-BF39-B0FF6D27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EDE4F-22FF-4957-A73C-54E97E2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Point P moves from (2, -5) to (-3, 1). Describe the translation.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833CE-66BA-48F1-A82D-36927CF7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1E4D6-17C0-42D9-A009-C798F4AD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C7574-1F6E-4AEF-A24B-F06358C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A83BD-0F30-4149-B14F-BD590157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6F22F-3031-4494-A98D-D4EB097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0A476-31EE-4A1B-A1F6-58592683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B6548-B735-4F76-AE4B-DEC7D28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93B50-2C35-482B-B09C-017C510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5 left and 6 up.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7528B-0CF0-4E57-8CFB-01670B6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3003944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55097-ECF1-4F61-870A-BF209E46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B067B-1C8D-4988-A262-27E0646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1698B-35F7-40A8-9A74-D8D4F5E2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72AAB-6209-403B-B386-7EDEF9A1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84072-C03C-47E0-AEB5-F2FB844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231E7-8DB4-4FA0-A55E-F90EC5D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6C833-8DBE-497B-97BC-98F5D27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6A7B4-2281-4ECD-9CC5-E37A97C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89062-1924-433A-8FB2-849E6F0E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BFA37-383B-4EDC-8A5E-8E7AC862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14B24-9B69-4DC8-881E-CCFCA64F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45076-18D1-42FC-AD15-6217A61A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4F688-F69D-43B8-BEC0-89CF2910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Translate (4, -2) by 3 left and 5 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C0A71-E06B-4414-A3CF-621A7366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5DCC9-0486-4335-BB65-F003FA4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8519C-347E-41CB-A79F-76A5836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A79C8-F500-4DCE-B7E1-338AE365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1E68B-A248-4A0A-A5FE-7F29829B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15790-B16F-43D5-897E-8AEF826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66BBD-1AD5-468A-BBF8-7CCA4337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D0F80-3E95-4A34-A345-2CACE6EA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4805903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9123C-2126-4AEA-B1C2-56AE4D46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E8ABB-2F00-4438-86A3-7041C6C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ACB76-5076-4CDB-BBC5-5579509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485A4-FD11-45EB-BC27-E166A880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0C4F6-31A4-4DFA-8112-2F6C7D7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EB1D3-19FF-483D-A9D7-7C439EC0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66584-E426-4CC8-98BA-FEC30FF9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AA9DD-B0FA-408E-9DCA-C467A1CA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CC4C6-D660-48EC-9D70-77F209E8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5807B-2F5B-492F-BE41-464D8CE2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Reflect (-6, 2) in the y-axis.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D85E5-DE0C-4DEC-A6F5-F99A424C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680AE-C647-47E3-A315-AD722947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1A6EA-E7AB-410C-B2EA-F9D44D88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(6, 2).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514330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E72E8-0819-4897-AF33-3B46250F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9032C-46C4-4B28-A688-DE761B8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6448E-4D2B-4187-B8BF-5429F2CA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0A78C-CCF5-4465-90D6-23D9B709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FA56E-F232-422A-A275-934C810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005CF-6C52-46FD-8F7A-0F5A84AA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8C23D-39D5-465F-A294-6D4E498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A3A90-A05A-46B5-8885-65AED51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3B29E-7290-482A-A0E7-0C5C304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63AE6-2BEF-4849-8B21-166939B2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76C2D-707E-4FAE-B27F-8E7073ED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2C0BD-B456-406D-A843-D4B70B69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Translate (4, -2) by 3 left and 5 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72E6B-1FDC-4135-8A23-5DF69811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E8B8E-1CB1-4604-A8BE-2FFB2E7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2B2BC-0726-45C7-9FF2-5DB0885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9D4D9-B091-4E48-B279-B4286CF8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(1, 3).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4354B-E7B0-4C6D-A7B8-85BF7B17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589CC-530D-426A-BCA6-0E54F10E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91112300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41B6B-ECBC-4D5D-92B6-3A08BDC4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F1BD4-10CD-4128-9876-B512C33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65AC6-DE6A-4233-B8AA-A5CB50F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34E6C-D7E1-433C-BE72-A9C2674D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D7F9-0B37-4B81-986D-FCA87079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9ABF7-2E8B-4356-AA0A-5438B68D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95E4C-0B84-4402-AEEA-A2D693F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2CB18-8728-4B19-8199-5DF82E93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DC255-DED7-496B-9259-51493A5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Plot points in four quadrants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F8D70-3575-43A1-B9A4-E1CFF13E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4422E-0C98-483C-904F-3269B524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7507A-86E6-42B9-8631-A9D5C7D2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E3936-4C25-4FB5-A77A-CCA17298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Translate (4, -2) by 3 left and 5 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66972-91B0-49C2-82CA-F44BAD8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F1A69-4B84-4446-B56D-1B69EF4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4C2DA-014A-43D0-BCAF-4FACCE2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3F80D-7A19-42E3-B8F6-5F6F7629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changes x and y in the same way without checking the direction or mirror 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B461F-AADC-4D7A-8F8D-8A8F618A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EE242-A7F2-4DCB-BB1B-AAC3E7E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D7DEC-D7A6-42B7-9404-C3E3AEA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7EBEC-7E44-4E6C-8039-7E4E14BE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B9BA5-6710-461A-9A42-A4A91EC5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925639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2026-09-09T22:14:10.1170000Z</dcterms:created>
  <dcterms:modified xsi:type="dcterms:W3CDTF">2026-09-09T22:14:10.1170000Z</dcterms:modified>
</coreProperties>
</file>