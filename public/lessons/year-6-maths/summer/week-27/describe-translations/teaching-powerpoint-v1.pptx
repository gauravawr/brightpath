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5240000" cy="85725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Describe translations. Describe translations. Introduce the mathematical idea using the first worked example. The lesson can be placed anywhere in the teaching sequence.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Describe translations. I do. Read horizontal movement first, then vertical. Reflections keep the distance to the mirror line equal.</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Describe translations. You do. Pause before clicking. Let pupils try independently, then reveal and discuss every step. Read horizontal movement first, then vertical. Reflections keep the distance to the mirror line equal.</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Describe translations. I do. Read horizontal movement first, then vertical. Reflections keep the distance to the mirror line equal.</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Describe translations. You do. Pause before clicking. Let pupils try independently, then reveal and discuss every step. Read horizontal movement first, then vertical. Reflections keep the distance to the mirror line equal.</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Describe translations. You do. Pause before clicking. Let pupils try independently, then reveal and discuss every step. These are the existing expected-level worksheet questions, in their original order. Do not advance to the answer slide until pupils have had time to finish.</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Describe translations. Answers. Answers to the preceding complete activity question set, in matching order. Accept mathematically valid alternatives for open questions.</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object-1">
            <a:extLst>
              <a:ext uri="{FF2B5EF4-FFF2-40B4-BE49-F238E27FC236}">
                <a16:creationId xmlns:a16="http://schemas.microsoft.com/office/drawing/2014/main" id="{08EEED3D-64DA-45F2-B779-9699BAEE9181}"/>
              </a:ext>
            </a:extLst>
          </p:cNvPr>
          <p:cNvSpPr>
            <a:spLocks noGrp="1"/>
          </p:cNvSpPr>
          <p:nvPr/>
        </p:nvSpPr>
        <p:spPr>
          <a:xfrm>
            <a:off x="654844" y="357188"/>
            <a:ext cx="13930313" cy="1547813"/>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Describe translations</a:t>
            </a:r>
          </a:p>
        </p:txBody>
      </p:sp>
      <p:sp>
        <p:nvSpPr>
          <p:cNvPr id="2" name="object-2">
            <a:extLst>
              <a:ext uri="{FF2B5EF4-FFF2-40B4-BE49-F238E27FC236}">
                <a16:creationId xmlns:a16="http://schemas.microsoft.com/office/drawing/2014/main" id="{4065A4D2-BDEF-4CFA-9AE0-FB63E7ECB58B}"/>
              </a:ext>
            </a:extLst>
          </p:cNvPr>
          <p:cNvSpPr>
            <a:spLocks noGrp="1"/>
          </p:cNvSpPr>
          <p:nvPr/>
        </p:nvSpPr>
        <p:spPr>
          <a:xfrm>
            <a:off x="654844" y="2024063"/>
            <a:ext cx="13930313" cy="1012031"/>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Watch the model. Try the next question. Explain what changes.</a:t>
            </a:r>
          </a:p>
        </p:txBody>
      </p:sp>
      <p:sp>
        <p:nvSpPr>
          <p:cNvPr id="3" name="object-3">
            <a:extLst>
              <a:ext uri="{FF2B5EF4-FFF2-40B4-BE49-F238E27FC236}">
                <a16:creationId xmlns:a16="http://schemas.microsoft.com/office/drawing/2014/main" id="{4BFEC46B-5ED3-4DB9-ACB4-75C37EE82A9D}"/>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CC0F10A8-421C-457E-A10D-E9571F9FD197}"/>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Describe translations</a:t>
            </a:r>
          </a:p>
        </p:txBody>
      </p:sp>
      <p:sp>
        <p:nvSpPr>
          <p:cNvPr id="5" name="object-5">
            <a:extLst>
              <a:ext uri="{FF2B5EF4-FFF2-40B4-BE49-F238E27FC236}">
                <a16:creationId xmlns:a16="http://schemas.microsoft.com/office/drawing/2014/main" id="{9BB34C90-2B1F-4EA4-9A0E-415DC4CFB111}"/>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1</a:t>
            </a:r>
          </a:p>
        </p:txBody>
      </p:sp>
      <p:sp>
        <p:nvSpPr>
          <p:cNvPr id="6" name="object-6">
            <a:extLst>
              <a:ext uri="{FF2B5EF4-FFF2-40B4-BE49-F238E27FC236}">
                <a16:creationId xmlns:a16="http://schemas.microsoft.com/office/drawing/2014/main" id="{31B8D6CB-758E-4163-B6AC-ADACBBBCA753}"/>
              </a:ext>
            </a:extLst>
          </p:cNvPr>
          <p:cNvSpPr>
            <a:spLocks noGrp="1"/>
          </p:cNvSpPr>
          <p:nvPr/>
        </p:nvSpPr>
        <p:spPr>
          <a:xfrm>
            <a:off x="1190625" y="3631406"/>
            <a:ext cx="12858750" cy="2143125"/>
          </a:xfrm>
          <a:prstGeom prst="rect">
            <a:avLst/>
          </a:prstGeom>
          <a:noFill/>
          <a:ln w="0">
            <a:noFill/>
          </a:ln>
        </p:spPr>
        <p:txBody>
          <a:bodyPr anchor="ctr">
            <a:noAutofit/>
          </a:bodyPr>
          <a:lstStyle/>
          <a:p>
            <a:pPr algn="ctr">
              <a:defRPr sz="3375" b="1">
                <a:solidFill>
                  <a:srgbClr val="1D4ED8"/>
                </a:solidFill>
                <a:latin typeface="Arial"/>
                <a:ea typeface="Arial"/>
                <a:cs typeface="Arial"/>
              </a:defRPr>
            </a:pPr>
            <a:r>
              <a:rPr sz="3375" b="1">
                <a:solidFill>
                  <a:srgbClr val="1D4ED8"/>
                </a:solidFill>
                <a:latin typeface="Arial"/>
                <a:ea typeface="Arial"/>
                <a:cs typeface="Arial"/>
              </a:rPr>
              <a:t>To describe translations using horizontal and vertical movement.</a:t>
            </a:r>
          </a:p>
        </p:txBody>
      </p:sp>
    </p:spTree>
    <p:extLst>
      <p:ext uri="{BB962C8B-B14F-4D97-AF65-F5344CB8AC3E}">
        <p14:creationId xmlns:p14="http://schemas.microsoft.com/office/powerpoint/2010/main" val="662245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 name="object-1">
            <a:extLst>
              <a:ext uri="{FF2B5EF4-FFF2-40B4-BE49-F238E27FC236}">
                <a16:creationId xmlns:a16="http://schemas.microsoft.com/office/drawing/2014/main" id="{F8E23660-ADAF-4898-842D-00AA3317B7D7}"/>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FC65201A-CB67-4786-877A-84334BE6CCFE}"/>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Move (2, -5) 5 left and 6 up.</a:t>
            </a:r>
          </a:p>
        </p:txBody>
      </p:sp>
      <p:sp>
        <p:nvSpPr>
          <p:cNvPr id="3" name="object-3">
            <a:extLst>
              <a:ext uri="{FF2B5EF4-FFF2-40B4-BE49-F238E27FC236}">
                <a16:creationId xmlns:a16="http://schemas.microsoft.com/office/drawing/2014/main" id="{4B098833-0780-4B7C-94BF-EB8DF8E3C087}"/>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7A5FBD4A-1C08-422E-B585-80390F002906}"/>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Describe translations</a:t>
            </a:r>
          </a:p>
        </p:txBody>
      </p:sp>
      <p:sp>
        <p:nvSpPr>
          <p:cNvPr id="5" name="object-5">
            <a:extLst>
              <a:ext uri="{FF2B5EF4-FFF2-40B4-BE49-F238E27FC236}">
                <a16:creationId xmlns:a16="http://schemas.microsoft.com/office/drawing/2014/main" id="{C29B7726-BAD3-442B-BA87-A45A646FCE3A}"/>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2</a:t>
            </a:r>
          </a:p>
        </p:txBody>
      </p:sp>
      <p:sp>
        <p:nvSpPr>
          <p:cNvPr id="6" name="object-6">
            <a:extLst>
              <a:ext uri="{FF2B5EF4-FFF2-40B4-BE49-F238E27FC236}">
                <a16:creationId xmlns:a16="http://schemas.microsoft.com/office/drawing/2014/main" id="{186C95EE-33AD-4565-8A05-634753B39F4C}"/>
              </a:ext>
            </a:extLst>
          </p:cNvPr>
          <p:cNvSpPr>
            <a:spLocks noGrp="1"/>
          </p:cNvSpPr>
          <p:nvPr/>
        </p:nvSpPr>
        <p:spPr>
          <a:xfrm>
            <a:off x="2583656" y="2583656"/>
            <a:ext cx="4953000" cy="0"/>
          </a:xfrm>
          <a:prstGeom prst="line">
            <a:avLst/>
          </a:prstGeom>
          <a:noFill/>
          <a:ln w="11906">
            <a:solidFill>
              <a:srgbClr val="BCD0EA"/>
            </a:solidFill>
          </a:ln>
        </p:spPr>
      </p:sp>
      <p:sp>
        <p:nvSpPr>
          <p:cNvPr id="7" name="object-7">
            <a:extLst>
              <a:ext uri="{FF2B5EF4-FFF2-40B4-BE49-F238E27FC236}">
                <a16:creationId xmlns:a16="http://schemas.microsoft.com/office/drawing/2014/main" id="{D654F2E5-07CA-4C4C-9C6A-CA10E2FC5B4F}"/>
              </a:ext>
            </a:extLst>
          </p:cNvPr>
          <p:cNvSpPr>
            <a:spLocks noGrp="1"/>
          </p:cNvSpPr>
          <p:nvPr/>
        </p:nvSpPr>
        <p:spPr>
          <a:xfrm>
            <a:off x="2583656" y="2583656"/>
            <a:ext cx="0" cy="4953000"/>
          </a:xfrm>
          <a:prstGeom prst="line">
            <a:avLst/>
          </a:prstGeom>
          <a:noFill/>
          <a:ln w="11906">
            <a:solidFill>
              <a:srgbClr val="BCD0EA"/>
            </a:solidFill>
          </a:ln>
        </p:spPr>
      </p:sp>
      <p:sp>
        <p:nvSpPr>
          <p:cNvPr id="8" name="object-8">
            <a:extLst>
              <a:ext uri="{FF2B5EF4-FFF2-40B4-BE49-F238E27FC236}">
                <a16:creationId xmlns:a16="http://schemas.microsoft.com/office/drawing/2014/main" id="{22954ABB-658A-406C-BFC8-AE95679CBFCA}"/>
              </a:ext>
            </a:extLst>
          </p:cNvPr>
          <p:cNvSpPr>
            <a:spLocks noGrp="1"/>
          </p:cNvSpPr>
          <p:nvPr/>
        </p:nvSpPr>
        <p:spPr>
          <a:xfrm>
            <a:off x="236934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-8</a:t>
            </a:r>
          </a:p>
        </p:txBody>
      </p:sp>
      <p:sp>
        <p:nvSpPr>
          <p:cNvPr id="9" name="object-9">
            <a:extLst>
              <a:ext uri="{FF2B5EF4-FFF2-40B4-BE49-F238E27FC236}">
                <a16:creationId xmlns:a16="http://schemas.microsoft.com/office/drawing/2014/main" id="{808809C9-AA26-4C6F-8FAB-CF211719BDEF}"/>
              </a:ext>
            </a:extLst>
          </p:cNvPr>
          <p:cNvSpPr>
            <a:spLocks noGrp="1"/>
          </p:cNvSpPr>
          <p:nvPr/>
        </p:nvSpPr>
        <p:spPr>
          <a:xfrm>
            <a:off x="4560094" y="2393156"/>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8</a:t>
            </a:r>
          </a:p>
        </p:txBody>
      </p:sp>
      <p:sp>
        <p:nvSpPr>
          <p:cNvPr id="10" name="object-10">
            <a:extLst>
              <a:ext uri="{FF2B5EF4-FFF2-40B4-BE49-F238E27FC236}">
                <a16:creationId xmlns:a16="http://schemas.microsoft.com/office/drawing/2014/main" id="{AE0E706F-CB11-4B60-AB9C-240F48D2129A}"/>
              </a:ext>
            </a:extLst>
          </p:cNvPr>
          <p:cNvSpPr>
            <a:spLocks noGrp="1"/>
          </p:cNvSpPr>
          <p:nvPr/>
        </p:nvSpPr>
        <p:spPr>
          <a:xfrm>
            <a:off x="2583656" y="2893219"/>
            <a:ext cx="4953000" cy="0"/>
          </a:xfrm>
          <a:prstGeom prst="line">
            <a:avLst/>
          </a:prstGeom>
          <a:noFill/>
          <a:ln w="11906">
            <a:solidFill>
              <a:srgbClr val="BCD0EA"/>
            </a:solidFill>
          </a:ln>
        </p:spPr>
      </p:sp>
      <p:sp>
        <p:nvSpPr>
          <p:cNvPr id="11" name="object-11">
            <a:extLst>
              <a:ext uri="{FF2B5EF4-FFF2-40B4-BE49-F238E27FC236}">
                <a16:creationId xmlns:a16="http://schemas.microsoft.com/office/drawing/2014/main" id="{63F74124-6D72-48A9-BC84-90BBD1728CFF}"/>
              </a:ext>
            </a:extLst>
          </p:cNvPr>
          <p:cNvSpPr>
            <a:spLocks noGrp="1"/>
          </p:cNvSpPr>
          <p:nvPr/>
        </p:nvSpPr>
        <p:spPr>
          <a:xfrm>
            <a:off x="2893219" y="2583656"/>
            <a:ext cx="0" cy="4953000"/>
          </a:xfrm>
          <a:prstGeom prst="line">
            <a:avLst/>
          </a:prstGeom>
          <a:noFill/>
          <a:ln w="11906">
            <a:solidFill>
              <a:srgbClr val="BCD0EA"/>
            </a:solidFill>
          </a:ln>
        </p:spPr>
      </p:sp>
      <p:sp>
        <p:nvSpPr>
          <p:cNvPr id="12" name="object-12">
            <a:extLst>
              <a:ext uri="{FF2B5EF4-FFF2-40B4-BE49-F238E27FC236}">
                <a16:creationId xmlns:a16="http://schemas.microsoft.com/office/drawing/2014/main" id="{3E508E86-CB74-4B9F-A4AC-F793B07B4F38}"/>
              </a:ext>
            </a:extLst>
          </p:cNvPr>
          <p:cNvSpPr>
            <a:spLocks noGrp="1"/>
          </p:cNvSpPr>
          <p:nvPr/>
        </p:nvSpPr>
        <p:spPr>
          <a:xfrm>
            <a:off x="2583656" y="3202781"/>
            <a:ext cx="4953000" cy="0"/>
          </a:xfrm>
          <a:prstGeom prst="line">
            <a:avLst/>
          </a:prstGeom>
          <a:noFill/>
          <a:ln w="11906">
            <a:solidFill>
              <a:srgbClr val="BCD0EA"/>
            </a:solidFill>
          </a:ln>
        </p:spPr>
      </p:sp>
      <p:sp>
        <p:nvSpPr>
          <p:cNvPr id="13" name="object-13">
            <a:extLst>
              <a:ext uri="{FF2B5EF4-FFF2-40B4-BE49-F238E27FC236}">
                <a16:creationId xmlns:a16="http://schemas.microsoft.com/office/drawing/2014/main" id="{A20DCEDC-12C6-45AB-93BB-9B4FF40B57F6}"/>
              </a:ext>
            </a:extLst>
          </p:cNvPr>
          <p:cNvSpPr>
            <a:spLocks noGrp="1"/>
          </p:cNvSpPr>
          <p:nvPr/>
        </p:nvSpPr>
        <p:spPr>
          <a:xfrm>
            <a:off x="3202781" y="2583656"/>
            <a:ext cx="0" cy="4953000"/>
          </a:xfrm>
          <a:prstGeom prst="line">
            <a:avLst/>
          </a:prstGeom>
          <a:noFill/>
          <a:ln w="11906">
            <a:solidFill>
              <a:srgbClr val="BCD0EA"/>
            </a:solidFill>
          </a:ln>
        </p:spPr>
      </p:sp>
      <p:sp>
        <p:nvSpPr>
          <p:cNvPr id="14" name="object-14">
            <a:extLst>
              <a:ext uri="{FF2B5EF4-FFF2-40B4-BE49-F238E27FC236}">
                <a16:creationId xmlns:a16="http://schemas.microsoft.com/office/drawing/2014/main" id="{52E5E424-28E5-4C72-8428-62C6D6CB9B82}"/>
              </a:ext>
            </a:extLst>
          </p:cNvPr>
          <p:cNvSpPr>
            <a:spLocks noGrp="1"/>
          </p:cNvSpPr>
          <p:nvPr/>
        </p:nvSpPr>
        <p:spPr>
          <a:xfrm>
            <a:off x="2988469"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-6</a:t>
            </a:r>
          </a:p>
        </p:txBody>
      </p:sp>
      <p:sp>
        <p:nvSpPr>
          <p:cNvPr id="15" name="object-15">
            <a:extLst>
              <a:ext uri="{FF2B5EF4-FFF2-40B4-BE49-F238E27FC236}">
                <a16:creationId xmlns:a16="http://schemas.microsoft.com/office/drawing/2014/main" id="{ADE5B46F-1D99-4A83-967D-B7D29E07F352}"/>
              </a:ext>
            </a:extLst>
          </p:cNvPr>
          <p:cNvSpPr>
            <a:spLocks noGrp="1"/>
          </p:cNvSpPr>
          <p:nvPr/>
        </p:nvSpPr>
        <p:spPr>
          <a:xfrm>
            <a:off x="4560094" y="3012281"/>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6</a:t>
            </a:r>
          </a:p>
        </p:txBody>
      </p:sp>
      <p:sp>
        <p:nvSpPr>
          <p:cNvPr id="16" name="object-16">
            <a:extLst>
              <a:ext uri="{FF2B5EF4-FFF2-40B4-BE49-F238E27FC236}">
                <a16:creationId xmlns:a16="http://schemas.microsoft.com/office/drawing/2014/main" id="{F10CF16D-C3E3-4549-BCF6-681BA76C55CB}"/>
              </a:ext>
            </a:extLst>
          </p:cNvPr>
          <p:cNvSpPr>
            <a:spLocks noGrp="1"/>
          </p:cNvSpPr>
          <p:nvPr/>
        </p:nvSpPr>
        <p:spPr>
          <a:xfrm>
            <a:off x="2583656" y="3512344"/>
            <a:ext cx="4953000" cy="0"/>
          </a:xfrm>
          <a:prstGeom prst="line">
            <a:avLst/>
          </a:prstGeom>
          <a:noFill/>
          <a:ln w="11906">
            <a:solidFill>
              <a:srgbClr val="BCD0EA"/>
            </a:solidFill>
          </a:ln>
        </p:spPr>
      </p:sp>
      <p:sp>
        <p:nvSpPr>
          <p:cNvPr id="17" name="object-17">
            <a:extLst>
              <a:ext uri="{FF2B5EF4-FFF2-40B4-BE49-F238E27FC236}">
                <a16:creationId xmlns:a16="http://schemas.microsoft.com/office/drawing/2014/main" id="{CE728239-143E-4A13-B6D0-45A7FDFA1C21}"/>
              </a:ext>
            </a:extLst>
          </p:cNvPr>
          <p:cNvSpPr>
            <a:spLocks noGrp="1"/>
          </p:cNvSpPr>
          <p:nvPr/>
        </p:nvSpPr>
        <p:spPr>
          <a:xfrm>
            <a:off x="3512344" y="2583656"/>
            <a:ext cx="0" cy="4953000"/>
          </a:xfrm>
          <a:prstGeom prst="line">
            <a:avLst/>
          </a:prstGeom>
          <a:noFill/>
          <a:ln w="11906">
            <a:solidFill>
              <a:srgbClr val="BCD0EA"/>
            </a:solidFill>
          </a:ln>
        </p:spPr>
      </p:sp>
      <p:sp>
        <p:nvSpPr>
          <p:cNvPr id="18" name="object-18">
            <a:extLst>
              <a:ext uri="{FF2B5EF4-FFF2-40B4-BE49-F238E27FC236}">
                <a16:creationId xmlns:a16="http://schemas.microsoft.com/office/drawing/2014/main" id="{E8467C93-D22F-49DE-8A26-41A5739EE143}"/>
              </a:ext>
            </a:extLst>
          </p:cNvPr>
          <p:cNvSpPr>
            <a:spLocks noGrp="1"/>
          </p:cNvSpPr>
          <p:nvPr/>
        </p:nvSpPr>
        <p:spPr>
          <a:xfrm>
            <a:off x="2583656" y="3821906"/>
            <a:ext cx="4953000" cy="0"/>
          </a:xfrm>
          <a:prstGeom prst="line">
            <a:avLst/>
          </a:prstGeom>
          <a:noFill/>
          <a:ln w="11906">
            <a:solidFill>
              <a:srgbClr val="BCD0EA"/>
            </a:solidFill>
          </a:ln>
        </p:spPr>
      </p:sp>
      <p:sp>
        <p:nvSpPr>
          <p:cNvPr id="19" name="object-19">
            <a:extLst>
              <a:ext uri="{FF2B5EF4-FFF2-40B4-BE49-F238E27FC236}">
                <a16:creationId xmlns:a16="http://schemas.microsoft.com/office/drawing/2014/main" id="{F7FCF696-4A24-47AA-8166-130E48B216A4}"/>
              </a:ext>
            </a:extLst>
          </p:cNvPr>
          <p:cNvSpPr>
            <a:spLocks noGrp="1"/>
          </p:cNvSpPr>
          <p:nvPr/>
        </p:nvSpPr>
        <p:spPr>
          <a:xfrm>
            <a:off x="3821906" y="2583656"/>
            <a:ext cx="0" cy="4953000"/>
          </a:xfrm>
          <a:prstGeom prst="line">
            <a:avLst/>
          </a:prstGeom>
          <a:noFill/>
          <a:ln w="11906">
            <a:solidFill>
              <a:srgbClr val="BCD0EA"/>
            </a:solidFill>
          </a:ln>
        </p:spPr>
      </p:sp>
      <p:sp>
        <p:nvSpPr>
          <p:cNvPr id="20" name="object-20">
            <a:extLst>
              <a:ext uri="{FF2B5EF4-FFF2-40B4-BE49-F238E27FC236}">
                <a16:creationId xmlns:a16="http://schemas.microsoft.com/office/drawing/2014/main" id="{4A73CA6E-18CF-469A-AC15-A7C89937B584}"/>
              </a:ext>
            </a:extLst>
          </p:cNvPr>
          <p:cNvSpPr>
            <a:spLocks noGrp="1"/>
          </p:cNvSpPr>
          <p:nvPr/>
        </p:nvSpPr>
        <p:spPr>
          <a:xfrm>
            <a:off x="360759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-4</a:t>
            </a:r>
          </a:p>
        </p:txBody>
      </p:sp>
      <p:sp>
        <p:nvSpPr>
          <p:cNvPr id="21" name="object-21">
            <a:extLst>
              <a:ext uri="{FF2B5EF4-FFF2-40B4-BE49-F238E27FC236}">
                <a16:creationId xmlns:a16="http://schemas.microsoft.com/office/drawing/2014/main" id="{0B804C29-2630-48E5-B5C4-8638959ED068}"/>
              </a:ext>
            </a:extLst>
          </p:cNvPr>
          <p:cNvSpPr>
            <a:spLocks noGrp="1"/>
          </p:cNvSpPr>
          <p:nvPr/>
        </p:nvSpPr>
        <p:spPr>
          <a:xfrm>
            <a:off x="4560094" y="3631406"/>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4</a:t>
            </a:r>
          </a:p>
        </p:txBody>
      </p:sp>
      <p:sp>
        <p:nvSpPr>
          <p:cNvPr id="22" name="object-22">
            <a:extLst>
              <a:ext uri="{FF2B5EF4-FFF2-40B4-BE49-F238E27FC236}">
                <a16:creationId xmlns:a16="http://schemas.microsoft.com/office/drawing/2014/main" id="{4DD3CB0F-39B9-4D90-9BCA-A4B53AD1DE89}"/>
              </a:ext>
            </a:extLst>
          </p:cNvPr>
          <p:cNvSpPr>
            <a:spLocks noGrp="1"/>
          </p:cNvSpPr>
          <p:nvPr/>
        </p:nvSpPr>
        <p:spPr>
          <a:xfrm>
            <a:off x="2583656" y="4131469"/>
            <a:ext cx="4953000" cy="0"/>
          </a:xfrm>
          <a:prstGeom prst="line">
            <a:avLst/>
          </a:prstGeom>
          <a:noFill/>
          <a:ln w="11906">
            <a:solidFill>
              <a:srgbClr val="BCD0EA"/>
            </a:solidFill>
          </a:ln>
        </p:spPr>
      </p:sp>
      <p:sp>
        <p:nvSpPr>
          <p:cNvPr id="23" name="object-23">
            <a:extLst>
              <a:ext uri="{FF2B5EF4-FFF2-40B4-BE49-F238E27FC236}">
                <a16:creationId xmlns:a16="http://schemas.microsoft.com/office/drawing/2014/main" id="{F441BA74-F2DC-43D5-BC2E-EEFFD4B43695}"/>
              </a:ext>
            </a:extLst>
          </p:cNvPr>
          <p:cNvSpPr>
            <a:spLocks noGrp="1"/>
          </p:cNvSpPr>
          <p:nvPr/>
        </p:nvSpPr>
        <p:spPr>
          <a:xfrm>
            <a:off x="4131469" y="2583656"/>
            <a:ext cx="0" cy="4953000"/>
          </a:xfrm>
          <a:prstGeom prst="line">
            <a:avLst/>
          </a:prstGeom>
          <a:noFill/>
          <a:ln w="11906">
            <a:solidFill>
              <a:srgbClr val="BCD0EA"/>
            </a:solidFill>
          </a:ln>
        </p:spPr>
      </p:sp>
      <p:sp>
        <p:nvSpPr>
          <p:cNvPr id="24" name="object-24">
            <a:extLst>
              <a:ext uri="{FF2B5EF4-FFF2-40B4-BE49-F238E27FC236}">
                <a16:creationId xmlns:a16="http://schemas.microsoft.com/office/drawing/2014/main" id="{C86FC743-FB7E-42E2-88E3-32432A146903}"/>
              </a:ext>
            </a:extLst>
          </p:cNvPr>
          <p:cNvSpPr>
            <a:spLocks noGrp="1"/>
          </p:cNvSpPr>
          <p:nvPr/>
        </p:nvSpPr>
        <p:spPr>
          <a:xfrm>
            <a:off x="2583656" y="4441031"/>
            <a:ext cx="4953000" cy="0"/>
          </a:xfrm>
          <a:prstGeom prst="line">
            <a:avLst/>
          </a:prstGeom>
          <a:noFill/>
          <a:ln w="11906">
            <a:solidFill>
              <a:srgbClr val="BCD0EA"/>
            </a:solidFill>
          </a:ln>
        </p:spPr>
      </p:sp>
      <p:sp>
        <p:nvSpPr>
          <p:cNvPr id="25" name="object-25">
            <a:extLst>
              <a:ext uri="{FF2B5EF4-FFF2-40B4-BE49-F238E27FC236}">
                <a16:creationId xmlns:a16="http://schemas.microsoft.com/office/drawing/2014/main" id="{A7AB7D78-0296-46AC-A7FC-DC76AE72509E}"/>
              </a:ext>
            </a:extLst>
          </p:cNvPr>
          <p:cNvSpPr>
            <a:spLocks noGrp="1"/>
          </p:cNvSpPr>
          <p:nvPr/>
        </p:nvSpPr>
        <p:spPr>
          <a:xfrm>
            <a:off x="4441031" y="2583656"/>
            <a:ext cx="0" cy="4953000"/>
          </a:xfrm>
          <a:prstGeom prst="line">
            <a:avLst/>
          </a:prstGeom>
          <a:noFill/>
          <a:ln w="11906">
            <a:solidFill>
              <a:srgbClr val="BCD0EA"/>
            </a:solidFill>
          </a:ln>
        </p:spPr>
      </p:sp>
      <p:sp>
        <p:nvSpPr>
          <p:cNvPr id="26" name="object-26">
            <a:extLst>
              <a:ext uri="{FF2B5EF4-FFF2-40B4-BE49-F238E27FC236}">
                <a16:creationId xmlns:a16="http://schemas.microsoft.com/office/drawing/2014/main" id="{4068D76C-BB0B-43EE-8F2B-921E412CA7EF}"/>
              </a:ext>
            </a:extLst>
          </p:cNvPr>
          <p:cNvSpPr>
            <a:spLocks noGrp="1"/>
          </p:cNvSpPr>
          <p:nvPr/>
        </p:nvSpPr>
        <p:spPr>
          <a:xfrm>
            <a:off x="4226719"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-2</a:t>
            </a:r>
          </a:p>
        </p:txBody>
      </p:sp>
      <p:sp>
        <p:nvSpPr>
          <p:cNvPr id="27" name="object-27">
            <a:extLst>
              <a:ext uri="{FF2B5EF4-FFF2-40B4-BE49-F238E27FC236}">
                <a16:creationId xmlns:a16="http://schemas.microsoft.com/office/drawing/2014/main" id="{E8E751D3-11CD-46A7-8004-39E611F57D2A}"/>
              </a:ext>
            </a:extLst>
          </p:cNvPr>
          <p:cNvSpPr>
            <a:spLocks noGrp="1"/>
          </p:cNvSpPr>
          <p:nvPr/>
        </p:nvSpPr>
        <p:spPr>
          <a:xfrm>
            <a:off x="4560094" y="4250531"/>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2</a:t>
            </a:r>
          </a:p>
        </p:txBody>
      </p:sp>
      <p:sp>
        <p:nvSpPr>
          <p:cNvPr id="28" name="object-28">
            <a:extLst>
              <a:ext uri="{FF2B5EF4-FFF2-40B4-BE49-F238E27FC236}">
                <a16:creationId xmlns:a16="http://schemas.microsoft.com/office/drawing/2014/main" id="{84F9ADAA-E8A5-4EA4-A680-08CF3038B7C8}"/>
              </a:ext>
            </a:extLst>
          </p:cNvPr>
          <p:cNvSpPr>
            <a:spLocks noGrp="1"/>
          </p:cNvSpPr>
          <p:nvPr/>
        </p:nvSpPr>
        <p:spPr>
          <a:xfrm>
            <a:off x="2583656" y="4750594"/>
            <a:ext cx="4953000" cy="0"/>
          </a:xfrm>
          <a:prstGeom prst="line">
            <a:avLst/>
          </a:prstGeom>
          <a:noFill/>
          <a:ln w="11906">
            <a:solidFill>
              <a:srgbClr val="BCD0EA"/>
            </a:solidFill>
          </a:ln>
        </p:spPr>
      </p:sp>
      <p:sp>
        <p:nvSpPr>
          <p:cNvPr id="29" name="object-29">
            <a:extLst>
              <a:ext uri="{FF2B5EF4-FFF2-40B4-BE49-F238E27FC236}">
                <a16:creationId xmlns:a16="http://schemas.microsoft.com/office/drawing/2014/main" id="{724F414A-8A39-4DF8-A809-A480C516F6E9}"/>
              </a:ext>
            </a:extLst>
          </p:cNvPr>
          <p:cNvSpPr>
            <a:spLocks noGrp="1"/>
          </p:cNvSpPr>
          <p:nvPr/>
        </p:nvSpPr>
        <p:spPr>
          <a:xfrm>
            <a:off x="4750594" y="2583656"/>
            <a:ext cx="0" cy="4953000"/>
          </a:xfrm>
          <a:prstGeom prst="line">
            <a:avLst/>
          </a:prstGeom>
          <a:noFill/>
          <a:ln w="11906">
            <a:solidFill>
              <a:srgbClr val="BCD0EA"/>
            </a:solidFill>
          </a:ln>
        </p:spPr>
      </p:sp>
      <p:sp>
        <p:nvSpPr>
          <p:cNvPr id="30" name="object-30">
            <a:extLst>
              <a:ext uri="{FF2B5EF4-FFF2-40B4-BE49-F238E27FC236}">
                <a16:creationId xmlns:a16="http://schemas.microsoft.com/office/drawing/2014/main" id="{1FD75951-1542-459E-8BF0-1094C3D76E3E}"/>
              </a:ext>
            </a:extLst>
          </p:cNvPr>
          <p:cNvSpPr>
            <a:spLocks noGrp="1"/>
          </p:cNvSpPr>
          <p:nvPr/>
        </p:nvSpPr>
        <p:spPr>
          <a:xfrm>
            <a:off x="2583656" y="5060156"/>
            <a:ext cx="4953000" cy="0"/>
          </a:xfrm>
          <a:prstGeom prst="line">
            <a:avLst/>
          </a:prstGeom>
          <a:noFill/>
          <a:ln w="11906">
            <a:solidFill>
              <a:srgbClr val="BCD0EA"/>
            </a:solidFill>
          </a:ln>
        </p:spPr>
      </p:sp>
      <p:sp>
        <p:nvSpPr>
          <p:cNvPr id="31" name="object-31">
            <a:extLst>
              <a:ext uri="{FF2B5EF4-FFF2-40B4-BE49-F238E27FC236}">
                <a16:creationId xmlns:a16="http://schemas.microsoft.com/office/drawing/2014/main" id="{8E28B2CC-201E-43DD-BE81-F6D0D3105B75}"/>
              </a:ext>
            </a:extLst>
          </p:cNvPr>
          <p:cNvSpPr>
            <a:spLocks noGrp="1"/>
          </p:cNvSpPr>
          <p:nvPr/>
        </p:nvSpPr>
        <p:spPr>
          <a:xfrm>
            <a:off x="5060156" y="2583656"/>
            <a:ext cx="0" cy="4953000"/>
          </a:xfrm>
          <a:prstGeom prst="line">
            <a:avLst/>
          </a:prstGeom>
          <a:noFill/>
          <a:ln w="11906">
            <a:solidFill>
              <a:srgbClr val="BCD0EA"/>
            </a:solidFill>
          </a:ln>
        </p:spPr>
      </p:sp>
      <p:sp>
        <p:nvSpPr>
          <p:cNvPr id="32" name="object-32">
            <a:extLst>
              <a:ext uri="{FF2B5EF4-FFF2-40B4-BE49-F238E27FC236}">
                <a16:creationId xmlns:a16="http://schemas.microsoft.com/office/drawing/2014/main" id="{851165F0-A24C-4471-82A8-4B60C51D2E2F}"/>
              </a:ext>
            </a:extLst>
          </p:cNvPr>
          <p:cNvSpPr>
            <a:spLocks noGrp="1"/>
          </p:cNvSpPr>
          <p:nvPr/>
        </p:nvSpPr>
        <p:spPr>
          <a:xfrm>
            <a:off x="484584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0</a:t>
            </a:r>
          </a:p>
        </p:txBody>
      </p:sp>
      <p:sp>
        <p:nvSpPr>
          <p:cNvPr id="33" name="object-33">
            <a:extLst>
              <a:ext uri="{FF2B5EF4-FFF2-40B4-BE49-F238E27FC236}">
                <a16:creationId xmlns:a16="http://schemas.microsoft.com/office/drawing/2014/main" id="{460D0804-1B4D-4D43-9DFA-77489DB8EFEA}"/>
              </a:ext>
            </a:extLst>
          </p:cNvPr>
          <p:cNvSpPr>
            <a:spLocks noGrp="1"/>
          </p:cNvSpPr>
          <p:nvPr/>
        </p:nvSpPr>
        <p:spPr>
          <a:xfrm>
            <a:off x="2583656" y="5369719"/>
            <a:ext cx="4953000" cy="0"/>
          </a:xfrm>
          <a:prstGeom prst="line">
            <a:avLst/>
          </a:prstGeom>
          <a:noFill/>
          <a:ln w="11906">
            <a:solidFill>
              <a:srgbClr val="BCD0EA"/>
            </a:solidFill>
          </a:ln>
        </p:spPr>
      </p:sp>
      <p:sp>
        <p:nvSpPr>
          <p:cNvPr id="34" name="object-34">
            <a:extLst>
              <a:ext uri="{FF2B5EF4-FFF2-40B4-BE49-F238E27FC236}">
                <a16:creationId xmlns:a16="http://schemas.microsoft.com/office/drawing/2014/main" id="{A9FCF2A8-F420-44D6-9306-9BF05F1B3E50}"/>
              </a:ext>
            </a:extLst>
          </p:cNvPr>
          <p:cNvSpPr>
            <a:spLocks noGrp="1"/>
          </p:cNvSpPr>
          <p:nvPr/>
        </p:nvSpPr>
        <p:spPr>
          <a:xfrm>
            <a:off x="5369719" y="2583656"/>
            <a:ext cx="0" cy="4953000"/>
          </a:xfrm>
          <a:prstGeom prst="line">
            <a:avLst/>
          </a:prstGeom>
          <a:noFill/>
          <a:ln w="11906">
            <a:solidFill>
              <a:srgbClr val="BCD0EA"/>
            </a:solidFill>
          </a:ln>
        </p:spPr>
      </p:sp>
      <p:sp>
        <p:nvSpPr>
          <p:cNvPr id="35" name="object-35">
            <a:extLst>
              <a:ext uri="{FF2B5EF4-FFF2-40B4-BE49-F238E27FC236}">
                <a16:creationId xmlns:a16="http://schemas.microsoft.com/office/drawing/2014/main" id="{A7242455-07D5-4A08-9A5D-68A3714102DF}"/>
              </a:ext>
            </a:extLst>
          </p:cNvPr>
          <p:cNvSpPr>
            <a:spLocks noGrp="1"/>
          </p:cNvSpPr>
          <p:nvPr/>
        </p:nvSpPr>
        <p:spPr>
          <a:xfrm>
            <a:off x="2583656" y="5679281"/>
            <a:ext cx="4953000" cy="0"/>
          </a:xfrm>
          <a:prstGeom prst="line">
            <a:avLst/>
          </a:prstGeom>
          <a:noFill/>
          <a:ln w="11906">
            <a:solidFill>
              <a:srgbClr val="BCD0EA"/>
            </a:solidFill>
          </a:ln>
        </p:spPr>
      </p:sp>
      <p:sp>
        <p:nvSpPr>
          <p:cNvPr id="36" name="object-36">
            <a:extLst>
              <a:ext uri="{FF2B5EF4-FFF2-40B4-BE49-F238E27FC236}">
                <a16:creationId xmlns:a16="http://schemas.microsoft.com/office/drawing/2014/main" id="{C1F6B419-456C-4E46-82E9-88A3ABE2820A}"/>
              </a:ext>
            </a:extLst>
          </p:cNvPr>
          <p:cNvSpPr>
            <a:spLocks noGrp="1"/>
          </p:cNvSpPr>
          <p:nvPr/>
        </p:nvSpPr>
        <p:spPr>
          <a:xfrm>
            <a:off x="5679281" y="2583656"/>
            <a:ext cx="0" cy="4953000"/>
          </a:xfrm>
          <a:prstGeom prst="line">
            <a:avLst/>
          </a:prstGeom>
          <a:noFill/>
          <a:ln w="11906">
            <a:solidFill>
              <a:srgbClr val="BCD0EA"/>
            </a:solidFill>
          </a:ln>
        </p:spPr>
      </p:sp>
      <p:sp>
        <p:nvSpPr>
          <p:cNvPr id="37" name="object-37">
            <a:extLst>
              <a:ext uri="{FF2B5EF4-FFF2-40B4-BE49-F238E27FC236}">
                <a16:creationId xmlns:a16="http://schemas.microsoft.com/office/drawing/2014/main" id="{B340772C-66B6-4E7C-8A8F-BE4BE94CCFE5}"/>
              </a:ext>
            </a:extLst>
          </p:cNvPr>
          <p:cNvSpPr>
            <a:spLocks noGrp="1"/>
          </p:cNvSpPr>
          <p:nvPr/>
        </p:nvSpPr>
        <p:spPr>
          <a:xfrm>
            <a:off x="5464969"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2</a:t>
            </a:r>
          </a:p>
        </p:txBody>
      </p:sp>
      <p:sp>
        <p:nvSpPr>
          <p:cNvPr id="38" name="object-38">
            <a:extLst>
              <a:ext uri="{FF2B5EF4-FFF2-40B4-BE49-F238E27FC236}">
                <a16:creationId xmlns:a16="http://schemas.microsoft.com/office/drawing/2014/main" id="{91C2C8D6-B60E-43CD-8EE5-F385D8534061}"/>
              </a:ext>
            </a:extLst>
          </p:cNvPr>
          <p:cNvSpPr>
            <a:spLocks noGrp="1"/>
          </p:cNvSpPr>
          <p:nvPr/>
        </p:nvSpPr>
        <p:spPr>
          <a:xfrm>
            <a:off x="4560094" y="5488781"/>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-2</a:t>
            </a:r>
          </a:p>
        </p:txBody>
      </p:sp>
      <p:sp>
        <p:nvSpPr>
          <p:cNvPr id="39" name="object-39">
            <a:extLst>
              <a:ext uri="{FF2B5EF4-FFF2-40B4-BE49-F238E27FC236}">
                <a16:creationId xmlns:a16="http://schemas.microsoft.com/office/drawing/2014/main" id="{5EF9D19E-0F2E-4E70-83CF-2042D23BB7A3}"/>
              </a:ext>
            </a:extLst>
          </p:cNvPr>
          <p:cNvSpPr>
            <a:spLocks noGrp="1"/>
          </p:cNvSpPr>
          <p:nvPr/>
        </p:nvSpPr>
        <p:spPr>
          <a:xfrm>
            <a:off x="2583656" y="5988844"/>
            <a:ext cx="4953000" cy="0"/>
          </a:xfrm>
          <a:prstGeom prst="line">
            <a:avLst/>
          </a:prstGeom>
          <a:noFill/>
          <a:ln w="11906">
            <a:solidFill>
              <a:srgbClr val="BCD0EA"/>
            </a:solidFill>
          </a:ln>
        </p:spPr>
      </p:sp>
      <p:sp>
        <p:nvSpPr>
          <p:cNvPr id="40" name="object-40">
            <a:extLst>
              <a:ext uri="{FF2B5EF4-FFF2-40B4-BE49-F238E27FC236}">
                <a16:creationId xmlns:a16="http://schemas.microsoft.com/office/drawing/2014/main" id="{FCD36D5E-D3F4-4C5C-8A0E-916664BDA462}"/>
              </a:ext>
            </a:extLst>
          </p:cNvPr>
          <p:cNvSpPr>
            <a:spLocks noGrp="1"/>
          </p:cNvSpPr>
          <p:nvPr/>
        </p:nvSpPr>
        <p:spPr>
          <a:xfrm>
            <a:off x="5988844" y="2583656"/>
            <a:ext cx="0" cy="4953000"/>
          </a:xfrm>
          <a:prstGeom prst="line">
            <a:avLst/>
          </a:prstGeom>
          <a:noFill/>
          <a:ln w="11906">
            <a:solidFill>
              <a:srgbClr val="BCD0EA"/>
            </a:solidFill>
          </a:ln>
        </p:spPr>
      </p:sp>
      <p:sp>
        <p:nvSpPr>
          <p:cNvPr id="41" name="object-41">
            <a:extLst>
              <a:ext uri="{FF2B5EF4-FFF2-40B4-BE49-F238E27FC236}">
                <a16:creationId xmlns:a16="http://schemas.microsoft.com/office/drawing/2014/main" id="{941669B6-0B38-4DB2-8B62-490A3CCFBB63}"/>
              </a:ext>
            </a:extLst>
          </p:cNvPr>
          <p:cNvSpPr>
            <a:spLocks noGrp="1"/>
          </p:cNvSpPr>
          <p:nvPr/>
        </p:nvSpPr>
        <p:spPr>
          <a:xfrm>
            <a:off x="2583656" y="6298406"/>
            <a:ext cx="4953000" cy="0"/>
          </a:xfrm>
          <a:prstGeom prst="line">
            <a:avLst/>
          </a:prstGeom>
          <a:noFill/>
          <a:ln w="11906">
            <a:solidFill>
              <a:srgbClr val="BCD0EA"/>
            </a:solidFill>
          </a:ln>
        </p:spPr>
      </p:sp>
      <p:sp>
        <p:nvSpPr>
          <p:cNvPr id="42" name="object-42">
            <a:extLst>
              <a:ext uri="{FF2B5EF4-FFF2-40B4-BE49-F238E27FC236}">
                <a16:creationId xmlns:a16="http://schemas.microsoft.com/office/drawing/2014/main" id="{BFFA1961-6A4A-4BBE-922A-905D43571786}"/>
              </a:ext>
            </a:extLst>
          </p:cNvPr>
          <p:cNvSpPr>
            <a:spLocks noGrp="1"/>
          </p:cNvSpPr>
          <p:nvPr/>
        </p:nvSpPr>
        <p:spPr>
          <a:xfrm>
            <a:off x="6298406" y="2583656"/>
            <a:ext cx="0" cy="4953000"/>
          </a:xfrm>
          <a:prstGeom prst="line">
            <a:avLst/>
          </a:prstGeom>
          <a:noFill/>
          <a:ln w="11906">
            <a:solidFill>
              <a:srgbClr val="BCD0EA"/>
            </a:solidFill>
          </a:ln>
        </p:spPr>
      </p:sp>
      <p:sp>
        <p:nvSpPr>
          <p:cNvPr id="43" name="object-43">
            <a:extLst>
              <a:ext uri="{FF2B5EF4-FFF2-40B4-BE49-F238E27FC236}">
                <a16:creationId xmlns:a16="http://schemas.microsoft.com/office/drawing/2014/main" id="{B84F8A1A-F049-42CA-A949-CD121371B22D}"/>
              </a:ext>
            </a:extLst>
          </p:cNvPr>
          <p:cNvSpPr>
            <a:spLocks noGrp="1"/>
          </p:cNvSpPr>
          <p:nvPr/>
        </p:nvSpPr>
        <p:spPr>
          <a:xfrm>
            <a:off x="608409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4</a:t>
            </a:r>
          </a:p>
        </p:txBody>
      </p:sp>
      <p:sp>
        <p:nvSpPr>
          <p:cNvPr id="44" name="object-44">
            <a:extLst>
              <a:ext uri="{FF2B5EF4-FFF2-40B4-BE49-F238E27FC236}">
                <a16:creationId xmlns:a16="http://schemas.microsoft.com/office/drawing/2014/main" id="{64EC9AE7-70AE-474E-BB8A-AC5515C20854}"/>
              </a:ext>
            </a:extLst>
          </p:cNvPr>
          <p:cNvSpPr>
            <a:spLocks noGrp="1"/>
          </p:cNvSpPr>
          <p:nvPr/>
        </p:nvSpPr>
        <p:spPr>
          <a:xfrm>
            <a:off x="4560094" y="6107906"/>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-4</a:t>
            </a:r>
          </a:p>
        </p:txBody>
      </p:sp>
      <p:sp>
        <p:nvSpPr>
          <p:cNvPr id="45" name="object-45">
            <a:extLst>
              <a:ext uri="{FF2B5EF4-FFF2-40B4-BE49-F238E27FC236}">
                <a16:creationId xmlns:a16="http://schemas.microsoft.com/office/drawing/2014/main" id="{85398497-291F-4C19-B64C-7ED430654500}"/>
              </a:ext>
            </a:extLst>
          </p:cNvPr>
          <p:cNvSpPr>
            <a:spLocks noGrp="1"/>
          </p:cNvSpPr>
          <p:nvPr/>
        </p:nvSpPr>
        <p:spPr>
          <a:xfrm>
            <a:off x="2583656" y="6607969"/>
            <a:ext cx="4953000" cy="0"/>
          </a:xfrm>
          <a:prstGeom prst="line">
            <a:avLst/>
          </a:prstGeom>
          <a:noFill/>
          <a:ln w="11906">
            <a:solidFill>
              <a:srgbClr val="BCD0EA"/>
            </a:solidFill>
          </a:ln>
        </p:spPr>
      </p:sp>
      <p:sp>
        <p:nvSpPr>
          <p:cNvPr id="46" name="object-46">
            <a:extLst>
              <a:ext uri="{FF2B5EF4-FFF2-40B4-BE49-F238E27FC236}">
                <a16:creationId xmlns:a16="http://schemas.microsoft.com/office/drawing/2014/main" id="{7B867B66-2983-436A-B2DC-3E591006D997}"/>
              </a:ext>
            </a:extLst>
          </p:cNvPr>
          <p:cNvSpPr>
            <a:spLocks noGrp="1"/>
          </p:cNvSpPr>
          <p:nvPr/>
        </p:nvSpPr>
        <p:spPr>
          <a:xfrm>
            <a:off x="6607969" y="2583656"/>
            <a:ext cx="0" cy="4953000"/>
          </a:xfrm>
          <a:prstGeom prst="line">
            <a:avLst/>
          </a:prstGeom>
          <a:noFill/>
          <a:ln w="11906">
            <a:solidFill>
              <a:srgbClr val="BCD0EA"/>
            </a:solidFill>
          </a:ln>
        </p:spPr>
      </p:sp>
      <p:sp>
        <p:nvSpPr>
          <p:cNvPr id="47" name="object-47">
            <a:extLst>
              <a:ext uri="{FF2B5EF4-FFF2-40B4-BE49-F238E27FC236}">
                <a16:creationId xmlns:a16="http://schemas.microsoft.com/office/drawing/2014/main" id="{9128BD6C-B146-47AC-BEBC-8D43B5D5CC11}"/>
              </a:ext>
            </a:extLst>
          </p:cNvPr>
          <p:cNvSpPr>
            <a:spLocks noGrp="1"/>
          </p:cNvSpPr>
          <p:nvPr/>
        </p:nvSpPr>
        <p:spPr>
          <a:xfrm>
            <a:off x="2583656" y="6917531"/>
            <a:ext cx="4953000" cy="0"/>
          </a:xfrm>
          <a:prstGeom prst="line">
            <a:avLst/>
          </a:prstGeom>
          <a:noFill/>
          <a:ln w="11906">
            <a:solidFill>
              <a:srgbClr val="BCD0EA"/>
            </a:solidFill>
          </a:ln>
        </p:spPr>
      </p:sp>
      <p:sp>
        <p:nvSpPr>
          <p:cNvPr id="48" name="object-48">
            <a:extLst>
              <a:ext uri="{FF2B5EF4-FFF2-40B4-BE49-F238E27FC236}">
                <a16:creationId xmlns:a16="http://schemas.microsoft.com/office/drawing/2014/main" id="{4D81B033-F842-4F13-9478-1A90B2716FC6}"/>
              </a:ext>
            </a:extLst>
          </p:cNvPr>
          <p:cNvSpPr>
            <a:spLocks noGrp="1"/>
          </p:cNvSpPr>
          <p:nvPr/>
        </p:nvSpPr>
        <p:spPr>
          <a:xfrm>
            <a:off x="6917531" y="2583656"/>
            <a:ext cx="0" cy="4953000"/>
          </a:xfrm>
          <a:prstGeom prst="line">
            <a:avLst/>
          </a:prstGeom>
          <a:noFill/>
          <a:ln w="11906">
            <a:solidFill>
              <a:srgbClr val="BCD0EA"/>
            </a:solidFill>
          </a:ln>
        </p:spPr>
      </p:sp>
      <p:sp>
        <p:nvSpPr>
          <p:cNvPr id="49" name="object-49">
            <a:extLst>
              <a:ext uri="{FF2B5EF4-FFF2-40B4-BE49-F238E27FC236}">
                <a16:creationId xmlns:a16="http://schemas.microsoft.com/office/drawing/2014/main" id="{71C93FEB-B795-4D8F-A573-57E46BAD62AB}"/>
              </a:ext>
            </a:extLst>
          </p:cNvPr>
          <p:cNvSpPr>
            <a:spLocks noGrp="1"/>
          </p:cNvSpPr>
          <p:nvPr/>
        </p:nvSpPr>
        <p:spPr>
          <a:xfrm>
            <a:off x="6703219"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6</a:t>
            </a:r>
          </a:p>
        </p:txBody>
      </p:sp>
      <p:sp>
        <p:nvSpPr>
          <p:cNvPr id="50" name="object-50">
            <a:extLst>
              <a:ext uri="{FF2B5EF4-FFF2-40B4-BE49-F238E27FC236}">
                <a16:creationId xmlns:a16="http://schemas.microsoft.com/office/drawing/2014/main" id="{A6B1E540-4BFB-4F75-8C99-1061D69FA6B8}"/>
              </a:ext>
            </a:extLst>
          </p:cNvPr>
          <p:cNvSpPr>
            <a:spLocks noGrp="1"/>
          </p:cNvSpPr>
          <p:nvPr/>
        </p:nvSpPr>
        <p:spPr>
          <a:xfrm>
            <a:off x="4560094" y="6727031"/>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-6</a:t>
            </a:r>
          </a:p>
        </p:txBody>
      </p:sp>
      <p:sp>
        <p:nvSpPr>
          <p:cNvPr id="51" name="object-51">
            <a:extLst>
              <a:ext uri="{FF2B5EF4-FFF2-40B4-BE49-F238E27FC236}">
                <a16:creationId xmlns:a16="http://schemas.microsoft.com/office/drawing/2014/main" id="{377CC862-3D67-42B1-9B50-678709CF96F5}"/>
              </a:ext>
            </a:extLst>
          </p:cNvPr>
          <p:cNvSpPr>
            <a:spLocks noGrp="1"/>
          </p:cNvSpPr>
          <p:nvPr/>
        </p:nvSpPr>
        <p:spPr>
          <a:xfrm>
            <a:off x="2583656" y="7227094"/>
            <a:ext cx="4953000" cy="0"/>
          </a:xfrm>
          <a:prstGeom prst="line">
            <a:avLst/>
          </a:prstGeom>
          <a:noFill/>
          <a:ln w="11906">
            <a:solidFill>
              <a:srgbClr val="BCD0EA"/>
            </a:solidFill>
          </a:ln>
        </p:spPr>
      </p:sp>
      <p:sp>
        <p:nvSpPr>
          <p:cNvPr id="52" name="object-52">
            <a:extLst>
              <a:ext uri="{FF2B5EF4-FFF2-40B4-BE49-F238E27FC236}">
                <a16:creationId xmlns:a16="http://schemas.microsoft.com/office/drawing/2014/main" id="{3CE5573D-4700-49CE-9135-11E3BE1CA949}"/>
              </a:ext>
            </a:extLst>
          </p:cNvPr>
          <p:cNvSpPr>
            <a:spLocks noGrp="1"/>
          </p:cNvSpPr>
          <p:nvPr/>
        </p:nvSpPr>
        <p:spPr>
          <a:xfrm>
            <a:off x="7227094" y="2583656"/>
            <a:ext cx="0" cy="4953000"/>
          </a:xfrm>
          <a:prstGeom prst="line">
            <a:avLst/>
          </a:prstGeom>
          <a:noFill/>
          <a:ln w="11906">
            <a:solidFill>
              <a:srgbClr val="BCD0EA"/>
            </a:solidFill>
          </a:ln>
        </p:spPr>
      </p:sp>
      <p:sp>
        <p:nvSpPr>
          <p:cNvPr id="53" name="object-53">
            <a:extLst>
              <a:ext uri="{FF2B5EF4-FFF2-40B4-BE49-F238E27FC236}">
                <a16:creationId xmlns:a16="http://schemas.microsoft.com/office/drawing/2014/main" id="{CAE730DD-4F48-4A03-A397-6A55A2DBFC52}"/>
              </a:ext>
            </a:extLst>
          </p:cNvPr>
          <p:cNvSpPr>
            <a:spLocks noGrp="1"/>
          </p:cNvSpPr>
          <p:nvPr/>
        </p:nvSpPr>
        <p:spPr>
          <a:xfrm>
            <a:off x="2583656" y="7536656"/>
            <a:ext cx="4953000" cy="0"/>
          </a:xfrm>
          <a:prstGeom prst="line">
            <a:avLst/>
          </a:prstGeom>
          <a:noFill/>
          <a:ln w="11906">
            <a:solidFill>
              <a:srgbClr val="BCD0EA"/>
            </a:solidFill>
          </a:ln>
        </p:spPr>
      </p:sp>
      <p:sp>
        <p:nvSpPr>
          <p:cNvPr id="54" name="object-54">
            <a:extLst>
              <a:ext uri="{FF2B5EF4-FFF2-40B4-BE49-F238E27FC236}">
                <a16:creationId xmlns:a16="http://schemas.microsoft.com/office/drawing/2014/main" id="{89BB79A5-F8E9-419D-876D-466E4B067DA5}"/>
              </a:ext>
            </a:extLst>
          </p:cNvPr>
          <p:cNvSpPr>
            <a:spLocks noGrp="1"/>
          </p:cNvSpPr>
          <p:nvPr/>
        </p:nvSpPr>
        <p:spPr>
          <a:xfrm>
            <a:off x="7536656" y="2583656"/>
            <a:ext cx="0" cy="4953000"/>
          </a:xfrm>
          <a:prstGeom prst="line">
            <a:avLst/>
          </a:prstGeom>
          <a:noFill/>
          <a:ln w="11906">
            <a:solidFill>
              <a:srgbClr val="BCD0EA"/>
            </a:solidFill>
          </a:ln>
        </p:spPr>
      </p:sp>
      <p:sp>
        <p:nvSpPr>
          <p:cNvPr id="55" name="object-55">
            <a:extLst>
              <a:ext uri="{FF2B5EF4-FFF2-40B4-BE49-F238E27FC236}">
                <a16:creationId xmlns:a16="http://schemas.microsoft.com/office/drawing/2014/main" id="{80A39292-A80D-4A80-AD97-7DE0383D0877}"/>
              </a:ext>
            </a:extLst>
          </p:cNvPr>
          <p:cNvSpPr>
            <a:spLocks noGrp="1"/>
          </p:cNvSpPr>
          <p:nvPr/>
        </p:nvSpPr>
        <p:spPr>
          <a:xfrm>
            <a:off x="732234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8</a:t>
            </a:r>
          </a:p>
        </p:txBody>
      </p:sp>
      <p:sp>
        <p:nvSpPr>
          <p:cNvPr id="56" name="object-56">
            <a:extLst>
              <a:ext uri="{FF2B5EF4-FFF2-40B4-BE49-F238E27FC236}">
                <a16:creationId xmlns:a16="http://schemas.microsoft.com/office/drawing/2014/main" id="{41607644-C03D-4C52-B64A-125A0DED8834}"/>
              </a:ext>
            </a:extLst>
          </p:cNvPr>
          <p:cNvSpPr>
            <a:spLocks noGrp="1"/>
          </p:cNvSpPr>
          <p:nvPr/>
        </p:nvSpPr>
        <p:spPr>
          <a:xfrm>
            <a:off x="4560094" y="7346156"/>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-8</a:t>
            </a:r>
          </a:p>
        </p:txBody>
      </p:sp>
      <p:sp>
        <p:nvSpPr>
          <p:cNvPr id="57" name="object-57">
            <a:extLst>
              <a:ext uri="{FF2B5EF4-FFF2-40B4-BE49-F238E27FC236}">
                <a16:creationId xmlns:a16="http://schemas.microsoft.com/office/drawing/2014/main" id="{107F83FA-E0C0-4FD9-ACA6-04F666B365AE}"/>
              </a:ext>
            </a:extLst>
          </p:cNvPr>
          <p:cNvSpPr>
            <a:spLocks noGrp="1"/>
          </p:cNvSpPr>
          <p:nvPr/>
        </p:nvSpPr>
        <p:spPr>
          <a:xfrm>
            <a:off x="2583656" y="5060156"/>
            <a:ext cx="4953000" cy="0"/>
          </a:xfrm>
          <a:prstGeom prst="line">
            <a:avLst/>
          </a:prstGeom>
          <a:noFill/>
          <a:ln w="23813">
            <a:solidFill>
              <a:srgbClr val="172B4D"/>
            </a:solidFill>
          </a:ln>
        </p:spPr>
      </p:sp>
      <p:sp>
        <p:nvSpPr>
          <p:cNvPr id="58" name="object-58">
            <a:extLst>
              <a:ext uri="{FF2B5EF4-FFF2-40B4-BE49-F238E27FC236}">
                <a16:creationId xmlns:a16="http://schemas.microsoft.com/office/drawing/2014/main" id="{7A017B1D-0BB9-4D7C-AF64-4D158EA77133}"/>
              </a:ext>
            </a:extLst>
          </p:cNvPr>
          <p:cNvSpPr>
            <a:spLocks noGrp="1"/>
          </p:cNvSpPr>
          <p:nvPr/>
        </p:nvSpPr>
        <p:spPr>
          <a:xfrm>
            <a:off x="5060156" y="2583656"/>
            <a:ext cx="0" cy="4953000"/>
          </a:xfrm>
          <a:prstGeom prst="line">
            <a:avLst/>
          </a:prstGeom>
          <a:noFill/>
          <a:ln w="23813">
            <a:solidFill>
              <a:srgbClr val="172B4D"/>
            </a:solidFill>
          </a:ln>
        </p:spPr>
      </p:sp>
      <p:sp>
        <p:nvSpPr>
          <p:cNvPr id="59" name="object-59">
            <a:extLst>
              <a:ext uri="{FF2B5EF4-FFF2-40B4-BE49-F238E27FC236}">
                <a16:creationId xmlns:a16="http://schemas.microsoft.com/office/drawing/2014/main" id="{323D3AC2-1681-442C-B92B-F529790A2484}"/>
              </a:ext>
            </a:extLst>
          </p:cNvPr>
          <p:cNvSpPr>
            <a:spLocks noGrp="1"/>
          </p:cNvSpPr>
          <p:nvPr/>
        </p:nvSpPr>
        <p:spPr>
          <a:xfrm>
            <a:off x="4953000" y="4953000"/>
            <a:ext cx="214313" cy="214313"/>
          </a:xfrm>
          <a:prstGeom prst="ellipse">
            <a:avLst/>
          </a:prstGeom>
          <a:solidFill>
            <a:srgbClr val="1D4ED8"/>
          </a:solidFill>
          <a:ln w="11906">
            <a:solidFill>
              <a:srgbClr val="172B4D"/>
            </a:solidFill>
          </a:ln>
        </p:spPr>
      </p:sp>
      <p:sp>
        <p:nvSpPr>
          <p:cNvPr id="60" name="object-60">
            <a:extLst>
              <a:ext uri="{FF2B5EF4-FFF2-40B4-BE49-F238E27FC236}">
                <a16:creationId xmlns:a16="http://schemas.microsoft.com/office/drawing/2014/main" id="{EFD033EE-AB14-463D-A6BE-0A8686CD3551}"/>
              </a:ext>
            </a:extLst>
          </p:cNvPr>
          <p:cNvSpPr>
            <a:spLocks noGrp="1"/>
          </p:cNvSpPr>
          <p:nvPr/>
        </p:nvSpPr>
        <p:spPr>
          <a:xfrm>
            <a:off x="9763125" y="4048125"/>
            <a:ext cx="4345781" cy="1547813"/>
          </a:xfrm>
          <a:prstGeom prst="rect">
            <a:avLst/>
          </a:prstGeom>
          <a:noFill/>
          <a:ln w="0">
            <a:noFill/>
          </a:ln>
        </p:spPr>
        <p:txBody>
          <a:bodyPr anchor="ctr">
            <a:noAutofit/>
          </a:bodyPr>
          <a:lstStyle/>
          <a:p>
            <a:pPr algn="l">
              <a:defRPr sz="4125" b="1">
                <a:solidFill>
                  <a:srgbClr val="11745A"/>
                </a:solidFill>
                <a:latin typeface="Arial"/>
                <a:ea typeface="Arial"/>
                <a:cs typeface="Arial"/>
              </a:defRPr>
            </a:pPr>
            <a:r>
              <a:rPr sz="4125" b="1">
                <a:solidFill>
                  <a:srgbClr val="11745A"/>
                </a:solidFill>
                <a:latin typeface="Arial"/>
                <a:ea typeface="Arial"/>
                <a:cs typeface="Arial"/>
              </a:rPr>
              <a:t>(-3, 1)</a:t>
            </a:r>
          </a:p>
        </p:txBody>
      </p:sp>
    </p:spTree>
    <p:extLst>
      <p:ext uri="{BB962C8B-B14F-4D97-AF65-F5344CB8AC3E}">
        <p14:creationId xmlns:p14="http://schemas.microsoft.com/office/powerpoint/2010/main" val="582300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 0 L 0.040625 0 E" pathEditMode="relative" ptsTypes="">
                                      <p:cBhvr>
                                        <p:cTn id="6" dur="800" fill="hold"/>
                                        <p:tgtEl>
                                          <p:spTgt spid="59"/>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0.040625 0 L 0.040625 0.18055556 E" pathEditMode="relative" ptsTypes="">
                                      <p:cBhvr>
                                        <p:cTn id="10" dur="800" fill="hold"/>
                                        <p:tgtEl>
                                          <p:spTgt spid="59"/>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63" presetClass="path" presetSubtype="0" accel="50000" decel="50000" fill="hold" nodeType="clickEffect">
                                  <p:stCondLst>
                                    <p:cond delay="0"/>
                                  </p:stCondLst>
                                  <p:childTnLst>
                                    <p:animMotion origin="layout" path="M 0.040625 0.18055556 L -0.0609375 0.18055556 E" pathEditMode="relative" ptsTypes="">
                                      <p:cBhvr>
                                        <p:cTn id="14" dur="800" fill="hold"/>
                                        <p:tgtEl>
                                          <p:spTgt spid="59"/>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63" presetClass="path" presetSubtype="0" accel="50000" decel="50000" fill="hold" nodeType="clickEffect">
                                  <p:stCondLst>
                                    <p:cond delay="0"/>
                                  </p:stCondLst>
                                  <p:childTnLst>
                                    <p:animMotion origin="layout" path="M -0.0609375 0.18055556 L -0.0609375 -0.03611111 E" pathEditMode="relative" ptsTypes="">
                                      <p:cBhvr>
                                        <p:cTn id="18" dur="800" fill="hold"/>
                                        <p:tgtEl>
                                          <p:spTgt spid="59"/>
                                        </p:tgtEl>
                                        <p:attrNameLst>
                                          <p:attrName>ppt_x</p:attrName>
                                          <p:attrName>ppt_y</p:attrName>
                                        </p:attrNameLst>
                                      </p:cBhvr>
                                    </p:animMotion>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2" name="object-1">
            <a:extLst>
              <a:ext uri="{FF2B5EF4-FFF2-40B4-BE49-F238E27FC236}">
                <a16:creationId xmlns:a16="http://schemas.microsoft.com/office/drawing/2014/main" id="{109611B2-CA0F-40E7-8370-935EDA11B073}"/>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E4E52CC1-2895-4134-8014-51193328F5D4}"/>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9BB27133-68E9-49C2-8315-BAC60269705B}"/>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Move (2, -5) 5 left and 6 up.</a:t>
            </a:r>
          </a:p>
        </p:txBody>
      </p:sp>
      <p:sp>
        <p:nvSpPr>
          <p:cNvPr id="4" name="object-4">
            <a:extLst>
              <a:ext uri="{FF2B5EF4-FFF2-40B4-BE49-F238E27FC236}">
                <a16:creationId xmlns:a16="http://schemas.microsoft.com/office/drawing/2014/main" id="{DC29DF57-FD7D-40B1-A581-21798B9151B1}"/>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D7C22455-F601-421D-9680-1AD0EEFF8F9B}"/>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Describe translations</a:t>
            </a:r>
          </a:p>
        </p:txBody>
      </p:sp>
      <p:sp>
        <p:nvSpPr>
          <p:cNvPr id="6" name="object-6">
            <a:extLst>
              <a:ext uri="{FF2B5EF4-FFF2-40B4-BE49-F238E27FC236}">
                <a16:creationId xmlns:a16="http://schemas.microsoft.com/office/drawing/2014/main" id="{3264E9CD-3EB8-405C-BB62-51B2E70077A3}"/>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3</a:t>
            </a:r>
          </a:p>
        </p:txBody>
      </p:sp>
      <p:sp>
        <p:nvSpPr>
          <p:cNvPr id="7" name="object-7">
            <a:extLst>
              <a:ext uri="{FF2B5EF4-FFF2-40B4-BE49-F238E27FC236}">
                <a16:creationId xmlns:a16="http://schemas.microsoft.com/office/drawing/2014/main" id="{353F191E-A2BA-442D-9A79-6EC27322D916}"/>
              </a:ext>
            </a:extLst>
          </p:cNvPr>
          <p:cNvSpPr>
            <a:spLocks noGrp="1"/>
          </p:cNvSpPr>
          <p:nvPr/>
        </p:nvSpPr>
        <p:spPr>
          <a:xfrm>
            <a:off x="2583656" y="2583656"/>
            <a:ext cx="4953000" cy="0"/>
          </a:xfrm>
          <a:prstGeom prst="line">
            <a:avLst/>
          </a:prstGeom>
          <a:noFill/>
          <a:ln w="11906">
            <a:solidFill>
              <a:srgbClr val="BCD0EA"/>
            </a:solidFill>
          </a:ln>
        </p:spPr>
      </p:sp>
      <p:sp>
        <p:nvSpPr>
          <p:cNvPr id="8" name="object-8">
            <a:extLst>
              <a:ext uri="{FF2B5EF4-FFF2-40B4-BE49-F238E27FC236}">
                <a16:creationId xmlns:a16="http://schemas.microsoft.com/office/drawing/2014/main" id="{E35C1FA0-D766-402F-9D5F-8681BD3375DF}"/>
              </a:ext>
            </a:extLst>
          </p:cNvPr>
          <p:cNvSpPr>
            <a:spLocks noGrp="1"/>
          </p:cNvSpPr>
          <p:nvPr/>
        </p:nvSpPr>
        <p:spPr>
          <a:xfrm>
            <a:off x="2583656" y="2583656"/>
            <a:ext cx="0" cy="4953000"/>
          </a:xfrm>
          <a:prstGeom prst="line">
            <a:avLst/>
          </a:prstGeom>
          <a:noFill/>
          <a:ln w="11906">
            <a:solidFill>
              <a:srgbClr val="BCD0EA"/>
            </a:solidFill>
          </a:ln>
        </p:spPr>
      </p:sp>
      <p:sp>
        <p:nvSpPr>
          <p:cNvPr id="9" name="object-9">
            <a:extLst>
              <a:ext uri="{FF2B5EF4-FFF2-40B4-BE49-F238E27FC236}">
                <a16:creationId xmlns:a16="http://schemas.microsoft.com/office/drawing/2014/main" id="{1EE708BF-BC5B-4680-8931-96989A79B56E}"/>
              </a:ext>
            </a:extLst>
          </p:cNvPr>
          <p:cNvSpPr>
            <a:spLocks noGrp="1"/>
          </p:cNvSpPr>
          <p:nvPr/>
        </p:nvSpPr>
        <p:spPr>
          <a:xfrm>
            <a:off x="236934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-8</a:t>
            </a:r>
          </a:p>
        </p:txBody>
      </p:sp>
      <p:sp>
        <p:nvSpPr>
          <p:cNvPr id="10" name="object-10">
            <a:extLst>
              <a:ext uri="{FF2B5EF4-FFF2-40B4-BE49-F238E27FC236}">
                <a16:creationId xmlns:a16="http://schemas.microsoft.com/office/drawing/2014/main" id="{C7C7696B-9548-46E5-8D2F-AC60DDEBC2C2}"/>
              </a:ext>
            </a:extLst>
          </p:cNvPr>
          <p:cNvSpPr>
            <a:spLocks noGrp="1"/>
          </p:cNvSpPr>
          <p:nvPr/>
        </p:nvSpPr>
        <p:spPr>
          <a:xfrm>
            <a:off x="4560094" y="2393156"/>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8</a:t>
            </a:r>
          </a:p>
        </p:txBody>
      </p:sp>
      <p:sp>
        <p:nvSpPr>
          <p:cNvPr id="11" name="object-11">
            <a:extLst>
              <a:ext uri="{FF2B5EF4-FFF2-40B4-BE49-F238E27FC236}">
                <a16:creationId xmlns:a16="http://schemas.microsoft.com/office/drawing/2014/main" id="{9BDE25F7-97C1-41A0-B0E3-EE4AAD3458FE}"/>
              </a:ext>
            </a:extLst>
          </p:cNvPr>
          <p:cNvSpPr>
            <a:spLocks noGrp="1"/>
          </p:cNvSpPr>
          <p:nvPr/>
        </p:nvSpPr>
        <p:spPr>
          <a:xfrm>
            <a:off x="2583656" y="2893219"/>
            <a:ext cx="4953000" cy="0"/>
          </a:xfrm>
          <a:prstGeom prst="line">
            <a:avLst/>
          </a:prstGeom>
          <a:noFill/>
          <a:ln w="11906">
            <a:solidFill>
              <a:srgbClr val="BCD0EA"/>
            </a:solidFill>
          </a:ln>
        </p:spPr>
      </p:sp>
      <p:sp>
        <p:nvSpPr>
          <p:cNvPr id="12" name="object-12">
            <a:extLst>
              <a:ext uri="{FF2B5EF4-FFF2-40B4-BE49-F238E27FC236}">
                <a16:creationId xmlns:a16="http://schemas.microsoft.com/office/drawing/2014/main" id="{7145147E-F5A6-4718-B9B7-02835698B25B}"/>
              </a:ext>
            </a:extLst>
          </p:cNvPr>
          <p:cNvSpPr>
            <a:spLocks noGrp="1"/>
          </p:cNvSpPr>
          <p:nvPr/>
        </p:nvSpPr>
        <p:spPr>
          <a:xfrm>
            <a:off x="2893219" y="2583656"/>
            <a:ext cx="0" cy="4953000"/>
          </a:xfrm>
          <a:prstGeom prst="line">
            <a:avLst/>
          </a:prstGeom>
          <a:noFill/>
          <a:ln w="11906">
            <a:solidFill>
              <a:srgbClr val="BCD0EA"/>
            </a:solidFill>
          </a:ln>
        </p:spPr>
      </p:sp>
      <p:sp>
        <p:nvSpPr>
          <p:cNvPr id="13" name="object-13">
            <a:extLst>
              <a:ext uri="{FF2B5EF4-FFF2-40B4-BE49-F238E27FC236}">
                <a16:creationId xmlns:a16="http://schemas.microsoft.com/office/drawing/2014/main" id="{C008FAFA-AB6E-485D-BC4F-AA23CB18F526}"/>
              </a:ext>
            </a:extLst>
          </p:cNvPr>
          <p:cNvSpPr>
            <a:spLocks noGrp="1"/>
          </p:cNvSpPr>
          <p:nvPr/>
        </p:nvSpPr>
        <p:spPr>
          <a:xfrm>
            <a:off x="2583656" y="3202781"/>
            <a:ext cx="4953000" cy="0"/>
          </a:xfrm>
          <a:prstGeom prst="line">
            <a:avLst/>
          </a:prstGeom>
          <a:noFill/>
          <a:ln w="11906">
            <a:solidFill>
              <a:srgbClr val="BCD0EA"/>
            </a:solidFill>
          </a:ln>
        </p:spPr>
      </p:sp>
      <p:sp>
        <p:nvSpPr>
          <p:cNvPr id="14" name="object-14">
            <a:extLst>
              <a:ext uri="{FF2B5EF4-FFF2-40B4-BE49-F238E27FC236}">
                <a16:creationId xmlns:a16="http://schemas.microsoft.com/office/drawing/2014/main" id="{6651A699-0A19-4D4F-8316-51F5958DB837}"/>
              </a:ext>
            </a:extLst>
          </p:cNvPr>
          <p:cNvSpPr>
            <a:spLocks noGrp="1"/>
          </p:cNvSpPr>
          <p:nvPr/>
        </p:nvSpPr>
        <p:spPr>
          <a:xfrm>
            <a:off x="3202781" y="2583656"/>
            <a:ext cx="0" cy="4953000"/>
          </a:xfrm>
          <a:prstGeom prst="line">
            <a:avLst/>
          </a:prstGeom>
          <a:noFill/>
          <a:ln w="11906">
            <a:solidFill>
              <a:srgbClr val="BCD0EA"/>
            </a:solidFill>
          </a:ln>
        </p:spPr>
      </p:sp>
      <p:sp>
        <p:nvSpPr>
          <p:cNvPr id="15" name="object-15">
            <a:extLst>
              <a:ext uri="{FF2B5EF4-FFF2-40B4-BE49-F238E27FC236}">
                <a16:creationId xmlns:a16="http://schemas.microsoft.com/office/drawing/2014/main" id="{4B0C4783-953D-4771-87F1-52DFA5D1B266}"/>
              </a:ext>
            </a:extLst>
          </p:cNvPr>
          <p:cNvSpPr>
            <a:spLocks noGrp="1"/>
          </p:cNvSpPr>
          <p:nvPr/>
        </p:nvSpPr>
        <p:spPr>
          <a:xfrm>
            <a:off x="2988469"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-6</a:t>
            </a:r>
          </a:p>
        </p:txBody>
      </p:sp>
      <p:sp>
        <p:nvSpPr>
          <p:cNvPr id="16" name="object-16">
            <a:extLst>
              <a:ext uri="{FF2B5EF4-FFF2-40B4-BE49-F238E27FC236}">
                <a16:creationId xmlns:a16="http://schemas.microsoft.com/office/drawing/2014/main" id="{14A0D794-9DB1-4C73-99ED-023353EDDC53}"/>
              </a:ext>
            </a:extLst>
          </p:cNvPr>
          <p:cNvSpPr>
            <a:spLocks noGrp="1"/>
          </p:cNvSpPr>
          <p:nvPr/>
        </p:nvSpPr>
        <p:spPr>
          <a:xfrm>
            <a:off x="4560094" y="3012281"/>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6</a:t>
            </a:r>
          </a:p>
        </p:txBody>
      </p:sp>
      <p:sp>
        <p:nvSpPr>
          <p:cNvPr id="17" name="object-17">
            <a:extLst>
              <a:ext uri="{FF2B5EF4-FFF2-40B4-BE49-F238E27FC236}">
                <a16:creationId xmlns:a16="http://schemas.microsoft.com/office/drawing/2014/main" id="{CF0F3778-98EE-4814-A644-07F5A79D9154}"/>
              </a:ext>
            </a:extLst>
          </p:cNvPr>
          <p:cNvSpPr>
            <a:spLocks noGrp="1"/>
          </p:cNvSpPr>
          <p:nvPr/>
        </p:nvSpPr>
        <p:spPr>
          <a:xfrm>
            <a:off x="2583656" y="3512344"/>
            <a:ext cx="4953000" cy="0"/>
          </a:xfrm>
          <a:prstGeom prst="line">
            <a:avLst/>
          </a:prstGeom>
          <a:noFill/>
          <a:ln w="11906">
            <a:solidFill>
              <a:srgbClr val="BCD0EA"/>
            </a:solidFill>
          </a:ln>
        </p:spPr>
      </p:sp>
      <p:sp>
        <p:nvSpPr>
          <p:cNvPr id="18" name="object-18">
            <a:extLst>
              <a:ext uri="{FF2B5EF4-FFF2-40B4-BE49-F238E27FC236}">
                <a16:creationId xmlns:a16="http://schemas.microsoft.com/office/drawing/2014/main" id="{DC573F15-C801-4DD9-84C2-6A1266C8C6E5}"/>
              </a:ext>
            </a:extLst>
          </p:cNvPr>
          <p:cNvSpPr>
            <a:spLocks noGrp="1"/>
          </p:cNvSpPr>
          <p:nvPr/>
        </p:nvSpPr>
        <p:spPr>
          <a:xfrm>
            <a:off x="3512344" y="2583656"/>
            <a:ext cx="0" cy="4953000"/>
          </a:xfrm>
          <a:prstGeom prst="line">
            <a:avLst/>
          </a:prstGeom>
          <a:noFill/>
          <a:ln w="11906">
            <a:solidFill>
              <a:srgbClr val="BCD0EA"/>
            </a:solidFill>
          </a:ln>
        </p:spPr>
      </p:sp>
      <p:sp>
        <p:nvSpPr>
          <p:cNvPr id="19" name="object-19">
            <a:extLst>
              <a:ext uri="{FF2B5EF4-FFF2-40B4-BE49-F238E27FC236}">
                <a16:creationId xmlns:a16="http://schemas.microsoft.com/office/drawing/2014/main" id="{C4113F09-8D4E-459C-AD48-B2543E781277}"/>
              </a:ext>
            </a:extLst>
          </p:cNvPr>
          <p:cNvSpPr>
            <a:spLocks noGrp="1"/>
          </p:cNvSpPr>
          <p:nvPr/>
        </p:nvSpPr>
        <p:spPr>
          <a:xfrm>
            <a:off x="2583656" y="3821906"/>
            <a:ext cx="4953000" cy="0"/>
          </a:xfrm>
          <a:prstGeom prst="line">
            <a:avLst/>
          </a:prstGeom>
          <a:noFill/>
          <a:ln w="11906">
            <a:solidFill>
              <a:srgbClr val="BCD0EA"/>
            </a:solidFill>
          </a:ln>
        </p:spPr>
      </p:sp>
      <p:sp>
        <p:nvSpPr>
          <p:cNvPr id="20" name="object-20">
            <a:extLst>
              <a:ext uri="{FF2B5EF4-FFF2-40B4-BE49-F238E27FC236}">
                <a16:creationId xmlns:a16="http://schemas.microsoft.com/office/drawing/2014/main" id="{F8B51AE9-0CE0-4EFD-855F-B074BCD9262F}"/>
              </a:ext>
            </a:extLst>
          </p:cNvPr>
          <p:cNvSpPr>
            <a:spLocks noGrp="1"/>
          </p:cNvSpPr>
          <p:nvPr/>
        </p:nvSpPr>
        <p:spPr>
          <a:xfrm>
            <a:off x="3821906" y="2583656"/>
            <a:ext cx="0" cy="4953000"/>
          </a:xfrm>
          <a:prstGeom prst="line">
            <a:avLst/>
          </a:prstGeom>
          <a:noFill/>
          <a:ln w="11906">
            <a:solidFill>
              <a:srgbClr val="BCD0EA"/>
            </a:solidFill>
          </a:ln>
        </p:spPr>
      </p:sp>
      <p:sp>
        <p:nvSpPr>
          <p:cNvPr id="21" name="object-21">
            <a:extLst>
              <a:ext uri="{FF2B5EF4-FFF2-40B4-BE49-F238E27FC236}">
                <a16:creationId xmlns:a16="http://schemas.microsoft.com/office/drawing/2014/main" id="{CF70C34F-F953-4B90-A11C-39EF85DBE829}"/>
              </a:ext>
            </a:extLst>
          </p:cNvPr>
          <p:cNvSpPr>
            <a:spLocks noGrp="1"/>
          </p:cNvSpPr>
          <p:nvPr/>
        </p:nvSpPr>
        <p:spPr>
          <a:xfrm>
            <a:off x="360759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-4</a:t>
            </a:r>
          </a:p>
        </p:txBody>
      </p:sp>
      <p:sp>
        <p:nvSpPr>
          <p:cNvPr id="22" name="object-22">
            <a:extLst>
              <a:ext uri="{FF2B5EF4-FFF2-40B4-BE49-F238E27FC236}">
                <a16:creationId xmlns:a16="http://schemas.microsoft.com/office/drawing/2014/main" id="{996C3AAE-36F2-40ED-897F-E7EF95D13400}"/>
              </a:ext>
            </a:extLst>
          </p:cNvPr>
          <p:cNvSpPr>
            <a:spLocks noGrp="1"/>
          </p:cNvSpPr>
          <p:nvPr/>
        </p:nvSpPr>
        <p:spPr>
          <a:xfrm>
            <a:off x="4560094" y="3631406"/>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4</a:t>
            </a:r>
          </a:p>
        </p:txBody>
      </p:sp>
      <p:sp>
        <p:nvSpPr>
          <p:cNvPr id="23" name="object-23">
            <a:extLst>
              <a:ext uri="{FF2B5EF4-FFF2-40B4-BE49-F238E27FC236}">
                <a16:creationId xmlns:a16="http://schemas.microsoft.com/office/drawing/2014/main" id="{13DD0AEA-1C66-475D-8141-73D4F5821308}"/>
              </a:ext>
            </a:extLst>
          </p:cNvPr>
          <p:cNvSpPr>
            <a:spLocks noGrp="1"/>
          </p:cNvSpPr>
          <p:nvPr/>
        </p:nvSpPr>
        <p:spPr>
          <a:xfrm>
            <a:off x="2583656" y="4131469"/>
            <a:ext cx="4953000" cy="0"/>
          </a:xfrm>
          <a:prstGeom prst="line">
            <a:avLst/>
          </a:prstGeom>
          <a:noFill/>
          <a:ln w="11906">
            <a:solidFill>
              <a:srgbClr val="BCD0EA"/>
            </a:solidFill>
          </a:ln>
        </p:spPr>
      </p:sp>
      <p:sp>
        <p:nvSpPr>
          <p:cNvPr id="24" name="object-24">
            <a:extLst>
              <a:ext uri="{FF2B5EF4-FFF2-40B4-BE49-F238E27FC236}">
                <a16:creationId xmlns:a16="http://schemas.microsoft.com/office/drawing/2014/main" id="{D88ABB16-50B1-43F6-9372-2651BE5DFA31}"/>
              </a:ext>
            </a:extLst>
          </p:cNvPr>
          <p:cNvSpPr>
            <a:spLocks noGrp="1"/>
          </p:cNvSpPr>
          <p:nvPr/>
        </p:nvSpPr>
        <p:spPr>
          <a:xfrm>
            <a:off x="4131469" y="2583656"/>
            <a:ext cx="0" cy="4953000"/>
          </a:xfrm>
          <a:prstGeom prst="line">
            <a:avLst/>
          </a:prstGeom>
          <a:noFill/>
          <a:ln w="11906">
            <a:solidFill>
              <a:srgbClr val="BCD0EA"/>
            </a:solidFill>
          </a:ln>
        </p:spPr>
      </p:sp>
      <p:sp>
        <p:nvSpPr>
          <p:cNvPr id="25" name="object-25">
            <a:extLst>
              <a:ext uri="{FF2B5EF4-FFF2-40B4-BE49-F238E27FC236}">
                <a16:creationId xmlns:a16="http://schemas.microsoft.com/office/drawing/2014/main" id="{F7E213B5-071C-4B3A-8804-3C5084EE8D33}"/>
              </a:ext>
            </a:extLst>
          </p:cNvPr>
          <p:cNvSpPr>
            <a:spLocks noGrp="1"/>
          </p:cNvSpPr>
          <p:nvPr/>
        </p:nvSpPr>
        <p:spPr>
          <a:xfrm>
            <a:off x="2583656" y="4441031"/>
            <a:ext cx="4953000" cy="0"/>
          </a:xfrm>
          <a:prstGeom prst="line">
            <a:avLst/>
          </a:prstGeom>
          <a:noFill/>
          <a:ln w="11906">
            <a:solidFill>
              <a:srgbClr val="BCD0EA"/>
            </a:solidFill>
          </a:ln>
        </p:spPr>
      </p:sp>
      <p:sp>
        <p:nvSpPr>
          <p:cNvPr id="26" name="object-26">
            <a:extLst>
              <a:ext uri="{FF2B5EF4-FFF2-40B4-BE49-F238E27FC236}">
                <a16:creationId xmlns:a16="http://schemas.microsoft.com/office/drawing/2014/main" id="{8215C517-D878-4372-894E-F9F98C20D455}"/>
              </a:ext>
            </a:extLst>
          </p:cNvPr>
          <p:cNvSpPr>
            <a:spLocks noGrp="1"/>
          </p:cNvSpPr>
          <p:nvPr/>
        </p:nvSpPr>
        <p:spPr>
          <a:xfrm>
            <a:off x="4441031" y="2583656"/>
            <a:ext cx="0" cy="4953000"/>
          </a:xfrm>
          <a:prstGeom prst="line">
            <a:avLst/>
          </a:prstGeom>
          <a:noFill/>
          <a:ln w="11906">
            <a:solidFill>
              <a:srgbClr val="BCD0EA"/>
            </a:solidFill>
          </a:ln>
        </p:spPr>
      </p:sp>
      <p:sp>
        <p:nvSpPr>
          <p:cNvPr id="27" name="object-27">
            <a:extLst>
              <a:ext uri="{FF2B5EF4-FFF2-40B4-BE49-F238E27FC236}">
                <a16:creationId xmlns:a16="http://schemas.microsoft.com/office/drawing/2014/main" id="{7D665FC5-C4C7-47B5-B2AE-F67436D2A3C1}"/>
              </a:ext>
            </a:extLst>
          </p:cNvPr>
          <p:cNvSpPr>
            <a:spLocks noGrp="1"/>
          </p:cNvSpPr>
          <p:nvPr/>
        </p:nvSpPr>
        <p:spPr>
          <a:xfrm>
            <a:off x="4226719"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-2</a:t>
            </a:r>
          </a:p>
        </p:txBody>
      </p:sp>
      <p:sp>
        <p:nvSpPr>
          <p:cNvPr id="28" name="object-28">
            <a:extLst>
              <a:ext uri="{FF2B5EF4-FFF2-40B4-BE49-F238E27FC236}">
                <a16:creationId xmlns:a16="http://schemas.microsoft.com/office/drawing/2014/main" id="{5A66B733-A0C7-4A39-A9F5-7330B2DC00D7}"/>
              </a:ext>
            </a:extLst>
          </p:cNvPr>
          <p:cNvSpPr>
            <a:spLocks noGrp="1"/>
          </p:cNvSpPr>
          <p:nvPr/>
        </p:nvSpPr>
        <p:spPr>
          <a:xfrm>
            <a:off x="4560094" y="4250531"/>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2</a:t>
            </a:r>
          </a:p>
        </p:txBody>
      </p:sp>
      <p:sp>
        <p:nvSpPr>
          <p:cNvPr id="29" name="object-29">
            <a:extLst>
              <a:ext uri="{FF2B5EF4-FFF2-40B4-BE49-F238E27FC236}">
                <a16:creationId xmlns:a16="http://schemas.microsoft.com/office/drawing/2014/main" id="{25AE59E5-6F28-48B0-AE07-64A53E5A3988}"/>
              </a:ext>
            </a:extLst>
          </p:cNvPr>
          <p:cNvSpPr>
            <a:spLocks noGrp="1"/>
          </p:cNvSpPr>
          <p:nvPr/>
        </p:nvSpPr>
        <p:spPr>
          <a:xfrm>
            <a:off x="2583656" y="4750594"/>
            <a:ext cx="4953000" cy="0"/>
          </a:xfrm>
          <a:prstGeom prst="line">
            <a:avLst/>
          </a:prstGeom>
          <a:noFill/>
          <a:ln w="11906">
            <a:solidFill>
              <a:srgbClr val="BCD0EA"/>
            </a:solidFill>
          </a:ln>
        </p:spPr>
      </p:sp>
      <p:sp>
        <p:nvSpPr>
          <p:cNvPr id="30" name="object-30">
            <a:extLst>
              <a:ext uri="{FF2B5EF4-FFF2-40B4-BE49-F238E27FC236}">
                <a16:creationId xmlns:a16="http://schemas.microsoft.com/office/drawing/2014/main" id="{2E4F2C80-F46E-4973-9D88-3A7CC50F96D6}"/>
              </a:ext>
            </a:extLst>
          </p:cNvPr>
          <p:cNvSpPr>
            <a:spLocks noGrp="1"/>
          </p:cNvSpPr>
          <p:nvPr/>
        </p:nvSpPr>
        <p:spPr>
          <a:xfrm>
            <a:off x="4750594" y="2583656"/>
            <a:ext cx="0" cy="4953000"/>
          </a:xfrm>
          <a:prstGeom prst="line">
            <a:avLst/>
          </a:prstGeom>
          <a:noFill/>
          <a:ln w="11906">
            <a:solidFill>
              <a:srgbClr val="BCD0EA"/>
            </a:solidFill>
          </a:ln>
        </p:spPr>
      </p:sp>
      <p:sp>
        <p:nvSpPr>
          <p:cNvPr id="31" name="object-31">
            <a:extLst>
              <a:ext uri="{FF2B5EF4-FFF2-40B4-BE49-F238E27FC236}">
                <a16:creationId xmlns:a16="http://schemas.microsoft.com/office/drawing/2014/main" id="{060AF0C9-590C-4935-863E-89DB2960F86F}"/>
              </a:ext>
            </a:extLst>
          </p:cNvPr>
          <p:cNvSpPr>
            <a:spLocks noGrp="1"/>
          </p:cNvSpPr>
          <p:nvPr/>
        </p:nvSpPr>
        <p:spPr>
          <a:xfrm>
            <a:off x="2583656" y="5060156"/>
            <a:ext cx="4953000" cy="0"/>
          </a:xfrm>
          <a:prstGeom prst="line">
            <a:avLst/>
          </a:prstGeom>
          <a:noFill/>
          <a:ln w="11906">
            <a:solidFill>
              <a:srgbClr val="BCD0EA"/>
            </a:solidFill>
          </a:ln>
        </p:spPr>
      </p:sp>
      <p:sp>
        <p:nvSpPr>
          <p:cNvPr id="32" name="object-32">
            <a:extLst>
              <a:ext uri="{FF2B5EF4-FFF2-40B4-BE49-F238E27FC236}">
                <a16:creationId xmlns:a16="http://schemas.microsoft.com/office/drawing/2014/main" id="{FEE05DB6-1233-4964-BE0D-414F14CA1B01}"/>
              </a:ext>
            </a:extLst>
          </p:cNvPr>
          <p:cNvSpPr>
            <a:spLocks noGrp="1"/>
          </p:cNvSpPr>
          <p:nvPr/>
        </p:nvSpPr>
        <p:spPr>
          <a:xfrm>
            <a:off x="5060156" y="2583656"/>
            <a:ext cx="0" cy="4953000"/>
          </a:xfrm>
          <a:prstGeom prst="line">
            <a:avLst/>
          </a:prstGeom>
          <a:noFill/>
          <a:ln w="11906">
            <a:solidFill>
              <a:srgbClr val="BCD0EA"/>
            </a:solidFill>
          </a:ln>
        </p:spPr>
      </p:sp>
      <p:sp>
        <p:nvSpPr>
          <p:cNvPr id="33" name="object-33">
            <a:extLst>
              <a:ext uri="{FF2B5EF4-FFF2-40B4-BE49-F238E27FC236}">
                <a16:creationId xmlns:a16="http://schemas.microsoft.com/office/drawing/2014/main" id="{9A1D741D-993E-42D4-90B5-F9F6FEE46655}"/>
              </a:ext>
            </a:extLst>
          </p:cNvPr>
          <p:cNvSpPr>
            <a:spLocks noGrp="1"/>
          </p:cNvSpPr>
          <p:nvPr/>
        </p:nvSpPr>
        <p:spPr>
          <a:xfrm>
            <a:off x="484584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0</a:t>
            </a:r>
          </a:p>
        </p:txBody>
      </p:sp>
      <p:sp>
        <p:nvSpPr>
          <p:cNvPr id="34" name="object-34">
            <a:extLst>
              <a:ext uri="{FF2B5EF4-FFF2-40B4-BE49-F238E27FC236}">
                <a16:creationId xmlns:a16="http://schemas.microsoft.com/office/drawing/2014/main" id="{CBC2194C-9A2C-4E55-B6BD-1DC22BD8C51F}"/>
              </a:ext>
            </a:extLst>
          </p:cNvPr>
          <p:cNvSpPr>
            <a:spLocks noGrp="1"/>
          </p:cNvSpPr>
          <p:nvPr/>
        </p:nvSpPr>
        <p:spPr>
          <a:xfrm>
            <a:off x="2583656" y="5369719"/>
            <a:ext cx="4953000" cy="0"/>
          </a:xfrm>
          <a:prstGeom prst="line">
            <a:avLst/>
          </a:prstGeom>
          <a:noFill/>
          <a:ln w="11906">
            <a:solidFill>
              <a:srgbClr val="BCD0EA"/>
            </a:solidFill>
          </a:ln>
        </p:spPr>
      </p:sp>
      <p:sp>
        <p:nvSpPr>
          <p:cNvPr id="35" name="object-35">
            <a:extLst>
              <a:ext uri="{FF2B5EF4-FFF2-40B4-BE49-F238E27FC236}">
                <a16:creationId xmlns:a16="http://schemas.microsoft.com/office/drawing/2014/main" id="{B6F4E99A-980A-445E-A2DF-C812C5A6A846}"/>
              </a:ext>
            </a:extLst>
          </p:cNvPr>
          <p:cNvSpPr>
            <a:spLocks noGrp="1"/>
          </p:cNvSpPr>
          <p:nvPr/>
        </p:nvSpPr>
        <p:spPr>
          <a:xfrm>
            <a:off x="5369719" y="2583656"/>
            <a:ext cx="0" cy="4953000"/>
          </a:xfrm>
          <a:prstGeom prst="line">
            <a:avLst/>
          </a:prstGeom>
          <a:noFill/>
          <a:ln w="11906">
            <a:solidFill>
              <a:srgbClr val="BCD0EA"/>
            </a:solidFill>
          </a:ln>
        </p:spPr>
      </p:sp>
      <p:sp>
        <p:nvSpPr>
          <p:cNvPr id="36" name="object-36">
            <a:extLst>
              <a:ext uri="{FF2B5EF4-FFF2-40B4-BE49-F238E27FC236}">
                <a16:creationId xmlns:a16="http://schemas.microsoft.com/office/drawing/2014/main" id="{2DD7E0D7-D4FF-458D-AEEF-2F47328EF012}"/>
              </a:ext>
            </a:extLst>
          </p:cNvPr>
          <p:cNvSpPr>
            <a:spLocks noGrp="1"/>
          </p:cNvSpPr>
          <p:nvPr/>
        </p:nvSpPr>
        <p:spPr>
          <a:xfrm>
            <a:off x="2583656" y="5679281"/>
            <a:ext cx="4953000" cy="0"/>
          </a:xfrm>
          <a:prstGeom prst="line">
            <a:avLst/>
          </a:prstGeom>
          <a:noFill/>
          <a:ln w="11906">
            <a:solidFill>
              <a:srgbClr val="BCD0EA"/>
            </a:solidFill>
          </a:ln>
        </p:spPr>
      </p:sp>
      <p:sp>
        <p:nvSpPr>
          <p:cNvPr id="37" name="object-37">
            <a:extLst>
              <a:ext uri="{FF2B5EF4-FFF2-40B4-BE49-F238E27FC236}">
                <a16:creationId xmlns:a16="http://schemas.microsoft.com/office/drawing/2014/main" id="{DC327933-29C1-45C4-B33F-99BFC223DC39}"/>
              </a:ext>
            </a:extLst>
          </p:cNvPr>
          <p:cNvSpPr>
            <a:spLocks noGrp="1"/>
          </p:cNvSpPr>
          <p:nvPr/>
        </p:nvSpPr>
        <p:spPr>
          <a:xfrm>
            <a:off x="5679281" y="2583656"/>
            <a:ext cx="0" cy="4953000"/>
          </a:xfrm>
          <a:prstGeom prst="line">
            <a:avLst/>
          </a:prstGeom>
          <a:noFill/>
          <a:ln w="11906">
            <a:solidFill>
              <a:srgbClr val="BCD0EA"/>
            </a:solidFill>
          </a:ln>
        </p:spPr>
      </p:sp>
      <p:sp>
        <p:nvSpPr>
          <p:cNvPr id="38" name="object-38">
            <a:extLst>
              <a:ext uri="{FF2B5EF4-FFF2-40B4-BE49-F238E27FC236}">
                <a16:creationId xmlns:a16="http://schemas.microsoft.com/office/drawing/2014/main" id="{40E45BBA-7EED-4E83-A48C-01EBF0DE078C}"/>
              </a:ext>
            </a:extLst>
          </p:cNvPr>
          <p:cNvSpPr>
            <a:spLocks noGrp="1"/>
          </p:cNvSpPr>
          <p:nvPr/>
        </p:nvSpPr>
        <p:spPr>
          <a:xfrm>
            <a:off x="5464969"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2</a:t>
            </a:r>
          </a:p>
        </p:txBody>
      </p:sp>
      <p:sp>
        <p:nvSpPr>
          <p:cNvPr id="39" name="object-39">
            <a:extLst>
              <a:ext uri="{FF2B5EF4-FFF2-40B4-BE49-F238E27FC236}">
                <a16:creationId xmlns:a16="http://schemas.microsoft.com/office/drawing/2014/main" id="{662069E8-FB8A-45F7-926E-31B9DC780740}"/>
              </a:ext>
            </a:extLst>
          </p:cNvPr>
          <p:cNvSpPr>
            <a:spLocks noGrp="1"/>
          </p:cNvSpPr>
          <p:nvPr/>
        </p:nvSpPr>
        <p:spPr>
          <a:xfrm>
            <a:off x="4560094" y="5488781"/>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-2</a:t>
            </a:r>
          </a:p>
        </p:txBody>
      </p:sp>
      <p:sp>
        <p:nvSpPr>
          <p:cNvPr id="40" name="object-40">
            <a:extLst>
              <a:ext uri="{FF2B5EF4-FFF2-40B4-BE49-F238E27FC236}">
                <a16:creationId xmlns:a16="http://schemas.microsoft.com/office/drawing/2014/main" id="{334728B4-4260-4013-9DA5-A43FF2AE7E7F}"/>
              </a:ext>
            </a:extLst>
          </p:cNvPr>
          <p:cNvSpPr>
            <a:spLocks noGrp="1"/>
          </p:cNvSpPr>
          <p:nvPr/>
        </p:nvSpPr>
        <p:spPr>
          <a:xfrm>
            <a:off x="2583656" y="5988844"/>
            <a:ext cx="4953000" cy="0"/>
          </a:xfrm>
          <a:prstGeom prst="line">
            <a:avLst/>
          </a:prstGeom>
          <a:noFill/>
          <a:ln w="11906">
            <a:solidFill>
              <a:srgbClr val="BCD0EA"/>
            </a:solidFill>
          </a:ln>
        </p:spPr>
      </p:sp>
      <p:sp>
        <p:nvSpPr>
          <p:cNvPr id="41" name="object-41">
            <a:extLst>
              <a:ext uri="{FF2B5EF4-FFF2-40B4-BE49-F238E27FC236}">
                <a16:creationId xmlns:a16="http://schemas.microsoft.com/office/drawing/2014/main" id="{73FDDF34-E36C-48B7-B69F-EFB485CDCD44}"/>
              </a:ext>
            </a:extLst>
          </p:cNvPr>
          <p:cNvSpPr>
            <a:spLocks noGrp="1"/>
          </p:cNvSpPr>
          <p:nvPr/>
        </p:nvSpPr>
        <p:spPr>
          <a:xfrm>
            <a:off x="5988844" y="2583656"/>
            <a:ext cx="0" cy="4953000"/>
          </a:xfrm>
          <a:prstGeom prst="line">
            <a:avLst/>
          </a:prstGeom>
          <a:noFill/>
          <a:ln w="11906">
            <a:solidFill>
              <a:srgbClr val="BCD0EA"/>
            </a:solidFill>
          </a:ln>
        </p:spPr>
      </p:sp>
      <p:sp>
        <p:nvSpPr>
          <p:cNvPr id="42" name="object-42">
            <a:extLst>
              <a:ext uri="{FF2B5EF4-FFF2-40B4-BE49-F238E27FC236}">
                <a16:creationId xmlns:a16="http://schemas.microsoft.com/office/drawing/2014/main" id="{AF0AF76E-5E91-4AB4-B6DF-D178CBD90509}"/>
              </a:ext>
            </a:extLst>
          </p:cNvPr>
          <p:cNvSpPr>
            <a:spLocks noGrp="1"/>
          </p:cNvSpPr>
          <p:nvPr/>
        </p:nvSpPr>
        <p:spPr>
          <a:xfrm>
            <a:off x="2583656" y="6298406"/>
            <a:ext cx="4953000" cy="0"/>
          </a:xfrm>
          <a:prstGeom prst="line">
            <a:avLst/>
          </a:prstGeom>
          <a:noFill/>
          <a:ln w="11906">
            <a:solidFill>
              <a:srgbClr val="BCD0EA"/>
            </a:solidFill>
          </a:ln>
        </p:spPr>
      </p:sp>
      <p:sp>
        <p:nvSpPr>
          <p:cNvPr id="43" name="object-43">
            <a:extLst>
              <a:ext uri="{FF2B5EF4-FFF2-40B4-BE49-F238E27FC236}">
                <a16:creationId xmlns:a16="http://schemas.microsoft.com/office/drawing/2014/main" id="{B766F6C4-A464-4D11-AC2F-4514DDCAFC86}"/>
              </a:ext>
            </a:extLst>
          </p:cNvPr>
          <p:cNvSpPr>
            <a:spLocks noGrp="1"/>
          </p:cNvSpPr>
          <p:nvPr/>
        </p:nvSpPr>
        <p:spPr>
          <a:xfrm>
            <a:off x="6298406" y="2583656"/>
            <a:ext cx="0" cy="4953000"/>
          </a:xfrm>
          <a:prstGeom prst="line">
            <a:avLst/>
          </a:prstGeom>
          <a:noFill/>
          <a:ln w="11906">
            <a:solidFill>
              <a:srgbClr val="BCD0EA"/>
            </a:solidFill>
          </a:ln>
        </p:spPr>
      </p:sp>
      <p:sp>
        <p:nvSpPr>
          <p:cNvPr id="44" name="object-44">
            <a:extLst>
              <a:ext uri="{FF2B5EF4-FFF2-40B4-BE49-F238E27FC236}">
                <a16:creationId xmlns:a16="http://schemas.microsoft.com/office/drawing/2014/main" id="{2959E537-5DBF-43A9-978C-C6E50A6F757F}"/>
              </a:ext>
            </a:extLst>
          </p:cNvPr>
          <p:cNvSpPr>
            <a:spLocks noGrp="1"/>
          </p:cNvSpPr>
          <p:nvPr/>
        </p:nvSpPr>
        <p:spPr>
          <a:xfrm>
            <a:off x="608409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4</a:t>
            </a:r>
          </a:p>
        </p:txBody>
      </p:sp>
      <p:sp>
        <p:nvSpPr>
          <p:cNvPr id="45" name="object-45">
            <a:extLst>
              <a:ext uri="{FF2B5EF4-FFF2-40B4-BE49-F238E27FC236}">
                <a16:creationId xmlns:a16="http://schemas.microsoft.com/office/drawing/2014/main" id="{801E7420-D287-47A3-87F8-8785A0B5B96A}"/>
              </a:ext>
            </a:extLst>
          </p:cNvPr>
          <p:cNvSpPr>
            <a:spLocks noGrp="1"/>
          </p:cNvSpPr>
          <p:nvPr/>
        </p:nvSpPr>
        <p:spPr>
          <a:xfrm>
            <a:off x="4560094" y="6107906"/>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-4</a:t>
            </a:r>
          </a:p>
        </p:txBody>
      </p:sp>
      <p:sp>
        <p:nvSpPr>
          <p:cNvPr id="46" name="object-46">
            <a:extLst>
              <a:ext uri="{FF2B5EF4-FFF2-40B4-BE49-F238E27FC236}">
                <a16:creationId xmlns:a16="http://schemas.microsoft.com/office/drawing/2014/main" id="{2162B3CE-677E-4D52-B779-05870516D752}"/>
              </a:ext>
            </a:extLst>
          </p:cNvPr>
          <p:cNvSpPr>
            <a:spLocks noGrp="1"/>
          </p:cNvSpPr>
          <p:nvPr/>
        </p:nvSpPr>
        <p:spPr>
          <a:xfrm>
            <a:off x="2583656" y="6607969"/>
            <a:ext cx="4953000" cy="0"/>
          </a:xfrm>
          <a:prstGeom prst="line">
            <a:avLst/>
          </a:prstGeom>
          <a:noFill/>
          <a:ln w="11906">
            <a:solidFill>
              <a:srgbClr val="BCD0EA"/>
            </a:solidFill>
          </a:ln>
        </p:spPr>
      </p:sp>
      <p:sp>
        <p:nvSpPr>
          <p:cNvPr id="47" name="object-47">
            <a:extLst>
              <a:ext uri="{FF2B5EF4-FFF2-40B4-BE49-F238E27FC236}">
                <a16:creationId xmlns:a16="http://schemas.microsoft.com/office/drawing/2014/main" id="{B18F30DD-AC30-4CDE-BE54-209B6CE656ED}"/>
              </a:ext>
            </a:extLst>
          </p:cNvPr>
          <p:cNvSpPr>
            <a:spLocks noGrp="1"/>
          </p:cNvSpPr>
          <p:nvPr/>
        </p:nvSpPr>
        <p:spPr>
          <a:xfrm>
            <a:off x="6607969" y="2583656"/>
            <a:ext cx="0" cy="4953000"/>
          </a:xfrm>
          <a:prstGeom prst="line">
            <a:avLst/>
          </a:prstGeom>
          <a:noFill/>
          <a:ln w="11906">
            <a:solidFill>
              <a:srgbClr val="BCD0EA"/>
            </a:solidFill>
          </a:ln>
        </p:spPr>
      </p:sp>
      <p:sp>
        <p:nvSpPr>
          <p:cNvPr id="48" name="object-48">
            <a:extLst>
              <a:ext uri="{FF2B5EF4-FFF2-40B4-BE49-F238E27FC236}">
                <a16:creationId xmlns:a16="http://schemas.microsoft.com/office/drawing/2014/main" id="{85652A10-780A-44F8-9B48-3299A31AA5D4}"/>
              </a:ext>
            </a:extLst>
          </p:cNvPr>
          <p:cNvSpPr>
            <a:spLocks noGrp="1"/>
          </p:cNvSpPr>
          <p:nvPr/>
        </p:nvSpPr>
        <p:spPr>
          <a:xfrm>
            <a:off x="2583656" y="6917531"/>
            <a:ext cx="4953000" cy="0"/>
          </a:xfrm>
          <a:prstGeom prst="line">
            <a:avLst/>
          </a:prstGeom>
          <a:noFill/>
          <a:ln w="11906">
            <a:solidFill>
              <a:srgbClr val="BCD0EA"/>
            </a:solidFill>
          </a:ln>
        </p:spPr>
      </p:sp>
      <p:sp>
        <p:nvSpPr>
          <p:cNvPr id="49" name="object-49">
            <a:extLst>
              <a:ext uri="{FF2B5EF4-FFF2-40B4-BE49-F238E27FC236}">
                <a16:creationId xmlns:a16="http://schemas.microsoft.com/office/drawing/2014/main" id="{046FF4F9-03E0-4E6F-B0D3-0B4FD2792F74}"/>
              </a:ext>
            </a:extLst>
          </p:cNvPr>
          <p:cNvSpPr>
            <a:spLocks noGrp="1"/>
          </p:cNvSpPr>
          <p:nvPr/>
        </p:nvSpPr>
        <p:spPr>
          <a:xfrm>
            <a:off x="6917531" y="2583656"/>
            <a:ext cx="0" cy="4953000"/>
          </a:xfrm>
          <a:prstGeom prst="line">
            <a:avLst/>
          </a:prstGeom>
          <a:noFill/>
          <a:ln w="11906">
            <a:solidFill>
              <a:srgbClr val="BCD0EA"/>
            </a:solidFill>
          </a:ln>
        </p:spPr>
      </p:sp>
      <p:sp>
        <p:nvSpPr>
          <p:cNvPr id="50" name="object-50">
            <a:extLst>
              <a:ext uri="{FF2B5EF4-FFF2-40B4-BE49-F238E27FC236}">
                <a16:creationId xmlns:a16="http://schemas.microsoft.com/office/drawing/2014/main" id="{3C2077F1-5B0E-4B0B-9FBA-941F984F49F7}"/>
              </a:ext>
            </a:extLst>
          </p:cNvPr>
          <p:cNvSpPr>
            <a:spLocks noGrp="1"/>
          </p:cNvSpPr>
          <p:nvPr/>
        </p:nvSpPr>
        <p:spPr>
          <a:xfrm>
            <a:off x="6703219"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6</a:t>
            </a:r>
          </a:p>
        </p:txBody>
      </p:sp>
      <p:sp>
        <p:nvSpPr>
          <p:cNvPr id="51" name="object-51">
            <a:extLst>
              <a:ext uri="{FF2B5EF4-FFF2-40B4-BE49-F238E27FC236}">
                <a16:creationId xmlns:a16="http://schemas.microsoft.com/office/drawing/2014/main" id="{AD680535-911E-42AB-82F9-C90EB8D7ADFC}"/>
              </a:ext>
            </a:extLst>
          </p:cNvPr>
          <p:cNvSpPr>
            <a:spLocks noGrp="1"/>
          </p:cNvSpPr>
          <p:nvPr/>
        </p:nvSpPr>
        <p:spPr>
          <a:xfrm>
            <a:off x="4560094" y="6727031"/>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-6</a:t>
            </a:r>
          </a:p>
        </p:txBody>
      </p:sp>
      <p:sp>
        <p:nvSpPr>
          <p:cNvPr id="52" name="object-52">
            <a:extLst>
              <a:ext uri="{FF2B5EF4-FFF2-40B4-BE49-F238E27FC236}">
                <a16:creationId xmlns:a16="http://schemas.microsoft.com/office/drawing/2014/main" id="{CFA90425-BA97-4B01-BC54-2659A62836E1}"/>
              </a:ext>
            </a:extLst>
          </p:cNvPr>
          <p:cNvSpPr>
            <a:spLocks noGrp="1"/>
          </p:cNvSpPr>
          <p:nvPr/>
        </p:nvSpPr>
        <p:spPr>
          <a:xfrm>
            <a:off x="2583656" y="7227094"/>
            <a:ext cx="4953000" cy="0"/>
          </a:xfrm>
          <a:prstGeom prst="line">
            <a:avLst/>
          </a:prstGeom>
          <a:noFill/>
          <a:ln w="11906">
            <a:solidFill>
              <a:srgbClr val="BCD0EA"/>
            </a:solidFill>
          </a:ln>
        </p:spPr>
      </p:sp>
      <p:sp>
        <p:nvSpPr>
          <p:cNvPr id="53" name="object-53">
            <a:extLst>
              <a:ext uri="{FF2B5EF4-FFF2-40B4-BE49-F238E27FC236}">
                <a16:creationId xmlns:a16="http://schemas.microsoft.com/office/drawing/2014/main" id="{5453DD98-C44A-41B3-B9AB-B75EAD5306F3}"/>
              </a:ext>
            </a:extLst>
          </p:cNvPr>
          <p:cNvSpPr>
            <a:spLocks noGrp="1"/>
          </p:cNvSpPr>
          <p:nvPr/>
        </p:nvSpPr>
        <p:spPr>
          <a:xfrm>
            <a:off x="7227094" y="2583656"/>
            <a:ext cx="0" cy="4953000"/>
          </a:xfrm>
          <a:prstGeom prst="line">
            <a:avLst/>
          </a:prstGeom>
          <a:noFill/>
          <a:ln w="11906">
            <a:solidFill>
              <a:srgbClr val="BCD0EA"/>
            </a:solidFill>
          </a:ln>
        </p:spPr>
      </p:sp>
      <p:sp>
        <p:nvSpPr>
          <p:cNvPr id="54" name="object-54">
            <a:extLst>
              <a:ext uri="{FF2B5EF4-FFF2-40B4-BE49-F238E27FC236}">
                <a16:creationId xmlns:a16="http://schemas.microsoft.com/office/drawing/2014/main" id="{39B7E2B6-0E80-453E-9A64-FE20E188C864}"/>
              </a:ext>
            </a:extLst>
          </p:cNvPr>
          <p:cNvSpPr>
            <a:spLocks noGrp="1"/>
          </p:cNvSpPr>
          <p:nvPr/>
        </p:nvSpPr>
        <p:spPr>
          <a:xfrm>
            <a:off x="2583656" y="7536656"/>
            <a:ext cx="4953000" cy="0"/>
          </a:xfrm>
          <a:prstGeom prst="line">
            <a:avLst/>
          </a:prstGeom>
          <a:noFill/>
          <a:ln w="11906">
            <a:solidFill>
              <a:srgbClr val="BCD0EA"/>
            </a:solidFill>
          </a:ln>
        </p:spPr>
      </p:sp>
      <p:sp>
        <p:nvSpPr>
          <p:cNvPr id="55" name="object-55">
            <a:extLst>
              <a:ext uri="{FF2B5EF4-FFF2-40B4-BE49-F238E27FC236}">
                <a16:creationId xmlns:a16="http://schemas.microsoft.com/office/drawing/2014/main" id="{92D76E53-709F-47C8-84D3-BA86946A8340}"/>
              </a:ext>
            </a:extLst>
          </p:cNvPr>
          <p:cNvSpPr>
            <a:spLocks noGrp="1"/>
          </p:cNvSpPr>
          <p:nvPr/>
        </p:nvSpPr>
        <p:spPr>
          <a:xfrm>
            <a:off x="7536656" y="2583656"/>
            <a:ext cx="0" cy="4953000"/>
          </a:xfrm>
          <a:prstGeom prst="line">
            <a:avLst/>
          </a:prstGeom>
          <a:noFill/>
          <a:ln w="11906">
            <a:solidFill>
              <a:srgbClr val="BCD0EA"/>
            </a:solidFill>
          </a:ln>
        </p:spPr>
      </p:sp>
      <p:sp>
        <p:nvSpPr>
          <p:cNvPr id="56" name="object-56">
            <a:extLst>
              <a:ext uri="{FF2B5EF4-FFF2-40B4-BE49-F238E27FC236}">
                <a16:creationId xmlns:a16="http://schemas.microsoft.com/office/drawing/2014/main" id="{8DBA7A44-DE3F-4448-8F8A-7D97E55CDBEA}"/>
              </a:ext>
            </a:extLst>
          </p:cNvPr>
          <p:cNvSpPr>
            <a:spLocks noGrp="1"/>
          </p:cNvSpPr>
          <p:nvPr/>
        </p:nvSpPr>
        <p:spPr>
          <a:xfrm>
            <a:off x="732234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8</a:t>
            </a:r>
          </a:p>
        </p:txBody>
      </p:sp>
      <p:sp>
        <p:nvSpPr>
          <p:cNvPr id="57" name="object-57">
            <a:extLst>
              <a:ext uri="{FF2B5EF4-FFF2-40B4-BE49-F238E27FC236}">
                <a16:creationId xmlns:a16="http://schemas.microsoft.com/office/drawing/2014/main" id="{4877FD98-0886-447B-8885-8EF8A176C489}"/>
              </a:ext>
            </a:extLst>
          </p:cNvPr>
          <p:cNvSpPr>
            <a:spLocks noGrp="1"/>
          </p:cNvSpPr>
          <p:nvPr/>
        </p:nvSpPr>
        <p:spPr>
          <a:xfrm>
            <a:off x="4560094" y="7346156"/>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-8</a:t>
            </a:r>
          </a:p>
        </p:txBody>
      </p:sp>
      <p:sp>
        <p:nvSpPr>
          <p:cNvPr id="58" name="object-58">
            <a:extLst>
              <a:ext uri="{FF2B5EF4-FFF2-40B4-BE49-F238E27FC236}">
                <a16:creationId xmlns:a16="http://schemas.microsoft.com/office/drawing/2014/main" id="{2A71447B-71D5-4EC3-B250-02B53E602AB1}"/>
              </a:ext>
            </a:extLst>
          </p:cNvPr>
          <p:cNvSpPr>
            <a:spLocks noGrp="1"/>
          </p:cNvSpPr>
          <p:nvPr/>
        </p:nvSpPr>
        <p:spPr>
          <a:xfrm>
            <a:off x="2583656" y="5060156"/>
            <a:ext cx="4953000" cy="0"/>
          </a:xfrm>
          <a:prstGeom prst="line">
            <a:avLst/>
          </a:prstGeom>
          <a:noFill/>
          <a:ln w="23813">
            <a:solidFill>
              <a:srgbClr val="172B4D"/>
            </a:solidFill>
          </a:ln>
        </p:spPr>
      </p:sp>
      <p:sp>
        <p:nvSpPr>
          <p:cNvPr id="59" name="object-59">
            <a:extLst>
              <a:ext uri="{FF2B5EF4-FFF2-40B4-BE49-F238E27FC236}">
                <a16:creationId xmlns:a16="http://schemas.microsoft.com/office/drawing/2014/main" id="{EEB75E05-9AC6-4C26-BAEA-CDFC95C61D01}"/>
              </a:ext>
            </a:extLst>
          </p:cNvPr>
          <p:cNvSpPr>
            <a:spLocks noGrp="1"/>
          </p:cNvSpPr>
          <p:nvPr/>
        </p:nvSpPr>
        <p:spPr>
          <a:xfrm>
            <a:off x="5060156" y="2583656"/>
            <a:ext cx="0" cy="4953000"/>
          </a:xfrm>
          <a:prstGeom prst="line">
            <a:avLst/>
          </a:prstGeom>
          <a:noFill/>
          <a:ln w="23813">
            <a:solidFill>
              <a:srgbClr val="172B4D"/>
            </a:solidFill>
          </a:ln>
        </p:spPr>
      </p:sp>
      <p:sp>
        <p:nvSpPr>
          <p:cNvPr id="60" name="object-60">
            <a:extLst>
              <a:ext uri="{FF2B5EF4-FFF2-40B4-BE49-F238E27FC236}">
                <a16:creationId xmlns:a16="http://schemas.microsoft.com/office/drawing/2014/main" id="{561E8748-4D89-4C81-8A96-FDF950152CFC}"/>
              </a:ext>
            </a:extLst>
          </p:cNvPr>
          <p:cNvSpPr>
            <a:spLocks noGrp="1"/>
          </p:cNvSpPr>
          <p:nvPr/>
        </p:nvSpPr>
        <p:spPr>
          <a:xfrm>
            <a:off x="4953000" y="4953000"/>
            <a:ext cx="214313" cy="214313"/>
          </a:xfrm>
          <a:prstGeom prst="ellipse">
            <a:avLst/>
          </a:prstGeom>
          <a:solidFill>
            <a:srgbClr val="1D4ED8"/>
          </a:solidFill>
          <a:ln w="11906">
            <a:solidFill>
              <a:srgbClr val="172B4D"/>
            </a:solidFill>
          </a:ln>
        </p:spPr>
      </p:sp>
      <p:sp>
        <p:nvSpPr>
          <p:cNvPr id="61" name="object-61">
            <a:extLst>
              <a:ext uri="{FF2B5EF4-FFF2-40B4-BE49-F238E27FC236}">
                <a16:creationId xmlns:a16="http://schemas.microsoft.com/office/drawing/2014/main" id="{DB999194-B662-4CEA-863A-301BB92F290A}"/>
              </a:ext>
            </a:extLst>
          </p:cNvPr>
          <p:cNvSpPr>
            <a:spLocks noGrp="1"/>
          </p:cNvSpPr>
          <p:nvPr/>
        </p:nvSpPr>
        <p:spPr>
          <a:xfrm>
            <a:off x="9763125" y="4048125"/>
            <a:ext cx="4345781" cy="1547813"/>
          </a:xfrm>
          <a:prstGeom prst="rect">
            <a:avLst/>
          </a:prstGeom>
          <a:noFill/>
          <a:ln w="0">
            <a:noFill/>
          </a:ln>
        </p:spPr>
        <p:txBody>
          <a:bodyPr anchor="ctr">
            <a:noAutofit/>
          </a:bodyPr>
          <a:lstStyle/>
          <a:p>
            <a:pPr algn="l">
              <a:defRPr sz="4125" b="1">
                <a:solidFill>
                  <a:srgbClr val="11745A"/>
                </a:solidFill>
                <a:latin typeface="Arial"/>
                <a:ea typeface="Arial"/>
                <a:cs typeface="Arial"/>
              </a:defRPr>
            </a:pPr>
            <a:r>
              <a:rPr sz="4125" b="1">
                <a:solidFill>
                  <a:srgbClr val="11745A"/>
                </a:solidFill>
                <a:latin typeface="Arial"/>
                <a:ea typeface="Arial"/>
                <a:cs typeface="Arial"/>
              </a:rPr>
              <a:t>(-3, 1)</a:t>
            </a:r>
          </a:p>
        </p:txBody>
      </p:sp>
    </p:spTree>
    <p:extLst>
      <p:ext uri="{BB962C8B-B14F-4D97-AF65-F5344CB8AC3E}">
        <p14:creationId xmlns:p14="http://schemas.microsoft.com/office/powerpoint/2010/main" val="621036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 0 L 0.040625 0 E" pathEditMode="relative" ptsTypes="">
                                      <p:cBhvr>
                                        <p:cTn id="6" dur="800" fill="hold"/>
                                        <p:tgtEl>
                                          <p:spTgt spid="60"/>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0.040625 0 L 0.040625 0.18055556 E" pathEditMode="relative" ptsTypes="">
                                      <p:cBhvr>
                                        <p:cTn id="10" dur="800" fill="hold"/>
                                        <p:tgtEl>
                                          <p:spTgt spid="60"/>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63" presetClass="path" presetSubtype="0" accel="50000" decel="50000" fill="hold" nodeType="clickEffect">
                                  <p:stCondLst>
                                    <p:cond delay="0"/>
                                  </p:stCondLst>
                                  <p:childTnLst>
                                    <p:animMotion origin="layout" path="M 0.040625 0.18055556 L -0.0609375 0.18055556 E" pathEditMode="relative" ptsTypes="">
                                      <p:cBhvr>
                                        <p:cTn id="14" dur="800" fill="hold"/>
                                        <p:tgtEl>
                                          <p:spTgt spid="60"/>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63" presetClass="path" presetSubtype="0" accel="50000" decel="50000" fill="hold" nodeType="clickEffect">
                                  <p:stCondLst>
                                    <p:cond delay="0"/>
                                  </p:stCondLst>
                                  <p:childTnLst>
                                    <p:animMotion origin="layout" path="M -0.0609375 0.18055556 L -0.0609375 -0.03611111 E" pathEditMode="relative" ptsTypes="">
                                      <p:cBhvr>
                                        <p:cTn id="18" dur="800" fill="hold"/>
                                        <p:tgtEl>
                                          <p:spTgt spid="60"/>
                                        </p:tgtEl>
                                        <p:attrNameLst>
                                          <p:attrName>ppt_x</p:attrName>
                                          <p:attrName>ppt_y</p:attrName>
                                        </p:attrNameLst>
                                      </p:cBhvr>
                                    </p:animMotion>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 name="object-1">
            <a:extLst>
              <a:ext uri="{FF2B5EF4-FFF2-40B4-BE49-F238E27FC236}">
                <a16:creationId xmlns:a16="http://schemas.microsoft.com/office/drawing/2014/main" id="{1FC2C342-F1A2-4267-A905-D345E692BE61}"/>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AF3FC315-CFD7-486A-BBA7-C61D3941CB40}"/>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Move (2, -5) 5 left and 6 up.</a:t>
            </a:r>
          </a:p>
        </p:txBody>
      </p:sp>
      <p:sp>
        <p:nvSpPr>
          <p:cNvPr id="3" name="object-3">
            <a:extLst>
              <a:ext uri="{FF2B5EF4-FFF2-40B4-BE49-F238E27FC236}">
                <a16:creationId xmlns:a16="http://schemas.microsoft.com/office/drawing/2014/main" id="{56B80542-9560-4D27-AEEA-337B8715C0D0}"/>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E79E20EF-D360-4720-ACB4-0297B9490F57}"/>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Describe translations</a:t>
            </a:r>
          </a:p>
        </p:txBody>
      </p:sp>
      <p:sp>
        <p:nvSpPr>
          <p:cNvPr id="5" name="object-5">
            <a:extLst>
              <a:ext uri="{FF2B5EF4-FFF2-40B4-BE49-F238E27FC236}">
                <a16:creationId xmlns:a16="http://schemas.microsoft.com/office/drawing/2014/main" id="{AAF2BAF8-C7A4-443D-8730-8EA8CED36BF6}"/>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4</a:t>
            </a:r>
          </a:p>
        </p:txBody>
      </p:sp>
      <p:sp>
        <p:nvSpPr>
          <p:cNvPr id="6" name="object-6">
            <a:extLst>
              <a:ext uri="{FF2B5EF4-FFF2-40B4-BE49-F238E27FC236}">
                <a16:creationId xmlns:a16="http://schemas.microsoft.com/office/drawing/2014/main" id="{401FCF91-98F6-4644-8CA6-AC9AA045D006}"/>
              </a:ext>
            </a:extLst>
          </p:cNvPr>
          <p:cNvSpPr>
            <a:spLocks noGrp="1"/>
          </p:cNvSpPr>
          <p:nvPr/>
        </p:nvSpPr>
        <p:spPr>
          <a:xfrm>
            <a:off x="2583656" y="2583656"/>
            <a:ext cx="4953000" cy="0"/>
          </a:xfrm>
          <a:prstGeom prst="line">
            <a:avLst/>
          </a:prstGeom>
          <a:noFill/>
          <a:ln w="11906">
            <a:solidFill>
              <a:srgbClr val="BCD0EA"/>
            </a:solidFill>
          </a:ln>
        </p:spPr>
      </p:sp>
      <p:sp>
        <p:nvSpPr>
          <p:cNvPr id="7" name="object-7">
            <a:extLst>
              <a:ext uri="{FF2B5EF4-FFF2-40B4-BE49-F238E27FC236}">
                <a16:creationId xmlns:a16="http://schemas.microsoft.com/office/drawing/2014/main" id="{4C25A2E3-CC01-458C-B366-FEE9C8F06301}"/>
              </a:ext>
            </a:extLst>
          </p:cNvPr>
          <p:cNvSpPr>
            <a:spLocks noGrp="1"/>
          </p:cNvSpPr>
          <p:nvPr/>
        </p:nvSpPr>
        <p:spPr>
          <a:xfrm>
            <a:off x="2583656" y="2583656"/>
            <a:ext cx="0" cy="4953000"/>
          </a:xfrm>
          <a:prstGeom prst="line">
            <a:avLst/>
          </a:prstGeom>
          <a:noFill/>
          <a:ln w="11906">
            <a:solidFill>
              <a:srgbClr val="BCD0EA"/>
            </a:solidFill>
          </a:ln>
        </p:spPr>
      </p:sp>
      <p:sp>
        <p:nvSpPr>
          <p:cNvPr id="8" name="object-8">
            <a:extLst>
              <a:ext uri="{FF2B5EF4-FFF2-40B4-BE49-F238E27FC236}">
                <a16:creationId xmlns:a16="http://schemas.microsoft.com/office/drawing/2014/main" id="{1DD71943-67A5-4CE7-82E3-5C734E9AAA89}"/>
              </a:ext>
            </a:extLst>
          </p:cNvPr>
          <p:cNvSpPr>
            <a:spLocks noGrp="1"/>
          </p:cNvSpPr>
          <p:nvPr/>
        </p:nvSpPr>
        <p:spPr>
          <a:xfrm>
            <a:off x="236934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-8</a:t>
            </a:r>
          </a:p>
        </p:txBody>
      </p:sp>
      <p:sp>
        <p:nvSpPr>
          <p:cNvPr id="9" name="object-9">
            <a:extLst>
              <a:ext uri="{FF2B5EF4-FFF2-40B4-BE49-F238E27FC236}">
                <a16:creationId xmlns:a16="http://schemas.microsoft.com/office/drawing/2014/main" id="{A5ED5410-86E6-4B92-BA4B-27550CFD73BA}"/>
              </a:ext>
            </a:extLst>
          </p:cNvPr>
          <p:cNvSpPr>
            <a:spLocks noGrp="1"/>
          </p:cNvSpPr>
          <p:nvPr/>
        </p:nvSpPr>
        <p:spPr>
          <a:xfrm>
            <a:off x="4560094" y="2393156"/>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8</a:t>
            </a:r>
          </a:p>
        </p:txBody>
      </p:sp>
      <p:sp>
        <p:nvSpPr>
          <p:cNvPr id="10" name="object-10">
            <a:extLst>
              <a:ext uri="{FF2B5EF4-FFF2-40B4-BE49-F238E27FC236}">
                <a16:creationId xmlns:a16="http://schemas.microsoft.com/office/drawing/2014/main" id="{714DFB09-A94F-4655-B7E9-1911E7CB87A7}"/>
              </a:ext>
            </a:extLst>
          </p:cNvPr>
          <p:cNvSpPr>
            <a:spLocks noGrp="1"/>
          </p:cNvSpPr>
          <p:nvPr/>
        </p:nvSpPr>
        <p:spPr>
          <a:xfrm>
            <a:off x="2583656" y="2893219"/>
            <a:ext cx="4953000" cy="0"/>
          </a:xfrm>
          <a:prstGeom prst="line">
            <a:avLst/>
          </a:prstGeom>
          <a:noFill/>
          <a:ln w="11906">
            <a:solidFill>
              <a:srgbClr val="BCD0EA"/>
            </a:solidFill>
          </a:ln>
        </p:spPr>
      </p:sp>
      <p:sp>
        <p:nvSpPr>
          <p:cNvPr id="11" name="object-11">
            <a:extLst>
              <a:ext uri="{FF2B5EF4-FFF2-40B4-BE49-F238E27FC236}">
                <a16:creationId xmlns:a16="http://schemas.microsoft.com/office/drawing/2014/main" id="{8F94FDB1-5380-4105-BE7B-C95F73F76B83}"/>
              </a:ext>
            </a:extLst>
          </p:cNvPr>
          <p:cNvSpPr>
            <a:spLocks noGrp="1"/>
          </p:cNvSpPr>
          <p:nvPr/>
        </p:nvSpPr>
        <p:spPr>
          <a:xfrm>
            <a:off x="2893219" y="2583656"/>
            <a:ext cx="0" cy="4953000"/>
          </a:xfrm>
          <a:prstGeom prst="line">
            <a:avLst/>
          </a:prstGeom>
          <a:noFill/>
          <a:ln w="11906">
            <a:solidFill>
              <a:srgbClr val="BCD0EA"/>
            </a:solidFill>
          </a:ln>
        </p:spPr>
      </p:sp>
      <p:sp>
        <p:nvSpPr>
          <p:cNvPr id="12" name="object-12">
            <a:extLst>
              <a:ext uri="{FF2B5EF4-FFF2-40B4-BE49-F238E27FC236}">
                <a16:creationId xmlns:a16="http://schemas.microsoft.com/office/drawing/2014/main" id="{18618176-1D7B-47BC-AC07-A68EF166179E}"/>
              </a:ext>
            </a:extLst>
          </p:cNvPr>
          <p:cNvSpPr>
            <a:spLocks noGrp="1"/>
          </p:cNvSpPr>
          <p:nvPr/>
        </p:nvSpPr>
        <p:spPr>
          <a:xfrm>
            <a:off x="2583656" y="3202781"/>
            <a:ext cx="4953000" cy="0"/>
          </a:xfrm>
          <a:prstGeom prst="line">
            <a:avLst/>
          </a:prstGeom>
          <a:noFill/>
          <a:ln w="11906">
            <a:solidFill>
              <a:srgbClr val="BCD0EA"/>
            </a:solidFill>
          </a:ln>
        </p:spPr>
      </p:sp>
      <p:sp>
        <p:nvSpPr>
          <p:cNvPr id="13" name="object-13">
            <a:extLst>
              <a:ext uri="{FF2B5EF4-FFF2-40B4-BE49-F238E27FC236}">
                <a16:creationId xmlns:a16="http://schemas.microsoft.com/office/drawing/2014/main" id="{78340A00-7638-4518-BB4B-BA0BA62BFD5C}"/>
              </a:ext>
            </a:extLst>
          </p:cNvPr>
          <p:cNvSpPr>
            <a:spLocks noGrp="1"/>
          </p:cNvSpPr>
          <p:nvPr/>
        </p:nvSpPr>
        <p:spPr>
          <a:xfrm>
            <a:off x="3202781" y="2583656"/>
            <a:ext cx="0" cy="4953000"/>
          </a:xfrm>
          <a:prstGeom prst="line">
            <a:avLst/>
          </a:prstGeom>
          <a:noFill/>
          <a:ln w="11906">
            <a:solidFill>
              <a:srgbClr val="BCD0EA"/>
            </a:solidFill>
          </a:ln>
        </p:spPr>
      </p:sp>
      <p:sp>
        <p:nvSpPr>
          <p:cNvPr id="14" name="object-14">
            <a:extLst>
              <a:ext uri="{FF2B5EF4-FFF2-40B4-BE49-F238E27FC236}">
                <a16:creationId xmlns:a16="http://schemas.microsoft.com/office/drawing/2014/main" id="{60813F81-D2BE-4648-B0D3-F04628B1B0B0}"/>
              </a:ext>
            </a:extLst>
          </p:cNvPr>
          <p:cNvSpPr>
            <a:spLocks noGrp="1"/>
          </p:cNvSpPr>
          <p:nvPr/>
        </p:nvSpPr>
        <p:spPr>
          <a:xfrm>
            <a:off x="2988469"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-6</a:t>
            </a:r>
          </a:p>
        </p:txBody>
      </p:sp>
      <p:sp>
        <p:nvSpPr>
          <p:cNvPr id="15" name="object-15">
            <a:extLst>
              <a:ext uri="{FF2B5EF4-FFF2-40B4-BE49-F238E27FC236}">
                <a16:creationId xmlns:a16="http://schemas.microsoft.com/office/drawing/2014/main" id="{C3EB4C46-85BE-42E0-87BA-EC99A049814A}"/>
              </a:ext>
            </a:extLst>
          </p:cNvPr>
          <p:cNvSpPr>
            <a:spLocks noGrp="1"/>
          </p:cNvSpPr>
          <p:nvPr/>
        </p:nvSpPr>
        <p:spPr>
          <a:xfrm>
            <a:off x="4560094" y="3012281"/>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6</a:t>
            </a:r>
          </a:p>
        </p:txBody>
      </p:sp>
      <p:sp>
        <p:nvSpPr>
          <p:cNvPr id="16" name="object-16">
            <a:extLst>
              <a:ext uri="{FF2B5EF4-FFF2-40B4-BE49-F238E27FC236}">
                <a16:creationId xmlns:a16="http://schemas.microsoft.com/office/drawing/2014/main" id="{641490B5-389A-44C5-9218-F78755A02A4E}"/>
              </a:ext>
            </a:extLst>
          </p:cNvPr>
          <p:cNvSpPr>
            <a:spLocks noGrp="1"/>
          </p:cNvSpPr>
          <p:nvPr/>
        </p:nvSpPr>
        <p:spPr>
          <a:xfrm>
            <a:off x="2583656" y="3512344"/>
            <a:ext cx="4953000" cy="0"/>
          </a:xfrm>
          <a:prstGeom prst="line">
            <a:avLst/>
          </a:prstGeom>
          <a:noFill/>
          <a:ln w="11906">
            <a:solidFill>
              <a:srgbClr val="BCD0EA"/>
            </a:solidFill>
          </a:ln>
        </p:spPr>
      </p:sp>
      <p:sp>
        <p:nvSpPr>
          <p:cNvPr id="17" name="object-17">
            <a:extLst>
              <a:ext uri="{FF2B5EF4-FFF2-40B4-BE49-F238E27FC236}">
                <a16:creationId xmlns:a16="http://schemas.microsoft.com/office/drawing/2014/main" id="{D84D0332-7F10-4625-99F4-B9113AAAD4EB}"/>
              </a:ext>
            </a:extLst>
          </p:cNvPr>
          <p:cNvSpPr>
            <a:spLocks noGrp="1"/>
          </p:cNvSpPr>
          <p:nvPr/>
        </p:nvSpPr>
        <p:spPr>
          <a:xfrm>
            <a:off x="3512344" y="2583656"/>
            <a:ext cx="0" cy="4953000"/>
          </a:xfrm>
          <a:prstGeom prst="line">
            <a:avLst/>
          </a:prstGeom>
          <a:noFill/>
          <a:ln w="11906">
            <a:solidFill>
              <a:srgbClr val="BCD0EA"/>
            </a:solidFill>
          </a:ln>
        </p:spPr>
      </p:sp>
      <p:sp>
        <p:nvSpPr>
          <p:cNvPr id="18" name="object-18">
            <a:extLst>
              <a:ext uri="{FF2B5EF4-FFF2-40B4-BE49-F238E27FC236}">
                <a16:creationId xmlns:a16="http://schemas.microsoft.com/office/drawing/2014/main" id="{6F5F202F-B79D-4F0A-B224-D96B82AC64C6}"/>
              </a:ext>
            </a:extLst>
          </p:cNvPr>
          <p:cNvSpPr>
            <a:spLocks noGrp="1"/>
          </p:cNvSpPr>
          <p:nvPr/>
        </p:nvSpPr>
        <p:spPr>
          <a:xfrm>
            <a:off x="2583656" y="3821906"/>
            <a:ext cx="4953000" cy="0"/>
          </a:xfrm>
          <a:prstGeom prst="line">
            <a:avLst/>
          </a:prstGeom>
          <a:noFill/>
          <a:ln w="11906">
            <a:solidFill>
              <a:srgbClr val="BCD0EA"/>
            </a:solidFill>
          </a:ln>
        </p:spPr>
      </p:sp>
      <p:sp>
        <p:nvSpPr>
          <p:cNvPr id="19" name="object-19">
            <a:extLst>
              <a:ext uri="{FF2B5EF4-FFF2-40B4-BE49-F238E27FC236}">
                <a16:creationId xmlns:a16="http://schemas.microsoft.com/office/drawing/2014/main" id="{861794A2-AA27-400F-8635-49BE5FDFFF5A}"/>
              </a:ext>
            </a:extLst>
          </p:cNvPr>
          <p:cNvSpPr>
            <a:spLocks noGrp="1"/>
          </p:cNvSpPr>
          <p:nvPr/>
        </p:nvSpPr>
        <p:spPr>
          <a:xfrm>
            <a:off x="3821906" y="2583656"/>
            <a:ext cx="0" cy="4953000"/>
          </a:xfrm>
          <a:prstGeom prst="line">
            <a:avLst/>
          </a:prstGeom>
          <a:noFill/>
          <a:ln w="11906">
            <a:solidFill>
              <a:srgbClr val="BCD0EA"/>
            </a:solidFill>
          </a:ln>
        </p:spPr>
      </p:sp>
      <p:sp>
        <p:nvSpPr>
          <p:cNvPr id="20" name="object-20">
            <a:extLst>
              <a:ext uri="{FF2B5EF4-FFF2-40B4-BE49-F238E27FC236}">
                <a16:creationId xmlns:a16="http://schemas.microsoft.com/office/drawing/2014/main" id="{9F24F80D-5C50-40F3-A25D-7A16A3CCEA35}"/>
              </a:ext>
            </a:extLst>
          </p:cNvPr>
          <p:cNvSpPr>
            <a:spLocks noGrp="1"/>
          </p:cNvSpPr>
          <p:nvPr/>
        </p:nvSpPr>
        <p:spPr>
          <a:xfrm>
            <a:off x="360759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-4</a:t>
            </a:r>
          </a:p>
        </p:txBody>
      </p:sp>
      <p:sp>
        <p:nvSpPr>
          <p:cNvPr id="21" name="object-21">
            <a:extLst>
              <a:ext uri="{FF2B5EF4-FFF2-40B4-BE49-F238E27FC236}">
                <a16:creationId xmlns:a16="http://schemas.microsoft.com/office/drawing/2014/main" id="{9F20DBC3-17D6-4753-B100-E8159D4B2A75}"/>
              </a:ext>
            </a:extLst>
          </p:cNvPr>
          <p:cNvSpPr>
            <a:spLocks noGrp="1"/>
          </p:cNvSpPr>
          <p:nvPr/>
        </p:nvSpPr>
        <p:spPr>
          <a:xfrm>
            <a:off x="4560094" y="3631406"/>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4</a:t>
            </a:r>
          </a:p>
        </p:txBody>
      </p:sp>
      <p:sp>
        <p:nvSpPr>
          <p:cNvPr id="22" name="object-22">
            <a:extLst>
              <a:ext uri="{FF2B5EF4-FFF2-40B4-BE49-F238E27FC236}">
                <a16:creationId xmlns:a16="http://schemas.microsoft.com/office/drawing/2014/main" id="{42859A95-F882-4D34-A2C9-67B870749421}"/>
              </a:ext>
            </a:extLst>
          </p:cNvPr>
          <p:cNvSpPr>
            <a:spLocks noGrp="1"/>
          </p:cNvSpPr>
          <p:nvPr/>
        </p:nvSpPr>
        <p:spPr>
          <a:xfrm>
            <a:off x="2583656" y="4131469"/>
            <a:ext cx="4953000" cy="0"/>
          </a:xfrm>
          <a:prstGeom prst="line">
            <a:avLst/>
          </a:prstGeom>
          <a:noFill/>
          <a:ln w="11906">
            <a:solidFill>
              <a:srgbClr val="BCD0EA"/>
            </a:solidFill>
          </a:ln>
        </p:spPr>
      </p:sp>
      <p:sp>
        <p:nvSpPr>
          <p:cNvPr id="23" name="object-23">
            <a:extLst>
              <a:ext uri="{FF2B5EF4-FFF2-40B4-BE49-F238E27FC236}">
                <a16:creationId xmlns:a16="http://schemas.microsoft.com/office/drawing/2014/main" id="{07F68960-4C0B-48B3-9A16-22B48AD40055}"/>
              </a:ext>
            </a:extLst>
          </p:cNvPr>
          <p:cNvSpPr>
            <a:spLocks noGrp="1"/>
          </p:cNvSpPr>
          <p:nvPr/>
        </p:nvSpPr>
        <p:spPr>
          <a:xfrm>
            <a:off x="4131469" y="2583656"/>
            <a:ext cx="0" cy="4953000"/>
          </a:xfrm>
          <a:prstGeom prst="line">
            <a:avLst/>
          </a:prstGeom>
          <a:noFill/>
          <a:ln w="11906">
            <a:solidFill>
              <a:srgbClr val="BCD0EA"/>
            </a:solidFill>
          </a:ln>
        </p:spPr>
      </p:sp>
      <p:sp>
        <p:nvSpPr>
          <p:cNvPr id="24" name="object-24">
            <a:extLst>
              <a:ext uri="{FF2B5EF4-FFF2-40B4-BE49-F238E27FC236}">
                <a16:creationId xmlns:a16="http://schemas.microsoft.com/office/drawing/2014/main" id="{50001947-4DF5-4CA8-AD61-6C1F405836EA}"/>
              </a:ext>
            </a:extLst>
          </p:cNvPr>
          <p:cNvSpPr>
            <a:spLocks noGrp="1"/>
          </p:cNvSpPr>
          <p:nvPr/>
        </p:nvSpPr>
        <p:spPr>
          <a:xfrm>
            <a:off x="2583656" y="4441031"/>
            <a:ext cx="4953000" cy="0"/>
          </a:xfrm>
          <a:prstGeom prst="line">
            <a:avLst/>
          </a:prstGeom>
          <a:noFill/>
          <a:ln w="11906">
            <a:solidFill>
              <a:srgbClr val="BCD0EA"/>
            </a:solidFill>
          </a:ln>
        </p:spPr>
      </p:sp>
      <p:sp>
        <p:nvSpPr>
          <p:cNvPr id="25" name="object-25">
            <a:extLst>
              <a:ext uri="{FF2B5EF4-FFF2-40B4-BE49-F238E27FC236}">
                <a16:creationId xmlns:a16="http://schemas.microsoft.com/office/drawing/2014/main" id="{F725B0AA-896D-41AA-A7EA-68AC6153FA31}"/>
              </a:ext>
            </a:extLst>
          </p:cNvPr>
          <p:cNvSpPr>
            <a:spLocks noGrp="1"/>
          </p:cNvSpPr>
          <p:nvPr/>
        </p:nvSpPr>
        <p:spPr>
          <a:xfrm>
            <a:off x="4441031" y="2583656"/>
            <a:ext cx="0" cy="4953000"/>
          </a:xfrm>
          <a:prstGeom prst="line">
            <a:avLst/>
          </a:prstGeom>
          <a:noFill/>
          <a:ln w="11906">
            <a:solidFill>
              <a:srgbClr val="BCD0EA"/>
            </a:solidFill>
          </a:ln>
        </p:spPr>
      </p:sp>
      <p:sp>
        <p:nvSpPr>
          <p:cNvPr id="26" name="object-26">
            <a:extLst>
              <a:ext uri="{FF2B5EF4-FFF2-40B4-BE49-F238E27FC236}">
                <a16:creationId xmlns:a16="http://schemas.microsoft.com/office/drawing/2014/main" id="{9D17A0CA-7C66-43DF-9023-2B43FF475088}"/>
              </a:ext>
            </a:extLst>
          </p:cNvPr>
          <p:cNvSpPr>
            <a:spLocks noGrp="1"/>
          </p:cNvSpPr>
          <p:nvPr/>
        </p:nvSpPr>
        <p:spPr>
          <a:xfrm>
            <a:off x="4226719"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-2</a:t>
            </a:r>
          </a:p>
        </p:txBody>
      </p:sp>
      <p:sp>
        <p:nvSpPr>
          <p:cNvPr id="27" name="object-27">
            <a:extLst>
              <a:ext uri="{FF2B5EF4-FFF2-40B4-BE49-F238E27FC236}">
                <a16:creationId xmlns:a16="http://schemas.microsoft.com/office/drawing/2014/main" id="{FB773964-3834-4A5D-AE0B-EAC4231296F3}"/>
              </a:ext>
            </a:extLst>
          </p:cNvPr>
          <p:cNvSpPr>
            <a:spLocks noGrp="1"/>
          </p:cNvSpPr>
          <p:nvPr/>
        </p:nvSpPr>
        <p:spPr>
          <a:xfrm>
            <a:off x="4560094" y="4250531"/>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2</a:t>
            </a:r>
          </a:p>
        </p:txBody>
      </p:sp>
      <p:sp>
        <p:nvSpPr>
          <p:cNvPr id="28" name="object-28">
            <a:extLst>
              <a:ext uri="{FF2B5EF4-FFF2-40B4-BE49-F238E27FC236}">
                <a16:creationId xmlns:a16="http://schemas.microsoft.com/office/drawing/2014/main" id="{A7D74571-57CA-4531-A70A-0DD4628EB135}"/>
              </a:ext>
            </a:extLst>
          </p:cNvPr>
          <p:cNvSpPr>
            <a:spLocks noGrp="1"/>
          </p:cNvSpPr>
          <p:nvPr/>
        </p:nvSpPr>
        <p:spPr>
          <a:xfrm>
            <a:off x="2583656" y="4750594"/>
            <a:ext cx="4953000" cy="0"/>
          </a:xfrm>
          <a:prstGeom prst="line">
            <a:avLst/>
          </a:prstGeom>
          <a:noFill/>
          <a:ln w="11906">
            <a:solidFill>
              <a:srgbClr val="BCD0EA"/>
            </a:solidFill>
          </a:ln>
        </p:spPr>
      </p:sp>
      <p:sp>
        <p:nvSpPr>
          <p:cNvPr id="29" name="object-29">
            <a:extLst>
              <a:ext uri="{FF2B5EF4-FFF2-40B4-BE49-F238E27FC236}">
                <a16:creationId xmlns:a16="http://schemas.microsoft.com/office/drawing/2014/main" id="{C742BD7A-EC6A-4A5F-B04A-E4F8AD4F696E}"/>
              </a:ext>
            </a:extLst>
          </p:cNvPr>
          <p:cNvSpPr>
            <a:spLocks noGrp="1"/>
          </p:cNvSpPr>
          <p:nvPr/>
        </p:nvSpPr>
        <p:spPr>
          <a:xfrm>
            <a:off x="4750594" y="2583656"/>
            <a:ext cx="0" cy="4953000"/>
          </a:xfrm>
          <a:prstGeom prst="line">
            <a:avLst/>
          </a:prstGeom>
          <a:noFill/>
          <a:ln w="11906">
            <a:solidFill>
              <a:srgbClr val="BCD0EA"/>
            </a:solidFill>
          </a:ln>
        </p:spPr>
      </p:sp>
      <p:sp>
        <p:nvSpPr>
          <p:cNvPr id="30" name="object-30">
            <a:extLst>
              <a:ext uri="{FF2B5EF4-FFF2-40B4-BE49-F238E27FC236}">
                <a16:creationId xmlns:a16="http://schemas.microsoft.com/office/drawing/2014/main" id="{05C1A345-91E7-4FA7-962D-D4D6EC44C744}"/>
              </a:ext>
            </a:extLst>
          </p:cNvPr>
          <p:cNvSpPr>
            <a:spLocks noGrp="1"/>
          </p:cNvSpPr>
          <p:nvPr/>
        </p:nvSpPr>
        <p:spPr>
          <a:xfrm>
            <a:off x="2583656" y="5060156"/>
            <a:ext cx="4953000" cy="0"/>
          </a:xfrm>
          <a:prstGeom prst="line">
            <a:avLst/>
          </a:prstGeom>
          <a:noFill/>
          <a:ln w="11906">
            <a:solidFill>
              <a:srgbClr val="BCD0EA"/>
            </a:solidFill>
          </a:ln>
        </p:spPr>
      </p:sp>
      <p:sp>
        <p:nvSpPr>
          <p:cNvPr id="31" name="object-31">
            <a:extLst>
              <a:ext uri="{FF2B5EF4-FFF2-40B4-BE49-F238E27FC236}">
                <a16:creationId xmlns:a16="http://schemas.microsoft.com/office/drawing/2014/main" id="{A4A26543-477D-4AC5-BA8F-7EC6232A521F}"/>
              </a:ext>
            </a:extLst>
          </p:cNvPr>
          <p:cNvSpPr>
            <a:spLocks noGrp="1"/>
          </p:cNvSpPr>
          <p:nvPr/>
        </p:nvSpPr>
        <p:spPr>
          <a:xfrm>
            <a:off x="5060156" y="2583656"/>
            <a:ext cx="0" cy="4953000"/>
          </a:xfrm>
          <a:prstGeom prst="line">
            <a:avLst/>
          </a:prstGeom>
          <a:noFill/>
          <a:ln w="11906">
            <a:solidFill>
              <a:srgbClr val="BCD0EA"/>
            </a:solidFill>
          </a:ln>
        </p:spPr>
      </p:sp>
      <p:sp>
        <p:nvSpPr>
          <p:cNvPr id="32" name="object-32">
            <a:extLst>
              <a:ext uri="{FF2B5EF4-FFF2-40B4-BE49-F238E27FC236}">
                <a16:creationId xmlns:a16="http://schemas.microsoft.com/office/drawing/2014/main" id="{20842767-3234-4153-B5EC-B7113F59DD3A}"/>
              </a:ext>
            </a:extLst>
          </p:cNvPr>
          <p:cNvSpPr>
            <a:spLocks noGrp="1"/>
          </p:cNvSpPr>
          <p:nvPr/>
        </p:nvSpPr>
        <p:spPr>
          <a:xfrm>
            <a:off x="484584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0</a:t>
            </a:r>
          </a:p>
        </p:txBody>
      </p:sp>
      <p:sp>
        <p:nvSpPr>
          <p:cNvPr id="33" name="object-33">
            <a:extLst>
              <a:ext uri="{FF2B5EF4-FFF2-40B4-BE49-F238E27FC236}">
                <a16:creationId xmlns:a16="http://schemas.microsoft.com/office/drawing/2014/main" id="{0D92072D-ADDB-47F5-BDFD-1EA7B3F2CBAB}"/>
              </a:ext>
            </a:extLst>
          </p:cNvPr>
          <p:cNvSpPr>
            <a:spLocks noGrp="1"/>
          </p:cNvSpPr>
          <p:nvPr/>
        </p:nvSpPr>
        <p:spPr>
          <a:xfrm>
            <a:off x="2583656" y="5369719"/>
            <a:ext cx="4953000" cy="0"/>
          </a:xfrm>
          <a:prstGeom prst="line">
            <a:avLst/>
          </a:prstGeom>
          <a:noFill/>
          <a:ln w="11906">
            <a:solidFill>
              <a:srgbClr val="BCD0EA"/>
            </a:solidFill>
          </a:ln>
        </p:spPr>
      </p:sp>
      <p:sp>
        <p:nvSpPr>
          <p:cNvPr id="34" name="object-34">
            <a:extLst>
              <a:ext uri="{FF2B5EF4-FFF2-40B4-BE49-F238E27FC236}">
                <a16:creationId xmlns:a16="http://schemas.microsoft.com/office/drawing/2014/main" id="{1850E0A0-285E-4C2A-B77F-636319279F18}"/>
              </a:ext>
            </a:extLst>
          </p:cNvPr>
          <p:cNvSpPr>
            <a:spLocks noGrp="1"/>
          </p:cNvSpPr>
          <p:nvPr/>
        </p:nvSpPr>
        <p:spPr>
          <a:xfrm>
            <a:off x="5369719" y="2583656"/>
            <a:ext cx="0" cy="4953000"/>
          </a:xfrm>
          <a:prstGeom prst="line">
            <a:avLst/>
          </a:prstGeom>
          <a:noFill/>
          <a:ln w="11906">
            <a:solidFill>
              <a:srgbClr val="BCD0EA"/>
            </a:solidFill>
          </a:ln>
        </p:spPr>
      </p:sp>
      <p:sp>
        <p:nvSpPr>
          <p:cNvPr id="35" name="object-35">
            <a:extLst>
              <a:ext uri="{FF2B5EF4-FFF2-40B4-BE49-F238E27FC236}">
                <a16:creationId xmlns:a16="http://schemas.microsoft.com/office/drawing/2014/main" id="{DF7EFAC8-C3B6-4D74-968E-0B886F46FDF3}"/>
              </a:ext>
            </a:extLst>
          </p:cNvPr>
          <p:cNvSpPr>
            <a:spLocks noGrp="1"/>
          </p:cNvSpPr>
          <p:nvPr/>
        </p:nvSpPr>
        <p:spPr>
          <a:xfrm>
            <a:off x="2583656" y="5679281"/>
            <a:ext cx="4953000" cy="0"/>
          </a:xfrm>
          <a:prstGeom prst="line">
            <a:avLst/>
          </a:prstGeom>
          <a:noFill/>
          <a:ln w="11906">
            <a:solidFill>
              <a:srgbClr val="BCD0EA"/>
            </a:solidFill>
          </a:ln>
        </p:spPr>
      </p:sp>
      <p:sp>
        <p:nvSpPr>
          <p:cNvPr id="36" name="object-36">
            <a:extLst>
              <a:ext uri="{FF2B5EF4-FFF2-40B4-BE49-F238E27FC236}">
                <a16:creationId xmlns:a16="http://schemas.microsoft.com/office/drawing/2014/main" id="{AB771DA1-6645-4B37-8E78-14217D416B35}"/>
              </a:ext>
            </a:extLst>
          </p:cNvPr>
          <p:cNvSpPr>
            <a:spLocks noGrp="1"/>
          </p:cNvSpPr>
          <p:nvPr/>
        </p:nvSpPr>
        <p:spPr>
          <a:xfrm>
            <a:off x="5679281" y="2583656"/>
            <a:ext cx="0" cy="4953000"/>
          </a:xfrm>
          <a:prstGeom prst="line">
            <a:avLst/>
          </a:prstGeom>
          <a:noFill/>
          <a:ln w="11906">
            <a:solidFill>
              <a:srgbClr val="BCD0EA"/>
            </a:solidFill>
          </a:ln>
        </p:spPr>
      </p:sp>
      <p:sp>
        <p:nvSpPr>
          <p:cNvPr id="37" name="object-37">
            <a:extLst>
              <a:ext uri="{FF2B5EF4-FFF2-40B4-BE49-F238E27FC236}">
                <a16:creationId xmlns:a16="http://schemas.microsoft.com/office/drawing/2014/main" id="{ED84657F-0619-4249-8239-84E206CBF78B}"/>
              </a:ext>
            </a:extLst>
          </p:cNvPr>
          <p:cNvSpPr>
            <a:spLocks noGrp="1"/>
          </p:cNvSpPr>
          <p:nvPr/>
        </p:nvSpPr>
        <p:spPr>
          <a:xfrm>
            <a:off x="5464969"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2</a:t>
            </a:r>
          </a:p>
        </p:txBody>
      </p:sp>
      <p:sp>
        <p:nvSpPr>
          <p:cNvPr id="38" name="object-38">
            <a:extLst>
              <a:ext uri="{FF2B5EF4-FFF2-40B4-BE49-F238E27FC236}">
                <a16:creationId xmlns:a16="http://schemas.microsoft.com/office/drawing/2014/main" id="{50D0669D-D2FA-4766-BEC2-AB3D22B7C534}"/>
              </a:ext>
            </a:extLst>
          </p:cNvPr>
          <p:cNvSpPr>
            <a:spLocks noGrp="1"/>
          </p:cNvSpPr>
          <p:nvPr/>
        </p:nvSpPr>
        <p:spPr>
          <a:xfrm>
            <a:off x="4560094" y="5488781"/>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-2</a:t>
            </a:r>
          </a:p>
        </p:txBody>
      </p:sp>
      <p:sp>
        <p:nvSpPr>
          <p:cNvPr id="39" name="object-39">
            <a:extLst>
              <a:ext uri="{FF2B5EF4-FFF2-40B4-BE49-F238E27FC236}">
                <a16:creationId xmlns:a16="http://schemas.microsoft.com/office/drawing/2014/main" id="{AC0B9B6D-DA5F-4512-89E8-0723538ACD97}"/>
              </a:ext>
            </a:extLst>
          </p:cNvPr>
          <p:cNvSpPr>
            <a:spLocks noGrp="1"/>
          </p:cNvSpPr>
          <p:nvPr/>
        </p:nvSpPr>
        <p:spPr>
          <a:xfrm>
            <a:off x="2583656" y="5988844"/>
            <a:ext cx="4953000" cy="0"/>
          </a:xfrm>
          <a:prstGeom prst="line">
            <a:avLst/>
          </a:prstGeom>
          <a:noFill/>
          <a:ln w="11906">
            <a:solidFill>
              <a:srgbClr val="BCD0EA"/>
            </a:solidFill>
          </a:ln>
        </p:spPr>
      </p:sp>
      <p:sp>
        <p:nvSpPr>
          <p:cNvPr id="40" name="object-40">
            <a:extLst>
              <a:ext uri="{FF2B5EF4-FFF2-40B4-BE49-F238E27FC236}">
                <a16:creationId xmlns:a16="http://schemas.microsoft.com/office/drawing/2014/main" id="{79B635DB-AE11-4129-BABD-D9021F873994}"/>
              </a:ext>
            </a:extLst>
          </p:cNvPr>
          <p:cNvSpPr>
            <a:spLocks noGrp="1"/>
          </p:cNvSpPr>
          <p:nvPr/>
        </p:nvSpPr>
        <p:spPr>
          <a:xfrm>
            <a:off x="5988844" y="2583656"/>
            <a:ext cx="0" cy="4953000"/>
          </a:xfrm>
          <a:prstGeom prst="line">
            <a:avLst/>
          </a:prstGeom>
          <a:noFill/>
          <a:ln w="11906">
            <a:solidFill>
              <a:srgbClr val="BCD0EA"/>
            </a:solidFill>
          </a:ln>
        </p:spPr>
      </p:sp>
      <p:sp>
        <p:nvSpPr>
          <p:cNvPr id="41" name="object-41">
            <a:extLst>
              <a:ext uri="{FF2B5EF4-FFF2-40B4-BE49-F238E27FC236}">
                <a16:creationId xmlns:a16="http://schemas.microsoft.com/office/drawing/2014/main" id="{44668849-4C7D-4CB9-B3AB-4510CF1E90C9}"/>
              </a:ext>
            </a:extLst>
          </p:cNvPr>
          <p:cNvSpPr>
            <a:spLocks noGrp="1"/>
          </p:cNvSpPr>
          <p:nvPr/>
        </p:nvSpPr>
        <p:spPr>
          <a:xfrm>
            <a:off x="2583656" y="6298406"/>
            <a:ext cx="4953000" cy="0"/>
          </a:xfrm>
          <a:prstGeom prst="line">
            <a:avLst/>
          </a:prstGeom>
          <a:noFill/>
          <a:ln w="11906">
            <a:solidFill>
              <a:srgbClr val="BCD0EA"/>
            </a:solidFill>
          </a:ln>
        </p:spPr>
      </p:sp>
      <p:sp>
        <p:nvSpPr>
          <p:cNvPr id="42" name="object-42">
            <a:extLst>
              <a:ext uri="{FF2B5EF4-FFF2-40B4-BE49-F238E27FC236}">
                <a16:creationId xmlns:a16="http://schemas.microsoft.com/office/drawing/2014/main" id="{BA946BE5-B19A-4151-9991-7F3CC2FE8374}"/>
              </a:ext>
            </a:extLst>
          </p:cNvPr>
          <p:cNvSpPr>
            <a:spLocks noGrp="1"/>
          </p:cNvSpPr>
          <p:nvPr/>
        </p:nvSpPr>
        <p:spPr>
          <a:xfrm>
            <a:off x="6298406" y="2583656"/>
            <a:ext cx="0" cy="4953000"/>
          </a:xfrm>
          <a:prstGeom prst="line">
            <a:avLst/>
          </a:prstGeom>
          <a:noFill/>
          <a:ln w="11906">
            <a:solidFill>
              <a:srgbClr val="BCD0EA"/>
            </a:solidFill>
          </a:ln>
        </p:spPr>
      </p:sp>
      <p:sp>
        <p:nvSpPr>
          <p:cNvPr id="43" name="object-43">
            <a:extLst>
              <a:ext uri="{FF2B5EF4-FFF2-40B4-BE49-F238E27FC236}">
                <a16:creationId xmlns:a16="http://schemas.microsoft.com/office/drawing/2014/main" id="{11E49E37-F570-4856-9788-BCF9B05A9C50}"/>
              </a:ext>
            </a:extLst>
          </p:cNvPr>
          <p:cNvSpPr>
            <a:spLocks noGrp="1"/>
          </p:cNvSpPr>
          <p:nvPr/>
        </p:nvSpPr>
        <p:spPr>
          <a:xfrm>
            <a:off x="608409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4</a:t>
            </a:r>
          </a:p>
        </p:txBody>
      </p:sp>
      <p:sp>
        <p:nvSpPr>
          <p:cNvPr id="44" name="object-44">
            <a:extLst>
              <a:ext uri="{FF2B5EF4-FFF2-40B4-BE49-F238E27FC236}">
                <a16:creationId xmlns:a16="http://schemas.microsoft.com/office/drawing/2014/main" id="{B6C32BBF-C479-42E7-877D-77DFB562F7EC}"/>
              </a:ext>
            </a:extLst>
          </p:cNvPr>
          <p:cNvSpPr>
            <a:spLocks noGrp="1"/>
          </p:cNvSpPr>
          <p:nvPr/>
        </p:nvSpPr>
        <p:spPr>
          <a:xfrm>
            <a:off x="4560094" y="6107906"/>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-4</a:t>
            </a:r>
          </a:p>
        </p:txBody>
      </p:sp>
      <p:sp>
        <p:nvSpPr>
          <p:cNvPr id="45" name="object-45">
            <a:extLst>
              <a:ext uri="{FF2B5EF4-FFF2-40B4-BE49-F238E27FC236}">
                <a16:creationId xmlns:a16="http://schemas.microsoft.com/office/drawing/2014/main" id="{CA565371-BC98-4231-BDEF-EBBE7258597C}"/>
              </a:ext>
            </a:extLst>
          </p:cNvPr>
          <p:cNvSpPr>
            <a:spLocks noGrp="1"/>
          </p:cNvSpPr>
          <p:nvPr/>
        </p:nvSpPr>
        <p:spPr>
          <a:xfrm>
            <a:off x="2583656" y="6607969"/>
            <a:ext cx="4953000" cy="0"/>
          </a:xfrm>
          <a:prstGeom prst="line">
            <a:avLst/>
          </a:prstGeom>
          <a:noFill/>
          <a:ln w="11906">
            <a:solidFill>
              <a:srgbClr val="BCD0EA"/>
            </a:solidFill>
          </a:ln>
        </p:spPr>
      </p:sp>
      <p:sp>
        <p:nvSpPr>
          <p:cNvPr id="46" name="object-46">
            <a:extLst>
              <a:ext uri="{FF2B5EF4-FFF2-40B4-BE49-F238E27FC236}">
                <a16:creationId xmlns:a16="http://schemas.microsoft.com/office/drawing/2014/main" id="{C38F20E5-8C44-4E58-9E65-BCE90346F645}"/>
              </a:ext>
            </a:extLst>
          </p:cNvPr>
          <p:cNvSpPr>
            <a:spLocks noGrp="1"/>
          </p:cNvSpPr>
          <p:nvPr/>
        </p:nvSpPr>
        <p:spPr>
          <a:xfrm>
            <a:off x="6607969" y="2583656"/>
            <a:ext cx="0" cy="4953000"/>
          </a:xfrm>
          <a:prstGeom prst="line">
            <a:avLst/>
          </a:prstGeom>
          <a:noFill/>
          <a:ln w="11906">
            <a:solidFill>
              <a:srgbClr val="BCD0EA"/>
            </a:solidFill>
          </a:ln>
        </p:spPr>
      </p:sp>
      <p:sp>
        <p:nvSpPr>
          <p:cNvPr id="47" name="object-47">
            <a:extLst>
              <a:ext uri="{FF2B5EF4-FFF2-40B4-BE49-F238E27FC236}">
                <a16:creationId xmlns:a16="http://schemas.microsoft.com/office/drawing/2014/main" id="{270329D5-E9C7-4894-A79A-A044D0FC2E21}"/>
              </a:ext>
            </a:extLst>
          </p:cNvPr>
          <p:cNvSpPr>
            <a:spLocks noGrp="1"/>
          </p:cNvSpPr>
          <p:nvPr/>
        </p:nvSpPr>
        <p:spPr>
          <a:xfrm>
            <a:off x="2583656" y="6917531"/>
            <a:ext cx="4953000" cy="0"/>
          </a:xfrm>
          <a:prstGeom prst="line">
            <a:avLst/>
          </a:prstGeom>
          <a:noFill/>
          <a:ln w="11906">
            <a:solidFill>
              <a:srgbClr val="BCD0EA"/>
            </a:solidFill>
          </a:ln>
        </p:spPr>
      </p:sp>
      <p:sp>
        <p:nvSpPr>
          <p:cNvPr id="48" name="object-48">
            <a:extLst>
              <a:ext uri="{FF2B5EF4-FFF2-40B4-BE49-F238E27FC236}">
                <a16:creationId xmlns:a16="http://schemas.microsoft.com/office/drawing/2014/main" id="{FC5B977A-7FD1-4185-BD01-B6A3C58FD866}"/>
              </a:ext>
            </a:extLst>
          </p:cNvPr>
          <p:cNvSpPr>
            <a:spLocks noGrp="1"/>
          </p:cNvSpPr>
          <p:nvPr/>
        </p:nvSpPr>
        <p:spPr>
          <a:xfrm>
            <a:off x="6917531" y="2583656"/>
            <a:ext cx="0" cy="4953000"/>
          </a:xfrm>
          <a:prstGeom prst="line">
            <a:avLst/>
          </a:prstGeom>
          <a:noFill/>
          <a:ln w="11906">
            <a:solidFill>
              <a:srgbClr val="BCD0EA"/>
            </a:solidFill>
          </a:ln>
        </p:spPr>
      </p:sp>
      <p:sp>
        <p:nvSpPr>
          <p:cNvPr id="49" name="object-49">
            <a:extLst>
              <a:ext uri="{FF2B5EF4-FFF2-40B4-BE49-F238E27FC236}">
                <a16:creationId xmlns:a16="http://schemas.microsoft.com/office/drawing/2014/main" id="{207677CB-18C9-4C74-9186-A470FE688F48}"/>
              </a:ext>
            </a:extLst>
          </p:cNvPr>
          <p:cNvSpPr>
            <a:spLocks noGrp="1"/>
          </p:cNvSpPr>
          <p:nvPr/>
        </p:nvSpPr>
        <p:spPr>
          <a:xfrm>
            <a:off x="6703219"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6</a:t>
            </a:r>
          </a:p>
        </p:txBody>
      </p:sp>
      <p:sp>
        <p:nvSpPr>
          <p:cNvPr id="50" name="object-50">
            <a:extLst>
              <a:ext uri="{FF2B5EF4-FFF2-40B4-BE49-F238E27FC236}">
                <a16:creationId xmlns:a16="http://schemas.microsoft.com/office/drawing/2014/main" id="{F5365CA9-65C5-43DB-B117-0BB3C52E2E2D}"/>
              </a:ext>
            </a:extLst>
          </p:cNvPr>
          <p:cNvSpPr>
            <a:spLocks noGrp="1"/>
          </p:cNvSpPr>
          <p:nvPr/>
        </p:nvSpPr>
        <p:spPr>
          <a:xfrm>
            <a:off x="4560094" y="6727031"/>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-6</a:t>
            </a:r>
          </a:p>
        </p:txBody>
      </p:sp>
      <p:sp>
        <p:nvSpPr>
          <p:cNvPr id="51" name="object-51">
            <a:extLst>
              <a:ext uri="{FF2B5EF4-FFF2-40B4-BE49-F238E27FC236}">
                <a16:creationId xmlns:a16="http://schemas.microsoft.com/office/drawing/2014/main" id="{1B40EF70-E1D2-4AF2-840B-CFEB8FCEAF4B}"/>
              </a:ext>
            </a:extLst>
          </p:cNvPr>
          <p:cNvSpPr>
            <a:spLocks noGrp="1"/>
          </p:cNvSpPr>
          <p:nvPr/>
        </p:nvSpPr>
        <p:spPr>
          <a:xfrm>
            <a:off x="2583656" y="7227094"/>
            <a:ext cx="4953000" cy="0"/>
          </a:xfrm>
          <a:prstGeom prst="line">
            <a:avLst/>
          </a:prstGeom>
          <a:noFill/>
          <a:ln w="11906">
            <a:solidFill>
              <a:srgbClr val="BCD0EA"/>
            </a:solidFill>
          </a:ln>
        </p:spPr>
      </p:sp>
      <p:sp>
        <p:nvSpPr>
          <p:cNvPr id="52" name="object-52">
            <a:extLst>
              <a:ext uri="{FF2B5EF4-FFF2-40B4-BE49-F238E27FC236}">
                <a16:creationId xmlns:a16="http://schemas.microsoft.com/office/drawing/2014/main" id="{2CAB4CF3-959F-40E8-87EE-70DFCB52BAF5}"/>
              </a:ext>
            </a:extLst>
          </p:cNvPr>
          <p:cNvSpPr>
            <a:spLocks noGrp="1"/>
          </p:cNvSpPr>
          <p:nvPr/>
        </p:nvSpPr>
        <p:spPr>
          <a:xfrm>
            <a:off x="7227094" y="2583656"/>
            <a:ext cx="0" cy="4953000"/>
          </a:xfrm>
          <a:prstGeom prst="line">
            <a:avLst/>
          </a:prstGeom>
          <a:noFill/>
          <a:ln w="11906">
            <a:solidFill>
              <a:srgbClr val="BCD0EA"/>
            </a:solidFill>
          </a:ln>
        </p:spPr>
      </p:sp>
      <p:sp>
        <p:nvSpPr>
          <p:cNvPr id="53" name="object-53">
            <a:extLst>
              <a:ext uri="{FF2B5EF4-FFF2-40B4-BE49-F238E27FC236}">
                <a16:creationId xmlns:a16="http://schemas.microsoft.com/office/drawing/2014/main" id="{1EE278FD-E313-4166-BE35-BD0B0BAEA52B}"/>
              </a:ext>
            </a:extLst>
          </p:cNvPr>
          <p:cNvSpPr>
            <a:spLocks noGrp="1"/>
          </p:cNvSpPr>
          <p:nvPr/>
        </p:nvSpPr>
        <p:spPr>
          <a:xfrm>
            <a:off x="2583656" y="7536656"/>
            <a:ext cx="4953000" cy="0"/>
          </a:xfrm>
          <a:prstGeom prst="line">
            <a:avLst/>
          </a:prstGeom>
          <a:noFill/>
          <a:ln w="11906">
            <a:solidFill>
              <a:srgbClr val="BCD0EA"/>
            </a:solidFill>
          </a:ln>
        </p:spPr>
      </p:sp>
      <p:sp>
        <p:nvSpPr>
          <p:cNvPr id="54" name="object-54">
            <a:extLst>
              <a:ext uri="{FF2B5EF4-FFF2-40B4-BE49-F238E27FC236}">
                <a16:creationId xmlns:a16="http://schemas.microsoft.com/office/drawing/2014/main" id="{F21052E9-3D65-4217-8B87-B713AD2594CB}"/>
              </a:ext>
            </a:extLst>
          </p:cNvPr>
          <p:cNvSpPr>
            <a:spLocks noGrp="1"/>
          </p:cNvSpPr>
          <p:nvPr/>
        </p:nvSpPr>
        <p:spPr>
          <a:xfrm>
            <a:off x="7536656" y="2583656"/>
            <a:ext cx="0" cy="4953000"/>
          </a:xfrm>
          <a:prstGeom prst="line">
            <a:avLst/>
          </a:prstGeom>
          <a:noFill/>
          <a:ln w="11906">
            <a:solidFill>
              <a:srgbClr val="BCD0EA"/>
            </a:solidFill>
          </a:ln>
        </p:spPr>
      </p:sp>
      <p:sp>
        <p:nvSpPr>
          <p:cNvPr id="55" name="object-55">
            <a:extLst>
              <a:ext uri="{FF2B5EF4-FFF2-40B4-BE49-F238E27FC236}">
                <a16:creationId xmlns:a16="http://schemas.microsoft.com/office/drawing/2014/main" id="{22E39D06-6D09-4E8B-BB12-4EA4F04D1537}"/>
              </a:ext>
            </a:extLst>
          </p:cNvPr>
          <p:cNvSpPr>
            <a:spLocks noGrp="1"/>
          </p:cNvSpPr>
          <p:nvPr/>
        </p:nvSpPr>
        <p:spPr>
          <a:xfrm>
            <a:off x="732234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8</a:t>
            </a:r>
          </a:p>
        </p:txBody>
      </p:sp>
      <p:sp>
        <p:nvSpPr>
          <p:cNvPr id="56" name="object-56">
            <a:extLst>
              <a:ext uri="{FF2B5EF4-FFF2-40B4-BE49-F238E27FC236}">
                <a16:creationId xmlns:a16="http://schemas.microsoft.com/office/drawing/2014/main" id="{B499C54B-65B8-41B2-A14C-973BE7B7287D}"/>
              </a:ext>
            </a:extLst>
          </p:cNvPr>
          <p:cNvSpPr>
            <a:spLocks noGrp="1"/>
          </p:cNvSpPr>
          <p:nvPr/>
        </p:nvSpPr>
        <p:spPr>
          <a:xfrm>
            <a:off x="4560094" y="7346156"/>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-8</a:t>
            </a:r>
          </a:p>
        </p:txBody>
      </p:sp>
      <p:sp>
        <p:nvSpPr>
          <p:cNvPr id="57" name="object-57">
            <a:extLst>
              <a:ext uri="{FF2B5EF4-FFF2-40B4-BE49-F238E27FC236}">
                <a16:creationId xmlns:a16="http://schemas.microsoft.com/office/drawing/2014/main" id="{301C77C4-D69F-4F01-AE5B-B85E00FBC400}"/>
              </a:ext>
            </a:extLst>
          </p:cNvPr>
          <p:cNvSpPr>
            <a:spLocks noGrp="1"/>
          </p:cNvSpPr>
          <p:nvPr/>
        </p:nvSpPr>
        <p:spPr>
          <a:xfrm>
            <a:off x="2583656" y="5060156"/>
            <a:ext cx="4953000" cy="0"/>
          </a:xfrm>
          <a:prstGeom prst="line">
            <a:avLst/>
          </a:prstGeom>
          <a:noFill/>
          <a:ln w="23813">
            <a:solidFill>
              <a:srgbClr val="172B4D"/>
            </a:solidFill>
          </a:ln>
        </p:spPr>
      </p:sp>
      <p:sp>
        <p:nvSpPr>
          <p:cNvPr id="58" name="object-58">
            <a:extLst>
              <a:ext uri="{FF2B5EF4-FFF2-40B4-BE49-F238E27FC236}">
                <a16:creationId xmlns:a16="http://schemas.microsoft.com/office/drawing/2014/main" id="{9DF4150B-B506-4E64-A6FA-6493AD1BF20B}"/>
              </a:ext>
            </a:extLst>
          </p:cNvPr>
          <p:cNvSpPr>
            <a:spLocks noGrp="1"/>
          </p:cNvSpPr>
          <p:nvPr/>
        </p:nvSpPr>
        <p:spPr>
          <a:xfrm>
            <a:off x="5060156" y="2583656"/>
            <a:ext cx="0" cy="4953000"/>
          </a:xfrm>
          <a:prstGeom prst="line">
            <a:avLst/>
          </a:prstGeom>
          <a:noFill/>
          <a:ln w="23813">
            <a:solidFill>
              <a:srgbClr val="172B4D"/>
            </a:solidFill>
          </a:ln>
        </p:spPr>
      </p:sp>
      <p:sp>
        <p:nvSpPr>
          <p:cNvPr id="59" name="object-59">
            <a:extLst>
              <a:ext uri="{FF2B5EF4-FFF2-40B4-BE49-F238E27FC236}">
                <a16:creationId xmlns:a16="http://schemas.microsoft.com/office/drawing/2014/main" id="{6EC0CCA0-B8A5-49EC-B48B-BC9A41AF4FFC}"/>
              </a:ext>
            </a:extLst>
          </p:cNvPr>
          <p:cNvSpPr>
            <a:spLocks noGrp="1"/>
          </p:cNvSpPr>
          <p:nvPr/>
        </p:nvSpPr>
        <p:spPr>
          <a:xfrm>
            <a:off x="4953000" y="4953000"/>
            <a:ext cx="214313" cy="214313"/>
          </a:xfrm>
          <a:prstGeom prst="ellipse">
            <a:avLst/>
          </a:prstGeom>
          <a:solidFill>
            <a:srgbClr val="1D4ED8"/>
          </a:solidFill>
          <a:ln w="11906">
            <a:solidFill>
              <a:srgbClr val="172B4D"/>
            </a:solidFill>
          </a:ln>
        </p:spPr>
      </p:sp>
      <p:sp>
        <p:nvSpPr>
          <p:cNvPr id="60" name="object-60">
            <a:extLst>
              <a:ext uri="{FF2B5EF4-FFF2-40B4-BE49-F238E27FC236}">
                <a16:creationId xmlns:a16="http://schemas.microsoft.com/office/drawing/2014/main" id="{6D4FC32E-DBC3-4301-8011-72B60BFF0F6F}"/>
              </a:ext>
            </a:extLst>
          </p:cNvPr>
          <p:cNvSpPr>
            <a:spLocks noGrp="1"/>
          </p:cNvSpPr>
          <p:nvPr/>
        </p:nvSpPr>
        <p:spPr>
          <a:xfrm>
            <a:off x="9763125" y="4048125"/>
            <a:ext cx="4345781" cy="1547813"/>
          </a:xfrm>
          <a:prstGeom prst="rect">
            <a:avLst/>
          </a:prstGeom>
          <a:noFill/>
          <a:ln w="0">
            <a:noFill/>
          </a:ln>
        </p:spPr>
        <p:txBody>
          <a:bodyPr anchor="ctr">
            <a:noAutofit/>
          </a:bodyPr>
          <a:lstStyle/>
          <a:p>
            <a:pPr algn="l">
              <a:defRPr sz="4125" b="1">
                <a:solidFill>
                  <a:srgbClr val="11745A"/>
                </a:solidFill>
                <a:latin typeface="Arial"/>
                <a:ea typeface="Arial"/>
                <a:cs typeface="Arial"/>
              </a:defRPr>
            </a:pPr>
            <a:r>
              <a:rPr sz="4125" b="1">
                <a:solidFill>
                  <a:srgbClr val="11745A"/>
                </a:solidFill>
                <a:latin typeface="Arial"/>
                <a:ea typeface="Arial"/>
                <a:cs typeface="Arial"/>
              </a:rPr>
              <a:t>(-3, 1)</a:t>
            </a:r>
          </a:p>
        </p:txBody>
      </p:sp>
    </p:spTree>
    <p:extLst>
      <p:ext uri="{BB962C8B-B14F-4D97-AF65-F5344CB8AC3E}">
        <p14:creationId xmlns:p14="http://schemas.microsoft.com/office/powerpoint/2010/main" val="1864780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 0 L 0.040625 0 E" pathEditMode="relative" ptsTypes="">
                                      <p:cBhvr>
                                        <p:cTn id="6" dur="800" fill="hold"/>
                                        <p:tgtEl>
                                          <p:spTgt spid="59"/>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0.040625 0 L 0.040625 0.18055556 E" pathEditMode="relative" ptsTypes="">
                                      <p:cBhvr>
                                        <p:cTn id="10" dur="800" fill="hold"/>
                                        <p:tgtEl>
                                          <p:spTgt spid="59"/>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63" presetClass="path" presetSubtype="0" accel="50000" decel="50000" fill="hold" nodeType="clickEffect">
                                  <p:stCondLst>
                                    <p:cond delay="0"/>
                                  </p:stCondLst>
                                  <p:childTnLst>
                                    <p:animMotion origin="layout" path="M 0.040625 0.18055556 L -0.0609375 0.18055556 E" pathEditMode="relative" ptsTypes="">
                                      <p:cBhvr>
                                        <p:cTn id="14" dur="800" fill="hold"/>
                                        <p:tgtEl>
                                          <p:spTgt spid="59"/>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63" presetClass="path" presetSubtype="0" accel="50000" decel="50000" fill="hold" nodeType="clickEffect">
                                  <p:stCondLst>
                                    <p:cond delay="0"/>
                                  </p:stCondLst>
                                  <p:childTnLst>
                                    <p:animMotion origin="layout" path="M -0.0609375 0.18055556 L -0.0609375 -0.03611111 E" pathEditMode="relative" ptsTypes="">
                                      <p:cBhvr>
                                        <p:cTn id="18" dur="800" fill="hold"/>
                                        <p:tgtEl>
                                          <p:spTgt spid="59"/>
                                        </p:tgtEl>
                                        <p:attrNameLst>
                                          <p:attrName>ppt_x</p:attrName>
                                          <p:attrName>ppt_y</p:attrName>
                                        </p:attrNameLst>
                                      </p:cBhvr>
                                    </p:animMotion>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2" name="object-1">
            <a:extLst>
              <a:ext uri="{FF2B5EF4-FFF2-40B4-BE49-F238E27FC236}">
                <a16:creationId xmlns:a16="http://schemas.microsoft.com/office/drawing/2014/main" id="{AD8C7638-B963-468D-9A20-EB2C3DC75473}"/>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614E9F2F-08E7-4949-BAAE-3C8D3C1C8E6E}"/>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A208D115-8C40-4F78-B9C1-641AA3C94FA9}"/>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Move (2, -5) 5 left and 6 up.</a:t>
            </a:r>
          </a:p>
        </p:txBody>
      </p:sp>
      <p:sp>
        <p:nvSpPr>
          <p:cNvPr id="4" name="object-4">
            <a:extLst>
              <a:ext uri="{FF2B5EF4-FFF2-40B4-BE49-F238E27FC236}">
                <a16:creationId xmlns:a16="http://schemas.microsoft.com/office/drawing/2014/main" id="{410E9748-7EF1-4536-9D7C-C82E07CC5B0E}"/>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9E343BB6-A89C-470F-9D3C-0BA27B76D142}"/>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Describe translations</a:t>
            </a:r>
          </a:p>
        </p:txBody>
      </p:sp>
      <p:sp>
        <p:nvSpPr>
          <p:cNvPr id="6" name="object-6">
            <a:extLst>
              <a:ext uri="{FF2B5EF4-FFF2-40B4-BE49-F238E27FC236}">
                <a16:creationId xmlns:a16="http://schemas.microsoft.com/office/drawing/2014/main" id="{2CF7498F-C3B1-4E8E-9899-1A267582B33F}"/>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5</a:t>
            </a:r>
          </a:p>
        </p:txBody>
      </p:sp>
      <p:sp>
        <p:nvSpPr>
          <p:cNvPr id="7" name="object-7">
            <a:extLst>
              <a:ext uri="{FF2B5EF4-FFF2-40B4-BE49-F238E27FC236}">
                <a16:creationId xmlns:a16="http://schemas.microsoft.com/office/drawing/2014/main" id="{DDFB93AE-0E4A-4B97-9C63-87A9EA2DFD32}"/>
              </a:ext>
            </a:extLst>
          </p:cNvPr>
          <p:cNvSpPr>
            <a:spLocks noGrp="1"/>
          </p:cNvSpPr>
          <p:nvPr/>
        </p:nvSpPr>
        <p:spPr>
          <a:xfrm>
            <a:off x="2583656" y="2583656"/>
            <a:ext cx="4953000" cy="0"/>
          </a:xfrm>
          <a:prstGeom prst="line">
            <a:avLst/>
          </a:prstGeom>
          <a:noFill/>
          <a:ln w="11906">
            <a:solidFill>
              <a:srgbClr val="BCD0EA"/>
            </a:solidFill>
          </a:ln>
        </p:spPr>
      </p:sp>
      <p:sp>
        <p:nvSpPr>
          <p:cNvPr id="8" name="object-8">
            <a:extLst>
              <a:ext uri="{FF2B5EF4-FFF2-40B4-BE49-F238E27FC236}">
                <a16:creationId xmlns:a16="http://schemas.microsoft.com/office/drawing/2014/main" id="{D9F453EB-B4E1-4667-8D54-61461BCFCCCA}"/>
              </a:ext>
            </a:extLst>
          </p:cNvPr>
          <p:cNvSpPr>
            <a:spLocks noGrp="1"/>
          </p:cNvSpPr>
          <p:nvPr/>
        </p:nvSpPr>
        <p:spPr>
          <a:xfrm>
            <a:off x="2583656" y="2583656"/>
            <a:ext cx="0" cy="4953000"/>
          </a:xfrm>
          <a:prstGeom prst="line">
            <a:avLst/>
          </a:prstGeom>
          <a:noFill/>
          <a:ln w="11906">
            <a:solidFill>
              <a:srgbClr val="BCD0EA"/>
            </a:solidFill>
          </a:ln>
        </p:spPr>
      </p:sp>
      <p:sp>
        <p:nvSpPr>
          <p:cNvPr id="9" name="object-9">
            <a:extLst>
              <a:ext uri="{FF2B5EF4-FFF2-40B4-BE49-F238E27FC236}">
                <a16:creationId xmlns:a16="http://schemas.microsoft.com/office/drawing/2014/main" id="{F764400E-D7AC-48D9-A5DA-0914ADDE9B90}"/>
              </a:ext>
            </a:extLst>
          </p:cNvPr>
          <p:cNvSpPr>
            <a:spLocks noGrp="1"/>
          </p:cNvSpPr>
          <p:nvPr/>
        </p:nvSpPr>
        <p:spPr>
          <a:xfrm>
            <a:off x="236934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-8</a:t>
            </a:r>
          </a:p>
        </p:txBody>
      </p:sp>
      <p:sp>
        <p:nvSpPr>
          <p:cNvPr id="10" name="object-10">
            <a:extLst>
              <a:ext uri="{FF2B5EF4-FFF2-40B4-BE49-F238E27FC236}">
                <a16:creationId xmlns:a16="http://schemas.microsoft.com/office/drawing/2014/main" id="{DC542032-0438-422D-809C-A2AFCC2926AF}"/>
              </a:ext>
            </a:extLst>
          </p:cNvPr>
          <p:cNvSpPr>
            <a:spLocks noGrp="1"/>
          </p:cNvSpPr>
          <p:nvPr/>
        </p:nvSpPr>
        <p:spPr>
          <a:xfrm>
            <a:off x="4560094" y="2393156"/>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8</a:t>
            </a:r>
          </a:p>
        </p:txBody>
      </p:sp>
      <p:sp>
        <p:nvSpPr>
          <p:cNvPr id="11" name="object-11">
            <a:extLst>
              <a:ext uri="{FF2B5EF4-FFF2-40B4-BE49-F238E27FC236}">
                <a16:creationId xmlns:a16="http://schemas.microsoft.com/office/drawing/2014/main" id="{7A687BD0-1227-414E-B7E2-2A9CA98905D7}"/>
              </a:ext>
            </a:extLst>
          </p:cNvPr>
          <p:cNvSpPr>
            <a:spLocks noGrp="1"/>
          </p:cNvSpPr>
          <p:nvPr/>
        </p:nvSpPr>
        <p:spPr>
          <a:xfrm>
            <a:off x="2583656" y="2893219"/>
            <a:ext cx="4953000" cy="0"/>
          </a:xfrm>
          <a:prstGeom prst="line">
            <a:avLst/>
          </a:prstGeom>
          <a:noFill/>
          <a:ln w="11906">
            <a:solidFill>
              <a:srgbClr val="BCD0EA"/>
            </a:solidFill>
          </a:ln>
        </p:spPr>
      </p:sp>
      <p:sp>
        <p:nvSpPr>
          <p:cNvPr id="12" name="object-12">
            <a:extLst>
              <a:ext uri="{FF2B5EF4-FFF2-40B4-BE49-F238E27FC236}">
                <a16:creationId xmlns:a16="http://schemas.microsoft.com/office/drawing/2014/main" id="{FCE0ECC5-4C08-4F83-B967-56AB7528C72D}"/>
              </a:ext>
            </a:extLst>
          </p:cNvPr>
          <p:cNvSpPr>
            <a:spLocks noGrp="1"/>
          </p:cNvSpPr>
          <p:nvPr/>
        </p:nvSpPr>
        <p:spPr>
          <a:xfrm>
            <a:off x="2893219" y="2583656"/>
            <a:ext cx="0" cy="4953000"/>
          </a:xfrm>
          <a:prstGeom prst="line">
            <a:avLst/>
          </a:prstGeom>
          <a:noFill/>
          <a:ln w="11906">
            <a:solidFill>
              <a:srgbClr val="BCD0EA"/>
            </a:solidFill>
          </a:ln>
        </p:spPr>
      </p:sp>
      <p:sp>
        <p:nvSpPr>
          <p:cNvPr id="13" name="object-13">
            <a:extLst>
              <a:ext uri="{FF2B5EF4-FFF2-40B4-BE49-F238E27FC236}">
                <a16:creationId xmlns:a16="http://schemas.microsoft.com/office/drawing/2014/main" id="{DC55234D-4705-4868-B90C-AB9BC27F313F}"/>
              </a:ext>
            </a:extLst>
          </p:cNvPr>
          <p:cNvSpPr>
            <a:spLocks noGrp="1"/>
          </p:cNvSpPr>
          <p:nvPr/>
        </p:nvSpPr>
        <p:spPr>
          <a:xfrm>
            <a:off x="2583656" y="3202781"/>
            <a:ext cx="4953000" cy="0"/>
          </a:xfrm>
          <a:prstGeom prst="line">
            <a:avLst/>
          </a:prstGeom>
          <a:noFill/>
          <a:ln w="11906">
            <a:solidFill>
              <a:srgbClr val="BCD0EA"/>
            </a:solidFill>
          </a:ln>
        </p:spPr>
      </p:sp>
      <p:sp>
        <p:nvSpPr>
          <p:cNvPr id="14" name="object-14">
            <a:extLst>
              <a:ext uri="{FF2B5EF4-FFF2-40B4-BE49-F238E27FC236}">
                <a16:creationId xmlns:a16="http://schemas.microsoft.com/office/drawing/2014/main" id="{BB6CE40A-FEC0-4A84-A2CC-D900C0593BBB}"/>
              </a:ext>
            </a:extLst>
          </p:cNvPr>
          <p:cNvSpPr>
            <a:spLocks noGrp="1"/>
          </p:cNvSpPr>
          <p:nvPr/>
        </p:nvSpPr>
        <p:spPr>
          <a:xfrm>
            <a:off x="3202781" y="2583656"/>
            <a:ext cx="0" cy="4953000"/>
          </a:xfrm>
          <a:prstGeom prst="line">
            <a:avLst/>
          </a:prstGeom>
          <a:noFill/>
          <a:ln w="11906">
            <a:solidFill>
              <a:srgbClr val="BCD0EA"/>
            </a:solidFill>
          </a:ln>
        </p:spPr>
      </p:sp>
      <p:sp>
        <p:nvSpPr>
          <p:cNvPr id="15" name="object-15">
            <a:extLst>
              <a:ext uri="{FF2B5EF4-FFF2-40B4-BE49-F238E27FC236}">
                <a16:creationId xmlns:a16="http://schemas.microsoft.com/office/drawing/2014/main" id="{D6D46C60-397E-4E56-A5B1-BD73C943387B}"/>
              </a:ext>
            </a:extLst>
          </p:cNvPr>
          <p:cNvSpPr>
            <a:spLocks noGrp="1"/>
          </p:cNvSpPr>
          <p:nvPr/>
        </p:nvSpPr>
        <p:spPr>
          <a:xfrm>
            <a:off x="2988469"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-6</a:t>
            </a:r>
          </a:p>
        </p:txBody>
      </p:sp>
      <p:sp>
        <p:nvSpPr>
          <p:cNvPr id="16" name="object-16">
            <a:extLst>
              <a:ext uri="{FF2B5EF4-FFF2-40B4-BE49-F238E27FC236}">
                <a16:creationId xmlns:a16="http://schemas.microsoft.com/office/drawing/2014/main" id="{688A1AC2-C3BF-43B3-88C4-E1E3879261CF}"/>
              </a:ext>
            </a:extLst>
          </p:cNvPr>
          <p:cNvSpPr>
            <a:spLocks noGrp="1"/>
          </p:cNvSpPr>
          <p:nvPr/>
        </p:nvSpPr>
        <p:spPr>
          <a:xfrm>
            <a:off x="4560094" y="3012281"/>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6</a:t>
            </a:r>
          </a:p>
        </p:txBody>
      </p:sp>
      <p:sp>
        <p:nvSpPr>
          <p:cNvPr id="17" name="object-17">
            <a:extLst>
              <a:ext uri="{FF2B5EF4-FFF2-40B4-BE49-F238E27FC236}">
                <a16:creationId xmlns:a16="http://schemas.microsoft.com/office/drawing/2014/main" id="{A21F4252-1E87-4F64-A918-7C433541951E}"/>
              </a:ext>
            </a:extLst>
          </p:cNvPr>
          <p:cNvSpPr>
            <a:spLocks noGrp="1"/>
          </p:cNvSpPr>
          <p:nvPr/>
        </p:nvSpPr>
        <p:spPr>
          <a:xfrm>
            <a:off x="2583656" y="3512344"/>
            <a:ext cx="4953000" cy="0"/>
          </a:xfrm>
          <a:prstGeom prst="line">
            <a:avLst/>
          </a:prstGeom>
          <a:noFill/>
          <a:ln w="11906">
            <a:solidFill>
              <a:srgbClr val="BCD0EA"/>
            </a:solidFill>
          </a:ln>
        </p:spPr>
      </p:sp>
      <p:sp>
        <p:nvSpPr>
          <p:cNvPr id="18" name="object-18">
            <a:extLst>
              <a:ext uri="{FF2B5EF4-FFF2-40B4-BE49-F238E27FC236}">
                <a16:creationId xmlns:a16="http://schemas.microsoft.com/office/drawing/2014/main" id="{2679EEFB-ED9B-45A7-AD12-CF0A5C322C7B}"/>
              </a:ext>
            </a:extLst>
          </p:cNvPr>
          <p:cNvSpPr>
            <a:spLocks noGrp="1"/>
          </p:cNvSpPr>
          <p:nvPr/>
        </p:nvSpPr>
        <p:spPr>
          <a:xfrm>
            <a:off x="3512344" y="2583656"/>
            <a:ext cx="0" cy="4953000"/>
          </a:xfrm>
          <a:prstGeom prst="line">
            <a:avLst/>
          </a:prstGeom>
          <a:noFill/>
          <a:ln w="11906">
            <a:solidFill>
              <a:srgbClr val="BCD0EA"/>
            </a:solidFill>
          </a:ln>
        </p:spPr>
      </p:sp>
      <p:sp>
        <p:nvSpPr>
          <p:cNvPr id="19" name="object-19">
            <a:extLst>
              <a:ext uri="{FF2B5EF4-FFF2-40B4-BE49-F238E27FC236}">
                <a16:creationId xmlns:a16="http://schemas.microsoft.com/office/drawing/2014/main" id="{C4AC454F-09B1-410B-B433-615ADAAB740C}"/>
              </a:ext>
            </a:extLst>
          </p:cNvPr>
          <p:cNvSpPr>
            <a:spLocks noGrp="1"/>
          </p:cNvSpPr>
          <p:nvPr/>
        </p:nvSpPr>
        <p:spPr>
          <a:xfrm>
            <a:off x="2583656" y="3821906"/>
            <a:ext cx="4953000" cy="0"/>
          </a:xfrm>
          <a:prstGeom prst="line">
            <a:avLst/>
          </a:prstGeom>
          <a:noFill/>
          <a:ln w="11906">
            <a:solidFill>
              <a:srgbClr val="BCD0EA"/>
            </a:solidFill>
          </a:ln>
        </p:spPr>
      </p:sp>
      <p:sp>
        <p:nvSpPr>
          <p:cNvPr id="20" name="object-20">
            <a:extLst>
              <a:ext uri="{FF2B5EF4-FFF2-40B4-BE49-F238E27FC236}">
                <a16:creationId xmlns:a16="http://schemas.microsoft.com/office/drawing/2014/main" id="{535F8201-C9A5-4ECC-9530-32ABC24F96D1}"/>
              </a:ext>
            </a:extLst>
          </p:cNvPr>
          <p:cNvSpPr>
            <a:spLocks noGrp="1"/>
          </p:cNvSpPr>
          <p:nvPr/>
        </p:nvSpPr>
        <p:spPr>
          <a:xfrm>
            <a:off x="3821906" y="2583656"/>
            <a:ext cx="0" cy="4953000"/>
          </a:xfrm>
          <a:prstGeom prst="line">
            <a:avLst/>
          </a:prstGeom>
          <a:noFill/>
          <a:ln w="11906">
            <a:solidFill>
              <a:srgbClr val="BCD0EA"/>
            </a:solidFill>
          </a:ln>
        </p:spPr>
      </p:sp>
      <p:sp>
        <p:nvSpPr>
          <p:cNvPr id="21" name="object-21">
            <a:extLst>
              <a:ext uri="{FF2B5EF4-FFF2-40B4-BE49-F238E27FC236}">
                <a16:creationId xmlns:a16="http://schemas.microsoft.com/office/drawing/2014/main" id="{578FE7AC-8BBC-451C-BE18-4A29ACAD42A2}"/>
              </a:ext>
            </a:extLst>
          </p:cNvPr>
          <p:cNvSpPr>
            <a:spLocks noGrp="1"/>
          </p:cNvSpPr>
          <p:nvPr/>
        </p:nvSpPr>
        <p:spPr>
          <a:xfrm>
            <a:off x="360759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-4</a:t>
            </a:r>
          </a:p>
        </p:txBody>
      </p:sp>
      <p:sp>
        <p:nvSpPr>
          <p:cNvPr id="22" name="object-22">
            <a:extLst>
              <a:ext uri="{FF2B5EF4-FFF2-40B4-BE49-F238E27FC236}">
                <a16:creationId xmlns:a16="http://schemas.microsoft.com/office/drawing/2014/main" id="{80BD71B2-E161-4546-8F31-85E45CBD9C9B}"/>
              </a:ext>
            </a:extLst>
          </p:cNvPr>
          <p:cNvSpPr>
            <a:spLocks noGrp="1"/>
          </p:cNvSpPr>
          <p:nvPr/>
        </p:nvSpPr>
        <p:spPr>
          <a:xfrm>
            <a:off x="4560094" y="3631406"/>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4</a:t>
            </a:r>
          </a:p>
        </p:txBody>
      </p:sp>
      <p:sp>
        <p:nvSpPr>
          <p:cNvPr id="23" name="object-23">
            <a:extLst>
              <a:ext uri="{FF2B5EF4-FFF2-40B4-BE49-F238E27FC236}">
                <a16:creationId xmlns:a16="http://schemas.microsoft.com/office/drawing/2014/main" id="{D4F941A4-0482-4A6F-8795-0E79C1DAE246}"/>
              </a:ext>
            </a:extLst>
          </p:cNvPr>
          <p:cNvSpPr>
            <a:spLocks noGrp="1"/>
          </p:cNvSpPr>
          <p:nvPr/>
        </p:nvSpPr>
        <p:spPr>
          <a:xfrm>
            <a:off x="2583656" y="4131469"/>
            <a:ext cx="4953000" cy="0"/>
          </a:xfrm>
          <a:prstGeom prst="line">
            <a:avLst/>
          </a:prstGeom>
          <a:noFill/>
          <a:ln w="11906">
            <a:solidFill>
              <a:srgbClr val="BCD0EA"/>
            </a:solidFill>
          </a:ln>
        </p:spPr>
      </p:sp>
      <p:sp>
        <p:nvSpPr>
          <p:cNvPr id="24" name="object-24">
            <a:extLst>
              <a:ext uri="{FF2B5EF4-FFF2-40B4-BE49-F238E27FC236}">
                <a16:creationId xmlns:a16="http://schemas.microsoft.com/office/drawing/2014/main" id="{E4FB1A5A-D1B2-4AD3-8CB5-34BC76B7D7A8}"/>
              </a:ext>
            </a:extLst>
          </p:cNvPr>
          <p:cNvSpPr>
            <a:spLocks noGrp="1"/>
          </p:cNvSpPr>
          <p:nvPr/>
        </p:nvSpPr>
        <p:spPr>
          <a:xfrm>
            <a:off x="4131469" y="2583656"/>
            <a:ext cx="0" cy="4953000"/>
          </a:xfrm>
          <a:prstGeom prst="line">
            <a:avLst/>
          </a:prstGeom>
          <a:noFill/>
          <a:ln w="11906">
            <a:solidFill>
              <a:srgbClr val="BCD0EA"/>
            </a:solidFill>
          </a:ln>
        </p:spPr>
      </p:sp>
      <p:sp>
        <p:nvSpPr>
          <p:cNvPr id="25" name="object-25">
            <a:extLst>
              <a:ext uri="{FF2B5EF4-FFF2-40B4-BE49-F238E27FC236}">
                <a16:creationId xmlns:a16="http://schemas.microsoft.com/office/drawing/2014/main" id="{F2F8192B-126D-4533-9772-495020815990}"/>
              </a:ext>
            </a:extLst>
          </p:cNvPr>
          <p:cNvSpPr>
            <a:spLocks noGrp="1"/>
          </p:cNvSpPr>
          <p:nvPr/>
        </p:nvSpPr>
        <p:spPr>
          <a:xfrm>
            <a:off x="2583656" y="4441031"/>
            <a:ext cx="4953000" cy="0"/>
          </a:xfrm>
          <a:prstGeom prst="line">
            <a:avLst/>
          </a:prstGeom>
          <a:noFill/>
          <a:ln w="11906">
            <a:solidFill>
              <a:srgbClr val="BCD0EA"/>
            </a:solidFill>
          </a:ln>
        </p:spPr>
      </p:sp>
      <p:sp>
        <p:nvSpPr>
          <p:cNvPr id="26" name="object-26">
            <a:extLst>
              <a:ext uri="{FF2B5EF4-FFF2-40B4-BE49-F238E27FC236}">
                <a16:creationId xmlns:a16="http://schemas.microsoft.com/office/drawing/2014/main" id="{D85316F5-A881-42E3-9EE0-D188E12AB273}"/>
              </a:ext>
            </a:extLst>
          </p:cNvPr>
          <p:cNvSpPr>
            <a:spLocks noGrp="1"/>
          </p:cNvSpPr>
          <p:nvPr/>
        </p:nvSpPr>
        <p:spPr>
          <a:xfrm>
            <a:off x="4441031" y="2583656"/>
            <a:ext cx="0" cy="4953000"/>
          </a:xfrm>
          <a:prstGeom prst="line">
            <a:avLst/>
          </a:prstGeom>
          <a:noFill/>
          <a:ln w="11906">
            <a:solidFill>
              <a:srgbClr val="BCD0EA"/>
            </a:solidFill>
          </a:ln>
        </p:spPr>
      </p:sp>
      <p:sp>
        <p:nvSpPr>
          <p:cNvPr id="27" name="object-27">
            <a:extLst>
              <a:ext uri="{FF2B5EF4-FFF2-40B4-BE49-F238E27FC236}">
                <a16:creationId xmlns:a16="http://schemas.microsoft.com/office/drawing/2014/main" id="{3C55121F-E841-41C9-8362-A86769E97912}"/>
              </a:ext>
            </a:extLst>
          </p:cNvPr>
          <p:cNvSpPr>
            <a:spLocks noGrp="1"/>
          </p:cNvSpPr>
          <p:nvPr/>
        </p:nvSpPr>
        <p:spPr>
          <a:xfrm>
            <a:off x="4226719"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-2</a:t>
            </a:r>
          </a:p>
        </p:txBody>
      </p:sp>
      <p:sp>
        <p:nvSpPr>
          <p:cNvPr id="28" name="object-28">
            <a:extLst>
              <a:ext uri="{FF2B5EF4-FFF2-40B4-BE49-F238E27FC236}">
                <a16:creationId xmlns:a16="http://schemas.microsoft.com/office/drawing/2014/main" id="{400514C1-09B3-4BBD-8349-06770B6D2B2B}"/>
              </a:ext>
            </a:extLst>
          </p:cNvPr>
          <p:cNvSpPr>
            <a:spLocks noGrp="1"/>
          </p:cNvSpPr>
          <p:nvPr/>
        </p:nvSpPr>
        <p:spPr>
          <a:xfrm>
            <a:off x="4560094" y="4250531"/>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2</a:t>
            </a:r>
          </a:p>
        </p:txBody>
      </p:sp>
      <p:sp>
        <p:nvSpPr>
          <p:cNvPr id="29" name="object-29">
            <a:extLst>
              <a:ext uri="{FF2B5EF4-FFF2-40B4-BE49-F238E27FC236}">
                <a16:creationId xmlns:a16="http://schemas.microsoft.com/office/drawing/2014/main" id="{E35795C8-50EC-4DDE-8022-95E011AFF66A}"/>
              </a:ext>
            </a:extLst>
          </p:cNvPr>
          <p:cNvSpPr>
            <a:spLocks noGrp="1"/>
          </p:cNvSpPr>
          <p:nvPr/>
        </p:nvSpPr>
        <p:spPr>
          <a:xfrm>
            <a:off x="2583656" y="4750594"/>
            <a:ext cx="4953000" cy="0"/>
          </a:xfrm>
          <a:prstGeom prst="line">
            <a:avLst/>
          </a:prstGeom>
          <a:noFill/>
          <a:ln w="11906">
            <a:solidFill>
              <a:srgbClr val="BCD0EA"/>
            </a:solidFill>
          </a:ln>
        </p:spPr>
      </p:sp>
      <p:sp>
        <p:nvSpPr>
          <p:cNvPr id="30" name="object-30">
            <a:extLst>
              <a:ext uri="{FF2B5EF4-FFF2-40B4-BE49-F238E27FC236}">
                <a16:creationId xmlns:a16="http://schemas.microsoft.com/office/drawing/2014/main" id="{9DAAE1DF-230E-4780-8F3F-E91420E05080}"/>
              </a:ext>
            </a:extLst>
          </p:cNvPr>
          <p:cNvSpPr>
            <a:spLocks noGrp="1"/>
          </p:cNvSpPr>
          <p:nvPr/>
        </p:nvSpPr>
        <p:spPr>
          <a:xfrm>
            <a:off x="4750594" y="2583656"/>
            <a:ext cx="0" cy="4953000"/>
          </a:xfrm>
          <a:prstGeom prst="line">
            <a:avLst/>
          </a:prstGeom>
          <a:noFill/>
          <a:ln w="11906">
            <a:solidFill>
              <a:srgbClr val="BCD0EA"/>
            </a:solidFill>
          </a:ln>
        </p:spPr>
      </p:sp>
      <p:sp>
        <p:nvSpPr>
          <p:cNvPr id="31" name="object-31">
            <a:extLst>
              <a:ext uri="{FF2B5EF4-FFF2-40B4-BE49-F238E27FC236}">
                <a16:creationId xmlns:a16="http://schemas.microsoft.com/office/drawing/2014/main" id="{869E965D-313B-42A0-B308-743F1EF096D0}"/>
              </a:ext>
            </a:extLst>
          </p:cNvPr>
          <p:cNvSpPr>
            <a:spLocks noGrp="1"/>
          </p:cNvSpPr>
          <p:nvPr/>
        </p:nvSpPr>
        <p:spPr>
          <a:xfrm>
            <a:off x="2583656" y="5060156"/>
            <a:ext cx="4953000" cy="0"/>
          </a:xfrm>
          <a:prstGeom prst="line">
            <a:avLst/>
          </a:prstGeom>
          <a:noFill/>
          <a:ln w="11906">
            <a:solidFill>
              <a:srgbClr val="BCD0EA"/>
            </a:solidFill>
          </a:ln>
        </p:spPr>
      </p:sp>
      <p:sp>
        <p:nvSpPr>
          <p:cNvPr id="32" name="object-32">
            <a:extLst>
              <a:ext uri="{FF2B5EF4-FFF2-40B4-BE49-F238E27FC236}">
                <a16:creationId xmlns:a16="http://schemas.microsoft.com/office/drawing/2014/main" id="{582DDD38-0FA1-4923-A373-3783B551D25D}"/>
              </a:ext>
            </a:extLst>
          </p:cNvPr>
          <p:cNvSpPr>
            <a:spLocks noGrp="1"/>
          </p:cNvSpPr>
          <p:nvPr/>
        </p:nvSpPr>
        <p:spPr>
          <a:xfrm>
            <a:off x="5060156" y="2583656"/>
            <a:ext cx="0" cy="4953000"/>
          </a:xfrm>
          <a:prstGeom prst="line">
            <a:avLst/>
          </a:prstGeom>
          <a:noFill/>
          <a:ln w="11906">
            <a:solidFill>
              <a:srgbClr val="BCD0EA"/>
            </a:solidFill>
          </a:ln>
        </p:spPr>
      </p:sp>
      <p:sp>
        <p:nvSpPr>
          <p:cNvPr id="33" name="object-33">
            <a:extLst>
              <a:ext uri="{FF2B5EF4-FFF2-40B4-BE49-F238E27FC236}">
                <a16:creationId xmlns:a16="http://schemas.microsoft.com/office/drawing/2014/main" id="{561877CB-4C92-4B74-99DC-E510DC9CCD36}"/>
              </a:ext>
            </a:extLst>
          </p:cNvPr>
          <p:cNvSpPr>
            <a:spLocks noGrp="1"/>
          </p:cNvSpPr>
          <p:nvPr/>
        </p:nvSpPr>
        <p:spPr>
          <a:xfrm>
            <a:off x="484584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0</a:t>
            </a:r>
          </a:p>
        </p:txBody>
      </p:sp>
      <p:sp>
        <p:nvSpPr>
          <p:cNvPr id="34" name="object-34">
            <a:extLst>
              <a:ext uri="{FF2B5EF4-FFF2-40B4-BE49-F238E27FC236}">
                <a16:creationId xmlns:a16="http://schemas.microsoft.com/office/drawing/2014/main" id="{FE64FF7C-A8B6-44B3-A011-AD888A261AC5}"/>
              </a:ext>
            </a:extLst>
          </p:cNvPr>
          <p:cNvSpPr>
            <a:spLocks noGrp="1"/>
          </p:cNvSpPr>
          <p:nvPr/>
        </p:nvSpPr>
        <p:spPr>
          <a:xfrm>
            <a:off x="2583656" y="5369719"/>
            <a:ext cx="4953000" cy="0"/>
          </a:xfrm>
          <a:prstGeom prst="line">
            <a:avLst/>
          </a:prstGeom>
          <a:noFill/>
          <a:ln w="11906">
            <a:solidFill>
              <a:srgbClr val="BCD0EA"/>
            </a:solidFill>
          </a:ln>
        </p:spPr>
      </p:sp>
      <p:sp>
        <p:nvSpPr>
          <p:cNvPr id="35" name="object-35">
            <a:extLst>
              <a:ext uri="{FF2B5EF4-FFF2-40B4-BE49-F238E27FC236}">
                <a16:creationId xmlns:a16="http://schemas.microsoft.com/office/drawing/2014/main" id="{9AA5807A-F0D5-4F87-A4AB-3F4D23BACAE0}"/>
              </a:ext>
            </a:extLst>
          </p:cNvPr>
          <p:cNvSpPr>
            <a:spLocks noGrp="1"/>
          </p:cNvSpPr>
          <p:nvPr/>
        </p:nvSpPr>
        <p:spPr>
          <a:xfrm>
            <a:off x="5369719" y="2583656"/>
            <a:ext cx="0" cy="4953000"/>
          </a:xfrm>
          <a:prstGeom prst="line">
            <a:avLst/>
          </a:prstGeom>
          <a:noFill/>
          <a:ln w="11906">
            <a:solidFill>
              <a:srgbClr val="BCD0EA"/>
            </a:solidFill>
          </a:ln>
        </p:spPr>
      </p:sp>
      <p:sp>
        <p:nvSpPr>
          <p:cNvPr id="36" name="object-36">
            <a:extLst>
              <a:ext uri="{FF2B5EF4-FFF2-40B4-BE49-F238E27FC236}">
                <a16:creationId xmlns:a16="http://schemas.microsoft.com/office/drawing/2014/main" id="{777F6E90-0547-4603-B064-35EA3CE9A927}"/>
              </a:ext>
            </a:extLst>
          </p:cNvPr>
          <p:cNvSpPr>
            <a:spLocks noGrp="1"/>
          </p:cNvSpPr>
          <p:nvPr/>
        </p:nvSpPr>
        <p:spPr>
          <a:xfrm>
            <a:off x="2583656" y="5679281"/>
            <a:ext cx="4953000" cy="0"/>
          </a:xfrm>
          <a:prstGeom prst="line">
            <a:avLst/>
          </a:prstGeom>
          <a:noFill/>
          <a:ln w="11906">
            <a:solidFill>
              <a:srgbClr val="BCD0EA"/>
            </a:solidFill>
          </a:ln>
        </p:spPr>
      </p:sp>
      <p:sp>
        <p:nvSpPr>
          <p:cNvPr id="37" name="object-37">
            <a:extLst>
              <a:ext uri="{FF2B5EF4-FFF2-40B4-BE49-F238E27FC236}">
                <a16:creationId xmlns:a16="http://schemas.microsoft.com/office/drawing/2014/main" id="{C554776C-82D3-4163-A910-4938157A85BE}"/>
              </a:ext>
            </a:extLst>
          </p:cNvPr>
          <p:cNvSpPr>
            <a:spLocks noGrp="1"/>
          </p:cNvSpPr>
          <p:nvPr/>
        </p:nvSpPr>
        <p:spPr>
          <a:xfrm>
            <a:off x="5679281" y="2583656"/>
            <a:ext cx="0" cy="4953000"/>
          </a:xfrm>
          <a:prstGeom prst="line">
            <a:avLst/>
          </a:prstGeom>
          <a:noFill/>
          <a:ln w="11906">
            <a:solidFill>
              <a:srgbClr val="BCD0EA"/>
            </a:solidFill>
          </a:ln>
        </p:spPr>
      </p:sp>
      <p:sp>
        <p:nvSpPr>
          <p:cNvPr id="38" name="object-38">
            <a:extLst>
              <a:ext uri="{FF2B5EF4-FFF2-40B4-BE49-F238E27FC236}">
                <a16:creationId xmlns:a16="http://schemas.microsoft.com/office/drawing/2014/main" id="{014D5A35-1189-4CD1-89A0-37F2715B8595}"/>
              </a:ext>
            </a:extLst>
          </p:cNvPr>
          <p:cNvSpPr>
            <a:spLocks noGrp="1"/>
          </p:cNvSpPr>
          <p:nvPr/>
        </p:nvSpPr>
        <p:spPr>
          <a:xfrm>
            <a:off x="5464969"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2</a:t>
            </a:r>
          </a:p>
        </p:txBody>
      </p:sp>
      <p:sp>
        <p:nvSpPr>
          <p:cNvPr id="39" name="object-39">
            <a:extLst>
              <a:ext uri="{FF2B5EF4-FFF2-40B4-BE49-F238E27FC236}">
                <a16:creationId xmlns:a16="http://schemas.microsoft.com/office/drawing/2014/main" id="{F32024E5-53D7-439F-B20C-E7E6D776A391}"/>
              </a:ext>
            </a:extLst>
          </p:cNvPr>
          <p:cNvSpPr>
            <a:spLocks noGrp="1"/>
          </p:cNvSpPr>
          <p:nvPr/>
        </p:nvSpPr>
        <p:spPr>
          <a:xfrm>
            <a:off x="4560094" y="5488781"/>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-2</a:t>
            </a:r>
          </a:p>
        </p:txBody>
      </p:sp>
      <p:sp>
        <p:nvSpPr>
          <p:cNvPr id="40" name="object-40">
            <a:extLst>
              <a:ext uri="{FF2B5EF4-FFF2-40B4-BE49-F238E27FC236}">
                <a16:creationId xmlns:a16="http://schemas.microsoft.com/office/drawing/2014/main" id="{11601275-D869-4F9E-8744-1569D99F0F28}"/>
              </a:ext>
            </a:extLst>
          </p:cNvPr>
          <p:cNvSpPr>
            <a:spLocks noGrp="1"/>
          </p:cNvSpPr>
          <p:nvPr/>
        </p:nvSpPr>
        <p:spPr>
          <a:xfrm>
            <a:off x="2583656" y="5988844"/>
            <a:ext cx="4953000" cy="0"/>
          </a:xfrm>
          <a:prstGeom prst="line">
            <a:avLst/>
          </a:prstGeom>
          <a:noFill/>
          <a:ln w="11906">
            <a:solidFill>
              <a:srgbClr val="BCD0EA"/>
            </a:solidFill>
          </a:ln>
        </p:spPr>
      </p:sp>
      <p:sp>
        <p:nvSpPr>
          <p:cNvPr id="41" name="object-41">
            <a:extLst>
              <a:ext uri="{FF2B5EF4-FFF2-40B4-BE49-F238E27FC236}">
                <a16:creationId xmlns:a16="http://schemas.microsoft.com/office/drawing/2014/main" id="{58069A70-7597-4133-994C-EC418442E546}"/>
              </a:ext>
            </a:extLst>
          </p:cNvPr>
          <p:cNvSpPr>
            <a:spLocks noGrp="1"/>
          </p:cNvSpPr>
          <p:nvPr/>
        </p:nvSpPr>
        <p:spPr>
          <a:xfrm>
            <a:off x="5988844" y="2583656"/>
            <a:ext cx="0" cy="4953000"/>
          </a:xfrm>
          <a:prstGeom prst="line">
            <a:avLst/>
          </a:prstGeom>
          <a:noFill/>
          <a:ln w="11906">
            <a:solidFill>
              <a:srgbClr val="BCD0EA"/>
            </a:solidFill>
          </a:ln>
        </p:spPr>
      </p:sp>
      <p:sp>
        <p:nvSpPr>
          <p:cNvPr id="42" name="object-42">
            <a:extLst>
              <a:ext uri="{FF2B5EF4-FFF2-40B4-BE49-F238E27FC236}">
                <a16:creationId xmlns:a16="http://schemas.microsoft.com/office/drawing/2014/main" id="{A0A1D483-6050-40EB-83A2-F4A9620639F4}"/>
              </a:ext>
            </a:extLst>
          </p:cNvPr>
          <p:cNvSpPr>
            <a:spLocks noGrp="1"/>
          </p:cNvSpPr>
          <p:nvPr/>
        </p:nvSpPr>
        <p:spPr>
          <a:xfrm>
            <a:off x="2583656" y="6298406"/>
            <a:ext cx="4953000" cy="0"/>
          </a:xfrm>
          <a:prstGeom prst="line">
            <a:avLst/>
          </a:prstGeom>
          <a:noFill/>
          <a:ln w="11906">
            <a:solidFill>
              <a:srgbClr val="BCD0EA"/>
            </a:solidFill>
          </a:ln>
        </p:spPr>
      </p:sp>
      <p:sp>
        <p:nvSpPr>
          <p:cNvPr id="43" name="object-43">
            <a:extLst>
              <a:ext uri="{FF2B5EF4-FFF2-40B4-BE49-F238E27FC236}">
                <a16:creationId xmlns:a16="http://schemas.microsoft.com/office/drawing/2014/main" id="{B1FC3D53-5779-48C5-9175-0DFA596F1733}"/>
              </a:ext>
            </a:extLst>
          </p:cNvPr>
          <p:cNvSpPr>
            <a:spLocks noGrp="1"/>
          </p:cNvSpPr>
          <p:nvPr/>
        </p:nvSpPr>
        <p:spPr>
          <a:xfrm>
            <a:off x="6298406" y="2583656"/>
            <a:ext cx="0" cy="4953000"/>
          </a:xfrm>
          <a:prstGeom prst="line">
            <a:avLst/>
          </a:prstGeom>
          <a:noFill/>
          <a:ln w="11906">
            <a:solidFill>
              <a:srgbClr val="BCD0EA"/>
            </a:solidFill>
          </a:ln>
        </p:spPr>
      </p:sp>
      <p:sp>
        <p:nvSpPr>
          <p:cNvPr id="44" name="object-44">
            <a:extLst>
              <a:ext uri="{FF2B5EF4-FFF2-40B4-BE49-F238E27FC236}">
                <a16:creationId xmlns:a16="http://schemas.microsoft.com/office/drawing/2014/main" id="{58EE800D-6E31-44F0-BB0D-A4AF4923E798}"/>
              </a:ext>
            </a:extLst>
          </p:cNvPr>
          <p:cNvSpPr>
            <a:spLocks noGrp="1"/>
          </p:cNvSpPr>
          <p:nvPr/>
        </p:nvSpPr>
        <p:spPr>
          <a:xfrm>
            <a:off x="608409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4</a:t>
            </a:r>
          </a:p>
        </p:txBody>
      </p:sp>
      <p:sp>
        <p:nvSpPr>
          <p:cNvPr id="45" name="object-45">
            <a:extLst>
              <a:ext uri="{FF2B5EF4-FFF2-40B4-BE49-F238E27FC236}">
                <a16:creationId xmlns:a16="http://schemas.microsoft.com/office/drawing/2014/main" id="{B2782955-8F8F-4F5A-AFDF-EE823A8A2AF5}"/>
              </a:ext>
            </a:extLst>
          </p:cNvPr>
          <p:cNvSpPr>
            <a:spLocks noGrp="1"/>
          </p:cNvSpPr>
          <p:nvPr/>
        </p:nvSpPr>
        <p:spPr>
          <a:xfrm>
            <a:off x="4560094" y="6107906"/>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-4</a:t>
            </a:r>
          </a:p>
        </p:txBody>
      </p:sp>
      <p:sp>
        <p:nvSpPr>
          <p:cNvPr id="46" name="object-46">
            <a:extLst>
              <a:ext uri="{FF2B5EF4-FFF2-40B4-BE49-F238E27FC236}">
                <a16:creationId xmlns:a16="http://schemas.microsoft.com/office/drawing/2014/main" id="{529808BE-2572-4F7F-BFB5-013F58CAF737}"/>
              </a:ext>
            </a:extLst>
          </p:cNvPr>
          <p:cNvSpPr>
            <a:spLocks noGrp="1"/>
          </p:cNvSpPr>
          <p:nvPr/>
        </p:nvSpPr>
        <p:spPr>
          <a:xfrm>
            <a:off x="2583656" y="6607969"/>
            <a:ext cx="4953000" cy="0"/>
          </a:xfrm>
          <a:prstGeom prst="line">
            <a:avLst/>
          </a:prstGeom>
          <a:noFill/>
          <a:ln w="11906">
            <a:solidFill>
              <a:srgbClr val="BCD0EA"/>
            </a:solidFill>
          </a:ln>
        </p:spPr>
      </p:sp>
      <p:sp>
        <p:nvSpPr>
          <p:cNvPr id="47" name="object-47">
            <a:extLst>
              <a:ext uri="{FF2B5EF4-FFF2-40B4-BE49-F238E27FC236}">
                <a16:creationId xmlns:a16="http://schemas.microsoft.com/office/drawing/2014/main" id="{87B38ED4-DD7A-4DAD-B094-F79F559C24C9}"/>
              </a:ext>
            </a:extLst>
          </p:cNvPr>
          <p:cNvSpPr>
            <a:spLocks noGrp="1"/>
          </p:cNvSpPr>
          <p:nvPr/>
        </p:nvSpPr>
        <p:spPr>
          <a:xfrm>
            <a:off x="6607969" y="2583656"/>
            <a:ext cx="0" cy="4953000"/>
          </a:xfrm>
          <a:prstGeom prst="line">
            <a:avLst/>
          </a:prstGeom>
          <a:noFill/>
          <a:ln w="11906">
            <a:solidFill>
              <a:srgbClr val="BCD0EA"/>
            </a:solidFill>
          </a:ln>
        </p:spPr>
      </p:sp>
      <p:sp>
        <p:nvSpPr>
          <p:cNvPr id="48" name="object-48">
            <a:extLst>
              <a:ext uri="{FF2B5EF4-FFF2-40B4-BE49-F238E27FC236}">
                <a16:creationId xmlns:a16="http://schemas.microsoft.com/office/drawing/2014/main" id="{5AAF07AF-0814-4BF7-9D16-519D9280F405}"/>
              </a:ext>
            </a:extLst>
          </p:cNvPr>
          <p:cNvSpPr>
            <a:spLocks noGrp="1"/>
          </p:cNvSpPr>
          <p:nvPr/>
        </p:nvSpPr>
        <p:spPr>
          <a:xfrm>
            <a:off x="2583656" y="6917531"/>
            <a:ext cx="4953000" cy="0"/>
          </a:xfrm>
          <a:prstGeom prst="line">
            <a:avLst/>
          </a:prstGeom>
          <a:noFill/>
          <a:ln w="11906">
            <a:solidFill>
              <a:srgbClr val="BCD0EA"/>
            </a:solidFill>
          </a:ln>
        </p:spPr>
      </p:sp>
      <p:sp>
        <p:nvSpPr>
          <p:cNvPr id="49" name="object-49">
            <a:extLst>
              <a:ext uri="{FF2B5EF4-FFF2-40B4-BE49-F238E27FC236}">
                <a16:creationId xmlns:a16="http://schemas.microsoft.com/office/drawing/2014/main" id="{B05D9FAB-DD93-4BC1-AE6D-78BA8B2910A2}"/>
              </a:ext>
            </a:extLst>
          </p:cNvPr>
          <p:cNvSpPr>
            <a:spLocks noGrp="1"/>
          </p:cNvSpPr>
          <p:nvPr/>
        </p:nvSpPr>
        <p:spPr>
          <a:xfrm>
            <a:off x="6917531" y="2583656"/>
            <a:ext cx="0" cy="4953000"/>
          </a:xfrm>
          <a:prstGeom prst="line">
            <a:avLst/>
          </a:prstGeom>
          <a:noFill/>
          <a:ln w="11906">
            <a:solidFill>
              <a:srgbClr val="BCD0EA"/>
            </a:solidFill>
          </a:ln>
        </p:spPr>
      </p:sp>
      <p:sp>
        <p:nvSpPr>
          <p:cNvPr id="50" name="object-50">
            <a:extLst>
              <a:ext uri="{FF2B5EF4-FFF2-40B4-BE49-F238E27FC236}">
                <a16:creationId xmlns:a16="http://schemas.microsoft.com/office/drawing/2014/main" id="{1508B2A6-EA28-4F74-95BC-9873B0A99AC2}"/>
              </a:ext>
            </a:extLst>
          </p:cNvPr>
          <p:cNvSpPr>
            <a:spLocks noGrp="1"/>
          </p:cNvSpPr>
          <p:nvPr/>
        </p:nvSpPr>
        <p:spPr>
          <a:xfrm>
            <a:off x="6703219"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6</a:t>
            </a:r>
          </a:p>
        </p:txBody>
      </p:sp>
      <p:sp>
        <p:nvSpPr>
          <p:cNvPr id="51" name="object-51">
            <a:extLst>
              <a:ext uri="{FF2B5EF4-FFF2-40B4-BE49-F238E27FC236}">
                <a16:creationId xmlns:a16="http://schemas.microsoft.com/office/drawing/2014/main" id="{72D09F68-4E25-427E-8BB1-B5862E3BBB6D}"/>
              </a:ext>
            </a:extLst>
          </p:cNvPr>
          <p:cNvSpPr>
            <a:spLocks noGrp="1"/>
          </p:cNvSpPr>
          <p:nvPr/>
        </p:nvSpPr>
        <p:spPr>
          <a:xfrm>
            <a:off x="4560094" y="6727031"/>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-6</a:t>
            </a:r>
          </a:p>
        </p:txBody>
      </p:sp>
      <p:sp>
        <p:nvSpPr>
          <p:cNvPr id="52" name="object-52">
            <a:extLst>
              <a:ext uri="{FF2B5EF4-FFF2-40B4-BE49-F238E27FC236}">
                <a16:creationId xmlns:a16="http://schemas.microsoft.com/office/drawing/2014/main" id="{47C5F9AE-0921-44FC-81F8-86D7851B89B1}"/>
              </a:ext>
            </a:extLst>
          </p:cNvPr>
          <p:cNvSpPr>
            <a:spLocks noGrp="1"/>
          </p:cNvSpPr>
          <p:nvPr/>
        </p:nvSpPr>
        <p:spPr>
          <a:xfrm>
            <a:off x="2583656" y="7227094"/>
            <a:ext cx="4953000" cy="0"/>
          </a:xfrm>
          <a:prstGeom prst="line">
            <a:avLst/>
          </a:prstGeom>
          <a:noFill/>
          <a:ln w="11906">
            <a:solidFill>
              <a:srgbClr val="BCD0EA"/>
            </a:solidFill>
          </a:ln>
        </p:spPr>
      </p:sp>
      <p:sp>
        <p:nvSpPr>
          <p:cNvPr id="53" name="object-53">
            <a:extLst>
              <a:ext uri="{FF2B5EF4-FFF2-40B4-BE49-F238E27FC236}">
                <a16:creationId xmlns:a16="http://schemas.microsoft.com/office/drawing/2014/main" id="{387C029D-152B-4C89-B83B-9A6BB68EDDB9}"/>
              </a:ext>
            </a:extLst>
          </p:cNvPr>
          <p:cNvSpPr>
            <a:spLocks noGrp="1"/>
          </p:cNvSpPr>
          <p:nvPr/>
        </p:nvSpPr>
        <p:spPr>
          <a:xfrm>
            <a:off x="7227094" y="2583656"/>
            <a:ext cx="0" cy="4953000"/>
          </a:xfrm>
          <a:prstGeom prst="line">
            <a:avLst/>
          </a:prstGeom>
          <a:noFill/>
          <a:ln w="11906">
            <a:solidFill>
              <a:srgbClr val="BCD0EA"/>
            </a:solidFill>
          </a:ln>
        </p:spPr>
      </p:sp>
      <p:sp>
        <p:nvSpPr>
          <p:cNvPr id="54" name="object-54">
            <a:extLst>
              <a:ext uri="{FF2B5EF4-FFF2-40B4-BE49-F238E27FC236}">
                <a16:creationId xmlns:a16="http://schemas.microsoft.com/office/drawing/2014/main" id="{2F4C8C20-FAC0-4E6C-B937-77375700A271}"/>
              </a:ext>
            </a:extLst>
          </p:cNvPr>
          <p:cNvSpPr>
            <a:spLocks noGrp="1"/>
          </p:cNvSpPr>
          <p:nvPr/>
        </p:nvSpPr>
        <p:spPr>
          <a:xfrm>
            <a:off x="2583656" y="7536656"/>
            <a:ext cx="4953000" cy="0"/>
          </a:xfrm>
          <a:prstGeom prst="line">
            <a:avLst/>
          </a:prstGeom>
          <a:noFill/>
          <a:ln w="11906">
            <a:solidFill>
              <a:srgbClr val="BCD0EA"/>
            </a:solidFill>
          </a:ln>
        </p:spPr>
      </p:sp>
      <p:sp>
        <p:nvSpPr>
          <p:cNvPr id="55" name="object-55">
            <a:extLst>
              <a:ext uri="{FF2B5EF4-FFF2-40B4-BE49-F238E27FC236}">
                <a16:creationId xmlns:a16="http://schemas.microsoft.com/office/drawing/2014/main" id="{43599774-8447-4D87-929C-0815D6FEC67B}"/>
              </a:ext>
            </a:extLst>
          </p:cNvPr>
          <p:cNvSpPr>
            <a:spLocks noGrp="1"/>
          </p:cNvSpPr>
          <p:nvPr/>
        </p:nvSpPr>
        <p:spPr>
          <a:xfrm>
            <a:off x="7536656" y="2583656"/>
            <a:ext cx="0" cy="4953000"/>
          </a:xfrm>
          <a:prstGeom prst="line">
            <a:avLst/>
          </a:prstGeom>
          <a:noFill/>
          <a:ln w="11906">
            <a:solidFill>
              <a:srgbClr val="BCD0EA"/>
            </a:solidFill>
          </a:ln>
        </p:spPr>
      </p:sp>
      <p:sp>
        <p:nvSpPr>
          <p:cNvPr id="56" name="object-56">
            <a:extLst>
              <a:ext uri="{FF2B5EF4-FFF2-40B4-BE49-F238E27FC236}">
                <a16:creationId xmlns:a16="http://schemas.microsoft.com/office/drawing/2014/main" id="{93AAE31A-4771-41C7-94BA-EFB9ED84AED9}"/>
              </a:ext>
            </a:extLst>
          </p:cNvPr>
          <p:cNvSpPr>
            <a:spLocks noGrp="1"/>
          </p:cNvSpPr>
          <p:nvPr/>
        </p:nvSpPr>
        <p:spPr>
          <a:xfrm>
            <a:off x="7322344" y="5131594"/>
            <a:ext cx="428625" cy="357188"/>
          </a:xfrm>
          <a:prstGeom prst="rect">
            <a:avLst/>
          </a:prstGeom>
          <a:noFill/>
          <a:ln w="0">
            <a:noFill/>
          </a:ln>
        </p:spPr>
        <p:txBody>
          <a:bodyPr anchor="ctr">
            <a:noAutofit/>
          </a:bodyPr>
          <a:lstStyle/>
          <a:p>
            <a:pPr algn="ctr">
              <a:defRPr sz="1594" b="0">
                <a:solidFill>
                  <a:srgbClr val="52647A"/>
                </a:solidFill>
                <a:latin typeface="Arial"/>
                <a:ea typeface="Arial"/>
                <a:cs typeface="Arial"/>
              </a:defRPr>
            </a:pPr>
            <a:r>
              <a:rPr sz="1594" b="0">
                <a:solidFill>
                  <a:srgbClr val="52647A"/>
                </a:solidFill>
                <a:latin typeface="Arial"/>
                <a:ea typeface="Arial"/>
                <a:cs typeface="Arial"/>
              </a:rPr>
              <a:t>8</a:t>
            </a:r>
          </a:p>
        </p:txBody>
      </p:sp>
      <p:sp>
        <p:nvSpPr>
          <p:cNvPr id="57" name="object-57">
            <a:extLst>
              <a:ext uri="{FF2B5EF4-FFF2-40B4-BE49-F238E27FC236}">
                <a16:creationId xmlns:a16="http://schemas.microsoft.com/office/drawing/2014/main" id="{EF5741B1-023F-439D-8C4F-4C764B47D659}"/>
              </a:ext>
            </a:extLst>
          </p:cNvPr>
          <p:cNvSpPr>
            <a:spLocks noGrp="1"/>
          </p:cNvSpPr>
          <p:nvPr/>
        </p:nvSpPr>
        <p:spPr>
          <a:xfrm>
            <a:off x="4560094" y="7346156"/>
            <a:ext cx="416719" cy="357188"/>
          </a:xfrm>
          <a:prstGeom prst="rect">
            <a:avLst/>
          </a:prstGeom>
          <a:noFill/>
          <a:ln w="0">
            <a:noFill/>
          </a:ln>
        </p:spPr>
        <p:txBody>
          <a:bodyPr anchor="ctr">
            <a:noAutofit/>
          </a:bodyPr>
          <a:lstStyle/>
          <a:p>
            <a:pPr algn="l">
              <a:defRPr sz="1594" b="0">
                <a:solidFill>
                  <a:srgbClr val="52647A"/>
                </a:solidFill>
                <a:latin typeface="Arial"/>
                <a:ea typeface="Arial"/>
                <a:cs typeface="Arial"/>
              </a:defRPr>
            </a:pPr>
            <a:r>
              <a:rPr sz="1594" b="0">
                <a:solidFill>
                  <a:srgbClr val="52647A"/>
                </a:solidFill>
                <a:latin typeface="Arial"/>
                <a:ea typeface="Arial"/>
                <a:cs typeface="Arial"/>
              </a:rPr>
              <a:t>-8</a:t>
            </a:r>
          </a:p>
        </p:txBody>
      </p:sp>
      <p:sp>
        <p:nvSpPr>
          <p:cNvPr id="58" name="object-58">
            <a:extLst>
              <a:ext uri="{FF2B5EF4-FFF2-40B4-BE49-F238E27FC236}">
                <a16:creationId xmlns:a16="http://schemas.microsoft.com/office/drawing/2014/main" id="{590C0D85-DF20-423E-A7B0-CDDABCF1ADCF}"/>
              </a:ext>
            </a:extLst>
          </p:cNvPr>
          <p:cNvSpPr>
            <a:spLocks noGrp="1"/>
          </p:cNvSpPr>
          <p:nvPr/>
        </p:nvSpPr>
        <p:spPr>
          <a:xfrm>
            <a:off x="2583656" y="5060156"/>
            <a:ext cx="4953000" cy="0"/>
          </a:xfrm>
          <a:prstGeom prst="line">
            <a:avLst/>
          </a:prstGeom>
          <a:noFill/>
          <a:ln w="23813">
            <a:solidFill>
              <a:srgbClr val="172B4D"/>
            </a:solidFill>
          </a:ln>
        </p:spPr>
      </p:sp>
      <p:sp>
        <p:nvSpPr>
          <p:cNvPr id="59" name="object-59">
            <a:extLst>
              <a:ext uri="{FF2B5EF4-FFF2-40B4-BE49-F238E27FC236}">
                <a16:creationId xmlns:a16="http://schemas.microsoft.com/office/drawing/2014/main" id="{082E049D-67E5-4697-BE56-658C6CF441D3}"/>
              </a:ext>
            </a:extLst>
          </p:cNvPr>
          <p:cNvSpPr>
            <a:spLocks noGrp="1"/>
          </p:cNvSpPr>
          <p:nvPr/>
        </p:nvSpPr>
        <p:spPr>
          <a:xfrm>
            <a:off x="5060156" y="2583656"/>
            <a:ext cx="0" cy="4953000"/>
          </a:xfrm>
          <a:prstGeom prst="line">
            <a:avLst/>
          </a:prstGeom>
          <a:noFill/>
          <a:ln w="23813">
            <a:solidFill>
              <a:srgbClr val="172B4D"/>
            </a:solidFill>
          </a:ln>
        </p:spPr>
      </p:sp>
      <p:sp>
        <p:nvSpPr>
          <p:cNvPr id="60" name="object-60">
            <a:extLst>
              <a:ext uri="{FF2B5EF4-FFF2-40B4-BE49-F238E27FC236}">
                <a16:creationId xmlns:a16="http://schemas.microsoft.com/office/drawing/2014/main" id="{145AB50C-23DE-436B-B322-1D7A78782747}"/>
              </a:ext>
            </a:extLst>
          </p:cNvPr>
          <p:cNvSpPr>
            <a:spLocks noGrp="1"/>
          </p:cNvSpPr>
          <p:nvPr/>
        </p:nvSpPr>
        <p:spPr>
          <a:xfrm>
            <a:off x="4953000" y="4953000"/>
            <a:ext cx="214313" cy="214313"/>
          </a:xfrm>
          <a:prstGeom prst="ellipse">
            <a:avLst/>
          </a:prstGeom>
          <a:solidFill>
            <a:srgbClr val="1D4ED8"/>
          </a:solidFill>
          <a:ln w="11906">
            <a:solidFill>
              <a:srgbClr val="172B4D"/>
            </a:solidFill>
          </a:ln>
        </p:spPr>
      </p:sp>
      <p:sp>
        <p:nvSpPr>
          <p:cNvPr id="61" name="object-61">
            <a:extLst>
              <a:ext uri="{FF2B5EF4-FFF2-40B4-BE49-F238E27FC236}">
                <a16:creationId xmlns:a16="http://schemas.microsoft.com/office/drawing/2014/main" id="{41FEB2B1-22C2-4D43-91DD-9A42A68C975E}"/>
              </a:ext>
            </a:extLst>
          </p:cNvPr>
          <p:cNvSpPr>
            <a:spLocks noGrp="1"/>
          </p:cNvSpPr>
          <p:nvPr/>
        </p:nvSpPr>
        <p:spPr>
          <a:xfrm>
            <a:off x="9763125" y="4048125"/>
            <a:ext cx="4345781" cy="1547813"/>
          </a:xfrm>
          <a:prstGeom prst="rect">
            <a:avLst/>
          </a:prstGeom>
          <a:noFill/>
          <a:ln w="0">
            <a:noFill/>
          </a:ln>
        </p:spPr>
        <p:txBody>
          <a:bodyPr anchor="ctr">
            <a:noAutofit/>
          </a:bodyPr>
          <a:lstStyle/>
          <a:p>
            <a:pPr algn="l">
              <a:defRPr sz="4125" b="1">
                <a:solidFill>
                  <a:srgbClr val="11745A"/>
                </a:solidFill>
                <a:latin typeface="Arial"/>
                <a:ea typeface="Arial"/>
                <a:cs typeface="Arial"/>
              </a:defRPr>
            </a:pPr>
            <a:r>
              <a:rPr sz="4125" b="1">
                <a:solidFill>
                  <a:srgbClr val="11745A"/>
                </a:solidFill>
                <a:latin typeface="Arial"/>
                <a:ea typeface="Arial"/>
                <a:cs typeface="Arial"/>
              </a:rPr>
              <a:t>(-3, 1)</a:t>
            </a:r>
          </a:p>
        </p:txBody>
      </p:sp>
    </p:spTree>
    <p:extLst>
      <p:ext uri="{BB962C8B-B14F-4D97-AF65-F5344CB8AC3E}">
        <p14:creationId xmlns:p14="http://schemas.microsoft.com/office/powerpoint/2010/main" val="316021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 0 L 0.040625 0 E" pathEditMode="relative" ptsTypes="">
                                      <p:cBhvr>
                                        <p:cTn id="6" dur="800" fill="hold"/>
                                        <p:tgtEl>
                                          <p:spTgt spid="60"/>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0.040625 0 L 0.040625 0.18055556 E" pathEditMode="relative" ptsTypes="">
                                      <p:cBhvr>
                                        <p:cTn id="10" dur="800" fill="hold"/>
                                        <p:tgtEl>
                                          <p:spTgt spid="60"/>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63" presetClass="path" presetSubtype="0" accel="50000" decel="50000" fill="hold" nodeType="clickEffect">
                                  <p:stCondLst>
                                    <p:cond delay="0"/>
                                  </p:stCondLst>
                                  <p:childTnLst>
                                    <p:animMotion origin="layout" path="M 0.040625 0.18055556 L -0.0609375 0.18055556 E" pathEditMode="relative" ptsTypes="">
                                      <p:cBhvr>
                                        <p:cTn id="14" dur="800" fill="hold"/>
                                        <p:tgtEl>
                                          <p:spTgt spid="60"/>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63" presetClass="path" presetSubtype="0" accel="50000" decel="50000" fill="hold" nodeType="clickEffect">
                                  <p:stCondLst>
                                    <p:cond delay="0"/>
                                  </p:stCondLst>
                                  <p:childTnLst>
                                    <p:animMotion origin="layout" path="M -0.0609375 0.18055556 L -0.0609375 -0.03611111 E" pathEditMode="relative" ptsTypes="">
                                      <p:cBhvr>
                                        <p:cTn id="18" dur="800" fill="hold"/>
                                        <p:tgtEl>
                                          <p:spTgt spid="60"/>
                                        </p:tgtEl>
                                        <p:attrNameLst>
                                          <p:attrName>ppt_x</p:attrName>
                                          <p:attrName>ppt_y</p:attrName>
                                        </p:attrNameLst>
                                      </p:cBhvr>
                                    </p:animMotion>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object-1">
            <a:extLst>
              <a:ext uri="{FF2B5EF4-FFF2-40B4-BE49-F238E27FC236}">
                <a16:creationId xmlns:a16="http://schemas.microsoft.com/office/drawing/2014/main" id="{886F70B3-7D1B-44FC-AC46-BBFE09B177DF}"/>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D40C3E1F-2806-4097-A493-0A5CDC58A5BD}"/>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70FD90F4-D55A-4241-B313-559B50CB9FEE}"/>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Try these questions.</a:t>
            </a:r>
          </a:p>
        </p:txBody>
      </p:sp>
      <p:sp>
        <p:nvSpPr>
          <p:cNvPr id="4" name="object-4">
            <a:extLst>
              <a:ext uri="{FF2B5EF4-FFF2-40B4-BE49-F238E27FC236}">
                <a16:creationId xmlns:a16="http://schemas.microsoft.com/office/drawing/2014/main" id="{331A1D7D-B53E-47B8-AE18-9EAE8AB2DFAD}"/>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B04CB93B-1F51-41CF-8D16-D4D21645849C}"/>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Describe translations</a:t>
            </a:r>
          </a:p>
        </p:txBody>
      </p:sp>
      <p:sp>
        <p:nvSpPr>
          <p:cNvPr id="6" name="object-6">
            <a:extLst>
              <a:ext uri="{FF2B5EF4-FFF2-40B4-BE49-F238E27FC236}">
                <a16:creationId xmlns:a16="http://schemas.microsoft.com/office/drawing/2014/main" id="{3FD5BF5A-CDE1-427E-98F5-22A8610D4077}"/>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6</a:t>
            </a:r>
          </a:p>
        </p:txBody>
      </p:sp>
      <p:sp>
        <p:nvSpPr>
          <p:cNvPr id="7" name="object-7">
            <a:extLst>
              <a:ext uri="{FF2B5EF4-FFF2-40B4-BE49-F238E27FC236}">
                <a16:creationId xmlns:a16="http://schemas.microsoft.com/office/drawing/2014/main" id="{AE69583D-BCE6-4655-9E0F-5253ADF2C115}"/>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8" name="object-8">
            <a:extLst>
              <a:ext uri="{FF2B5EF4-FFF2-40B4-BE49-F238E27FC236}">
                <a16:creationId xmlns:a16="http://schemas.microsoft.com/office/drawing/2014/main" id="{64E1D7B2-69B9-4A58-B202-5E16B917697E}"/>
              </a:ext>
            </a:extLst>
          </p:cNvPr>
          <p:cNvSpPr>
            <a:spLocks noGrp="1"/>
          </p:cNvSpPr>
          <p:nvPr/>
        </p:nvSpPr>
        <p:spPr>
          <a:xfrm>
            <a:off x="1464469" y="2512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Point P moves from (2, -5) to (-3, 1). Describe the translation.</a:t>
            </a:r>
          </a:p>
        </p:txBody>
      </p:sp>
      <p:sp>
        <p:nvSpPr>
          <p:cNvPr id="9" name="object-9">
            <a:extLst>
              <a:ext uri="{FF2B5EF4-FFF2-40B4-BE49-F238E27FC236}">
                <a16:creationId xmlns:a16="http://schemas.microsoft.com/office/drawing/2014/main" id="{0F2D6149-6BC5-46B2-B4F4-A461D6D6E0D9}"/>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10" name="object-10">
            <a:extLst>
              <a:ext uri="{FF2B5EF4-FFF2-40B4-BE49-F238E27FC236}">
                <a16:creationId xmlns:a16="http://schemas.microsoft.com/office/drawing/2014/main" id="{F98CC628-474B-4096-9787-7AAFA44ADEB5}"/>
              </a:ext>
            </a:extLst>
          </p:cNvPr>
          <p:cNvSpPr>
            <a:spLocks noGrp="1"/>
          </p:cNvSpPr>
          <p:nvPr/>
        </p:nvSpPr>
        <p:spPr>
          <a:xfrm>
            <a:off x="1464469" y="35599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Translate (4, -2) by 3 left and 5 up.</a:t>
            </a:r>
          </a:p>
        </p:txBody>
      </p:sp>
      <p:sp>
        <p:nvSpPr>
          <p:cNvPr id="11" name="object-11">
            <a:extLst>
              <a:ext uri="{FF2B5EF4-FFF2-40B4-BE49-F238E27FC236}">
                <a16:creationId xmlns:a16="http://schemas.microsoft.com/office/drawing/2014/main" id="{08D56928-78DA-4693-A37A-93B2CADEAFF2}"/>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2" name="object-12">
            <a:extLst>
              <a:ext uri="{FF2B5EF4-FFF2-40B4-BE49-F238E27FC236}">
                <a16:creationId xmlns:a16="http://schemas.microsoft.com/office/drawing/2014/main" id="{E8891B51-0876-4474-9798-29F6056F1560}"/>
              </a:ext>
            </a:extLst>
          </p:cNvPr>
          <p:cNvSpPr>
            <a:spLocks noGrp="1"/>
          </p:cNvSpPr>
          <p:nvPr/>
        </p:nvSpPr>
        <p:spPr>
          <a:xfrm>
            <a:off x="1464469" y="46077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Reflect (-6, 2) in the y-axis.</a:t>
            </a:r>
          </a:p>
        </p:txBody>
      </p:sp>
      <p:sp>
        <p:nvSpPr>
          <p:cNvPr id="13" name="object-13">
            <a:extLst>
              <a:ext uri="{FF2B5EF4-FFF2-40B4-BE49-F238E27FC236}">
                <a16:creationId xmlns:a16="http://schemas.microsoft.com/office/drawing/2014/main" id="{B7127045-351D-4D07-892D-746916219818}"/>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4" name="object-14">
            <a:extLst>
              <a:ext uri="{FF2B5EF4-FFF2-40B4-BE49-F238E27FC236}">
                <a16:creationId xmlns:a16="http://schemas.microsoft.com/office/drawing/2014/main" id="{061F28BB-55BA-4990-BCB9-300435026EA6}"/>
              </a:ext>
            </a:extLst>
          </p:cNvPr>
          <p:cNvSpPr>
            <a:spLocks noGrp="1"/>
          </p:cNvSpPr>
          <p:nvPr/>
        </p:nvSpPr>
        <p:spPr>
          <a:xfrm>
            <a:off x="1464469" y="56554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Solve this independently and show every stage: Point P moves from (2, -5) to (-3, 1). Describe the translation.</a:t>
            </a:r>
          </a:p>
        </p:txBody>
      </p:sp>
      <p:sp>
        <p:nvSpPr>
          <p:cNvPr id="15" name="object-15">
            <a:extLst>
              <a:ext uri="{FF2B5EF4-FFF2-40B4-BE49-F238E27FC236}">
                <a16:creationId xmlns:a16="http://schemas.microsoft.com/office/drawing/2014/main" id="{E4542E1B-63E4-4E64-A2DD-7EF804BBB39B}"/>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6" name="object-16">
            <a:extLst>
              <a:ext uri="{FF2B5EF4-FFF2-40B4-BE49-F238E27FC236}">
                <a16:creationId xmlns:a16="http://schemas.microsoft.com/office/drawing/2014/main" id="{5F87F4F6-72B8-4211-8A35-25C0EF62614F}"/>
              </a:ext>
            </a:extLst>
          </p:cNvPr>
          <p:cNvSpPr>
            <a:spLocks noGrp="1"/>
          </p:cNvSpPr>
          <p:nvPr/>
        </p:nvSpPr>
        <p:spPr>
          <a:xfrm>
            <a:off x="1464469" y="6703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Use a second method or representation for: Translate (4, -2) by 3 left and 5 up.</a:t>
            </a:r>
          </a:p>
        </p:txBody>
      </p:sp>
      <p:sp>
        <p:nvSpPr>
          <p:cNvPr id="17" name="object-17">
            <a:extLst>
              <a:ext uri="{FF2B5EF4-FFF2-40B4-BE49-F238E27FC236}">
                <a16:creationId xmlns:a16="http://schemas.microsoft.com/office/drawing/2014/main" id="{BE1F0D04-8E27-44CA-B014-4201ABF55615}"/>
              </a:ext>
            </a:extLst>
          </p:cNvPr>
          <p:cNvSpPr>
            <a:spLocks noGrp="1"/>
          </p:cNvSpPr>
          <p:nvPr/>
        </p:nvSpPr>
        <p:spPr>
          <a:xfrm>
            <a:off x="8215313"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6.</a:t>
            </a:r>
          </a:p>
        </p:txBody>
      </p:sp>
      <p:sp>
        <p:nvSpPr>
          <p:cNvPr id="18" name="object-18">
            <a:extLst>
              <a:ext uri="{FF2B5EF4-FFF2-40B4-BE49-F238E27FC236}">
                <a16:creationId xmlns:a16="http://schemas.microsoft.com/office/drawing/2014/main" id="{FF4C1325-FC1B-413C-ACEF-03FDC6093946}"/>
              </a:ext>
            </a:extLst>
          </p:cNvPr>
          <p:cNvSpPr>
            <a:spLocks noGrp="1"/>
          </p:cNvSpPr>
          <p:nvPr/>
        </p:nvSpPr>
        <p:spPr>
          <a:xfrm>
            <a:off x="8905875" y="2512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Check this result using an inverse, estimate or known fact: Reflect (-6, 2) in the y-axis.</a:t>
            </a:r>
          </a:p>
        </p:txBody>
      </p:sp>
      <p:sp>
        <p:nvSpPr>
          <p:cNvPr id="19" name="object-19">
            <a:extLst>
              <a:ext uri="{FF2B5EF4-FFF2-40B4-BE49-F238E27FC236}">
                <a16:creationId xmlns:a16="http://schemas.microsoft.com/office/drawing/2014/main" id="{8FD288EE-F484-4B8A-AFF7-CB36C81063E6}"/>
              </a:ext>
            </a:extLst>
          </p:cNvPr>
          <p:cNvSpPr>
            <a:spLocks noGrp="1"/>
          </p:cNvSpPr>
          <p:nvPr/>
        </p:nvSpPr>
        <p:spPr>
          <a:xfrm>
            <a:off x="8215313"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7.</a:t>
            </a:r>
          </a:p>
        </p:txBody>
      </p:sp>
      <p:sp>
        <p:nvSpPr>
          <p:cNvPr id="20" name="object-20">
            <a:extLst>
              <a:ext uri="{FF2B5EF4-FFF2-40B4-BE49-F238E27FC236}">
                <a16:creationId xmlns:a16="http://schemas.microsoft.com/office/drawing/2014/main" id="{84E9253A-70F0-416B-90F6-2FE22D243F8D}"/>
              </a:ext>
            </a:extLst>
          </p:cNvPr>
          <p:cNvSpPr>
            <a:spLocks noGrp="1"/>
          </p:cNvSpPr>
          <p:nvPr/>
        </p:nvSpPr>
        <p:spPr>
          <a:xfrm>
            <a:off x="8905875" y="35599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Prove or explain your reasoning: A point becomes (7, -4) after moving 9 right and 3 down. Find its start.</a:t>
            </a:r>
          </a:p>
        </p:txBody>
      </p:sp>
      <p:sp>
        <p:nvSpPr>
          <p:cNvPr id="21" name="object-21">
            <a:extLst>
              <a:ext uri="{FF2B5EF4-FFF2-40B4-BE49-F238E27FC236}">
                <a16:creationId xmlns:a16="http://schemas.microsoft.com/office/drawing/2014/main" id="{DBBFD901-725F-4C26-A28E-91E8E005A72E}"/>
              </a:ext>
            </a:extLst>
          </p:cNvPr>
          <p:cNvSpPr>
            <a:spLocks noGrp="1"/>
          </p:cNvSpPr>
          <p:nvPr/>
        </p:nvSpPr>
        <p:spPr>
          <a:xfrm>
            <a:off x="8215313"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8.</a:t>
            </a:r>
          </a:p>
        </p:txBody>
      </p:sp>
      <p:sp>
        <p:nvSpPr>
          <p:cNvPr id="22" name="object-22">
            <a:extLst>
              <a:ext uri="{FF2B5EF4-FFF2-40B4-BE49-F238E27FC236}">
                <a16:creationId xmlns:a16="http://schemas.microsoft.com/office/drawing/2014/main" id="{22E07DB7-0BCD-45E2-9A43-8CF5C3116350}"/>
              </a:ext>
            </a:extLst>
          </p:cNvPr>
          <p:cNvSpPr>
            <a:spLocks noGrp="1"/>
          </p:cNvSpPr>
          <p:nvPr/>
        </p:nvSpPr>
        <p:spPr>
          <a:xfrm>
            <a:off x="8905875" y="46077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Identify and correct this misconception: Miro changes x and y in the same way without checking the direction or mirror line.</a:t>
            </a:r>
          </a:p>
        </p:txBody>
      </p:sp>
      <p:sp>
        <p:nvSpPr>
          <p:cNvPr id="23" name="object-23">
            <a:extLst>
              <a:ext uri="{FF2B5EF4-FFF2-40B4-BE49-F238E27FC236}">
                <a16:creationId xmlns:a16="http://schemas.microsoft.com/office/drawing/2014/main" id="{797514FF-0C08-4373-A7CD-AF1D0F919E67}"/>
              </a:ext>
            </a:extLst>
          </p:cNvPr>
          <p:cNvSpPr>
            <a:spLocks noGrp="1"/>
          </p:cNvSpPr>
          <p:nvPr/>
        </p:nvSpPr>
        <p:spPr>
          <a:xfrm>
            <a:off x="8215313"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9.</a:t>
            </a:r>
          </a:p>
        </p:txBody>
      </p:sp>
      <p:sp>
        <p:nvSpPr>
          <p:cNvPr id="24" name="object-24">
            <a:extLst>
              <a:ext uri="{FF2B5EF4-FFF2-40B4-BE49-F238E27FC236}">
                <a16:creationId xmlns:a16="http://schemas.microsoft.com/office/drawing/2014/main" id="{7AB9C287-A30E-49FF-B66C-AB9A39F37D39}"/>
              </a:ext>
            </a:extLst>
          </p:cNvPr>
          <p:cNvSpPr>
            <a:spLocks noGrp="1"/>
          </p:cNvSpPr>
          <p:nvPr/>
        </p:nvSpPr>
        <p:spPr>
          <a:xfrm>
            <a:off x="8905875" y="56554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 complete sentence explaining how you checked one answer.</a:t>
            </a:r>
          </a:p>
        </p:txBody>
      </p:sp>
      <p:sp>
        <p:nvSpPr>
          <p:cNvPr id="25" name="object-25">
            <a:extLst>
              <a:ext uri="{FF2B5EF4-FFF2-40B4-BE49-F238E27FC236}">
                <a16:creationId xmlns:a16="http://schemas.microsoft.com/office/drawing/2014/main" id="{0475BBC7-3D21-4A63-B94E-696D3FACC55A}"/>
              </a:ext>
            </a:extLst>
          </p:cNvPr>
          <p:cNvSpPr>
            <a:spLocks noGrp="1"/>
          </p:cNvSpPr>
          <p:nvPr/>
        </p:nvSpPr>
        <p:spPr>
          <a:xfrm>
            <a:off x="8215313"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10.</a:t>
            </a:r>
          </a:p>
        </p:txBody>
      </p:sp>
      <p:sp>
        <p:nvSpPr>
          <p:cNvPr id="26" name="object-26">
            <a:extLst>
              <a:ext uri="{FF2B5EF4-FFF2-40B4-BE49-F238E27FC236}">
                <a16:creationId xmlns:a16="http://schemas.microsoft.com/office/drawing/2014/main" id="{46F46759-2D36-43A4-B9B0-23D37BC0A442}"/>
              </a:ext>
            </a:extLst>
          </p:cNvPr>
          <p:cNvSpPr>
            <a:spLocks noGrp="1"/>
          </p:cNvSpPr>
          <p:nvPr/>
        </p:nvSpPr>
        <p:spPr>
          <a:xfrm>
            <a:off x="8905875" y="6703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and solve a similar question to: Reflect (-6, 2) in the y-axis.</a:t>
            </a:r>
          </a:p>
        </p:txBody>
      </p:sp>
    </p:spTree>
    <p:extLst>
      <p:ext uri="{BB962C8B-B14F-4D97-AF65-F5344CB8AC3E}">
        <p14:creationId xmlns:p14="http://schemas.microsoft.com/office/powerpoint/2010/main" val="2433282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object-1">
            <a:extLst>
              <a:ext uri="{FF2B5EF4-FFF2-40B4-BE49-F238E27FC236}">
                <a16:creationId xmlns:a16="http://schemas.microsoft.com/office/drawing/2014/main" id="{615426FC-05AD-4B17-B2FE-3E634275690C}"/>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Answers</a:t>
            </a:r>
          </a:p>
        </p:txBody>
      </p:sp>
      <p:sp>
        <p:nvSpPr>
          <p:cNvPr id="2" name="object-2">
            <a:extLst>
              <a:ext uri="{FF2B5EF4-FFF2-40B4-BE49-F238E27FC236}">
                <a16:creationId xmlns:a16="http://schemas.microsoft.com/office/drawing/2014/main" id="{A5A584F7-023A-452C-861A-0C3478D125B9}"/>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Check your answers. Explain any corrections.</a:t>
            </a:r>
          </a:p>
        </p:txBody>
      </p:sp>
      <p:sp>
        <p:nvSpPr>
          <p:cNvPr id="3" name="object-3">
            <a:extLst>
              <a:ext uri="{FF2B5EF4-FFF2-40B4-BE49-F238E27FC236}">
                <a16:creationId xmlns:a16="http://schemas.microsoft.com/office/drawing/2014/main" id="{18279FF4-815F-4B20-AD90-1A5DC018323F}"/>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D061C5EB-226E-4158-A7D1-B7318A642D80}"/>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Describe translations</a:t>
            </a:r>
          </a:p>
        </p:txBody>
      </p:sp>
      <p:sp>
        <p:nvSpPr>
          <p:cNvPr id="5" name="object-5">
            <a:extLst>
              <a:ext uri="{FF2B5EF4-FFF2-40B4-BE49-F238E27FC236}">
                <a16:creationId xmlns:a16="http://schemas.microsoft.com/office/drawing/2014/main" id="{3D272616-A9B5-464D-96A5-46287891BE57}"/>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7</a:t>
            </a:r>
          </a:p>
        </p:txBody>
      </p:sp>
      <p:sp>
        <p:nvSpPr>
          <p:cNvPr id="6" name="object-6">
            <a:extLst>
              <a:ext uri="{FF2B5EF4-FFF2-40B4-BE49-F238E27FC236}">
                <a16:creationId xmlns:a16="http://schemas.microsoft.com/office/drawing/2014/main" id="{2AB899C6-520D-4A2C-A789-CA1E23D702AE}"/>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7" name="object-7">
            <a:extLst>
              <a:ext uri="{FF2B5EF4-FFF2-40B4-BE49-F238E27FC236}">
                <a16:creationId xmlns:a16="http://schemas.microsoft.com/office/drawing/2014/main" id="{3C64DB6E-13AB-4CD2-9CD7-9E32C5BB2866}"/>
              </a:ext>
            </a:extLst>
          </p:cNvPr>
          <p:cNvSpPr>
            <a:spLocks noGrp="1"/>
          </p:cNvSpPr>
          <p:nvPr/>
        </p:nvSpPr>
        <p:spPr>
          <a:xfrm>
            <a:off x="1464469" y="2512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5 left and 6 up.</a:t>
            </a:r>
          </a:p>
        </p:txBody>
      </p:sp>
      <p:sp>
        <p:nvSpPr>
          <p:cNvPr id="8" name="object-8">
            <a:extLst>
              <a:ext uri="{FF2B5EF4-FFF2-40B4-BE49-F238E27FC236}">
                <a16:creationId xmlns:a16="http://schemas.microsoft.com/office/drawing/2014/main" id="{FD7EEEE8-B27A-45B6-AF41-62584C6D35E5}"/>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9" name="object-9">
            <a:extLst>
              <a:ext uri="{FF2B5EF4-FFF2-40B4-BE49-F238E27FC236}">
                <a16:creationId xmlns:a16="http://schemas.microsoft.com/office/drawing/2014/main" id="{E51AA250-143E-45DF-AD4F-D2EF89278F99}"/>
              </a:ext>
            </a:extLst>
          </p:cNvPr>
          <p:cNvSpPr>
            <a:spLocks noGrp="1"/>
          </p:cNvSpPr>
          <p:nvPr/>
        </p:nvSpPr>
        <p:spPr>
          <a:xfrm>
            <a:off x="1464469" y="35599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(1, 3).</a:t>
            </a:r>
          </a:p>
        </p:txBody>
      </p:sp>
      <p:sp>
        <p:nvSpPr>
          <p:cNvPr id="10" name="object-10">
            <a:extLst>
              <a:ext uri="{FF2B5EF4-FFF2-40B4-BE49-F238E27FC236}">
                <a16:creationId xmlns:a16="http://schemas.microsoft.com/office/drawing/2014/main" id="{0B1A17D5-ABD4-4A53-843D-8FBBA75E65E5}"/>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1" name="object-11">
            <a:extLst>
              <a:ext uri="{FF2B5EF4-FFF2-40B4-BE49-F238E27FC236}">
                <a16:creationId xmlns:a16="http://schemas.microsoft.com/office/drawing/2014/main" id="{2660D383-C60D-4B97-9220-E4E4DAD15339}"/>
              </a:ext>
            </a:extLst>
          </p:cNvPr>
          <p:cNvSpPr>
            <a:spLocks noGrp="1"/>
          </p:cNvSpPr>
          <p:nvPr/>
        </p:nvSpPr>
        <p:spPr>
          <a:xfrm>
            <a:off x="1464469" y="46077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(6, 2).</a:t>
            </a:r>
          </a:p>
        </p:txBody>
      </p:sp>
      <p:sp>
        <p:nvSpPr>
          <p:cNvPr id="12" name="object-12">
            <a:extLst>
              <a:ext uri="{FF2B5EF4-FFF2-40B4-BE49-F238E27FC236}">
                <a16:creationId xmlns:a16="http://schemas.microsoft.com/office/drawing/2014/main" id="{5A00047C-262C-46DF-ABF5-17B360515C52}"/>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3" name="object-13">
            <a:extLst>
              <a:ext uri="{FF2B5EF4-FFF2-40B4-BE49-F238E27FC236}">
                <a16:creationId xmlns:a16="http://schemas.microsoft.com/office/drawing/2014/main" id="{97898F9A-75E3-49CA-BF06-1943D5CD73C5}"/>
              </a:ext>
            </a:extLst>
          </p:cNvPr>
          <p:cNvSpPr>
            <a:spLocks noGrp="1"/>
          </p:cNvSpPr>
          <p:nvPr/>
        </p:nvSpPr>
        <p:spPr>
          <a:xfrm>
            <a:off x="1464469" y="56554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5 left and 6 up.</a:t>
            </a:r>
          </a:p>
        </p:txBody>
      </p:sp>
      <p:sp>
        <p:nvSpPr>
          <p:cNvPr id="14" name="object-14">
            <a:extLst>
              <a:ext uri="{FF2B5EF4-FFF2-40B4-BE49-F238E27FC236}">
                <a16:creationId xmlns:a16="http://schemas.microsoft.com/office/drawing/2014/main" id="{D4BAF045-4818-4951-9DBC-F04008DBE8F0}"/>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5" name="object-15">
            <a:extLst>
              <a:ext uri="{FF2B5EF4-FFF2-40B4-BE49-F238E27FC236}">
                <a16:creationId xmlns:a16="http://schemas.microsoft.com/office/drawing/2014/main" id="{4E142A3A-DD14-4908-9EC3-384CF92223EA}"/>
              </a:ext>
            </a:extLst>
          </p:cNvPr>
          <p:cNvSpPr>
            <a:spLocks noGrp="1"/>
          </p:cNvSpPr>
          <p:nvPr/>
        </p:nvSpPr>
        <p:spPr>
          <a:xfrm>
            <a:off x="1464469" y="6703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Expected result: (1, 3). Method or representation may vary.</a:t>
            </a:r>
          </a:p>
        </p:txBody>
      </p:sp>
      <p:sp>
        <p:nvSpPr>
          <p:cNvPr id="16" name="object-16">
            <a:extLst>
              <a:ext uri="{FF2B5EF4-FFF2-40B4-BE49-F238E27FC236}">
                <a16:creationId xmlns:a16="http://schemas.microsoft.com/office/drawing/2014/main" id="{CC376D9F-DFC5-4AA5-BC9A-BD96F71B9BAD}"/>
              </a:ext>
            </a:extLst>
          </p:cNvPr>
          <p:cNvSpPr>
            <a:spLocks noGrp="1"/>
          </p:cNvSpPr>
          <p:nvPr/>
        </p:nvSpPr>
        <p:spPr>
          <a:xfrm>
            <a:off x="8215313"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6.</a:t>
            </a:r>
          </a:p>
        </p:txBody>
      </p:sp>
      <p:sp>
        <p:nvSpPr>
          <p:cNvPr id="17" name="object-17">
            <a:extLst>
              <a:ext uri="{FF2B5EF4-FFF2-40B4-BE49-F238E27FC236}">
                <a16:creationId xmlns:a16="http://schemas.microsoft.com/office/drawing/2014/main" id="{F373238D-7206-4581-B599-C69F877EB28B}"/>
              </a:ext>
            </a:extLst>
          </p:cNvPr>
          <p:cNvSpPr>
            <a:spLocks noGrp="1"/>
          </p:cNvSpPr>
          <p:nvPr/>
        </p:nvSpPr>
        <p:spPr>
          <a:xfrm>
            <a:off x="8905875" y="2512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Expected result: (6, 2). A valid check must be shown.</a:t>
            </a:r>
          </a:p>
        </p:txBody>
      </p:sp>
      <p:sp>
        <p:nvSpPr>
          <p:cNvPr id="18" name="object-18">
            <a:extLst>
              <a:ext uri="{FF2B5EF4-FFF2-40B4-BE49-F238E27FC236}">
                <a16:creationId xmlns:a16="http://schemas.microsoft.com/office/drawing/2014/main" id="{09AD3615-9322-46DD-8380-2F2CAD026C75}"/>
              </a:ext>
            </a:extLst>
          </p:cNvPr>
          <p:cNvSpPr>
            <a:spLocks noGrp="1"/>
          </p:cNvSpPr>
          <p:nvPr/>
        </p:nvSpPr>
        <p:spPr>
          <a:xfrm>
            <a:off x="8215313"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7.</a:t>
            </a:r>
          </a:p>
        </p:txBody>
      </p:sp>
      <p:sp>
        <p:nvSpPr>
          <p:cNvPr id="19" name="object-19">
            <a:extLst>
              <a:ext uri="{FF2B5EF4-FFF2-40B4-BE49-F238E27FC236}">
                <a16:creationId xmlns:a16="http://schemas.microsoft.com/office/drawing/2014/main" id="{AE199931-FC49-43E5-B3BC-ED3CCD10BE3C}"/>
              </a:ext>
            </a:extLst>
          </p:cNvPr>
          <p:cNvSpPr>
            <a:spLocks noGrp="1"/>
          </p:cNvSpPr>
          <p:nvPr/>
        </p:nvSpPr>
        <p:spPr>
          <a:xfrm>
            <a:off x="8905875" y="35599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(-2, -1). The explanation must show why the method works.</a:t>
            </a:r>
          </a:p>
        </p:txBody>
      </p:sp>
      <p:sp>
        <p:nvSpPr>
          <p:cNvPr id="20" name="object-20">
            <a:extLst>
              <a:ext uri="{FF2B5EF4-FFF2-40B4-BE49-F238E27FC236}">
                <a16:creationId xmlns:a16="http://schemas.microsoft.com/office/drawing/2014/main" id="{D245412F-E950-4554-9018-71764CF077CE}"/>
              </a:ext>
            </a:extLst>
          </p:cNvPr>
          <p:cNvSpPr>
            <a:spLocks noGrp="1"/>
          </p:cNvSpPr>
          <p:nvPr/>
        </p:nvSpPr>
        <p:spPr>
          <a:xfrm>
            <a:off x="8215313"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8.</a:t>
            </a:r>
          </a:p>
        </p:txBody>
      </p:sp>
      <p:sp>
        <p:nvSpPr>
          <p:cNvPr id="21" name="object-21">
            <a:extLst>
              <a:ext uri="{FF2B5EF4-FFF2-40B4-BE49-F238E27FC236}">
                <a16:creationId xmlns:a16="http://schemas.microsoft.com/office/drawing/2014/main" id="{14892F38-EC20-4534-98C6-67DE001718EB}"/>
              </a:ext>
            </a:extLst>
          </p:cNvPr>
          <p:cNvSpPr>
            <a:spLocks noGrp="1"/>
          </p:cNvSpPr>
          <p:nvPr/>
        </p:nvSpPr>
        <p:spPr>
          <a:xfrm>
            <a:off x="8905875" y="46077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Track horizontal and vertical changes separately and apply the exact transformation to every point.</a:t>
            </a:r>
          </a:p>
        </p:txBody>
      </p:sp>
      <p:sp>
        <p:nvSpPr>
          <p:cNvPr id="22" name="object-22">
            <a:extLst>
              <a:ext uri="{FF2B5EF4-FFF2-40B4-BE49-F238E27FC236}">
                <a16:creationId xmlns:a16="http://schemas.microsoft.com/office/drawing/2014/main" id="{B5F24BA1-9BD0-4EB5-A0B7-23C0479A7367}"/>
              </a:ext>
            </a:extLst>
          </p:cNvPr>
          <p:cNvSpPr>
            <a:spLocks noGrp="1"/>
          </p:cNvSpPr>
          <p:nvPr/>
        </p:nvSpPr>
        <p:spPr>
          <a:xfrm>
            <a:off x="8215313"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9.</a:t>
            </a:r>
          </a:p>
        </p:txBody>
      </p:sp>
      <p:sp>
        <p:nvSpPr>
          <p:cNvPr id="23" name="object-23">
            <a:extLst>
              <a:ext uri="{FF2B5EF4-FFF2-40B4-BE49-F238E27FC236}">
                <a16:creationId xmlns:a16="http://schemas.microsoft.com/office/drawing/2014/main" id="{5F1E6FE5-80E0-44A4-A595-BD5F7EFEA992}"/>
              </a:ext>
            </a:extLst>
          </p:cNvPr>
          <p:cNvSpPr>
            <a:spLocks noGrp="1"/>
          </p:cNvSpPr>
          <p:nvPr/>
        </p:nvSpPr>
        <p:spPr>
          <a:xfrm>
            <a:off x="8905875" y="56554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 should name an inverse, estimate, boundary, known fact or equivalent representation.</a:t>
            </a:r>
          </a:p>
        </p:txBody>
      </p:sp>
      <p:sp>
        <p:nvSpPr>
          <p:cNvPr id="24" name="object-24">
            <a:extLst>
              <a:ext uri="{FF2B5EF4-FFF2-40B4-BE49-F238E27FC236}">
                <a16:creationId xmlns:a16="http://schemas.microsoft.com/office/drawing/2014/main" id="{E8FBFE4C-0C4F-4513-B12D-89FF3C050206}"/>
              </a:ext>
            </a:extLst>
          </p:cNvPr>
          <p:cNvSpPr>
            <a:spLocks noGrp="1"/>
          </p:cNvSpPr>
          <p:nvPr/>
        </p:nvSpPr>
        <p:spPr>
          <a:xfrm>
            <a:off x="8215313"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10.</a:t>
            </a:r>
          </a:p>
        </p:txBody>
      </p:sp>
      <p:sp>
        <p:nvSpPr>
          <p:cNvPr id="25" name="object-25">
            <a:extLst>
              <a:ext uri="{FF2B5EF4-FFF2-40B4-BE49-F238E27FC236}">
                <a16:creationId xmlns:a16="http://schemas.microsoft.com/office/drawing/2014/main" id="{83857AFC-0C31-4F1F-BDF6-5AA4F05AC63A}"/>
              </a:ext>
            </a:extLst>
          </p:cNvPr>
          <p:cNvSpPr>
            <a:spLocks noGrp="1"/>
          </p:cNvSpPr>
          <p:nvPr/>
        </p:nvSpPr>
        <p:spPr>
          <a:xfrm>
            <a:off x="8905875" y="6703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Answers vary. The new question must use the same mathematical structure and include a correct solution.</a:t>
            </a:r>
          </a:p>
        </p:txBody>
      </p:sp>
    </p:spTree>
    <p:extLst>
      <p:ext uri="{BB962C8B-B14F-4D97-AF65-F5344CB8AC3E}">
        <p14:creationId xmlns:p14="http://schemas.microsoft.com/office/powerpoint/2010/main" val="105761568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1026</Words>
  <Application>Microsoft Office PowerPoint</Application>
  <DocSecurity>0</DocSecurity>
  <PresentationFormat>Custom</PresentationFormat>
  <Paragraphs>158</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Garima Sharma</cp:lastModifiedBy>
  <cp:revision>1</cp:revision>
  <dcterms:created xsi:type="dcterms:W3CDTF">2026-09-14T13:19:21Z</dcterms:created>
  <dcterms:modified xsi:type="dcterms:W3CDTF">2026-09-14T13:21:04Z</dcterms:modified>
</cp:coreProperties>
</file>