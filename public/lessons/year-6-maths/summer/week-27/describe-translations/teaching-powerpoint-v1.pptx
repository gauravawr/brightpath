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595d02498143a5" /><Relationship Type="http://schemas.openxmlformats.org/officeDocument/2006/relationships/extended-properties" Target="/docProps/app.xml" Id="R0ddacbe13ee64d34" /><Relationship Type="http://schemas.openxmlformats.org/officeDocument/2006/relationships/officeDocument" Target="/ppt/presentation.xml" Id="R750b869b83db4d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f5e19cbf8e442a"/>
  </p:sldMasterIdLst>
  <p:notesMasterIdLst>
    <p:notesMasterId xmlns:r="http://schemas.openxmlformats.org/officeDocument/2006/relationships" r:id="R6bf1389fd8954d53"/>
  </p:notesMasterIdLst>
  <p:sldIdLst>
    <p:sldId xmlns:r="http://schemas.openxmlformats.org/officeDocument/2006/relationships" id="256" r:id="Rd922911016844c7f"/>
    <p:sldId xmlns:r="http://schemas.openxmlformats.org/officeDocument/2006/relationships" id="257" r:id="Rfc1a758147f84691"/>
    <p:sldId xmlns:r="http://schemas.openxmlformats.org/officeDocument/2006/relationships" id="258" r:id="R8114fcb0aeb34a13"/>
    <p:sldId xmlns:r="http://schemas.openxmlformats.org/officeDocument/2006/relationships" id="259" r:id="Rb0cad0c84cd648ca"/>
    <p:sldId xmlns:r="http://schemas.openxmlformats.org/officeDocument/2006/relationships" id="260" r:id="R011804e1425b493b"/>
    <p:sldId xmlns:r="http://schemas.openxmlformats.org/officeDocument/2006/relationships" id="261" r:id="R0ccbbdb422424f97"/>
    <p:sldId xmlns:r="http://schemas.openxmlformats.org/officeDocument/2006/relationships" id="262" r:id="Rcc40092861e7437a"/>
    <p:sldId xmlns:r="http://schemas.openxmlformats.org/officeDocument/2006/relationships" id="263" r:id="Re4abaa29255841f2"/>
    <p:sldId xmlns:r="http://schemas.openxmlformats.org/officeDocument/2006/relationships" id="264" r:id="Rb32ed46ce83240f4"/>
    <p:sldId xmlns:r="http://schemas.openxmlformats.org/officeDocument/2006/relationships" id="265" r:id="R99451129a3a44808"/>
    <p:sldId xmlns:r="http://schemas.openxmlformats.org/officeDocument/2006/relationships" id="266" r:id="R6cefd5067ddf4544"/>
    <p:sldId xmlns:r="http://schemas.openxmlformats.org/officeDocument/2006/relationships" id="267" r:id="R18d1a105c51e49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6f4076aa3e49d0" /><Relationship Type="http://schemas.openxmlformats.org/officeDocument/2006/relationships/slideMaster" Target="/ppt/slideMasters/slideMaster1.xml" Id="R96f5e19cbf8e442a" /><Relationship Type="http://schemas.openxmlformats.org/officeDocument/2006/relationships/notesMaster" Target="/ppt/notesMasters/notesMaster1.xml" Id="R6bf1389fd8954d53" /><Relationship Type="http://schemas.openxmlformats.org/officeDocument/2006/relationships/presProps" Target="/ppt/presProps.xml" Id="R1d163a92db1941cf" /><Relationship Type="http://schemas.openxmlformats.org/officeDocument/2006/relationships/tableStyles" Target="/ppt/tableStyles.xml" Id="R4c3a2b724ead4bb3" /><Relationship Type="http://schemas.openxmlformats.org/officeDocument/2006/relationships/slide" Target="/ppt/slides/slide1.xml" Id="Rd922911016844c7f" /><Relationship Type="http://schemas.openxmlformats.org/officeDocument/2006/relationships/slide" Target="/ppt/slides/slide2.xml" Id="Rfc1a758147f84691" /><Relationship Type="http://schemas.openxmlformats.org/officeDocument/2006/relationships/slide" Target="/ppt/slides/slide3.xml" Id="R8114fcb0aeb34a13" /><Relationship Type="http://schemas.openxmlformats.org/officeDocument/2006/relationships/slide" Target="/ppt/slides/slide4.xml" Id="Rb0cad0c84cd648ca" /><Relationship Type="http://schemas.openxmlformats.org/officeDocument/2006/relationships/slide" Target="/ppt/slides/slide5.xml" Id="R011804e1425b493b" /><Relationship Type="http://schemas.openxmlformats.org/officeDocument/2006/relationships/slide" Target="/ppt/slides/slide6.xml" Id="R0ccbbdb422424f97" /><Relationship Type="http://schemas.openxmlformats.org/officeDocument/2006/relationships/slide" Target="/ppt/slides/slide7.xml" Id="Rcc40092861e7437a" /><Relationship Type="http://schemas.openxmlformats.org/officeDocument/2006/relationships/slide" Target="/ppt/slides/slide8.xml" Id="Re4abaa29255841f2" /><Relationship Type="http://schemas.openxmlformats.org/officeDocument/2006/relationships/slide" Target="/ppt/slides/slide9.xml" Id="Rb32ed46ce83240f4" /><Relationship Type="http://schemas.openxmlformats.org/officeDocument/2006/relationships/slide" Target="/ppt/slides/slide10.xml" Id="R99451129a3a44808" /><Relationship Type="http://schemas.openxmlformats.org/officeDocument/2006/relationships/slide" Target="/ppt/slides/slide11.xml" Id="R6cefd5067ddf4544" /><Relationship Type="http://schemas.openxmlformats.org/officeDocument/2006/relationships/slide" Target="/ppt/slides/slide12.xml" Id="R18d1a105c51e49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826c6c88314f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b1301fe31c4119" /><Relationship Type="http://schemas.openxmlformats.org/officeDocument/2006/relationships/notesMaster" Target="/ppt/notesMasters/notesMaster1.xml" Id="R54a0d278046c40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97a6ed06c3d4d42" /><Relationship Type="http://schemas.openxmlformats.org/officeDocument/2006/relationships/notesMaster" Target="/ppt/notesMasters/notesMaster1.xml" Id="R11fc57dfe26146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3218aff5a44485" /><Relationship Type="http://schemas.openxmlformats.org/officeDocument/2006/relationships/notesMaster" Target="/ppt/notesMasters/notesMaster1.xml" Id="Re421163705484c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a595f2005a4c51" /><Relationship Type="http://schemas.openxmlformats.org/officeDocument/2006/relationships/notesMaster" Target="/ppt/notesMasters/notesMaster1.xml" Id="R4355e79f15db4f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364b45d3aa4a25" /><Relationship Type="http://schemas.openxmlformats.org/officeDocument/2006/relationships/notesMaster" Target="/ppt/notesMasters/notesMaster1.xml" Id="R8cc3caa6c3db4a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619ee6eb3c4c98" /><Relationship Type="http://schemas.openxmlformats.org/officeDocument/2006/relationships/notesMaster" Target="/ppt/notesMasters/notesMaster1.xml" Id="R069c276e9e3b45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1e0cb576754e2d" /><Relationship Type="http://schemas.openxmlformats.org/officeDocument/2006/relationships/notesMaster" Target="/ppt/notesMasters/notesMaster1.xml" Id="R73ff9a4eebfc41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0cc8bc6ee184b77" /><Relationship Type="http://schemas.openxmlformats.org/officeDocument/2006/relationships/notesMaster" Target="/ppt/notesMasters/notesMaster1.xml" Id="R3f54397949c64f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9b153c88c94874" /><Relationship Type="http://schemas.openxmlformats.org/officeDocument/2006/relationships/notesMaster" Target="/ppt/notesMasters/notesMaster1.xml" Id="R69f9a7b8bf45453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a5b93978a00453d" /><Relationship Type="http://schemas.openxmlformats.org/officeDocument/2006/relationships/notesMaster" Target="/ppt/notesMasters/notesMaster1.xml" Id="R8285a467cd9c416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b9b5804905c4b5d" /><Relationship Type="http://schemas.openxmlformats.org/officeDocument/2006/relationships/notesMaster" Target="/ppt/notesMasters/notesMaster1.xml" Id="R6e01d5f94f89471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b14600e41f4453b" /><Relationship Type="http://schemas.openxmlformats.org/officeDocument/2006/relationships/notesMaster" Target="/ppt/notesMasters/notesMaster1.xml" Id="R5a77fb33861b49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Four-quadrant grids, tracing paper, mirrors, coordinate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(1, 3). | Read or record x before y and note the quadrant. |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coordinate, quadrant, x-axis, y-axis, translate, reflect.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5 left and 6 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(1, 3).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(1, 3)..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(6, 2)..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(-2, -1).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(6, 2).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(6, 2). | Track horizontal and vertical changes separately and apply the exact transformation to every point.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165a0601394e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9dee8e1a0f41c4" /><Relationship Type="http://schemas.openxmlformats.org/officeDocument/2006/relationships/slideLayout" Target="/ppt/slideLayouts/slideLayout1.xml" Id="R40664f50401144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664f50401144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1949c222045b5" /><Relationship Type="http://schemas.openxmlformats.org/officeDocument/2006/relationships/notesSlide" Target="/ppt/notesSlides/notesSlide1.xml" Id="R94267c054e8441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9c8c7e541d44e7" /><Relationship Type="http://schemas.openxmlformats.org/officeDocument/2006/relationships/notesSlide" Target="/ppt/notesSlides/notesSlide2.xml" Id="Rdccb82fc9d5544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d09711adc44179" /><Relationship Type="http://schemas.openxmlformats.org/officeDocument/2006/relationships/notesSlide" Target="/ppt/notesSlides/notesSlide3.xml" Id="Rccd770135c9741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b3c722189d4a1c" /><Relationship Type="http://schemas.openxmlformats.org/officeDocument/2006/relationships/notesSlide" Target="/ppt/notesSlides/notesSlide4.xml" Id="Rf6769ae9529f44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25cf77666432d" /><Relationship Type="http://schemas.openxmlformats.org/officeDocument/2006/relationships/notesSlide" Target="/ppt/notesSlides/notesSlide5.xml" Id="R1f401660598347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e132a030b54548" /><Relationship Type="http://schemas.openxmlformats.org/officeDocument/2006/relationships/notesSlide" Target="/ppt/notesSlides/notesSlide6.xml" Id="Rd90fda504bcf46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26de084a74645" /><Relationship Type="http://schemas.openxmlformats.org/officeDocument/2006/relationships/image" Target="/ppt/media/image.png" Id="R20a51c12714f42e2" /><Relationship Type="http://schemas.openxmlformats.org/officeDocument/2006/relationships/notesSlide" Target="/ppt/notesSlides/notesSlide7.xml" Id="R4cd05cc171d54c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414be8ba34ca4" /><Relationship Type="http://schemas.openxmlformats.org/officeDocument/2006/relationships/notesSlide" Target="/ppt/notesSlides/notesSlide8.xml" Id="R31296ae94ca4484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3770512466422e" /><Relationship Type="http://schemas.openxmlformats.org/officeDocument/2006/relationships/notesSlide" Target="/ppt/notesSlides/notesSlide9.xml" Id="R8c6af9ecdf2349c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77b3a32344bea" /><Relationship Type="http://schemas.openxmlformats.org/officeDocument/2006/relationships/notesSlide" Target="/ppt/notesSlides/notesSlide10.xml" Id="R87cef9620d6e472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995f226074793" /><Relationship Type="http://schemas.openxmlformats.org/officeDocument/2006/relationships/notesSlide" Target="/ppt/notesSlides/notesSlide11.xml" Id="Rf95eb00fe1fb444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594bae795a4583" /><Relationship Type="http://schemas.openxmlformats.org/officeDocument/2006/relationships/notesSlide" Target="/ppt/notesSlides/notesSlide12.xml" Id="Rf0be8276ed6549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DCC239-4A97-4C7F-A90F-4ACF86F9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B76A78-C300-4868-9CB7-586BE175C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44D125-6743-4AC5-9824-5BFB9BFA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9CAA6C-E798-4F35-9442-1593895F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44AFA6-5352-4FB8-A363-F43B9AC7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22395B-5E28-491F-8026-8CDE7959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7A5971-498E-441E-ADDB-21913B80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A2A34-BEB9-4DBC-B9FE-D769D27B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describe translations using horizontal and vertical movement.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514F7A-7B6A-42B9-B8ED-146D2CF2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6F291D-279B-41F6-A5EF-5C0208E1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Four-quadrant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51366C-6D3A-4021-A12F-7A73424D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659689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8497FF-C93F-4BCD-B145-5EE6AB0C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30A311-FA97-45EC-A378-D23C1FDD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55DD17-C8B3-41A4-A2AA-71DF87BC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9F579F-86CF-45FF-A037-3848E08A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1E478D-113C-4089-8FDA-A8DF5BF3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D43954-ED62-4E7B-B005-CB690BB1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D664D2-7AC1-4854-9A4E-E63A913F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9A2B12-D57A-4083-B6F8-CCC5211F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A17DF1-97E6-43D4-8880-173218EF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0BA669-BF01-4B3C-B549-51A19BFE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24267-A132-4297-B863-2A9D7E29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51481-9A66-49AA-B0E8-98EE11E3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E8E00A-A01C-456E-A64A-889F8173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Describe positions in four quadrants and transform shapes on coordinate grids.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C499FF-3235-4D55-90E2-05C16F5A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0F03C0-E9E1-44B5-959A-E4D98349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B80776-F48B-4F10-BF15-A5C26B03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639AD6-D2DD-4998-A3F5-17570E3D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(4, -2) by 3 left and 5 up.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DE86B6-923C-4D4D-9D94-94B87B42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0EE50C-A696-4835-8E7C-F41E5330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313FCC-6BEE-4B6A-890B-75D726FD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CC534C-4856-4462-A6E8-E9CB66AF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Point P moves from (2, -5) to (-3, 1). Describe the translation.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584D38-308A-4BEF-A7A0-5D387E78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95355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32B300-9B5E-4A66-A0E6-944BA67B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08F15-4FD2-4E58-A186-94161204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AA305F-78A3-4AD0-A04C-33FD0EBC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D73932-3839-4E8D-9543-04C75266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417E6E-0AB6-4389-897A-C283F38D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FB2B7-55BD-4984-9DA8-83821AE3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538A8C-30E7-422F-98FC-0FBBA2CC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5B0BAC-279B-496B-82CE-30AC17F0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008CB9-5B9F-433C-9A37-4EEADE46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BC4CE3-675D-4045-BAF0-948C360C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describe translations using horizontal and vertical movement.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259E11-918F-4821-A7D3-738746DF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7AD020-26B3-42FE-8DBF-F5B611C0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or record x before y and note the quadrant.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7FC8FE-999F-4A2E-88A3-9E2D7CC5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same vector or mirror line to every vertex.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1A8877-B4AD-46A8-A176-9259CA56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side lengths and orientation after the transformation.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146329-DE01-464F-A33B-CBE32907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coordinate  |  quadrant  |  x-axis  |  y-axis  |  translate  |  reflect</a:t>
            </a:r>
          </a:p>
        </p:txBody>
      </p:sp>
    </p:spTree>
    <p:extLst>
      <p:ext uri="{BB962C8B-B14F-4D97-AF65-F5344CB8AC3E}">
        <p14:creationId xmlns:p14="http://schemas.microsoft.com/office/powerpoint/2010/main" val="7439433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A57AD4-9A16-4567-B4E4-1D010D47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BEC190-27EE-4990-A3B1-918CDB62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81587-C0E9-4763-B163-9F19830A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516FA9-DEDE-45A4-BBAA-24A36334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93349B-D14C-4B6F-B668-5786B2FA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1C7B9C-ABF2-47F1-83FC-08171B1B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6C99E8-AFDF-49FE-8DF9-A09928E4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DF66A0-A146-4C8E-9ADF-7D8C00F6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67B6AA-D1B9-47F5-94D8-685BFFF1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4B4787-86DE-46A5-9D53-AFCB9A1A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Point P moves from (2, -5) to (-3, 1). Describe the translation.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41AD7B-E526-4049-85C4-534BBB74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7CD13B-F4F0-4B66-84F8-30CC8775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F8C57-880B-4809-8ED8-17F0B767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or record x before y and note the quadrant.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9F16CE-FCB2-4E9C-A0C7-1CA74923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06347B-5E6D-45F4-A56A-B35F8EFB3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63B17-FB93-408F-A989-B04CC8BE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Apply the same vector or mirror line to every vertex.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000F2B-762C-4DAD-92D3-6BF0203E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AAAC24-DCF2-4E95-AAB4-DA7C743F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A7D10C-2E40-49E0-9561-72A8EA92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5 left and 6 up.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2E7C39-73D8-4C57-8224-80027EAC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359D8C-56FD-40CF-8F3F-4305C5CA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EC18DE-AD53-4C5A-B7F8-3547E42A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side lengths and orientation after the transformation.</a:t>
            </a:r>
          </a:p>
        </p:txBody>
      </p:sp>
    </p:spTree>
    <p:extLst>
      <p:ext uri="{BB962C8B-B14F-4D97-AF65-F5344CB8AC3E}">
        <p14:creationId xmlns:p14="http://schemas.microsoft.com/office/powerpoint/2010/main" val="10647432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700037-AECE-4B24-9056-06EAE3BA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2E661D-9A4A-4C5F-9D56-0C68FED0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2159EA-11A2-4D77-AD96-FE28356E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F35A35-9BED-4ED9-97C4-7324B046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6CD09F-21BD-4549-97CE-9ED4E298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6CF6E-C9C1-4419-8CDC-30F70D14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8229B6-199D-4F29-85BD-746B4D28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9878E-2152-46D1-A703-F62314BD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12E580-DB11-4097-89E4-A7C4DC9D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AAD1B3-9681-42E7-B647-D2D017CE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8AB339-F945-4546-867C-FD5A6961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5 left and 6 up.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231715-7FCF-4097-8DF4-B36522C2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8FBB6-C5AB-4F4D-A15D-12D252EE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side lengths and orientation after the transformation.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046D33-70E8-41AF-B6DF-7EF1F91B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019764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C618E6-B6DD-4082-A910-33E6C4CB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525830-834A-49C8-BCC8-8AB55A70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8C1FA-D4BD-4D12-9D35-38A561E5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A803A-3A21-4D76-A55D-9212196D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F43C5-03A4-4D14-98AC-86AADBE7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238727-CEAB-4FAB-93A9-601B3B9F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5EC7C9-C47F-4B55-8DD6-8C3E87C4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79918-CC78-4902-83B9-F09104EA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B56C99-F7F8-4CEE-9260-AEC2C8CA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2B5057-C916-456E-90EF-76F63B50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(4, -2) by 3 left and 5 up.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2073A9-AF47-45A1-A2BA-8F9DE6A2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A151D-60CE-4DF1-94C2-3E389DFF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2D494E-BE97-4D03-BBEC-06CC77A5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8B21A7-6F3F-4876-93AD-925CB681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D1CFE6-05FC-4B4A-8C2E-D151DD24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(1, 3).</a:t>
            </a:r>
          </a:p>
        </p:txBody>
      </p:sp>
    </p:spTree>
    <p:extLst>
      <p:ext uri="{BB962C8B-B14F-4D97-AF65-F5344CB8AC3E}">
        <p14:creationId xmlns:p14="http://schemas.microsoft.com/office/powerpoint/2010/main" val="20451985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B09228-C26F-4BC9-81E9-BCE73A32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C5E701-7D39-4DB1-A392-1D3EA3AB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2D269-9FAB-4C2C-B6B2-96C580F4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4DC928-5D5C-410E-91DE-DEA46B11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AC38C-BAE8-45C0-BA77-67F00DDC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DF7DF5-21E4-42F4-BD6A-8FE7B5E9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B1FCA8-058D-4DEE-94E5-466E6DF3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172CA3-2B17-448F-933D-AD58D4A1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51AD5B-2D02-43AE-B5E2-95A88064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51c12714f42e2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9BBE83-4EA4-4E4F-B0CD-F8E18954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F0020C-6011-4848-B9C0-AB173BE2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x and y in the same way without checking the direction or mirror line.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A05EEB-E3A4-48F2-A116-E53477BC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5C7A3-B3EA-4875-9257-3F503688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532896-3FBD-4E47-A131-51ABC968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Track horizontal and vertical changes separately and apply the exact transformation to every point.</a:t>
            </a:r>
          </a:p>
        </p:txBody>
      </p:sp>
    </p:spTree>
    <p:extLst>
      <p:ext uri="{BB962C8B-B14F-4D97-AF65-F5344CB8AC3E}">
        <p14:creationId xmlns:p14="http://schemas.microsoft.com/office/powerpoint/2010/main" val="13315661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EC1CDA-5222-48BE-88E4-847078B8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8F0D2E-269C-42F1-8523-E89269CB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826CAB-F350-4D48-914D-A2D473DA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910CA-F028-4070-B076-4E8EBB03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FA788B-067E-4F6F-A9AB-27C30400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07699-52DA-4295-93F1-9EA0CE85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2B1D1-A0DE-4B66-BB70-E9B4E2A2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80795-838E-4557-9963-847B4F92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126E7C-3AE0-4EA3-8880-F67608C2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FC0861-5852-4B28-95D8-5CEBA069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8AFD89-86CE-4D07-A475-779F5B9C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68C832-15C5-4C5C-B7DF-55C60768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7D5CDD-8DE6-4BB9-A10F-DCCAA9B5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(4, -2) by 3 left and 5 up.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B5B1D-BCA7-4905-83BF-F871072D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B0B3AA-2A91-4885-B4AF-93E15E9F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71BEB-E606-45E5-A6A9-AE1025FB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C5408C-B47D-4FB4-97DB-543AAFE7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F73E00-CAB2-4478-A57D-4872B14A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BA4109-F223-4FCA-B437-2226A42F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4E53EE-1429-474E-82BF-66A573FA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CF1922-E72E-4ED9-9060-DF0358DF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(1, 3).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7BBF61-4F61-4E40-A109-26E51D0B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184043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1AADC1-7314-48A5-A201-A7249CA3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D1C947-B585-4EB9-A214-041C1A81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C4841-7F80-49BA-8DD2-A478E5E9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58FE06-CDA1-46EC-8E7C-D3B44613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35CB2A-C1F9-4673-BFBE-DE939E84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5579B-0185-4FA4-8A56-BC2C1F4C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9C81B4-5EDF-4D1E-B936-7AC4FA1B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711019-93DD-48D9-BD39-7CC5945B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FB6C51-7402-4780-A362-493DA45C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04768B-3CAE-4A39-808A-79FE47F9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A781A1-8574-4716-B6A0-12274396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9470CA-02AE-4260-8FAD-842DCE4E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EEDF41-07BB-41D0-B85B-49B91AC4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3D8787-91B0-49B3-B516-77453A0F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13117D-B66B-4522-956C-27561C04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8DFE37-A915-4A01-BB56-888E372E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F5BA1-64E5-4AF3-9487-71D9BE05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B09A30-0368-4D03-94A3-59662DBB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0AF317-9FEE-4BAE-BA97-A029B5C7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483D32-AE5A-4535-BF1F-86153FF3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1B66E1-5DD9-4A2C-B567-EE0673F9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7046128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D297CE-25FA-430A-A8D6-4B432130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363CD-0871-455C-8F02-FD10D54A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D619AA-705C-4D08-9D5A-F7A5056C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8420EA-5EC9-4CAC-9557-D8887EC4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6CDB8-D728-45FC-93AA-1AF64C88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382C1-6716-4CE9-AB32-9A0A289F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29DFE5-532C-4622-B779-FAD02001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7DF1E6-232C-461B-A6E0-F0C20D5F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1F5320-61B7-47E8-B8AF-6A1122C7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498FD8-DCDF-4D89-977F-44922807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point becomes (7, -4) after moving 9 right and 3 down. Find its start.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C84FA0-691F-4613-8342-7BDCCD1F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A4C179-0513-4951-9348-7EFEC00B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E1CA04-E3EE-4488-8261-4689DC83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(-2, -1).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4555745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08C4B5-564A-484C-BBE9-F75652AF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BCA8F-AB67-49FA-8E87-9435729A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AC143D-1A1B-4821-88F9-D5B91F01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A9A7D4-DB18-4914-9433-31D36BC2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193BD-058D-4A54-A427-A1094CAC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7F9CB3-CC99-4260-924B-21D67E3B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6A109A-CFF2-498A-8B61-59634730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D5E55E-5EC1-4726-9A8B-C1EF24EC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697ED-9EB3-4CC9-9D85-5BB3F46B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977E84-D0F7-47AB-A0B0-76D38D31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BA2FF5-AF90-4AD2-9353-5BEBB36D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F0E55-61D0-4949-B419-6C9DE242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8E0353-A754-46B7-9D64-172FD562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C2AC4A-6301-44A4-B897-42ACBFB0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5AC405-4000-4A19-8F79-10A6BA74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55A5ED-2F8F-4E72-8CDB-152AE518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(6, 2).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A461CE-4CD1-4A2D-B40B-41080C65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B0CE03-3554-4D41-B529-F06E13AD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722606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B0385-DAEF-43A9-8627-14164A1B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C013D9-72AF-479A-81AE-8078AD35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4F3FC0-CB8F-4637-B775-DC12FD1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F0CAD6-8D09-4AB1-A3DF-572A726B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EE3D05-D127-4715-949F-674AE574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FE4F60-E0F3-467E-8E44-CCC99F30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3435EF-9EAD-42D2-84BD-08A0472A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5E0CC8-5F30-4311-8661-C6B60FB5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B9D2D3-DE1C-41D3-B03B-CE311102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15B70D-C9AC-4789-90CB-5A84FE74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55165A-4CBA-428A-B705-078C7C30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B46EC6-F7B4-427C-AA36-03507C5E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70639F-8F35-4C51-818C-2EF118E8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55D753-6897-409D-8BF4-E5B71392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7A0BB0-BAB2-475B-B4C3-D9A11F62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611D36-BD16-4CB0-AAFA-5ED8762E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B51684-A5CD-4627-BAB3-8605A7FD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x and y in the same way without checking the direction or mirror 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37AFCA-7552-41E5-B988-F31C2799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FB0292-7C76-4F76-9F8C-BA6C9FCD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9DF205-A558-46CC-892F-C7775213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9FEA99-B67F-450E-A806-232BCB7D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54F49F-5D0F-4A6C-B8BB-76F4AED0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825438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2026-09-09T20:50:17.3190000Z</dcterms:created>
  <dcterms:modified xsi:type="dcterms:W3CDTF">2026-09-09T20:50:17.3190000Z</dcterms:modified>
</coreProperties>
</file>