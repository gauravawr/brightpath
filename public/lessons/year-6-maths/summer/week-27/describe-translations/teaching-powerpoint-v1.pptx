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c00496513440bd" /><Relationship Type="http://schemas.openxmlformats.org/officeDocument/2006/relationships/extended-properties" Target="/docProps/app.xml" Id="R1efdfae70bc24cde" /><Relationship Type="http://schemas.openxmlformats.org/officeDocument/2006/relationships/officeDocument" Target="/ppt/presentation.xml" Id="R079a5fc5aa4a42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df44936c234d41"/>
  </p:sldMasterIdLst>
  <p:notesMasterIdLst>
    <p:notesMasterId xmlns:r="http://schemas.openxmlformats.org/officeDocument/2006/relationships" r:id="Rdaa4247e276c4fdc"/>
  </p:notesMasterIdLst>
  <p:sldIdLst>
    <p:sldId xmlns:r="http://schemas.openxmlformats.org/officeDocument/2006/relationships" id="256" r:id="Rf45dd45ee8c042ee"/>
    <p:sldId xmlns:r="http://schemas.openxmlformats.org/officeDocument/2006/relationships" id="257" r:id="Rbd6eedd876824cdf"/>
    <p:sldId xmlns:r="http://schemas.openxmlformats.org/officeDocument/2006/relationships" id="258" r:id="R978e7a75cc854fc8"/>
    <p:sldId xmlns:r="http://schemas.openxmlformats.org/officeDocument/2006/relationships" id="259" r:id="Rf235d2e3c6224ec1"/>
    <p:sldId xmlns:r="http://schemas.openxmlformats.org/officeDocument/2006/relationships" id="260" r:id="R5fdcac8886804304"/>
    <p:sldId xmlns:r="http://schemas.openxmlformats.org/officeDocument/2006/relationships" id="261" r:id="Rdb94ec2da7b84202"/>
    <p:sldId xmlns:r="http://schemas.openxmlformats.org/officeDocument/2006/relationships" id="262" r:id="Rad6550e3dbf641ee"/>
    <p:sldId xmlns:r="http://schemas.openxmlformats.org/officeDocument/2006/relationships" id="263" r:id="R43d4fb2bb359483b"/>
    <p:sldId xmlns:r="http://schemas.openxmlformats.org/officeDocument/2006/relationships" id="264" r:id="R7c4dc821e3154969"/>
    <p:sldId xmlns:r="http://schemas.openxmlformats.org/officeDocument/2006/relationships" id="265" r:id="R383cb6309a844411"/>
    <p:sldId xmlns:r="http://schemas.openxmlformats.org/officeDocument/2006/relationships" id="266" r:id="Rdc210ff3895c4730"/>
    <p:sldId xmlns:r="http://schemas.openxmlformats.org/officeDocument/2006/relationships" id="267" r:id="R58f29903a5474b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ecff962a8b4824" /><Relationship Type="http://schemas.openxmlformats.org/officeDocument/2006/relationships/slideMaster" Target="/ppt/slideMasters/slideMaster1.xml" Id="Rf8df44936c234d41" /><Relationship Type="http://schemas.openxmlformats.org/officeDocument/2006/relationships/notesMaster" Target="/ppt/notesMasters/notesMaster1.xml" Id="Rdaa4247e276c4fdc" /><Relationship Type="http://schemas.openxmlformats.org/officeDocument/2006/relationships/presProps" Target="/ppt/presProps.xml" Id="R0ff59422dee44ce7" /><Relationship Type="http://schemas.openxmlformats.org/officeDocument/2006/relationships/tableStyles" Target="/ppt/tableStyles.xml" Id="R94d2c78ea47a48d8" /><Relationship Type="http://schemas.openxmlformats.org/officeDocument/2006/relationships/slide" Target="/ppt/slides/slide1.xml" Id="Rf45dd45ee8c042ee" /><Relationship Type="http://schemas.openxmlformats.org/officeDocument/2006/relationships/slide" Target="/ppt/slides/slide2.xml" Id="Rbd6eedd876824cdf" /><Relationship Type="http://schemas.openxmlformats.org/officeDocument/2006/relationships/slide" Target="/ppt/slides/slide3.xml" Id="R978e7a75cc854fc8" /><Relationship Type="http://schemas.openxmlformats.org/officeDocument/2006/relationships/slide" Target="/ppt/slides/slide4.xml" Id="Rf235d2e3c6224ec1" /><Relationship Type="http://schemas.openxmlformats.org/officeDocument/2006/relationships/slide" Target="/ppt/slides/slide5.xml" Id="R5fdcac8886804304" /><Relationship Type="http://schemas.openxmlformats.org/officeDocument/2006/relationships/slide" Target="/ppt/slides/slide6.xml" Id="Rdb94ec2da7b84202" /><Relationship Type="http://schemas.openxmlformats.org/officeDocument/2006/relationships/slide" Target="/ppt/slides/slide7.xml" Id="Rad6550e3dbf641ee" /><Relationship Type="http://schemas.openxmlformats.org/officeDocument/2006/relationships/slide" Target="/ppt/slides/slide8.xml" Id="R43d4fb2bb359483b" /><Relationship Type="http://schemas.openxmlformats.org/officeDocument/2006/relationships/slide" Target="/ppt/slides/slide9.xml" Id="R7c4dc821e3154969" /><Relationship Type="http://schemas.openxmlformats.org/officeDocument/2006/relationships/slide" Target="/ppt/slides/slide10.xml" Id="R383cb6309a844411" /><Relationship Type="http://schemas.openxmlformats.org/officeDocument/2006/relationships/slide" Target="/ppt/slides/slide11.xml" Id="Rdc210ff3895c4730" /><Relationship Type="http://schemas.openxmlformats.org/officeDocument/2006/relationships/slide" Target="/ppt/slides/slide12.xml" Id="R58f29903a5474b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53aa5503f34b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f14add0cd74664" /><Relationship Type="http://schemas.openxmlformats.org/officeDocument/2006/relationships/notesMaster" Target="/ppt/notesMasters/notesMaster1.xml" Id="Ra5b1cd9be8c341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693f2243bd43e4" /><Relationship Type="http://schemas.openxmlformats.org/officeDocument/2006/relationships/notesMaster" Target="/ppt/notesMasters/notesMaster1.xml" Id="R7218b869db314c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7ddf943e0b4e58" /><Relationship Type="http://schemas.openxmlformats.org/officeDocument/2006/relationships/notesMaster" Target="/ppt/notesMasters/notesMaster1.xml" Id="Ra0f8726d348744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e3c21f9dfe46a1" /><Relationship Type="http://schemas.openxmlformats.org/officeDocument/2006/relationships/notesMaster" Target="/ppt/notesMasters/notesMaster1.xml" Id="Rdf29f5a32b0c46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4312b1da1b4c06" /><Relationship Type="http://schemas.openxmlformats.org/officeDocument/2006/relationships/notesMaster" Target="/ppt/notesMasters/notesMaster1.xml" Id="R44caf1fe123a4a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d75b6c370e4bee" /><Relationship Type="http://schemas.openxmlformats.org/officeDocument/2006/relationships/notesMaster" Target="/ppt/notesMasters/notesMaster1.xml" Id="R96e82ff1149548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4e18461d714ac7" /><Relationship Type="http://schemas.openxmlformats.org/officeDocument/2006/relationships/notesMaster" Target="/ppt/notesMasters/notesMaster1.xml" Id="R0bf881616a2f49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a01ade3d53402a" /><Relationship Type="http://schemas.openxmlformats.org/officeDocument/2006/relationships/notesMaster" Target="/ppt/notesMasters/notesMaster1.xml" Id="Red00597c88c44d2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49664316da4f9b" /><Relationship Type="http://schemas.openxmlformats.org/officeDocument/2006/relationships/notesMaster" Target="/ppt/notesMasters/notesMaster1.xml" Id="Rc80e0bcac10e40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8c6952b1bf44ea" /><Relationship Type="http://schemas.openxmlformats.org/officeDocument/2006/relationships/notesMaster" Target="/ppt/notesMasters/notesMaster1.xml" Id="R093dc1ad4b4145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4893bb4209416d" /><Relationship Type="http://schemas.openxmlformats.org/officeDocument/2006/relationships/notesMaster" Target="/ppt/notesMasters/notesMaster1.xml" Id="Rd28bec51e9044b9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8a92fb438a4315" /><Relationship Type="http://schemas.openxmlformats.org/officeDocument/2006/relationships/notesMaster" Target="/ppt/notesMasters/notesMaster1.xml" Id="Re2276eecdaca44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(1, 3).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5 left and 6 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(1, 3).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(1, 3)..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(6, 2)..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(-2, -1).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(6, 2).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(6, 2).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f055a3fd345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dc6672d78e4927" /><Relationship Type="http://schemas.openxmlformats.org/officeDocument/2006/relationships/slideLayout" Target="/ppt/slideLayouts/slideLayout1.xml" Id="Ra96b50fe55ae4f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b50fe55ae4f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71daef7544178" /><Relationship Type="http://schemas.openxmlformats.org/officeDocument/2006/relationships/notesSlide" Target="/ppt/notesSlides/notesSlide1.xml" Id="Rd6884a0232874b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e9820e5394937" /><Relationship Type="http://schemas.openxmlformats.org/officeDocument/2006/relationships/notesSlide" Target="/ppt/notesSlides/notesSlide2.xml" Id="R2fd44f5316014e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9fed4bd2c4017" /><Relationship Type="http://schemas.openxmlformats.org/officeDocument/2006/relationships/notesSlide" Target="/ppt/notesSlides/notesSlide3.xml" Id="Re3272a3ec9624c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f1379714b4b61" /><Relationship Type="http://schemas.openxmlformats.org/officeDocument/2006/relationships/notesSlide" Target="/ppt/notesSlides/notesSlide4.xml" Id="Re3cd3a6f5d7846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3fa28dda8453b" /><Relationship Type="http://schemas.openxmlformats.org/officeDocument/2006/relationships/notesSlide" Target="/ppt/notesSlides/notesSlide5.xml" Id="R0e1dbaa26c084e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0569d978974965" /><Relationship Type="http://schemas.openxmlformats.org/officeDocument/2006/relationships/notesSlide" Target="/ppt/notesSlides/notesSlide6.xml" Id="R9f6a2ec4d2ab41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81311e3c94a10" /><Relationship Type="http://schemas.openxmlformats.org/officeDocument/2006/relationships/image" Target="/ppt/media/image.png" Id="R35690bf572224681" /><Relationship Type="http://schemas.openxmlformats.org/officeDocument/2006/relationships/notesSlide" Target="/ppt/notesSlides/notesSlide7.xml" Id="R2d976abe2f954e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d8d2bd9bb4d74" /><Relationship Type="http://schemas.openxmlformats.org/officeDocument/2006/relationships/notesSlide" Target="/ppt/notesSlides/notesSlide8.xml" Id="Rd95ab712e62046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bd3b0b0244c67" /><Relationship Type="http://schemas.openxmlformats.org/officeDocument/2006/relationships/notesSlide" Target="/ppt/notesSlides/notesSlide9.xml" Id="R22c64e34d6d946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ced1506804b4f" /><Relationship Type="http://schemas.openxmlformats.org/officeDocument/2006/relationships/notesSlide" Target="/ppt/notesSlides/notesSlide10.xml" Id="Rafb8f22fad6549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19d3d44db8492d" /><Relationship Type="http://schemas.openxmlformats.org/officeDocument/2006/relationships/notesSlide" Target="/ppt/notesSlides/notesSlide11.xml" Id="R1664517abf1a45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476fff3ec440f" /><Relationship Type="http://schemas.openxmlformats.org/officeDocument/2006/relationships/notesSlide" Target="/ppt/notesSlides/notesSlide12.xml" Id="Rf004021bae6e4d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5CB24-830A-430B-B1C8-CF579A67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7575EB-9802-40D4-BCB9-5F790746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47DD3-FCFC-4D03-9F5A-2438EE14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4EAB2-0302-452A-8FD5-38BC6596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2F36C-FB51-4BD5-94F5-38216A56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680FC-EC67-45F9-B062-BFE4F80F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A3C8B5-1DE8-413D-ABD5-F3ECD192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577D84-A341-4DBA-8EE6-3D6D2D0A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translations using horizontal and vertical movement.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6D4ADA-151B-4768-85C5-EA7416D6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74BE1A-7928-41D9-9CE6-0B072D12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28C180-3C3D-49F9-8649-F8940E27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691987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A0077B-146E-42BE-A39B-57EFB826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294D0-2A67-49E2-9543-9134892E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6922C8-CC80-427D-99BA-CC5E88F7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4F447B-E0D5-421A-A505-A8AC4F69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8B12AA-2C81-4408-BEB5-A1E613E6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A2CFB-968E-4CD5-ABFB-DD65A22E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53651-0CA9-467E-8ADE-B5E26222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D2110-E1C1-4CEE-96D0-1A41EDAA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C9B03-0EDB-4630-AD67-9521ACA1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046E4-99EA-40AC-A6FC-A454506B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CA399-D160-44FA-9A4F-68E9BDD6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EE446E-3EBC-4500-937C-767407F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885B6-E245-4D46-9E84-2CC93709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90D716-417B-4E41-A79F-583AB353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5BF4F-E620-4099-B0BC-A0F69EB0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8DF7D-6DF4-418F-8120-BCDAB73A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C967C8-21C7-4DC5-8401-B7792C1B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2447D4-C170-440A-9FB3-1D161F7B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DB354-9288-4519-AA0C-3B656C5A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B06D60-1BF5-4AFA-A545-3F03AD98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370D23-0F5E-4331-BE24-A8AABF3D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Point P moves from (2, -5) to (-3, 1). Describe the translation.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0F4B60-534C-48DC-8818-842CEE3F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483837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167DFC-CA66-4E97-9C8C-AF3C84B8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E590C-7FF7-426F-828C-50997A23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FC32F-E865-4393-A849-9B80CA49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AC2052-EFD5-4059-9F0C-9756389F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D7694-2065-4126-8DA8-D1F290F3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CF6F11-7F59-4598-952F-6578487A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3B1B1-A227-4038-A6BE-0F363E0C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F5522-0372-4201-A708-3C8B8F9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989E1-B42B-4E15-962E-076DDF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16C3A-020F-4903-9B7E-C43BDFD0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translations using horizontal and vertical movement.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E22E6A-5133-4BFB-B323-2D78194D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D06E6-5F29-49B5-A20F-89ECD7B4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C0FFBA-376E-400E-B49C-A2F0C7FD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1E5A85-06E6-4CE2-BC98-4D74579B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CFD94E-A9F0-4A94-8B0C-8EF2B7ED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15780795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C67660-DF94-465D-9C03-03DEF3AA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734A0-C914-4F0F-A926-4680BDD4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456BC-473E-4C33-B19A-B4B1AE60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34E04-653C-4E7E-8774-7DB8163B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0CB05-5173-4F74-8CA4-5399B40B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85873-43C6-4C4D-A9BD-AC3BCDDA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A917D-FF77-4D6F-B0FF-51B039EE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D8AAE-9D8C-4946-B05D-DE46EB95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F24EAE-2CC4-4739-A0D8-82EFDFED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21FA6-D175-48D7-81E0-CB043EC5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24744-26F0-44CF-AAE6-E7E77C87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0E789-970C-40DE-A5CC-4C8B4604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B0193-87FA-409B-B284-D0EF496A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P: (2, -5) → (-3, 1)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51747-B794-4EE3-B08E-44CA97C1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A6628-78A2-42BB-8DCD-A2C01EBD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9FF26D-4A62-4DDC-ADC0-EC45DA67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x change: -3 - 2 = -5 → 5 left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096765-055B-4210-A8ED-E9E577C3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C4F949-BC98-4EC1-B4F1-369A9CD5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984EF6-20B9-401E-9C04-9534B1F8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y change: 1 - (-5) = 6 → 6 up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2FCEE8-F3EB-4154-98A8-DFC85F20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896006-BF78-4DD9-B2BE-74ADCBC8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9A022B-EF29-451D-9BE2-84468651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Translation: 5 left and 6 up</a:t>
            </a:r>
          </a:p>
        </p:txBody>
      </p:sp>
    </p:spTree>
    <p:extLst>
      <p:ext uri="{BB962C8B-B14F-4D97-AF65-F5344CB8AC3E}">
        <p14:creationId xmlns:p14="http://schemas.microsoft.com/office/powerpoint/2010/main" val="12946230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72DB1D-0ACE-4E2F-B7F6-41652A5C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71D93-61D2-4910-8379-66EB7E1D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7BF33A-66C9-420A-9943-4AC22329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7725B-BF93-4F92-B2D6-F9FAA6CB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00C0D-9A28-4E81-96F6-0A3A33DF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F5FF6-FF68-49B9-8812-A57B5929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D94DD-B3A9-491C-9EEC-12C38D60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8E659D-0387-49D6-91E8-671908E4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31E6E-C652-4153-AD61-5D10E2F1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A5EFCB-D6F5-428D-A3CD-C64D6948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9A820-8DF2-4043-A945-53695143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 left and 6 up.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5B0067-2FC2-431F-A728-B0CE011B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B9E69-AC79-4D02-8D57-D475A9B0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B57D0-4D93-47BE-97F9-0A5DBF80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633518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EA183-2675-4F99-92DE-E19B0D98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1A777-05B0-4F6A-BFBE-5C6B63FE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6076C-FD6E-4D88-A5CC-4E7F7822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7DC0F-76A3-481D-9075-41E6006F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8B23B-3A08-41A2-AA16-B315DD5A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EE96B-F51E-49B0-AADC-2DFA524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53901-A238-4EAF-BA8C-9A8FD1EC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6EC44-E26C-4783-AAE7-3C4A5BDF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83EDF-7AC5-4D69-B6B6-B7F07689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10248-6A55-4757-98A8-D1B8669F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BA338A-3432-47E3-A12C-1C1DBFA8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07BCB-F82A-43F3-82B7-9947B646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11BE54-FCC1-4B4D-9339-019CE494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85C4D4-5BEF-430A-9B84-05CD894C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13F7E9-693F-4E99-A090-E7F17ED6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(1, 3).</a:t>
            </a:r>
          </a:p>
        </p:txBody>
      </p:sp>
    </p:spTree>
    <p:extLst>
      <p:ext uri="{BB962C8B-B14F-4D97-AF65-F5344CB8AC3E}">
        <p14:creationId xmlns:p14="http://schemas.microsoft.com/office/powerpoint/2010/main" val="1117017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819FAC-001C-475B-A2B7-699B07E6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4299F-A288-4AE9-AE64-C4BCBD7B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D5B6C-68E8-4066-BEA7-C04A5ECC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9CF7A-C02C-4FC6-A87B-F140226D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EB1FB-A332-4094-887B-B1BDE2F2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887D47-BCA3-4B61-8A76-93ED8F86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58B60C-FBE5-4C12-A1BE-7A1544A5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032C3C-D1AD-4668-BF5D-7B69424B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F6A656-FE32-4986-A9F4-241F17C4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90bf57222468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253799-FB63-4EB6-A397-3A83FA1B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C0548A-7DB3-49D5-95CD-C7E134EE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092DF-EB38-4DF2-A357-A8AD2D75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46B2CE-3782-4A22-8858-818E2B67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1EB4E-418D-420F-8D80-D3A28F59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17036061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E18865-3A24-4A8D-A609-376F8997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64040F-ECF6-41AC-95DE-4AF0F271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92D093-D835-4109-B128-9CAB909A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B74D19-172A-4BF8-A9A1-75A4FEC0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118DB-3E29-4B8C-8043-947B2C47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EDA99-EA04-4B36-B1EA-2024E512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DD1A7-09BF-4B41-BD9C-14F18462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ACBE8-1D2F-464E-8CD4-B23A2E79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85608-D14A-4B9A-ACDB-5FC97FC9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1F854-0F70-47F2-BA84-9C76D564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51EEF-87F2-483A-9E0B-166C89DE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3A90E1-778D-43A8-9923-093DF65C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D81AE-9091-422C-BA28-AA9BC58B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B15780-0FB4-4D51-8BD8-41768407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328F1-342D-4FD5-82B4-7C7B92E1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DEB9D-C956-49BF-AF69-7F966C2B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7B1C5-B4FC-41D8-9404-5CA5E6C8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FF7009-2724-4DFC-8746-98AA2935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8BBA5-EED4-4811-8C44-2DEC0381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06EF15-5B26-413A-A361-4E33F47F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BF3478-BEA2-412A-984A-22730D1B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(1, 3).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85A319-E748-4C53-AB70-3422FA83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860749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AA11D0-1A1D-4C48-B78F-83FCDBB3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D7AF2-5565-42AB-BFCA-5246F3CE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48CDE2-D8B3-4201-A6EC-817744CD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563FB2-BC4D-4F4A-8E20-E6F5456A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D5EE3-2C6B-4531-BA62-6D98B21A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3DCADA-75A1-4021-8121-80A506E2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512BF2-2AE7-42A4-A7E0-A4FFF313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53822-EB9D-46FF-AA01-D4141CC0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8CAC8-D794-45B2-A4BC-614E35FF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2F617-2D5E-478A-BBD1-9FAB7ED5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FA9D8-8142-4E9A-B88C-9F8D344C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1E7316-4263-41B1-BA97-1A3D617F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521E9-D6DB-47DF-A5EE-28F9064D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95CD2C-89FA-4926-8CFE-8237B6FD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BB90F-A00C-4A29-A453-8EFD8034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397E9-02CD-4A59-9286-170854E3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48CF4C-1777-4DA2-BC1D-764B61ED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05D94C-282F-4707-811D-861C0828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011225-73BB-4CB4-ADC8-BB09345C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D94ECA-7EF6-4A42-A0F6-4644D437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45B498-8C31-463E-A3D4-B93AD1AC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692537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358C18-19DF-4D9C-B544-36C8EF33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60286-A5E2-4B06-BFD1-0198321D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95408E-6851-4211-A528-94A5C116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295CE-31FF-462A-91F8-7F3D595A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A357A-DA3E-48C8-9F13-66626877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6D0A31-A5CF-4508-9735-2D57BBE2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B8F4C-B926-4FC3-AEB4-A5E843DD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18ABD-C1D6-4DEA-85D5-31D5BE7D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3688C7-3ABA-4AA2-93DC-6063580E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1E4604-E427-4447-A6B8-0C544603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point becomes (7, -4) after moving 9 right and 3 down. Find its start.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CC78E-780B-4BC5-A6A9-479D3399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89645-26B6-4F2D-9758-41162E3C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5A4086-0B89-4AED-8E47-F58DB720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(-2, -1).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5980301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209C51-3C00-4FC7-A1D9-57A792D5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31254-D4A9-4E40-9A54-C81B3F63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1D9C0-BD38-45CC-9849-67446C7F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499E82-A8F9-4E7B-9584-1C364562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C9480-E472-4953-9599-9441ED98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B9BF1F-893C-4A98-8A33-892B05F2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4BFC4C-872A-4CF7-8A97-2302D396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FFFC4D-514A-43B2-9210-16DFE101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3339E-378E-45ED-BEF7-3D2E8467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BD4C0-402F-406C-B373-CCC1E520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93E1F-EE95-4874-AA8B-1FF07362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791AC-3364-4D87-8067-0C58D08F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3B315-137A-4F80-BF07-E8D38485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1BD60B-0129-4E8B-A22F-C90C7870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B35FBC-2F24-4BF9-B40C-53F74918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02C4B4-152C-4171-8F1F-40FCF831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(6, 2).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F6392-97C9-40D6-A05B-82983507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8CB00-0C77-4AC3-A03D-B56E8BB4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646030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A2FECD-FF1B-405A-BCAA-31F18E40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3AF90C-DAAC-4BEF-9162-A09129E0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C440B-DE62-4CCC-AE9C-A83B7D09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7A8DBC-5C28-4F96-922A-A9B89CB1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D332D-1B65-4E08-B461-96DE7DAE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92BAC-A92C-41A3-8378-AB6FC82F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1293A-D45C-41CA-8A8E-151A7187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03F9D-92A9-4333-AE7C-746F52C4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1BD41-049B-4CAE-B805-9AD7B3F5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translations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96DD2-CFAB-4A28-8A0D-3A2B9751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BA3E8-3857-4550-A92C-E1C79AC3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935D7-516C-476F-8679-1E9F2B9D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3108A6-722A-4D37-A032-9997B980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70068-07D5-4133-AB8B-00F22EE9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B4EE8-A1E2-4203-88DA-3E1C9CD0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635ADA-D737-4158-91B2-987285E8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5FD5FD-B130-488A-B724-EED31412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CCB549-EC15-4352-BAF8-4A56AFA9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848C39-9EEC-4BB0-AF71-7924B550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68FDE9-91E2-4258-8D42-BB8FB00D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466281-2AC1-4406-AB4A-E2A70930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E58491-AB28-4C24-B423-B50DDF38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980070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2026-09-09T22:14:11.4830000Z</dcterms:created>
  <dcterms:modified xsi:type="dcterms:W3CDTF">2026-09-09T22:14:11.4830000Z</dcterms:modified>
</coreProperties>
</file>