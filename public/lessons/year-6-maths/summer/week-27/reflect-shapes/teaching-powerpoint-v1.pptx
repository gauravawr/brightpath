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58fd6874b24407" /><Relationship Type="http://schemas.openxmlformats.org/officeDocument/2006/relationships/extended-properties" Target="/docProps/app.xml" Id="Rd5255f72309b4012" /><Relationship Type="http://schemas.openxmlformats.org/officeDocument/2006/relationships/officeDocument" Target="/ppt/presentation.xml" Id="R9105caa4d3b542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11e9088467403f"/>
  </p:sldMasterIdLst>
  <p:notesMasterIdLst>
    <p:notesMasterId xmlns:r="http://schemas.openxmlformats.org/officeDocument/2006/relationships" r:id="R9c17bccda2444c3a"/>
  </p:notesMasterIdLst>
  <p:sldIdLst>
    <p:sldId xmlns:r="http://schemas.openxmlformats.org/officeDocument/2006/relationships" id="256" r:id="R1928ea66463e41e5"/>
    <p:sldId xmlns:r="http://schemas.openxmlformats.org/officeDocument/2006/relationships" id="257" r:id="R107daea896b74e1b"/>
    <p:sldId xmlns:r="http://schemas.openxmlformats.org/officeDocument/2006/relationships" id="258" r:id="R7a8bcc6c6e3b4d0b"/>
    <p:sldId xmlns:r="http://schemas.openxmlformats.org/officeDocument/2006/relationships" id="259" r:id="R6d5c254f97704dff"/>
    <p:sldId xmlns:r="http://schemas.openxmlformats.org/officeDocument/2006/relationships" id="260" r:id="R6d68fe260d5c4433"/>
    <p:sldId xmlns:r="http://schemas.openxmlformats.org/officeDocument/2006/relationships" id="261" r:id="R2853ca1efe3442e3"/>
    <p:sldId xmlns:r="http://schemas.openxmlformats.org/officeDocument/2006/relationships" id="262" r:id="Red31c0ed654e4f5b"/>
    <p:sldId xmlns:r="http://schemas.openxmlformats.org/officeDocument/2006/relationships" id="263" r:id="R6cca12e0666e49fa"/>
    <p:sldId xmlns:r="http://schemas.openxmlformats.org/officeDocument/2006/relationships" id="264" r:id="Re1b4258f968340cd"/>
    <p:sldId xmlns:r="http://schemas.openxmlformats.org/officeDocument/2006/relationships" id="265" r:id="Ra4d6346eebd34075"/>
    <p:sldId xmlns:r="http://schemas.openxmlformats.org/officeDocument/2006/relationships" id="266" r:id="R8ed65482b62042b1"/>
    <p:sldId xmlns:r="http://schemas.openxmlformats.org/officeDocument/2006/relationships" id="267" r:id="R68b97db9002041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0ddf0065e6490e" /><Relationship Type="http://schemas.openxmlformats.org/officeDocument/2006/relationships/slideMaster" Target="/ppt/slideMasters/slideMaster1.xml" Id="R8d11e9088467403f" /><Relationship Type="http://schemas.openxmlformats.org/officeDocument/2006/relationships/notesMaster" Target="/ppt/notesMasters/notesMaster1.xml" Id="R9c17bccda2444c3a" /><Relationship Type="http://schemas.openxmlformats.org/officeDocument/2006/relationships/presProps" Target="/ppt/presProps.xml" Id="R8b76d5724a754b0c" /><Relationship Type="http://schemas.openxmlformats.org/officeDocument/2006/relationships/tableStyles" Target="/ppt/tableStyles.xml" Id="R211f76cc34204105" /><Relationship Type="http://schemas.openxmlformats.org/officeDocument/2006/relationships/slide" Target="/ppt/slides/slide1.xml" Id="R1928ea66463e41e5" /><Relationship Type="http://schemas.openxmlformats.org/officeDocument/2006/relationships/slide" Target="/ppt/slides/slide2.xml" Id="R107daea896b74e1b" /><Relationship Type="http://schemas.openxmlformats.org/officeDocument/2006/relationships/slide" Target="/ppt/slides/slide3.xml" Id="R7a8bcc6c6e3b4d0b" /><Relationship Type="http://schemas.openxmlformats.org/officeDocument/2006/relationships/slide" Target="/ppt/slides/slide4.xml" Id="R6d5c254f97704dff" /><Relationship Type="http://schemas.openxmlformats.org/officeDocument/2006/relationships/slide" Target="/ppt/slides/slide5.xml" Id="R6d68fe260d5c4433" /><Relationship Type="http://schemas.openxmlformats.org/officeDocument/2006/relationships/slide" Target="/ppt/slides/slide6.xml" Id="R2853ca1efe3442e3" /><Relationship Type="http://schemas.openxmlformats.org/officeDocument/2006/relationships/slide" Target="/ppt/slides/slide7.xml" Id="Red31c0ed654e4f5b" /><Relationship Type="http://schemas.openxmlformats.org/officeDocument/2006/relationships/slide" Target="/ppt/slides/slide8.xml" Id="R6cca12e0666e49fa" /><Relationship Type="http://schemas.openxmlformats.org/officeDocument/2006/relationships/slide" Target="/ppt/slides/slide9.xml" Id="Re1b4258f968340cd" /><Relationship Type="http://schemas.openxmlformats.org/officeDocument/2006/relationships/slide" Target="/ppt/slides/slide10.xml" Id="Ra4d6346eebd34075" /><Relationship Type="http://schemas.openxmlformats.org/officeDocument/2006/relationships/slide" Target="/ppt/slides/slide11.xml" Id="R8ed65482b62042b1" /><Relationship Type="http://schemas.openxmlformats.org/officeDocument/2006/relationships/slide" Target="/ppt/slides/slide12.xml" Id="R68b97db9002041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71a8e5c7794d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cbf0b700264319" /><Relationship Type="http://schemas.openxmlformats.org/officeDocument/2006/relationships/notesMaster" Target="/ppt/notesMasters/notesMaster1.xml" Id="R185b68122bf846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fd84de3feb45f4" /><Relationship Type="http://schemas.openxmlformats.org/officeDocument/2006/relationships/notesMaster" Target="/ppt/notesMasters/notesMaster1.xml" Id="R8ea633b2de1548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4292a008154deb" /><Relationship Type="http://schemas.openxmlformats.org/officeDocument/2006/relationships/notesMaster" Target="/ppt/notesMasters/notesMaster1.xml" Id="Rc42d6699f89c4c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3a9828b5ac45cf" /><Relationship Type="http://schemas.openxmlformats.org/officeDocument/2006/relationships/notesMaster" Target="/ppt/notesMasters/notesMaster1.xml" Id="R13b309beeee346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bd42c7c0de4523" /><Relationship Type="http://schemas.openxmlformats.org/officeDocument/2006/relationships/notesMaster" Target="/ppt/notesMasters/notesMaster1.xml" Id="Re6ef120d691e46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232888e4444cb6" /><Relationship Type="http://schemas.openxmlformats.org/officeDocument/2006/relationships/notesMaster" Target="/ppt/notesMasters/notesMaster1.xml" Id="R85491bc3f0524d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1ba5f2a7184733" /><Relationship Type="http://schemas.openxmlformats.org/officeDocument/2006/relationships/notesMaster" Target="/ppt/notesMasters/notesMaster1.xml" Id="Re7e20f6a8c6e48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4717ccf2b5486b" /><Relationship Type="http://schemas.openxmlformats.org/officeDocument/2006/relationships/notesMaster" Target="/ppt/notesMasters/notesMaster1.xml" Id="R13e55ac2728b4f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c3ac3fd4d44a37" /><Relationship Type="http://schemas.openxmlformats.org/officeDocument/2006/relationships/notesMaster" Target="/ppt/notesMasters/notesMaster1.xml" Id="R114e710816f346b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95d3fcc31c4e6b" /><Relationship Type="http://schemas.openxmlformats.org/officeDocument/2006/relationships/notesMaster" Target="/ppt/notesMasters/notesMaster1.xml" Id="R71d9795d11ef43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314e3a535549a9" /><Relationship Type="http://schemas.openxmlformats.org/officeDocument/2006/relationships/notesMaster" Target="/ppt/notesMasters/notesMaster1.xml" Id="Rbcd3d8b3df654f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64445566764f6e" /><Relationship Type="http://schemas.openxmlformats.org/officeDocument/2006/relationships/notesMaster" Target="/ppt/notesMasters/notesMaster1.xml" Id="Raa60dfa4470443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Four-quadrant grids, tracing paper, mirrors, coordinate cards,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(-2, -1). | Read or record x before y and note the quadrant. | Track horizontal and vertical changes separately and apply the exact transformation to every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coordinate, quadrant, x-axis, y-axis, translate, reflect.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(6, 2).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(-2, -1).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Track horizontal and vertical changes separately and apply the exact transformation to every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(-2, -1)..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Quadrant II..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5 left and 6 up.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Quadrant II.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Quadrant II. | Track horizontal and vertical changes separately and apply the exact transformation to every point.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aaf969b4640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e7dc8d3b40403c" /><Relationship Type="http://schemas.openxmlformats.org/officeDocument/2006/relationships/slideLayout" Target="/ppt/slideLayouts/slideLayout1.xml" Id="Rb42b307fba5c40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2b307fba5c40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0feb687c74ced" /><Relationship Type="http://schemas.openxmlformats.org/officeDocument/2006/relationships/notesSlide" Target="/ppt/notesSlides/notesSlide1.xml" Id="R1a9f8a54534849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f3df4a79e4c6b" /><Relationship Type="http://schemas.openxmlformats.org/officeDocument/2006/relationships/notesSlide" Target="/ppt/notesSlides/notesSlide2.xml" Id="Ra7e4a9484ae54b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1eb4c4f284fa8" /><Relationship Type="http://schemas.openxmlformats.org/officeDocument/2006/relationships/notesSlide" Target="/ppt/notesSlides/notesSlide3.xml" Id="R0d5446df8fb64a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8812a547f45d7" /><Relationship Type="http://schemas.openxmlformats.org/officeDocument/2006/relationships/notesSlide" Target="/ppt/notesSlides/notesSlide4.xml" Id="R5698f5adde2144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6aec2963d46b5" /><Relationship Type="http://schemas.openxmlformats.org/officeDocument/2006/relationships/notesSlide" Target="/ppt/notesSlides/notesSlide5.xml" Id="R50a5f6e0ee0141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90f909239481c" /><Relationship Type="http://schemas.openxmlformats.org/officeDocument/2006/relationships/notesSlide" Target="/ppt/notesSlides/notesSlide6.xml" Id="Rfe12c38f2e564d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691cf7b9a4d01" /><Relationship Type="http://schemas.openxmlformats.org/officeDocument/2006/relationships/image" Target="/ppt/media/image.png" Id="R801d24399f584ea7" /><Relationship Type="http://schemas.openxmlformats.org/officeDocument/2006/relationships/notesSlide" Target="/ppt/notesSlides/notesSlide7.xml" Id="R63ed1dad30d346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aff2242ca491b" /><Relationship Type="http://schemas.openxmlformats.org/officeDocument/2006/relationships/notesSlide" Target="/ppt/notesSlides/notesSlide8.xml" Id="Rc97f3088c9fc49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1291ea5a94037" /><Relationship Type="http://schemas.openxmlformats.org/officeDocument/2006/relationships/notesSlide" Target="/ppt/notesSlides/notesSlide9.xml" Id="Rdab03e4a356949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85bf1fc5645e4" /><Relationship Type="http://schemas.openxmlformats.org/officeDocument/2006/relationships/notesSlide" Target="/ppt/notesSlides/notesSlide10.xml" Id="R73551189ac964d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739ec5962406b" /><Relationship Type="http://schemas.openxmlformats.org/officeDocument/2006/relationships/notesSlide" Target="/ppt/notesSlides/notesSlide11.xml" Id="Rd63eca8c48ec4d6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440b401d540d0" /><Relationship Type="http://schemas.openxmlformats.org/officeDocument/2006/relationships/notesSlide" Target="/ppt/notesSlides/notesSlide12.xml" Id="Re31d94aeef1d44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AC3C5-1650-4CDE-A030-AF59BFA4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92CA2-3BD3-4F1C-9292-6A33B5BC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43239-DFFD-4A2C-A527-0A7E83A1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6E4C4-7A2F-42F6-BE16-36694D87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335CBD-169B-437B-883E-7B4D81D4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Reflect shapes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1564B-756B-4B1B-A3E2-4AC5B31F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65420-2AF0-44A7-A716-B1F6D59A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A4AED-8B0B-4818-9315-67E26A48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reflect shapes in coordinate axes and other mirror lines.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D1A12-D027-4C84-8CC2-59EFFF37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B7E0B3-51A4-4570-BD1D-9312123A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Four-quadrant grids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130E8-E669-4C1D-8607-5C0CCA89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637161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46178-1052-4F61-AEEF-01F48E2B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FC778-3C22-402A-98D8-30CF193C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62A73-6754-4F51-BE53-415F0C8B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4B3B4-EA3A-4A01-B99C-88F6625C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B191D-B1EE-4574-8192-7018441A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D43A1-B30A-4056-8BF5-11E4FBD8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F9213-7770-45E2-ACC1-6C1DAE9D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07F71-3F2A-473A-9CBD-9D458966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D6841-4AF3-4F18-A91B-403560EA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Reflect shapes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E2F0F-79AF-4BE4-BDDF-85B3B8B2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866D1-9D74-40A5-9366-4BFC3C23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AF47A-2757-4A23-AA22-CA52B553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8BCC4-FBD5-4110-946A-2301EAED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Describe positions in four quadrants and transform shapes on coordinate grids.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9A8D6-3335-4930-97F0-30378F62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21B32-45C3-4EBE-8A9A-9B59495C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A6A81-30AA-4C31-BA33-26020879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872DDD-6F5A-471C-ACE1-5B409246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point becomes (7, -4) after moving 9 right and 3 down. Find its start.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A090A4-22E8-4DBC-9696-89BEA384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55EE66-0E9A-4C5A-8621-10C1DDA7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6DCEB8-53FD-4687-A601-C4E46E85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9C901F-8C9A-4F22-BB04-33704241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Reflect (-6, 2) in the y-axis.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0D549-A8C5-41B4-8221-17EEDDA7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17748453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0151E-A9FA-4759-A3F5-3E881B61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64C9C-C6AC-48C1-BC66-C5D14011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99B4C-2783-4213-9058-37A25EED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A3FB9D-E5C6-4FAC-8B10-A8779B2E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A8482-5D58-48D9-883C-21988986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8DBCE-EF4C-4A9F-AE31-0750DE33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04AD2-2303-4510-AC22-051CDD8E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10EEB-272A-4708-B3BC-E99334D7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CC085-B3B5-4D08-AAC6-3732C9A3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Reflect shapes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E324C-4B65-4DEC-9B19-4BBA107C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reflect shapes in coordinate axes and other mirror lines.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A3AA7-F111-4A81-AA0D-EE8B0513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C9974-CBBF-4B94-BAB1-58B0E46C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Read or record x before y and note the quadrant.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72367-065A-4252-A517-044BF05A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Apply the same vector or mirror line to every vertex.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BE700-8E33-4614-AC96-25FDA90E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side lengths and orientation after the transformation.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E23EC-F063-40E5-AF6E-6825D906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coordinate  |  quadrant  |  x-axis  |  y-axis  |  translate  |  reflect</a:t>
            </a:r>
          </a:p>
        </p:txBody>
      </p:sp>
    </p:spTree>
    <p:extLst>
      <p:ext uri="{BB962C8B-B14F-4D97-AF65-F5344CB8AC3E}">
        <p14:creationId xmlns:p14="http://schemas.microsoft.com/office/powerpoint/2010/main" val="176607592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5C4718-D625-4919-BBD9-6DDD321A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179DF-8FA2-4BC9-A7CE-E715C880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8B109C-6D60-4521-8AFA-80E3A599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06E52-F9BC-4480-8EC6-93CC999B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1D2A8-ACF9-4827-A31E-FE6502BA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369800-F8C9-4DBF-9A73-4BD6D9C9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A6F92-A10C-41A8-8857-39BD4FB8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17D23-4BC2-4879-9466-D94A8EB3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D98FF-1B41-4696-94F5-9129EFBD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Reflect shapes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5E0C5-9CF5-4F03-8CFE-E4E1D1AC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Reflect (-6, 2) in the y-axis.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A5A2C-90B0-4880-A5BC-21652BD6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BE7FA-8DCA-4AB6-A5C8-C1D18A20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5178C-1502-4FE8-BEE6-D73527BA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Start (-6, 2)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F5140-F0D1-47E2-B4EA-23E57EFF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AA4011-DDFC-4173-AE1B-C08C817A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EFBED-3B13-4BE0-BA7D-85C8F25E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Reflection in y-axis changes the sign of 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E67DC-120F-4296-8589-F0E56BA6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4855BB-B860-4EDF-BCEC-93E57FB9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175DC-23E8-4098-80EC-2A8440E5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(-6, 2) → (6, 2)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594316-1991-4FFF-9457-0BCDC4EC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D3F31D-9F62-40CE-9B44-F9CD6818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AFF164-98D0-4FAA-AAEF-94E90F53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Image point = (6, 2)</a:t>
            </a:r>
          </a:p>
        </p:txBody>
      </p:sp>
    </p:spTree>
    <p:extLst>
      <p:ext uri="{BB962C8B-B14F-4D97-AF65-F5344CB8AC3E}">
        <p14:creationId xmlns:p14="http://schemas.microsoft.com/office/powerpoint/2010/main" val="38929112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F449A-3CF3-477E-A571-A5110743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9A3E8-D08A-4E39-965B-F5FC1701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43975-41CC-4B6E-A217-1C1D8334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BD902-42EE-41AD-9E15-4B704938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F935B-AAA7-4FF0-A968-5EAD6672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0BBE1-2069-4377-B902-0C285027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3D3DD-1164-4163-9DDD-681EBD21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6CFA5-5813-4B4B-A09D-509C22D8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5BBDD-32EB-4AE5-A849-4E433A74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Reflect shapes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5F5FD9-7D97-43F6-B9F4-D233FB99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F2F00-4721-4AB0-B2E5-0D6A6339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(6, 2).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DE4D9-A9B6-40F7-BCF4-F77C5446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27883-695A-46CD-BCFF-D9F9BC55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side lengths and orientation after the transformation.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F8E37-D574-4A9A-8411-62B08EDF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69954668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F1430-893A-4A17-BFC2-808F7348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ED29F-198B-4844-9CA6-645C3BC8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EDA50-6447-4172-8A6A-E3BBA782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C480A-7BC0-46E8-9406-249895B8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DE6BC-35D4-4FAB-A1D0-D427F9BF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06662-C602-4F58-BAD7-8161E50C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4A1296-99BA-4CF2-849C-B8D071C2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0C248-E036-4E00-86EA-6F967543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8F1F7-8744-4FEB-8693-863D140F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Reflect shapes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EC10B-A78D-445E-B77A-30B39622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point becomes (7, -4) after moving 9 right and 3 down. Find its start.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CC691-C27B-4ADA-82CD-6EDC23D9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7F348-0F37-40FD-A00D-40297B4E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89952-CE5A-4AFE-86C1-E405CA83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BCBA8-8324-4609-A6D5-7CAD8CEB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7DCC49-A276-41AA-A778-2DA6E7B7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(-2, -1).</a:t>
            </a:r>
          </a:p>
        </p:txBody>
      </p:sp>
    </p:spTree>
    <p:extLst>
      <p:ext uri="{BB962C8B-B14F-4D97-AF65-F5344CB8AC3E}">
        <p14:creationId xmlns:p14="http://schemas.microsoft.com/office/powerpoint/2010/main" val="204349838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26155D-6A2F-4799-B45B-787BC0B2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B21AE-0547-4B2D-8C76-D6005114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3199B-793F-42DD-A218-92D38541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33C86-5E4A-4022-B236-FCB4C6ED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E1548-F38A-46BC-A1BF-B271EF6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92AD7-C7FA-488F-AAE0-0F351E6B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5DA24-9836-4A13-99BF-0BCAAA7B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0B8AE-0DDC-49BB-9F52-F5CAE733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82E56-A7E2-4DA7-9240-C77C8A3C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Reflect shapes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d24399f584ea7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5E1E9-8C3E-4377-AA0F-F6E61C44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E2A30-47E3-4D68-948E-AF294FCE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changes x and y in the same way without checking the direction or mirror 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BBA1A-50C5-4D18-82B4-A5A64200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D55C4-03B4-4C62-AA42-62202A69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3C0C49-CC84-478F-B4F2-9725AEA6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Track horizontal and vertical changes separately and apply the exact transformation to every point.</a:t>
            </a:r>
          </a:p>
        </p:txBody>
      </p:sp>
    </p:spTree>
    <p:extLst>
      <p:ext uri="{BB962C8B-B14F-4D97-AF65-F5344CB8AC3E}">
        <p14:creationId xmlns:p14="http://schemas.microsoft.com/office/powerpoint/2010/main" val="5350749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16030-4006-4860-B002-879845ED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FF4AF-4FB3-435A-9141-9D9E2982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7A688-6F09-47F2-A113-C7926CE3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3938C-63E5-4234-812B-024873FE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249186-6786-4F05-82E9-D786054A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C41EC-130B-439F-8FC2-946BE2FC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772E4-EB3A-405D-9545-9D25F0D2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3A878-E0F5-4772-9788-E7328716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E7AAE-D4D2-452E-8EE3-F9DC1F0D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Reflect shapes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712D7-D6DA-4B29-BFDC-EB0C2161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210B4-01F1-4CF9-A994-09BD8B29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524A1-CB04-45EF-A118-E5F9E1EE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88C17-5D40-4580-AE39-E68DDB1F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point becomes (7, -4) after moving 9 right and 3 down. Find its start.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69027-BABD-41D2-8504-64C9432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35980-CDF0-4C94-A572-2999A3EB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65967F-5CDD-4B93-BFD9-400EFEF8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46B63-AF6F-437C-9DF7-AFDD168F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EA9FB3-913A-4A12-8829-62724240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3AD1F-6F14-4073-AF41-751AA2F8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84622E-3C7E-4FAB-BC42-CAC15F76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48EAC-0CCB-4737-A308-2D1B5C3B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(-2, -1).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0242DD-6ED8-4917-AB01-CDF2EFE0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53250529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8292FF-01BC-40F3-A6FC-799F8953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A4BD4-FD61-493C-87D7-30BB24C7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AE7AF-7604-480A-9AE6-D89CD67D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B2FE9-E541-44C2-BCED-36A597B5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9BBF5-9445-48CD-83BC-0DCF0606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A6E65-C819-43BF-BDAB-0E4891DD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74094-2626-449A-9299-3AD37AB7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CA07B-16AE-430D-860A-ED2D53BA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4DF98-F253-4207-B5EB-B98B57C5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Reflect shapes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056B59-C7CC-4594-AF83-876EE388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BA297-B327-4422-A8A1-6B09377B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DC3F1-35C4-48E1-B3BE-0BD78FA0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BA084D-6053-45E1-BF72-4C8947C05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Plot A(-4, 3). Which quadrant contains A?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11B38-BBC4-42A3-95E8-6EC1855C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69A8C-68D5-45D8-AA2A-2AD706C6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E263D-E942-49FC-BA31-01FBC995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26DC35-1A0F-4E5D-B10A-31FFCCF3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CEAD9-20CE-4858-89AD-8153116D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465521-EBF7-4C40-B709-2B7EC645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6C3F4-B9C3-4606-AF90-E2200F44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C4804-07B1-4A13-AB01-305B3C19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67656396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3AE03-99DF-4DE0-9142-EAB9E989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B7E3F-1573-4A12-AE65-26A8A255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AC709-2D2E-4344-BE66-76E70FAC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8EEB6-0756-4F13-8EF3-313472DF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30B11-82D2-48E7-B85C-71B5F9C0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C69ED-D8FD-492A-8F98-55CD8199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3A5AE-3A24-4357-B61E-176726E8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17F61-40BC-4698-A1EA-7FB791C0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8634E-AD36-4A7A-909C-9E2EBAD1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Reflect shapes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BEE4D-4635-4E9A-9EF1-22E02719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Point P moves from (2, -5) to (-3, 1). Describe the translation.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92BEA-1F44-4E07-B14E-19C566BF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8555B-F8A4-448F-BFD5-0EC5F27B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D3BE0-54B1-4382-A4FE-4AC199AC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52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5 left and 6 up.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56553772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07A11B-1C17-4F09-A0EB-2ACADE1F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92273-28BD-429A-9C92-60567E23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1578A-A8ED-4031-983D-79088A04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5AC71-4F53-4242-84A7-4F485C12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53932-FBE7-401A-A783-DB63C278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86A20-A10C-46DF-9C4E-725EAC81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54C4C-5B60-43AB-BEC4-77C34C05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7FDDF0-9CB7-407E-AB5D-05984013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684FD-901E-4925-B893-160A301A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Reflect shapes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E7DF1-DE36-4FA2-BB24-2413367F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6D1F0-AD7D-4639-A0A9-ED5024D2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CA7559-2DE6-4079-851A-C926B31F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Plot A(-4, 3). Which quadrant contains 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42DB3-A3BC-450A-A44E-7AB45BED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16386-D0BD-4B7C-A019-DB6C6B66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9CB62-42AA-4E55-B3FD-CA3964CE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101B2-3D26-46DD-A55B-38B73346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Quadrant II.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81C0D-7DC4-4CA9-B119-5B23ECD9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FC8C4-210B-4AF3-B74D-CCCE7AAF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64642105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61A9F-E919-402A-A047-0F3C905D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30BFE-DC55-42FD-9BC8-83A674DE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E6C89-22DC-46D3-B9C7-4203627A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4D5F0-8DD2-4836-8743-9F496E99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CF171-6E0E-47E9-8F0C-CD616463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D21BD-44DE-410F-A050-6CB6E7CD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D78D0-4F68-4F44-A74C-CD30344E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CF1B85-EEC7-40FD-9B6C-7E889065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84398-F790-4D23-8C32-9354BCB7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Reflect shapes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AA283-E874-44B6-B8E2-FC314B86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454B09-165B-496D-ABDD-A9905435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CDB39-EE3E-4010-8BE6-A8B6D41B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198DA-7800-4870-98B2-977B3D75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Plot A(-4, 3). Which quadrant contains A?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33BD3-50BE-441E-9450-E78AAAF6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05788C-9A24-451D-8F94-83E13BF4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AE3943-CFD1-4153-BDD4-82885AF7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7CD7D-B93A-4C90-BB9B-CED179D3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changes x and y in the same way without checking the direction or mirror line.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5BAAF-B718-4A0D-8037-184A9638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FD4563-5D03-4A7C-86EC-43A4A3F6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7CE97-7922-4955-AADE-7CFEC8F6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492F82-E76B-4BE4-9929-435C2DB6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E3AB6-D763-4BF0-A0D1-44FCEC41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48956395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2026-09-09T22:14:14.2900000Z</dcterms:created>
  <dcterms:modified xsi:type="dcterms:W3CDTF">2026-09-09T22:14:14.2900000Z</dcterms:modified>
</coreProperties>
</file>