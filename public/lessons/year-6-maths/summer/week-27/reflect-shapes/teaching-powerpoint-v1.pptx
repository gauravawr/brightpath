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cc6415adff42a2" /><Relationship Type="http://schemas.openxmlformats.org/officeDocument/2006/relationships/extended-properties" Target="/docProps/app.xml" Id="R57b0c37c9d45421b" /><Relationship Type="http://schemas.openxmlformats.org/officeDocument/2006/relationships/officeDocument" Target="/ppt/presentation.xml" Id="Rea41e1dcad8140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0864637cb44e92"/>
  </p:sldMasterIdLst>
  <p:notesMasterIdLst>
    <p:notesMasterId xmlns:r="http://schemas.openxmlformats.org/officeDocument/2006/relationships" r:id="R1bfd168f426a474c"/>
  </p:notesMasterIdLst>
  <p:sldIdLst>
    <p:sldId xmlns:r="http://schemas.openxmlformats.org/officeDocument/2006/relationships" id="256" r:id="R97ef9f5774714b2b"/>
    <p:sldId xmlns:r="http://schemas.openxmlformats.org/officeDocument/2006/relationships" id="257" r:id="R5ff6e8f40f0140de"/>
    <p:sldId xmlns:r="http://schemas.openxmlformats.org/officeDocument/2006/relationships" id="258" r:id="R0e13369b0799494b"/>
    <p:sldId xmlns:r="http://schemas.openxmlformats.org/officeDocument/2006/relationships" id="259" r:id="Rae174b5f7ed344c5"/>
    <p:sldId xmlns:r="http://schemas.openxmlformats.org/officeDocument/2006/relationships" id="260" r:id="R83b984abbf65486b"/>
    <p:sldId xmlns:r="http://schemas.openxmlformats.org/officeDocument/2006/relationships" id="261" r:id="R5e9b207645f64870"/>
    <p:sldId xmlns:r="http://schemas.openxmlformats.org/officeDocument/2006/relationships" id="262" r:id="R5123c2ca7a2f4765"/>
    <p:sldId xmlns:r="http://schemas.openxmlformats.org/officeDocument/2006/relationships" id="263" r:id="R92d489b395d34b37"/>
    <p:sldId xmlns:r="http://schemas.openxmlformats.org/officeDocument/2006/relationships" id="264" r:id="Rfa1f9a5c58e64ecc"/>
    <p:sldId xmlns:r="http://schemas.openxmlformats.org/officeDocument/2006/relationships" id="265" r:id="R3c5b7bb1b9a74f90"/>
    <p:sldId xmlns:r="http://schemas.openxmlformats.org/officeDocument/2006/relationships" id="266" r:id="R26f1d33110fb414a"/>
    <p:sldId xmlns:r="http://schemas.openxmlformats.org/officeDocument/2006/relationships" id="267" r:id="R1923317efa5a40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dd2a18e4994335" /><Relationship Type="http://schemas.openxmlformats.org/officeDocument/2006/relationships/slideMaster" Target="/ppt/slideMasters/slideMaster1.xml" Id="Rd40864637cb44e92" /><Relationship Type="http://schemas.openxmlformats.org/officeDocument/2006/relationships/notesMaster" Target="/ppt/notesMasters/notesMaster1.xml" Id="R1bfd168f426a474c" /><Relationship Type="http://schemas.openxmlformats.org/officeDocument/2006/relationships/presProps" Target="/ppt/presProps.xml" Id="R19a8710ccac746b3" /><Relationship Type="http://schemas.openxmlformats.org/officeDocument/2006/relationships/tableStyles" Target="/ppt/tableStyles.xml" Id="R68cbed73857d4148" /><Relationship Type="http://schemas.openxmlformats.org/officeDocument/2006/relationships/slide" Target="/ppt/slides/slide1.xml" Id="R97ef9f5774714b2b" /><Relationship Type="http://schemas.openxmlformats.org/officeDocument/2006/relationships/slide" Target="/ppt/slides/slide2.xml" Id="R5ff6e8f40f0140de" /><Relationship Type="http://schemas.openxmlformats.org/officeDocument/2006/relationships/slide" Target="/ppt/slides/slide3.xml" Id="R0e13369b0799494b" /><Relationship Type="http://schemas.openxmlformats.org/officeDocument/2006/relationships/slide" Target="/ppt/slides/slide4.xml" Id="Rae174b5f7ed344c5" /><Relationship Type="http://schemas.openxmlformats.org/officeDocument/2006/relationships/slide" Target="/ppt/slides/slide5.xml" Id="R83b984abbf65486b" /><Relationship Type="http://schemas.openxmlformats.org/officeDocument/2006/relationships/slide" Target="/ppt/slides/slide6.xml" Id="R5e9b207645f64870" /><Relationship Type="http://schemas.openxmlformats.org/officeDocument/2006/relationships/slide" Target="/ppt/slides/slide7.xml" Id="R5123c2ca7a2f4765" /><Relationship Type="http://schemas.openxmlformats.org/officeDocument/2006/relationships/slide" Target="/ppt/slides/slide8.xml" Id="R92d489b395d34b37" /><Relationship Type="http://schemas.openxmlformats.org/officeDocument/2006/relationships/slide" Target="/ppt/slides/slide9.xml" Id="Rfa1f9a5c58e64ecc" /><Relationship Type="http://schemas.openxmlformats.org/officeDocument/2006/relationships/slide" Target="/ppt/slides/slide10.xml" Id="R3c5b7bb1b9a74f90" /><Relationship Type="http://schemas.openxmlformats.org/officeDocument/2006/relationships/slide" Target="/ppt/slides/slide11.xml" Id="R26f1d33110fb414a" /><Relationship Type="http://schemas.openxmlformats.org/officeDocument/2006/relationships/slide" Target="/ppt/slides/slide12.xml" Id="R1923317efa5a40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bdb89760b148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a984742d4245e4" /><Relationship Type="http://schemas.openxmlformats.org/officeDocument/2006/relationships/notesMaster" Target="/ppt/notesMasters/notesMaster1.xml" Id="Radc235d3c36846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6d67c85adf436b" /><Relationship Type="http://schemas.openxmlformats.org/officeDocument/2006/relationships/notesMaster" Target="/ppt/notesMasters/notesMaster1.xml" Id="R73644669f78d43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bdad105d704151" /><Relationship Type="http://schemas.openxmlformats.org/officeDocument/2006/relationships/notesMaster" Target="/ppt/notesMasters/notesMaster1.xml" Id="R34b108dc9dfe40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4a36e950e34924" /><Relationship Type="http://schemas.openxmlformats.org/officeDocument/2006/relationships/notesMaster" Target="/ppt/notesMasters/notesMaster1.xml" Id="R9321174e1b4341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837c1f63134562" /><Relationship Type="http://schemas.openxmlformats.org/officeDocument/2006/relationships/notesMaster" Target="/ppt/notesMasters/notesMaster1.xml" Id="R212424b0b3814c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612e13b2344839" /><Relationship Type="http://schemas.openxmlformats.org/officeDocument/2006/relationships/notesMaster" Target="/ppt/notesMasters/notesMaster1.xml" Id="Rf6a3a546adb044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75382144424b09" /><Relationship Type="http://schemas.openxmlformats.org/officeDocument/2006/relationships/notesMaster" Target="/ppt/notesMasters/notesMaster1.xml" Id="R418112854b7f44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753a6c1acd4761" /><Relationship Type="http://schemas.openxmlformats.org/officeDocument/2006/relationships/notesMaster" Target="/ppt/notesMasters/notesMaster1.xml" Id="Reb2d55306cc445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aa682a94d64371" /><Relationship Type="http://schemas.openxmlformats.org/officeDocument/2006/relationships/notesMaster" Target="/ppt/notesMasters/notesMaster1.xml" Id="R540e2a1080e149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cb8c886ec84706" /><Relationship Type="http://schemas.openxmlformats.org/officeDocument/2006/relationships/notesMaster" Target="/ppt/notesMasters/notesMaster1.xml" Id="R81d27b606c6b4c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c6107054cc4498" /><Relationship Type="http://schemas.openxmlformats.org/officeDocument/2006/relationships/notesMaster" Target="/ppt/notesMasters/notesMaster1.xml" Id="R86262354c82a46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c7d09e1e4e4869" /><Relationship Type="http://schemas.openxmlformats.org/officeDocument/2006/relationships/notesMaster" Target="/ppt/notesMasters/notesMaster1.xml" Id="R8072a865309a45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(-2, -1).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(6, 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(-2, -1).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(-2, -1)..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Quadrant II..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 left and 6 up.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Quadrant 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Quadrant II.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68dbe1b13a4d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fef9d1ff15418a" /><Relationship Type="http://schemas.openxmlformats.org/officeDocument/2006/relationships/slideLayout" Target="/ppt/slideLayouts/slideLayout1.xml" Id="Rfd8ba3fa419142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8ba3fa419142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95a5a88344c61" /><Relationship Type="http://schemas.openxmlformats.org/officeDocument/2006/relationships/notesSlide" Target="/ppt/notesSlides/notesSlide1.xml" Id="R268d4a38980b4c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0d387e7f74968" /><Relationship Type="http://schemas.openxmlformats.org/officeDocument/2006/relationships/notesSlide" Target="/ppt/notesSlides/notesSlide2.xml" Id="R17e1a38d76a94b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c704ed6c14e0a" /><Relationship Type="http://schemas.openxmlformats.org/officeDocument/2006/relationships/notesSlide" Target="/ppt/notesSlides/notesSlide3.xml" Id="R54a19492d05d488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c9278b4ff44cb" /><Relationship Type="http://schemas.openxmlformats.org/officeDocument/2006/relationships/notesSlide" Target="/ppt/notesSlides/notesSlide4.xml" Id="Rb8f3529815b447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3ee4705174551" /><Relationship Type="http://schemas.openxmlformats.org/officeDocument/2006/relationships/notesSlide" Target="/ppt/notesSlides/notesSlide5.xml" Id="R7de234a7e3e349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4e7268d5d4174" /><Relationship Type="http://schemas.openxmlformats.org/officeDocument/2006/relationships/notesSlide" Target="/ppt/notesSlides/notesSlide6.xml" Id="Rede79e70b02f44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0e79151974453" /><Relationship Type="http://schemas.openxmlformats.org/officeDocument/2006/relationships/image" Target="/ppt/media/image.png" Id="R4d5ec514ef864e4a" /><Relationship Type="http://schemas.openxmlformats.org/officeDocument/2006/relationships/notesSlide" Target="/ppt/notesSlides/notesSlide7.xml" Id="R1a11af1aa1994a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2e1bff2204bea" /><Relationship Type="http://schemas.openxmlformats.org/officeDocument/2006/relationships/notesSlide" Target="/ppt/notesSlides/notesSlide8.xml" Id="Rae4135314bcb47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e31d459484f3f" /><Relationship Type="http://schemas.openxmlformats.org/officeDocument/2006/relationships/notesSlide" Target="/ppt/notesSlides/notesSlide9.xml" Id="Rbd98510c8ec942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a8eb6b28844bb" /><Relationship Type="http://schemas.openxmlformats.org/officeDocument/2006/relationships/notesSlide" Target="/ppt/notesSlides/notesSlide10.xml" Id="Rafdcfe33242240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a9c239e7b4c8e" /><Relationship Type="http://schemas.openxmlformats.org/officeDocument/2006/relationships/notesSlide" Target="/ppt/notesSlides/notesSlide11.xml" Id="R5894792a6d8241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274907121429f" /><Relationship Type="http://schemas.openxmlformats.org/officeDocument/2006/relationships/notesSlide" Target="/ppt/notesSlides/notesSlide12.xml" Id="R7d4fd531ac3f4c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84C4D5-34CB-46BA-88B9-2EA444E4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952ED3-A818-44BB-A099-EAA884F2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50248-E1B2-4ACD-9DCF-869EF15D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76E22-E23D-4161-80FA-64651362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D995D-6262-405E-B9A3-74E5958C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6D1DE3-6908-44A8-B93A-45D883DD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94D59B-2F4C-493E-AC7B-E6A882BE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0D430-973F-4782-AC0C-60E39D11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reflect shapes in coordinate axes and other mirror lines.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0893A-AA43-4BE1-A637-70C83068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B69A2-DF4A-4ED9-AA3D-6F94149D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5D11D-D627-49BB-AE72-66285CA9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868663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BD6546-5EE5-472F-94A7-425755EC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AC3E1-2472-413B-9A86-3FF8B436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2BF23-F17E-4117-AF48-68F77225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C61FA-9B6D-4450-B8A6-54563092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D49B8-279E-44EB-ACB7-8546504C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04667-AF8C-4FE0-A295-F2065AD2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22636-FEBA-44AC-A638-F70A848B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7945D-34B7-4C1C-8541-194C5BAA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7E57E-E3AA-4409-A890-3D47DBED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455BB8-1596-45C5-8087-BC7AB5A4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E4C760-19C3-4C1D-9CB3-605DB181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57729-F3D8-4B31-B52F-19F2798F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38B873-E7C5-42EC-9C36-A250D5D7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417D4-2A81-466C-B0C2-D11EF83B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0EF73F-46D2-4234-9F57-1D7601C8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BF7788-E705-4103-A2AF-8A8AD465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F2B92-5494-4A22-87B6-3815A8EC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043275-623E-44F0-9F71-EFC17FEB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7F1E6A-60A5-41A3-967E-CA5A8338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36805-C7D1-4F58-87E4-86442B6D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175F2-6074-4485-A5D9-2E3108A1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Reflect (-6, 2) in the y-axis.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07EBB8-F7E4-4391-9FD9-0D4AD44C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152611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3B5C3F-321C-4D0B-91B1-6EA39821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B6173-B188-440C-B4CD-3AAE0C94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A4BBE-BD25-442E-98A5-31E0F628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B6E61-FD59-4C83-9018-1EABA554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6CA0B-6339-4A57-A56E-9C798602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CC912-A5C1-4F6C-A57B-7DC2EB04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F4036B-2051-48C9-8474-23DCBF23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3D5B0-6A3E-49EB-BD0A-1AEFB087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201A8-B437-4480-89B7-51F75273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F3AA47-81B1-4BB2-800F-E789830F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reflect shapes in coordinate axes and other mirror lines.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7609F-4556-4151-99A7-040809A4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459A9B-8094-428E-8D8D-D649390A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981329-B474-4823-9849-4C35EB88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C0452-A5E5-4CE6-A1B7-CA205216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EA7C2C-8BF5-49AB-ACC6-F1D9AF06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2421720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1FBAE2-7C10-45E1-B471-67BE0A4F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533B0-4B6D-4832-B103-0E57D589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17E30E-ADCF-41B3-BF35-62EF340A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94F92-9E2F-4791-8BC2-590C544E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B1D49-25B8-4556-8502-731CD54D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EBEFE-042B-476F-B7E4-65A5264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9AD0A-B3C7-495F-9C9E-6127D028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87D93-17E3-43A2-BB02-55439259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0F946-E8E5-4B61-9C25-973C080E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9C2DB-D3FD-420E-B370-7BE66403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428CCF-C03C-40CD-9027-ED062ECD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D743A2-CA21-4542-BABF-AC275252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066F7-9BBF-441D-83C1-2A9723AF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or record x before y and note the quadrant.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7D9AB-460A-45C0-B143-05A06E02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28755-1F03-4870-8EDF-01B7A06D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23D1FE-6A7B-4C1A-AAB3-F4711EF8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same vector or mirror line to every vertex.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9B637-A93A-46F0-B5B4-5DBFA087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5F03F5-81F8-45E8-858F-7CDC8DD9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4ABEC-502D-48F9-A1DC-3805D808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(6, 2).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1FDDFF-8BF4-45C2-A8C8-302DAE80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0D642A-8AE0-45DA-B700-B6F71A42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0699CF-1837-49C1-994B-DFAE885D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side lengths and orientation after the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1496724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C44842-76DB-46B7-BBFF-D471279A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19D1C-2C2C-4F60-B66A-3C6A5A14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15C1D-FBA0-48CA-87AB-04DBCEEF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78248-0B4D-45D8-AD02-74E76276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A2EC9-66B4-45FE-897D-45567C54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B11E0-FD44-42F9-9EBC-10E59F2B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D6CEC-DE41-46C2-BDB0-39EB3B96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8DD961-32D8-445B-8745-964885AA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DA5AE1-E015-4526-800D-23D4D48D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44E0E-9B19-48C8-B3CF-1BDAAEBA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001A9-BBA1-4014-803C-92706AD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(6, 2).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A864-D21B-4662-9A95-846B35D9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2FD3F-70C8-4F86-8ED3-0A058FC4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23813-DB31-40B8-9D57-16F12B05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0502919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7DC13-98FD-4DF2-A0D2-0BCF7690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62AF28-9A4F-45FF-BFBF-14F18422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38F884-22ED-4E07-A71E-7F78BFB8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4224F1-7FD4-4131-8450-33375532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E84F3-4EA3-49DB-B468-387EE85F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AF528-04B1-47ED-BFF6-97BD2130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99BA9-E58F-4C70-8EFA-1808A384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A81CF-458A-4FD6-8271-9C4BA3DF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AAD6B9-3C17-40E5-8AD6-59CCDF5C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D3B158-8C5F-4296-A164-4BDC98DD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7DFA6-B332-4343-AFE1-F8F1125B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F9335-5695-47B7-9781-BB6B1D56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3B0084-CF16-4B35-899A-DEDB414D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C6BEC-A1C7-4C5D-8395-4AE59EE3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21924-1677-4613-8C26-2A5322C4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(-2, -1).</a:t>
            </a:r>
          </a:p>
        </p:txBody>
      </p:sp>
    </p:spTree>
    <p:extLst>
      <p:ext uri="{BB962C8B-B14F-4D97-AF65-F5344CB8AC3E}">
        <p14:creationId xmlns:p14="http://schemas.microsoft.com/office/powerpoint/2010/main" val="825603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3DBD04-D288-405D-A58E-6BB5D376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5D5B9-6647-452B-BF69-7D965BD5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7A00A-27A0-4B80-91C7-4D47C0C7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B47C4-8B32-47A2-9B46-B31B1A5A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15697-C8A1-4AB3-92FE-EAB8FC88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89EBAD-C962-45DE-8E85-CDA4202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B1D77-F633-4BA0-98EC-A5884AAB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1B75C-9EF1-42B4-BAED-D99649B9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38BB3-06B3-46B8-8B51-BE64C512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ec514ef864e4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AA452-5270-455F-B57F-99406084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209EC-F0DE-407C-8B06-FE484853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FEFFAD-64F7-4A57-9421-30A76FD0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BEE32-7C6A-4CC8-B7E0-0867F14D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ECC72-FEEB-4418-80D9-62E5CA8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17186842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CC1CA0-E6AB-47CD-A9D8-42282B11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FF8A5-D74D-400F-BFC1-8EE225A3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7A6E3D-17C1-4DED-9E2C-E0C4261E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B3C88C-2F57-4A0E-9B57-8EA50664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35803-3FC6-41E3-A058-70B7A344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7F7609-34D1-497A-9183-4AA29750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903A0-0877-4DCC-BF44-7C95A664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7769A-0D6B-4AF0-9214-AA42114E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EEFA2-6B44-431C-8D6A-CC0AE9CC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A7F4BC-7453-4AC3-BEDC-4A06F1FA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F7226D-C1FF-4BCB-B7DF-6F45FEF9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C9CE4B-120A-484A-A0C1-5D156B37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3AEAE3-A991-4E1B-A5E9-CCF2B7E7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20F86-98E2-4DA1-BA9E-4F89FDF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408A5-B0A5-4695-BF22-621B24B3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9B4D23-044D-4161-A58C-54B56792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2DB21F-0869-42DC-AB75-955BF776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08E13F-D5FC-43B7-AB9D-8B5C9CDC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62FA19-D453-45B0-AAA0-C7CE041D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0971D5-6B4B-4570-8C6F-11A9152E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D3BE39-DFD2-47E9-9EB6-89F51505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(-2, -1).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C4ABAE-4EA6-49D8-9A8F-F1F16E19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119923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01C725-3DB6-4295-8F37-23FE03B2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8E5BED-0DF9-4B50-87CD-486A85A6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2393A-F04A-4245-8B43-D6CC3FAA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43CE80-33D3-4C56-97A1-5DA8B3CB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F1F01D-FE55-4F9D-8685-1F8F6205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49EE3-EFAF-4B65-B3D3-E6EB281C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C6C75-185C-4E37-9EBE-EAA33314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D581A-369B-47B7-90E4-626B81BA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08E7D-5022-4A7E-AC8D-38409E6E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1EFF27-1176-40D5-B15A-30756543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7A49E-4725-484D-9E8B-1C8C523D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218E8A-FD6C-40FE-90B4-9C9C1FAA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30D24-BE67-4EED-B9C8-489B172E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8F835-94C1-4965-83C2-873606EB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0660A6-952F-4B85-995B-43C16C91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90FE94-19F0-4A92-A422-F8D7383F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0D8B41-3BCF-49BD-85EB-6327E844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B8A7F1-8636-4D22-8BA0-C52F8C61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0AF422-74B2-40A5-B1C0-CB7B2173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E72533-93DF-4FC2-945F-AD5051E5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083DF1-962C-4633-8828-1EBEB81C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778585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FB696-A624-4DA1-B64A-CB2C7AB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D9B67-A4A2-4C4A-ACE2-6C213A0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61A42-6CDB-4B5E-99C8-A94CBE1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27A87-E4E9-46D8-B83B-AA2BABD7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F1688-847A-45D1-8DC1-99B8467C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9BFDD-B779-41D2-856B-46F0831D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9F91A-8606-46F3-8AC5-57D0A545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83FEA-B842-4478-926B-F79E4703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E3E82-FF3E-47C1-892C-211FA0B1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7D20A0-9EEC-4D29-9285-872DE734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Point P moves from (2, -5) to (-3, 1). Describe the translation.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463402-89F5-4E60-BA72-F14883D8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187348-AC0F-419E-819F-FBA02CB1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F39126-2194-4531-B511-17F00EF5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55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 left and 6 up.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447085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861455-24AE-4799-B36E-FAD8CA12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3C9A2-76B6-462F-908B-9DF50C44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F3B9B-5076-4C08-B86E-78D918B2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31D5D-4CE4-49E7-BA9A-A4C854FB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6F0F4-B4D7-457E-97DD-0D4170F6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46DE2-60AD-40F3-B860-C8F8C08A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1A46D-B40E-4240-BFB5-24B71491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D7C32-9874-4EF6-8C1D-DA350207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11698-71C7-494C-A0F5-CDA03930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02B1D4-D89E-4F88-9595-AA139E99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2BD03-93FB-47ED-B67B-1AD9A9EA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31C31-22A5-4511-921B-58E85F33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C7AEE-8C1D-41DB-B28F-5A1A70DF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175EB-8AF9-49B8-8A34-6C8947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7BDF3-34D0-48FB-9A95-27ECAFA1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45FA2-F262-43B7-BE87-5C3FBF67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Quadrant II.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0515B7-CDCD-4045-9570-9E3D0D32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F47C34-7CCE-4D7D-90D3-76234CD0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42846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9AC668-D6F5-49EF-822D-ECE56729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DB285B-1D79-4C65-8FE5-1845E776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D6765-13A9-423D-A68E-E7359BC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18390-CF12-4D25-A6BD-88FE4E4B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7F800-F2C3-4817-8E00-CBE737F4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1AA21-A657-44BF-B2C7-DF10C565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D54C22-05AC-4B4D-A275-00F68A8C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CAC451-98BE-4755-87BF-092E068F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9A52B-640B-4C0E-8C91-8C4156CA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Reflect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EEB9F-CCD7-42AD-9E02-EA12E994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6499D-67A0-4E52-B7FC-29CEDFE9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30758-6029-4515-B462-35D090C7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47430F-753D-4650-A8C4-456D5D13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8B0FC-FDA1-4340-8088-4A74B02C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B69BB1-E64F-4E45-9172-8020C50D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70E234-7946-42E0-8C93-5C881FA2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2F305-4279-4D52-B296-C6097CCB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040F46-07E6-427D-AB3D-46ECC589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27DF35-3CE3-48B7-A685-2051C85D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B38C2E-7BC6-48EE-8635-55AD6E4C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DA661F-8C80-4F09-A305-EAA17579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18E38D-AE4A-4424-BC1C-9A9012A6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0340635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2026-09-09T20:50:19.6010000Z</dcterms:created>
  <dcterms:modified xsi:type="dcterms:W3CDTF">2026-09-09T20:50:19.6010000Z</dcterms:modified>
</coreProperties>
</file>