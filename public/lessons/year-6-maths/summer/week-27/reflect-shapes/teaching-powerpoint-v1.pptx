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Reflect shapes. Reflect shapes.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Reflect shapes. I do. Read horizontal movement first, then vertical. Reflections keep the distance to the mirror line equal.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Reflect shapes. You do. Pause before clicking. Let pupils try independently, then reveal and discuss every step. Read horizontal movement first, then vertical. Reflections keep the distance to the mirror line equal.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Reflect shapes. I do. Read horizontal movement first, then vertical. Reflections keep the distance to the mirror line equal.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Reflect shapes. You do. Pause before clicking. Let pupils try independently, then reveal and discuss every step. Read horizontal movement first, then vertical. Reflections keep the distance to the mirror line equal.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Reflect shapes.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Reflect shapes.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705E1966-DE2A-4011-90B3-E1C9DCC8818C}"/>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Reflect shapes</a:t>
            </a:r>
          </a:p>
        </p:txBody>
      </p:sp>
      <p:sp>
        <p:nvSpPr>
          <p:cNvPr id="2" name="object-2">
            <a:extLst>
              <a:ext uri="{FF2B5EF4-FFF2-40B4-BE49-F238E27FC236}">
                <a16:creationId xmlns:a16="http://schemas.microsoft.com/office/drawing/2014/main" id="{F45B288B-C7FB-4BF7-B0FC-B836FE49DBAE}"/>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F5A460C4-4425-40D7-B330-F28481413FCD}"/>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9DFFB021-EB5E-47FF-85B4-AFEBBD01EB35}"/>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Reflect shapes</a:t>
            </a:r>
          </a:p>
        </p:txBody>
      </p:sp>
      <p:sp>
        <p:nvSpPr>
          <p:cNvPr id="5" name="object-5">
            <a:extLst>
              <a:ext uri="{FF2B5EF4-FFF2-40B4-BE49-F238E27FC236}">
                <a16:creationId xmlns:a16="http://schemas.microsoft.com/office/drawing/2014/main" id="{AE96BFAF-5356-4DCD-B1C7-13F685BE72A3}"/>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9B27FD12-40FE-42B7-9C8B-5D1B4982E629}"/>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reflect shapes in coordinate axes and other mirror lines.</a:t>
            </a:r>
          </a:p>
        </p:txBody>
      </p:sp>
    </p:spTree>
    <p:extLst>
      <p:ext uri="{BB962C8B-B14F-4D97-AF65-F5344CB8AC3E}">
        <p14:creationId xmlns:p14="http://schemas.microsoft.com/office/powerpoint/2010/main" val="1170502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1" name="object-1">
            <a:extLst>
              <a:ext uri="{FF2B5EF4-FFF2-40B4-BE49-F238E27FC236}">
                <a16:creationId xmlns:a16="http://schemas.microsoft.com/office/drawing/2014/main" id="{978F96D3-BC64-4689-9112-6DC9CE3EF00B}"/>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7F9C6FFA-DC26-4793-836C-60E0275B878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Reflect (-6, 2) in the y-axis.</a:t>
            </a:r>
          </a:p>
        </p:txBody>
      </p:sp>
      <p:sp>
        <p:nvSpPr>
          <p:cNvPr id="3" name="object-3">
            <a:extLst>
              <a:ext uri="{FF2B5EF4-FFF2-40B4-BE49-F238E27FC236}">
                <a16:creationId xmlns:a16="http://schemas.microsoft.com/office/drawing/2014/main" id="{E67677EA-CB0D-461D-99AF-D0D05925B23F}"/>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90C93DA5-B450-46C9-9197-45CA9617CD7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Reflect shapes</a:t>
            </a:r>
          </a:p>
        </p:txBody>
      </p:sp>
      <p:sp>
        <p:nvSpPr>
          <p:cNvPr id="5" name="object-5">
            <a:extLst>
              <a:ext uri="{FF2B5EF4-FFF2-40B4-BE49-F238E27FC236}">
                <a16:creationId xmlns:a16="http://schemas.microsoft.com/office/drawing/2014/main" id="{28B68886-EC24-415D-830A-657B7D5CA195}"/>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6C1182F2-C967-468B-8703-00D27329F910}"/>
              </a:ext>
            </a:extLst>
          </p:cNvPr>
          <p:cNvSpPr>
            <a:spLocks noGrp="1"/>
          </p:cNvSpPr>
          <p:nvPr/>
        </p:nvSpPr>
        <p:spPr>
          <a:xfrm>
            <a:off x="2583656" y="2583656"/>
            <a:ext cx="4953000" cy="0"/>
          </a:xfrm>
          <a:prstGeom prst="line">
            <a:avLst/>
          </a:prstGeom>
          <a:noFill/>
          <a:ln w="11906">
            <a:solidFill>
              <a:srgbClr val="BCD0EA"/>
            </a:solidFill>
          </a:ln>
        </p:spPr>
      </p:sp>
      <p:sp>
        <p:nvSpPr>
          <p:cNvPr id="7" name="object-7">
            <a:extLst>
              <a:ext uri="{FF2B5EF4-FFF2-40B4-BE49-F238E27FC236}">
                <a16:creationId xmlns:a16="http://schemas.microsoft.com/office/drawing/2014/main" id="{5D31FC43-1D61-4984-9AAE-3566094FC0C8}"/>
              </a:ext>
            </a:extLst>
          </p:cNvPr>
          <p:cNvSpPr>
            <a:spLocks noGrp="1"/>
          </p:cNvSpPr>
          <p:nvPr/>
        </p:nvSpPr>
        <p:spPr>
          <a:xfrm>
            <a:off x="2583656" y="2583656"/>
            <a:ext cx="0" cy="4953000"/>
          </a:xfrm>
          <a:prstGeom prst="line">
            <a:avLst/>
          </a:prstGeom>
          <a:noFill/>
          <a:ln w="11906">
            <a:solidFill>
              <a:srgbClr val="BCD0EA"/>
            </a:solidFill>
          </a:ln>
        </p:spPr>
      </p:sp>
      <p:sp>
        <p:nvSpPr>
          <p:cNvPr id="8" name="object-8">
            <a:extLst>
              <a:ext uri="{FF2B5EF4-FFF2-40B4-BE49-F238E27FC236}">
                <a16:creationId xmlns:a16="http://schemas.microsoft.com/office/drawing/2014/main" id="{36D5C532-3433-4C67-AABF-597A74B22C5A}"/>
              </a:ext>
            </a:extLst>
          </p:cNvPr>
          <p:cNvSpPr>
            <a:spLocks noGrp="1"/>
          </p:cNvSpPr>
          <p:nvPr/>
        </p:nvSpPr>
        <p:spPr>
          <a:xfrm>
            <a:off x="23693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9" name="object-9">
            <a:extLst>
              <a:ext uri="{FF2B5EF4-FFF2-40B4-BE49-F238E27FC236}">
                <a16:creationId xmlns:a16="http://schemas.microsoft.com/office/drawing/2014/main" id="{17F49CC4-1DD2-46F6-A36E-353E9D7EE753}"/>
              </a:ext>
            </a:extLst>
          </p:cNvPr>
          <p:cNvSpPr>
            <a:spLocks noGrp="1"/>
          </p:cNvSpPr>
          <p:nvPr/>
        </p:nvSpPr>
        <p:spPr>
          <a:xfrm>
            <a:off x="4560094" y="239315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10" name="object-10">
            <a:extLst>
              <a:ext uri="{FF2B5EF4-FFF2-40B4-BE49-F238E27FC236}">
                <a16:creationId xmlns:a16="http://schemas.microsoft.com/office/drawing/2014/main" id="{ABE53672-7AA8-49EB-8AF4-9C6B6D0ACB0B}"/>
              </a:ext>
            </a:extLst>
          </p:cNvPr>
          <p:cNvSpPr>
            <a:spLocks noGrp="1"/>
          </p:cNvSpPr>
          <p:nvPr/>
        </p:nvSpPr>
        <p:spPr>
          <a:xfrm>
            <a:off x="2583656" y="2893219"/>
            <a:ext cx="4953000" cy="0"/>
          </a:xfrm>
          <a:prstGeom prst="line">
            <a:avLst/>
          </a:prstGeom>
          <a:noFill/>
          <a:ln w="11906">
            <a:solidFill>
              <a:srgbClr val="BCD0EA"/>
            </a:solidFill>
          </a:ln>
        </p:spPr>
      </p:sp>
      <p:sp>
        <p:nvSpPr>
          <p:cNvPr id="11" name="object-11">
            <a:extLst>
              <a:ext uri="{FF2B5EF4-FFF2-40B4-BE49-F238E27FC236}">
                <a16:creationId xmlns:a16="http://schemas.microsoft.com/office/drawing/2014/main" id="{17C8DE8D-96E0-454E-97EC-A428C260A4BA}"/>
              </a:ext>
            </a:extLst>
          </p:cNvPr>
          <p:cNvSpPr>
            <a:spLocks noGrp="1"/>
          </p:cNvSpPr>
          <p:nvPr/>
        </p:nvSpPr>
        <p:spPr>
          <a:xfrm>
            <a:off x="2893219" y="2583656"/>
            <a:ext cx="0" cy="4953000"/>
          </a:xfrm>
          <a:prstGeom prst="line">
            <a:avLst/>
          </a:prstGeom>
          <a:noFill/>
          <a:ln w="11906">
            <a:solidFill>
              <a:srgbClr val="BCD0EA"/>
            </a:solidFill>
          </a:ln>
        </p:spPr>
      </p:sp>
      <p:sp>
        <p:nvSpPr>
          <p:cNvPr id="12" name="object-12">
            <a:extLst>
              <a:ext uri="{FF2B5EF4-FFF2-40B4-BE49-F238E27FC236}">
                <a16:creationId xmlns:a16="http://schemas.microsoft.com/office/drawing/2014/main" id="{33108C23-F2DA-4C7D-93D1-39CB66084DCA}"/>
              </a:ext>
            </a:extLst>
          </p:cNvPr>
          <p:cNvSpPr>
            <a:spLocks noGrp="1"/>
          </p:cNvSpPr>
          <p:nvPr/>
        </p:nvSpPr>
        <p:spPr>
          <a:xfrm>
            <a:off x="2583656" y="3202781"/>
            <a:ext cx="4953000" cy="0"/>
          </a:xfrm>
          <a:prstGeom prst="line">
            <a:avLst/>
          </a:prstGeom>
          <a:noFill/>
          <a:ln w="11906">
            <a:solidFill>
              <a:srgbClr val="BCD0EA"/>
            </a:solidFill>
          </a:ln>
        </p:spPr>
      </p:sp>
      <p:sp>
        <p:nvSpPr>
          <p:cNvPr id="13" name="object-13">
            <a:extLst>
              <a:ext uri="{FF2B5EF4-FFF2-40B4-BE49-F238E27FC236}">
                <a16:creationId xmlns:a16="http://schemas.microsoft.com/office/drawing/2014/main" id="{A4C92013-4FCA-4E1F-843C-22E2759F8EFC}"/>
              </a:ext>
            </a:extLst>
          </p:cNvPr>
          <p:cNvSpPr>
            <a:spLocks noGrp="1"/>
          </p:cNvSpPr>
          <p:nvPr/>
        </p:nvSpPr>
        <p:spPr>
          <a:xfrm>
            <a:off x="3202781" y="2583656"/>
            <a:ext cx="0" cy="4953000"/>
          </a:xfrm>
          <a:prstGeom prst="line">
            <a:avLst/>
          </a:prstGeom>
          <a:noFill/>
          <a:ln w="11906">
            <a:solidFill>
              <a:srgbClr val="BCD0EA"/>
            </a:solidFill>
          </a:ln>
        </p:spPr>
      </p:sp>
      <p:sp>
        <p:nvSpPr>
          <p:cNvPr id="14" name="object-14">
            <a:extLst>
              <a:ext uri="{FF2B5EF4-FFF2-40B4-BE49-F238E27FC236}">
                <a16:creationId xmlns:a16="http://schemas.microsoft.com/office/drawing/2014/main" id="{F23D6A08-57BA-4CBA-A7D5-0722CA250EB9}"/>
              </a:ext>
            </a:extLst>
          </p:cNvPr>
          <p:cNvSpPr>
            <a:spLocks noGrp="1"/>
          </p:cNvSpPr>
          <p:nvPr/>
        </p:nvSpPr>
        <p:spPr>
          <a:xfrm>
            <a:off x="298846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15" name="object-15">
            <a:extLst>
              <a:ext uri="{FF2B5EF4-FFF2-40B4-BE49-F238E27FC236}">
                <a16:creationId xmlns:a16="http://schemas.microsoft.com/office/drawing/2014/main" id="{E64C8734-68CE-4257-8E40-AFBE9AF417E1}"/>
              </a:ext>
            </a:extLst>
          </p:cNvPr>
          <p:cNvSpPr>
            <a:spLocks noGrp="1"/>
          </p:cNvSpPr>
          <p:nvPr/>
        </p:nvSpPr>
        <p:spPr>
          <a:xfrm>
            <a:off x="4560094" y="301228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16" name="object-16">
            <a:extLst>
              <a:ext uri="{FF2B5EF4-FFF2-40B4-BE49-F238E27FC236}">
                <a16:creationId xmlns:a16="http://schemas.microsoft.com/office/drawing/2014/main" id="{AC927CBE-2234-4F59-B50A-83F4134CC3DE}"/>
              </a:ext>
            </a:extLst>
          </p:cNvPr>
          <p:cNvSpPr>
            <a:spLocks noGrp="1"/>
          </p:cNvSpPr>
          <p:nvPr/>
        </p:nvSpPr>
        <p:spPr>
          <a:xfrm>
            <a:off x="2583656" y="3512344"/>
            <a:ext cx="4953000" cy="0"/>
          </a:xfrm>
          <a:prstGeom prst="line">
            <a:avLst/>
          </a:prstGeom>
          <a:noFill/>
          <a:ln w="11906">
            <a:solidFill>
              <a:srgbClr val="BCD0EA"/>
            </a:solidFill>
          </a:ln>
        </p:spPr>
      </p:sp>
      <p:sp>
        <p:nvSpPr>
          <p:cNvPr id="17" name="object-17">
            <a:extLst>
              <a:ext uri="{FF2B5EF4-FFF2-40B4-BE49-F238E27FC236}">
                <a16:creationId xmlns:a16="http://schemas.microsoft.com/office/drawing/2014/main" id="{AFCCA54C-E5BF-4D24-AC44-68006E51B742}"/>
              </a:ext>
            </a:extLst>
          </p:cNvPr>
          <p:cNvSpPr>
            <a:spLocks noGrp="1"/>
          </p:cNvSpPr>
          <p:nvPr/>
        </p:nvSpPr>
        <p:spPr>
          <a:xfrm>
            <a:off x="3512344" y="2583656"/>
            <a:ext cx="0" cy="4953000"/>
          </a:xfrm>
          <a:prstGeom prst="line">
            <a:avLst/>
          </a:prstGeom>
          <a:noFill/>
          <a:ln w="11906">
            <a:solidFill>
              <a:srgbClr val="BCD0EA"/>
            </a:solidFill>
          </a:ln>
        </p:spPr>
      </p:sp>
      <p:sp>
        <p:nvSpPr>
          <p:cNvPr id="18" name="object-18">
            <a:extLst>
              <a:ext uri="{FF2B5EF4-FFF2-40B4-BE49-F238E27FC236}">
                <a16:creationId xmlns:a16="http://schemas.microsoft.com/office/drawing/2014/main" id="{FB26A532-06BA-475A-882B-7A53E73FA74B}"/>
              </a:ext>
            </a:extLst>
          </p:cNvPr>
          <p:cNvSpPr>
            <a:spLocks noGrp="1"/>
          </p:cNvSpPr>
          <p:nvPr/>
        </p:nvSpPr>
        <p:spPr>
          <a:xfrm>
            <a:off x="2583656" y="3821906"/>
            <a:ext cx="4953000" cy="0"/>
          </a:xfrm>
          <a:prstGeom prst="line">
            <a:avLst/>
          </a:prstGeom>
          <a:noFill/>
          <a:ln w="11906">
            <a:solidFill>
              <a:srgbClr val="BCD0EA"/>
            </a:solidFill>
          </a:ln>
        </p:spPr>
      </p:sp>
      <p:sp>
        <p:nvSpPr>
          <p:cNvPr id="19" name="object-19">
            <a:extLst>
              <a:ext uri="{FF2B5EF4-FFF2-40B4-BE49-F238E27FC236}">
                <a16:creationId xmlns:a16="http://schemas.microsoft.com/office/drawing/2014/main" id="{0272F07B-9575-4DE4-A6D6-741E1EEE1814}"/>
              </a:ext>
            </a:extLst>
          </p:cNvPr>
          <p:cNvSpPr>
            <a:spLocks noGrp="1"/>
          </p:cNvSpPr>
          <p:nvPr/>
        </p:nvSpPr>
        <p:spPr>
          <a:xfrm>
            <a:off x="3821906" y="2583656"/>
            <a:ext cx="0" cy="4953000"/>
          </a:xfrm>
          <a:prstGeom prst="line">
            <a:avLst/>
          </a:prstGeom>
          <a:noFill/>
          <a:ln w="11906">
            <a:solidFill>
              <a:srgbClr val="BCD0EA"/>
            </a:solidFill>
          </a:ln>
        </p:spPr>
      </p:sp>
      <p:sp>
        <p:nvSpPr>
          <p:cNvPr id="20" name="object-20">
            <a:extLst>
              <a:ext uri="{FF2B5EF4-FFF2-40B4-BE49-F238E27FC236}">
                <a16:creationId xmlns:a16="http://schemas.microsoft.com/office/drawing/2014/main" id="{0D3E047F-21F4-40DA-AA2E-779095021F52}"/>
              </a:ext>
            </a:extLst>
          </p:cNvPr>
          <p:cNvSpPr>
            <a:spLocks noGrp="1"/>
          </p:cNvSpPr>
          <p:nvPr/>
        </p:nvSpPr>
        <p:spPr>
          <a:xfrm>
            <a:off x="360759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21" name="object-21">
            <a:extLst>
              <a:ext uri="{FF2B5EF4-FFF2-40B4-BE49-F238E27FC236}">
                <a16:creationId xmlns:a16="http://schemas.microsoft.com/office/drawing/2014/main" id="{A1D03DE2-88BE-457F-96B7-E21187F02267}"/>
              </a:ext>
            </a:extLst>
          </p:cNvPr>
          <p:cNvSpPr>
            <a:spLocks noGrp="1"/>
          </p:cNvSpPr>
          <p:nvPr/>
        </p:nvSpPr>
        <p:spPr>
          <a:xfrm>
            <a:off x="4560094" y="363140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22" name="object-22">
            <a:extLst>
              <a:ext uri="{FF2B5EF4-FFF2-40B4-BE49-F238E27FC236}">
                <a16:creationId xmlns:a16="http://schemas.microsoft.com/office/drawing/2014/main" id="{76652C16-4919-499F-BCFD-64E7131621BA}"/>
              </a:ext>
            </a:extLst>
          </p:cNvPr>
          <p:cNvSpPr>
            <a:spLocks noGrp="1"/>
          </p:cNvSpPr>
          <p:nvPr/>
        </p:nvSpPr>
        <p:spPr>
          <a:xfrm>
            <a:off x="2583656" y="4131469"/>
            <a:ext cx="4953000" cy="0"/>
          </a:xfrm>
          <a:prstGeom prst="line">
            <a:avLst/>
          </a:prstGeom>
          <a:noFill/>
          <a:ln w="11906">
            <a:solidFill>
              <a:srgbClr val="BCD0EA"/>
            </a:solidFill>
          </a:ln>
        </p:spPr>
      </p:sp>
      <p:sp>
        <p:nvSpPr>
          <p:cNvPr id="23" name="object-23">
            <a:extLst>
              <a:ext uri="{FF2B5EF4-FFF2-40B4-BE49-F238E27FC236}">
                <a16:creationId xmlns:a16="http://schemas.microsoft.com/office/drawing/2014/main" id="{F8CC823E-4964-426E-BB48-62B1FB8BCCA6}"/>
              </a:ext>
            </a:extLst>
          </p:cNvPr>
          <p:cNvSpPr>
            <a:spLocks noGrp="1"/>
          </p:cNvSpPr>
          <p:nvPr/>
        </p:nvSpPr>
        <p:spPr>
          <a:xfrm>
            <a:off x="4131469" y="2583656"/>
            <a:ext cx="0" cy="4953000"/>
          </a:xfrm>
          <a:prstGeom prst="line">
            <a:avLst/>
          </a:prstGeom>
          <a:noFill/>
          <a:ln w="11906">
            <a:solidFill>
              <a:srgbClr val="BCD0EA"/>
            </a:solidFill>
          </a:ln>
        </p:spPr>
      </p:sp>
      <p:sp>
        <p:nvSpPr>
          <p:cNvPr id="24" name="object-24">
            <a:extLst>
              <a:ext uri="{FF2B5EF4-FFF2-40B4-BE49-F238E27FC236}">
                <a16:creationId xmlns:a16="http://schemas.microsoft.com/office/drawing/2014/main" id="{F71350A2-563D-42B6-BCF1-E826CAE69F27}"/>
              </a:ext>
            </a:extLst>
          </p:cNvPr>
          <p:cNvSpPr>
            <a:spLocks noGrp="1"/>
          </p:cNvSpPr>
          <p:nvPr/>
        </p:nvSpPr>
        <p:spPr>
          <a:xfrm>
            <a:off x="2583656" y="4441031"/>
            <a:ext cx="4953000" cy="0"/>
          </a:xfrm>
          <a:prstGeom prst="line">
            <a:avLst/>
          </a:prstGeom>
          <a:noFill/>
          <a:ln w="11906">
            <a:solidFill>
              <a:srgbClr val="BCD0EA"/>
            </a:solidFill>
          </a:ln>
        </p:spPr>
      </p:sp>
      <p:sp>
        <p:nvSpPr>
          <p:cNvPr id="25" name="object-25">
            <a:extLst>
              <a:ext uri="{FF2B5EF4-FFF2-40B4-BE49-F238E27FC236}">
                <a16:creationId xmlns:a16="http://schemas.microsoft.com/office/drawing/2014/main" id="{84E955C5-A41B-4A26-8637-D8E31B176E8C}"/>
              </a:ext>
            </a:extLst>
          </p:cNvPr>
          <p:cNvSpPr>
            <a:spLocks noGrp="1"/>
          </p:cNvSpPr>
          <p:nvPr/>
        </p:nvSpPr>
        <p:spPr>
          <a:xfrm>
            <a:off x="4441031" y="2583656"/>
            <a:ext cx="0" cy="4953000"/>
          </a:xfrm>
          <a:prstGeom prst="line">
            <a:avLst/>
          </a:prstGeom>
          <a:noFill/>
          <a:ln w="11906">
            <a:solidFill>
              <a:srgbClr val="BCD0EA"/>
            </a:solidFill>
          </a:ln>
        </p:spPr>
      </p:sp>
      <p:sp>
        <p:nvSpPr>
          <p:cNvPr id="26" name="object-26">
            <a:extLst>
              <a:ext uri="{FF2B5EF4-FFF2-40B4-BE49-F238E27FC236}">
                <a16:creationId xmlns:a16="http://schemas.microsoft.com/office/drawing/2014/main" id="{973509FB-1D21-4479-A546-59B99A390E53}"/>
              </a:ext>
            </a:extLst>
          </p:cNvPr>
          <p:cNvSpPr>
            <a:spLocks noGrp="1"/>
          </p:cNvSpPr>
          <p:nvPr/>
        </p:nvSpPr>
        <p:spPr>
          <a:xfrm>
            <a:off x="422671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27" name="object-27">
            <a:extLst>
              <a:ext uri="{FF2B5EF4-FFF2-40B4-BE49-F238E27FC236}">
                <a16:creationId xmlns:a16="http://schemas.microsoft.com/office/drawing/2014/main" id="{EDE468DD-02A5-46A4-9C04-DF06950F6AE4}"/>
              </a:ext>
            </a:extLst>
          </p:cNvPr>
          <p:cNvSpPr>
            <a:spLocks noGrp="1"/>
          </p:cNvSpPr>
          <p:nvPr/>
        </p:nvSpPr>
        <p:spPr>
          <a:xfrm>
            <a:off x="4560094" y="425053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28" name="object-28">
            <a:extLst>
              <a:ext uri="{FF2B5EF4-FFF2-40B4-BE49-F238E27FC236}">
                <a16:creationId xmlns:a16="http://schemas.microsoft.com/office/drawing/2014/main" id="{E11A1130-88EB-49E7-9783-AE7FE4B9474F}"/>
              </a:ext>
            </a:extLst>
          </p:cNvPr>
          <p:cNvSpPr>
            <a:spLocks noGrp="1"/>
          </p:cNvSpPr>
          <p:nvPr/>
        </p:nvSpPr>
        <p:spPr>
          <a:xfrm>
            <a:off x="2583656" y="4750594"/>
            <a:ext cx="4953000" cy="0"/>
          </a:xfrm>
          <a:prstGeom prst="line">
            <a:avLst/>
          </a:prstGeom>
          <a:noFill/>
          <a:ln w="11906">
            <a:solidFill>
              <a:srgbClr val="BCD0EA"/>
            </a:solidFill>
          </a:ln>
        </p:spPr>
      </p:sp>
      <p:sp>
        <p:nvSpPr>
          <p:cNvPr id="29" name="object-29">
            <a:extLst>
              <a:ext uri="{FF2B5EF4-FFF2-40B4-BE49-F238E27FC236}">
                <a16:creationId xmlns:a16="http://schemas.microsoft.com/office/drawing/2014/main" id="{6AB67552-29A9-4F30-A167-D557A7949E8A}"/>
              </a:ext>
            </a:extLst>
          </p:cNvPr>
          <p:cNvSpPr>
            <a:spLocks noGrp="1"/>
          </p:cNvSpPr>
          <p:nvPr/>
        </p:nvSpPr>
        <p:spPr>
          <a:xfrm>
            <a:off x="4750594" y="2583656"/>
            <a:ext cx="0" cy="4953000"/>
          </a:xfrm>
          <a:prstGeom prst="line">
            <a:avLst/>
          </a:prstGeom>
          <a:noFill/>
          <a:ln w="11906">
            <a:solidFill>
              <a:srgbClr val="BCD0EA"/>
            </a:solidFill>
          </a:ln>
        </p:spPr>
      </p:sp>
      <p:sp>
        <p:nvSpPr>
          <p:cNvPr id="30" name="object-30">
            <a:extLst>
              <a:ext uri="{FF2B5EF4-FFF2-40B4-BE49-F238E27FC236}">
                <a16:creationId xmlns:a16="http://schemas.microsoft.com/office/drawing/2014/main" id="{D3F5A5A0-175B-4221-9E68-23CF745C08BC}"/>
              </a:ext>
            </a:extLst>
          </p:cNvPr>
          <p:cNvSpPr>
            <a:spLocks noGrp="1"/>
          </p:cNvSpPr>
          <p:nvPr/>
        </p:nvSpPr>
        <p:spPr>
          <a:xfrm>
            <a:off x="2583656" y="5060156"/>
            <a:ext cx="4953000" cy="0"/>
          </a:xfrm>
          <a:prstGeom prst="line">
            <a:avLst/>
          </a:prstGeom>
          <a:noFill/>
          <a:ln w="11906">
            <a:solidFill>
              <a:srgbClr val="BCD0EA"/>
            </a:solidFill>
          </a:ln>
        </p:spPr>
      </p:sp>
      <p:sp>
        <p:nvSpPr>
          <p:cNvPr id="31" name="object-31">
            <a:extLst>
              <a:ext uri="{FF2B5EF4-FFF2-40B4-BE49-F238E27FC236}">
                <a16:creationId xmlns:a16="http://schemas.microsoft.com/office/drawing/2014/main" id="{9E20CB29-C2A2-4C5C-B23D-9AD0574FABBF}"/>
              </a:ext>
            </a:extLst>
          </p:cNvPr>
          <p:cNvSpPr>
            <a:spLocks noGrp="1"/>
          </p:cNvSpPr>
          <p:nvPr/>
        </p:nvSpPr>
        <p:spPr>
          <a:xfrm>
            <a:off x="5060156" y="2583656"/>
            <a:ext cx="0" cy="4953000"/>
          </a:xfrm>
          <a:prstGeom prst="line">
            <a:avLst/>
          </a:prstGeom>
          <a:noFill/>
          <a:ln w="11906">
            <a:solidFill>
              <a:srgbClr val="BCD0EA"/>
            </a:solidFill>
          </a:ln>
        </p:spPr>
      </p:sp>
      <p:sp>
        <p:nvSpPr>
          <p:cNvPr id="32" name="object-32">
            <a:extLst>
              <a:ext uri="{FF2B5EF4-FFF2-40B4-BE49-F238E27FC236}">
                <a16:creationId xmlns:a16="http://schemas.microsoft.com/office/drawing/2014/main" id="{B8A1FDF8-C0F4-4107-903C-14AA1B5D944C}"/>
              </a:ext>
            </a:extLst>
          </p:cNvPr>
          <p:cNvSpPr>
            <a:spLocks noGrp="1"/>
          </p:cNvSpPr>
          <p:nvPr/>
        </p:nvSpPr>
        <p:spPr>
          <a:xfrm>
            <a:off x="48458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0</a:t>
            </a:r>
          </a:p>
        </p:txBody>
      </p:sp>
      <p:sp>
        <p:nvSpPr>
          <p:cNvPr id="33" name="object-33">
            <a:extLst>
              <a:ext uri="{FF2B5EF4-FFF2-40B4-BE49-F238E27FC236}">
                <a16:creationId xmlns:a16="http://schemas.microsoft.com/office/drawing/2014/main" id="{6510D20E-B599-4D8A-BA93-057319BDAC97}"/>
              </a:ext>
            </a:extLst>
          </p:cNvPr>
          <p:cNvSpPr>
            <a:spLocks noGrp="1"/>
          </p:cNvSpPr>
          <p:nvPr/>
        </p:nvSpPr>
        <p:spPr>
          <a:xfrm>
            <a:off x="2583656" y="5369719"/>
            <a:ext cx="4953000" cy="0"/>
          </a:xfrm>
          <a:prstGeom prst="line">
            <a:avLst/>
          </a:prstGeom>
          <a:noFill/>
          <a:ln w="11906">
            <a:solidFill>
              <a:srgbClr val="BCD0EA"/>
            </a:solidFill>
          </a:ln>
        </p:spPr>
      </p:sp>
      <p:sp>
        <p:nvSpPr>
          <p:cNvPr id="34" name="object-34">
            <a:extLst>
              <a:ext uri="{FF2B5EF4-FFF2-40B4-BE49-F238E27FC236}">
                <a16:creationId xmlns:a16="http://schemas.microsoft.com/office/drawing/2014/main" id="{1AC39DBB-857B-41F4-BD3E-1759790530D4}"/>
              </a:ext>
            </a:extLst>
          </p:cNvPr>
          <p:cNvSpPr>
            <a:spLocks noGrp="1"/>
          </p:cNvSpPr>
          <p:nvPr/>
        </p:nvSpPr>
        <p:spPr>
          <a:xfrm>
            <a:off x="5369719" y="2583656"/>
            <a:ext cx="0" cy="4953000"/>
          </a:xfrm>
          <a:prstGeom prst="line">
            <a:avLst/>
          </a:prstGeom>
          <a:noFill/>
          <a:ln w="11906">
            <a:solidFill>
              <a:srgbClr val="BCD0EA"/>
            </a:solidFill>
          </a:ln>
        </p:spPr>
      </p:sp>
      <p:sp>
        <p:nvSpPr>
          <p:cNvPr id="35" name="object-35">
            <a:extLst>
              <a:ext uri="{FF2B5EF4-FFF2-40B4-BE49-F238E27FC236}">
                <a16:creationId xmlns:a16="http://schemas.microsoft.com/office/drawing/2014/main" id="{532F058B-4D2E-4898-98D7-B894EE2E7230}"/>
              </a:ext>
            </a:extLst>
          </p:cNvPr>
          <p:cNvSpPr>
            <a:spLocks noGrp="1"/>
          </p:cNvSpPr>
          <p:nvPr/>
        </p:nvSpPr>
        <p:spPr>
          <a:xfrm>
            <a:off x="2583656" y="5679281"/>
            <a:ext cx="4953000" cy="0"/>
          </a:xfrm>
          <a:prstGeom prst="line">
            <a:avLst/>
          </a:prstGeom>
          <a:noFill/>
          <a:ln w="11906">
            <a:solidFill>
              <a:srgbClr val="BCD0EA"/>
            </a:solidFill>
          </a:ln>
        </p:spPr>
      </p:sp>
      <p:sp>
        <p:nvSpPr>
          <p:cNvPr id="36" name="object-36">
            <a:extLst>
              <a:ext uri="{FF2B5EF4-FFF2-40B4-BE49-F238E27FC236}">
                <a16:creationId xmlns:a16="http://schemas.microsoft.com/office/drawing/2014/main" id="{2027784E-E73A-41DD-9506-6D125772ABC3}"/>
              </a:ext>
            </a:extLst>
          </p:cNvPr>
          <p:cNvSpPr>
            <a:spLocks noGrp="1"/>
          </p:cNvSpPr>
          <p:nvPr/>
        </p:nvSpPr>
        <p:spPr>
          <a:xfrm>
            <a:off x="5679281" y="2583656"/>
            <a:ext cx="0" cy="4953000"/>
          </a:xfrm>
          <a:prstGeom prst="line">
            <a:avLst/>
          </a:prstGeom>
          <a:noFill/>
          <a:ln w="11906">
            <a:solidFill>
              <a:srgbClr val="BCD0EA"/>
            </a:solidFill>
          </a:ln>
        </p:spPr>
      </p:sp>
      <p:sp>
        <p:nvSpPr>
          <p:cNvPr id="37" name="object-37">
            <a:extLst>
              <a:ext uri="{FF2B5EF4-FFF2-40B4-BE49-F238E27FC236}">
                <a16:creationId xmlns:a16="http://schemas.microsoft.com/office/drawing/2014/main" id="{AA5FDD6B-D3D8-4F79-BD44-5136219AD2C7}"/>
              </a:ext>
            </a:extLst>
          </p:cNvPr>
          <p:cNvSpPr>
            <a:spLocks noGrp="1"/>
          </p:cNvSpPr>
          <p:nvPr/>
        </p:nvSpPr>
        <p:spPr>
          <a:xfrm>
            <a:off x="546496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38" name="object-38">
            <a:extLst>
              <a:ext uri="{FF2B5EF4-FFF2-40B4-BE49-F238E27FC236}">
                <a16:creationId xmlns:a16="http://schemas.microsoft.com/office/drawing/2014/main" id="{DBB5D52C-AA94-42EA-B46C-6FBBD1086F44}"/>
              </a:ext>
            </a:extLst>
          </p:cNvPr>
          <p:cNvSpPr>
            <a:spLocks noGrp="1"/>
          </p:cNvSpPr>
          <p:nvPr/>
        </p:nvSpPr>
        <p:spPr>
          <a:xfrm>
            <a:off x="4560094" y="548878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39" name="object-39">
            <a:extLst>
              <a:ext uri="{FF2B5EF4-FFF2-40B4-BE49-F238E27FC236}">
                <a16:creationId xmlns:a16="http://schemas.microsoft.com/office/drawing/2014/main" id="{B7CD7564-29E1-4170-B0A9-F92178B7C497}"/>
              </a:ext>
            </a:extLst>
          </p:cNvPr>
          <p:cNvSpPr>
            <a:spLocks noGrp="1"/>
          </p:cNvSpPr>
          <p:nvPr/>
        </p:nvSpPr>
        <p:spPr>
          <a:xfrm>
            <a:off x="2583656" y="5988844"/>
            <a:ext cx="4953000" cy="0"/>
          </a:xfrm>
          <a:prstGeom prst="line">
            <a:avLst/>
          </a:prstGeom>
          <a:noFill/>
          <a:ln w="11906">
            <a:solidFill>
              <a:srgbClr val="BCD0EA"/>
            </a:solidFill>
          </a:ln>
        </p:spPr>
      </p:sp>
      <p:sp>
        <p:nvSpPr>
          <p:cNvPr id="40" name="object-40">
            <a:extLst>
              <a:ext uri="{FF2B5EF4-FFF2-40B4-BE49-F238E27FC236}">
                <a16:creationId xmlns:a16="http://schemas.microsoft.com/office/drawing/2014/main" id="{2508BE3A-CA55-4A6E-B801-6938867C93FE}"/>
              </a:ext>
            </a:extLst>
          </p:cNvPr>
          <p:cNvSpPr>
            <a:spLocks noGrp="1"/>
          </p:cNvSpPr>
          <p:nvPr/>
        </p:nvSpPr>
        <p:spPr>
          <a:xfrm>
            <a:off x="5988844" y="2583656"/>
            <a:ext cx="0" cy="4953000"/>
          </a:xfrm>
          <a:prstGeom prst="line">
            <a:avLst/>
          </a:prstGeom>
          <a:noFill/>
          <a:ln w="11906">
            <a:solidFill>
              <a:srgbClr val="BCD0EA"/>
            </a:solidFill>
          </a:ln>
        </p:spPr>
      </p:sp>
      <p:sp>
        <p:nvSpPr>
          <p:cNvPr id="41" name="object-41">
            <a:extLst>
              <a:ext uri="{FF2B5EF4-FFF2-40B4-BE49-F238E27FC236}">
                <a16:creationId xmlns:a16="http://schemas.microsoft.com/office/drawing/2014/main" id="{BFA58957-79DB-4465-92D5-F1FB6FAADEAE}"/>
              </a:ext>
            </a:extLst>
          </p:cNvPr>
          <p:cNvSpPr>
            <a:spLocks noGrp="1"/>
          </p:cNvSpPr>
          <p:nvPr/>
        </p:nvSpPr>
        <p:spPr>
          <a:xfrm>
            <a:off x="2583656" y="6298406"/>
            <a:ext cx="4953000" cy="0"/>
          </a:xfrm>
          <a:prstGeom prst="line">
            <a:avLst/>
          </a:prstGeom>
          <a:noFill/>
          <a:ln w="11906">
            <a:solidFill>
              <a:srgbClr val="BCD0EA"/>
            </a:solidFill>
          </a:ln>
        </p:spPr>
      </p:sp>
      <p:sp>
        <p:nvSpPr>
          <p:cNvPr id="42" name="object-42">
            <a:extLst>
              <a:ext uri="{FF2B5EF4-FFF2-40B4-BE49-F238E27FC236}">
                <a16:creationId xmlns:a16="http://schemas.microsoft.com/office/drawing/2014/main" id="{1C2E410A-E68E-4CF9-9339-CCE5C350745A}"/>
              </a:ext>
            </a:extLst>
          </p:cNvPr>
          <p:cNvSpPr>
            <a:spLocks noGrp="1"/>
          </p:cNvSpPr>
          <p:nvPr/>
        </p:nvSpPr>
        <p:spPr>
          <a:xfrm>
            <a:off x="6298406" y="2583656"/>
            <a:ext cx="0" cy="4953000"/>
          </a:xfrm>
          <a:prstGeom prst="line">
            <a:avLst/>
          </a:prstGeom>
          <a:noFill/>
          <a:ln w="11906">
            <a:solidFill>
              <a:srgbClr val="BCD0EA"/>
            </a:solidFill>
          </a:ln>
        </p:spPr>
      </p:sp>
      <p:sp>
        <p:nvSpPr>
          <p:cNvPr id="43" name="object-43">
            <a:extLst>
              <a:ext uri="{FF2B5EF4-FFF2-40B4-BE49-F238E27FC236}">
                <a16:creationId xmlns:a16="http://schemas.microsoft.com/office/drawing/2014/main" id="{C9C47995-C2AC-4A46-9E45-BC62BD270316}"/>
              </a:ext>
            </a:extLst>
          </p:cNvPr>
          <p:cNvSpPr>
            <a:spLocks noGrp="1"/>
          </p:cNvSpPr>
          <p:nvPr/>
        </p:nvSpPr>
        <p:spPr>
          <a:xfrm>
            <a:off x="608409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44" name="object-44">
            <a:extLst>
              <a:ext uri="{FF2B5EF4-FFF2-40B4-BE49-F238E27FC236}">
                <a16:creationId xmlns:a16="http://schemas.microsoft.com/office/drawing/2014/main" id="{9F2C87C7-FBC5-419C-AA48-83D43CAB1047}"/>
              </a:ext>
            </a:extLst>
          </p:cNvPr>
          <p:cNvSpPr>
            <a:spLocks noGrp="1"/>
          </p:cNvSpPr>
          <p:nvPr/>
        </p:nvSpPr>
        <p:spPr>
          <a:xfrm>
            <a:off x="4560094" y="610790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45" name="object-45">
            <a:extLst>
              <a:ext uri="{FF2B5EF4-FFF2-40B4-BE49-F238E27FC236}">
                <a16:creationId xmlns:a16="http://schemas.microsoft.com/office/drawing/2014/main" id="{2FCE7617-5909-4A4C-A2FD-4DCB66A675C9}"/>
              </a:ext>
            </a:extLst>
          </p:cNvPr>
          <p:cNvSpPr>
            <a:spLocks noGrp="1"/>
          </p:cNvSpPr>
          <p:nvPr/>
        </p:nvSpPr>
        <p:spPr>
          <a:xfrm>
            <a:off x="2583656" y="6607969"/>
            <a:ext cx="4953000" cy="0"/>
          </a:xfrm>
          <a:prstGeom prst="line">
            <a:avLst/>
          </a:prstGeom>
          <a:noFill/>
          <a:ln w="11906">
            <a:solidFill>
              <a:srgbClr val="BCD0EA"/>
            </a:solidFill>
          </a:ln>
        </p:spPr>
      </p:sp>
      <p:sp>
        <p:nvSpPr>
          <p:cNvPr id="46" name="object-46">
            <a:extLst>
              <a:ext uri="{FF2B5EF4-FFF2-40B4-BE49-F238E27FC236}">
                <a16:creationId xmlns:a16="http://schemas.microsoft.com/office/drawing/2014/main" id="{6E22B1F5-A4F4-42EB-9495-607A4D8FE4D7}"/>
              </a:ext>
            </a:extLst>
          </p:cNvPr>
          <p:cNvSpPr>
            <a:spLocks noGrp="1"/>
          </p:cNvSpPr>
          <p:nvPr/>
        </p:nvSpPr>
        <p:spPr>
          <a:xfrm>
            <a:off x="6607969" y="2583656"/>
            <a:ext cx="0" cy="4953000"/>
          </a:xfrm>
          <a:prstGeom prst="line">
            <a:avLst/>
          </a:prstGeom>
          <a:noFill/>
          <a:ln w="11906">
            <a:solidFill>
              <a:srgbClr val="BCD0EA"/>
            </a:solidFill>
          </a:ln>
        </p:spPr>
      </p:sp>
      <p:sp>
        <p:nvSpPr>
          <p:cNvPr id="47" name="object-47">
            <a:extLst>
              <a:ext uri="{FF2B5EF4-FFF2-40B4-BE49-F238E27FC236}">
                <a16:creationId xmlns:a16="http://schemas.microsoft.com/office/drawing/2014/main" id="{F2EB8279-2A9D-42FD-8676-B89B27063528}"/>
              </a:ext>
            </a:extLst>
          </p:cNvPr>
          <p:cNvSpPr>
            <a:spLocks noGrp="1"/>
          </p:cNvSpPr>
          <p:nvPr/>
        </p:nvSpPr>
        <p:spPr>
          <a:xfrm>
            <a:off x="2583656" y="6917531"/>
            <a:ext cx="4953000" cy="0"/>
          </a:xfrm>
          <a:prstGeom prst="line">
            <a:avLst/>
          </a:prstGeom>
          <a:noFill/>
          <a:ln w="11906">
            <a:solidFill>
              <a:srgbClr val="BCD0EA"/>
            </a:solidFill>
          </a:ln>
        </p:spPr>
      </p:sp>
      <p:sp>
        <p:nvSpPr>
          <p:cNvPr id="48" name="object-48">
            <a:extLst>
              <a:ext uri="{FF2B5EF4-FFF2-40B4-BE49-F238E27FC236}">
                <a16:creationId xmlns:a16="http://schemas.microsoft.com/office/drawing/2014/main" id="{6240DA18-100E-46EC-A051-25973ED7085F}"/>
              </a:ext>
            </a:extLst>
          </p:cNvPr>
          <p:cNvSpPr>
            <a:spLocks noGrp="1"/>
          </p:cNvSpPr>
          <p:nvPr/>
        </p:nvSpPr>
        <p:spPr>
          <a:xfrm>
            <a:off x="6917531" y="2583656"/>
            <a:ext cx="0" cy="4953000"/>
          </a:xfrm>
          <a:prstGeom prst="line">
            <a:avLst/>
          </a:prstGeom>
          <a:noFill/>
          <a:ln w="11906">
            <a:solidFill>
              <a:srgbClr val="BCD0EA"/>
            </a:solidFill>
          </a:ln>
        </p:spPr>
      </p:sp>
      <p:sp>
        <p:nvSpPr>
          <p:cNvPr id="49" name="object-49">
            <a:extLst>
              <a:ext uri="{FF2B5EF4-FFF2-40B4-BE49-F238E27FC236}">
                <a16:creationId xmlns:a16="http://schemas.microsoft.com/office/drawing/2014/main" id="{985DB359-AD56-4A53-AA54-143D2639E3FA}"/>
              </a:ext>
            </a:extLst>
          </p:cNvPr>
          <p:cNvSpPr>
            <a:spLocks noGrp="1"/>
          </p:cNvSpPr>
          <p:nvPr/>
        </p:nvSpPr>
        <p:spPr>
          <a:xfrm>
            <a:off x="670321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50" name="object-50">
            <a:extLst>
              <a:ext uri="{FF2B5EF4-FFF2-40B4-BE49-F238E27FC236}">
                <a16:creationId xmlns:a16="http://schemas.microsoft.com/office/drawing/2014/main" id="{C5383627-63EE-4EC7-B20F-F6D6EF829515}"/>
              </a:ext>
            </a:extLst>
          </p:cNvPr>
          <p:cNvSpPr>
            <a:spLocks noGrp="1"/>
          </p:cNvSpPr>
          <p:nvPr/>
        </p:nvSpPr>
        <p:spPr>
          <a:xfrm>
            <a:off x="4560094" y="672703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51" name="object-51">
            <a:extLst>
              <a:ext uri="{FF2B5EF4-FFF2-40B4-BE49-F238E27FC236}">
                <a16:creationId xmlns:a16="http://schemas.microsoft.com/office/drawing/2014/main" id="{9273B858-0EAA-406C-9412-152F58910CE8}"/>
              </a:ext>
            </a:extLst>
          </p:cNvPr>
          <p:cNvSpPr>
            <a:spLocks noGrp="1"/>
          </p:cNvSpPr>
          <p:nvPr/>
        </p:nvSpPr>
        <p:spPr>
          <a:xfrm>
            <a:off x="2583656" y="7227094"/>
            <a:ext cx="4953000" cy="0"/>
          </a:xfrm>
          <a:prstGeom prst="line">
            <a:avLst/>
          </a:prstGeom>
          <a:noFill/>
          <a:ln w="11906">
            <a:solidFill>
              <a:srgbClr val="BCD0EA"/>
            </a:solidFill>
          </a:ln>
        </p:spPr>
      </p:sp>
      <p:sp>
        <p:nvSpPr>
          <p:cNvPr id="52" name="object-52">
            <a:extLst>
              <a:ext uri="{FF2B5EF4-FFF2-40B4-BE49-F238E27FC236}">
                <a16:creationId xmlns:a16="http://schemas.microsoft.com/office/drawing/2014/main" id="{D19B7BC0-E32A-4EAF-9E66-AD1C9097AE30}"/>
              </a:ext>
            </a:extLst>
          </p:cNvPr>
          <p:cNvSpPr>
            <a:spLocks noGrp="1"/>
          </p:cNvSpPr>
          <p:nvPr/>
        </p:nvSpPr>
        <p:spPr>
          <a:xfrm>
            <a:off x="7227094" y="2583656"/>
            <a:ext cx="0" cy="4953000"/>
          </a:xfrm>
          <a:prstGeom prst="line">
            <a:avLst/>
          </a:prstGeom>
          <a:noFill/>
          <a:ln w="11906">
            <a:solidFill>
              <a:srgbClr val="BCD0EA"/>
            </a:solidFill>
          </a:ln>
        </p:spPr>
      </p:sp>
      <p:sp>
        <p:nvSpPr>
          <p:cNvPr id="53" name="object-53">
            <a:extLst>
              <a:ext uri="{FF2B5EF4-FFF2-40B4-BE49-F238E27FC236}">
                <a16:creationId xmlns:a16="http://schemas.microsoft.com/office/drawing/2014/main" id="{3B7EC8B4-982E-4115-A609-CFF90382188E}"/>
              </a:ext>
            </a:extLst>
          </p:cNvPr>
          <p:cNvSpPr>
            <a:spLocks noGrp="1"/>
          </p:cNvSpPr>
          <p:nvPr/>
        </p:nvSpPr>
        <p:spPr>
          <a:xfrm>
            <a:off x="2583656" y="7536656"/>
            <a:ext cx="4953000" cy="0"/>
          </a:xfrm>
          <a:prstGeom prst="line">
            <a:avLst/>
          </a:prstGeom>
          <a:noFill/>
          <a:ln w="11906">
            <a:solidFill>
              <a:srgbClr val="BCD0EA"/>
            </a:solidFill>
          </a:ln>
        </p:spPr>
      </p:sp>
      <p:sp>
        <p:nvSpPr>
          <p:cNvPr id="54" name="object-54">
            <a:extLst>
              <a:ext uri="{FF2B5EF4-FFF2-40B4-BE49-F238E27FC236}">
                <a16:creationId xmlns:a16="http://schemas.microsoft.com/office/drawing/2014/main" id="{43F78E89-2FC6-4973-BBB1-B5D96BCEFC28}"/>
              </a:ext>
            </a:extLst>
          </p:cNvPr>
          <p:cNvSpPr>
            <a:spLocks noGrp="1"/>
          </p:cNvSpPr>
          <p:nvPr/>
        </p:nvSpPr>
        <p:spPr>
          <a:xfrm>
            <a:off x="7536656" y="2583656"/>
            <a:ext cx="0" cy="4953000"/>
          </a:xfrm>
          <a:prstGeom prst="line">
            <a:avLst/>
          </a:prstGeom>
          <a:noFill/>
          <a:ln w="11906">
            <a:solidFill>
              <a:srgbClr val="BCD0EA"/>
            </a:solidFill>
          </a:ln>
        </p:spPr>
      </p:sp>
      <p:sp>
        <p:nvSpPr>
          <p:cNvPr id="55" name="object-55">
            <a:extLst>
              <a:ext uri="{FF2B5EF4-FFF2-40B4-BE49-F238E27FC236}">
                <a16:creationId xmlns:a16="http://schemas.microsoft.com/office/drawing/2014/main" id="{A54B6919-BA4B-4D84-884E-586CCB4370A5}"/>
              </a:ext>
            </a:extLst>
          </p:cNvPr>
          <p:cNvSpPr>
            <a:spLocks noGrp="1"/>
          </p:cNvSpPr>
          <p:nvPr/>
        </p:nvSpPr>
        <p:spPr>
          <a:xfrm>
            <a:off x="73223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56" name="object-56">
            <a:extLst>
              <a:ext uri="{FF2B5EF4-FFF2-40B4-BE49-F238E27FC236}">
                <a16:creationId xmlns:a16="http://schemas.microsoft.com/office/drawing/2014/main" id="{748F442A-35C8-43E7-BFEB-8092A5B672F1}"/>
              </a:ext>
            </a:extLst>
          </p:cNvPr>
          <p:cNvSpPr>
            <a:spLocks noGrp="1"/>
          </p:cNvSpPr>
          <p:nvPr/>
        </p:nvSpPr>
        <p:spPr>
          <a:xfrm>
            <a:off x="4560094" y="734615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57" name="object-57">
            <a:extLst>
              <a:ext uri="{FF2B5EF4-FFF2-40B4-BE49-F238E27FC236}">
                <a16:creationId xmlns:a16="http://schemas.microsoft.com/office/drawing/2014/main" id="{C14D6AF7-FC82-4064-88B2-4DB99C3B0A02}"/>
              </a:ext>
            </a:extLst>
          </p:cNvPr>
          <p:cNvSpPr>
            <a:spLocks noGrp="1"/>
          </p:cNvSpPr>
          <p:nvPr/>
        </p:nvSpPr>
        <p:spPr>
          <a:xfrm>
            <a:off x="2583656" y="5060156"/>
            <a:ext cx="4953000" cy="0"/>
          </a:xfrm>
          <a:prstGeom prst="line">
            <a:avLst/>
          </a:prstGeom>
          <a:noFill/>
          <a:ln w="23813">
            <a:solidFill>
              <a:srgbClr val="172B4D"/>
            </a:solidFill>
          </a:ln>
        </p:spPr>
      </p:sp>
      <p:sp>
        <p:nvSpPr>
          <p:cNvPr id="58" name="object-58">
            <a:extLst>
              <a:ext uri="{FF2B5EF4-FFF2-40B4-BE49-F238E27FC236}">
                <a16:creationId xmlns:a16="http://schemas.microsoft.com/office/drawing/2014/main" id="{A2F88318-04D6-42C9-85AC-72D0122CEDE7}"/>
              </a:ext>
            </a:extLst>
          </p:cNvPr>
          <p:cNvSpPr>
            <a:spLocks noGrp="1"/>
          </p:cNvSpPr>
          <p:nvPr/>
        </p:nvSpPr>
        <p:spPr>
          <a:xfrm>
            <a:off x="5060156" y="2583656"/>
            <a:ext cx="0" cy="4953000"/>
          </a:xfrm>
          <a:prstGeom prst="line">
            <a:avLst/>
          </a:prstGeom>
          <a:noFill/>
          <a:ln w="23813">
            <a:solidFill>
              <a:srgbClr val="172B4D"/>
            </a:solidFill>
          </a:ln>
        </p:spPr>
      </p:sp>
      <p:sp>
        <p:nvSpPr>
          <p:cNvPr id="59" name="object-59">
            <a:extLst>
              <a:ext uri="{FF2B5EF4-FFF2-40B4-BE49-F238E27FC236}">
                <a16:creationId xmlns:a16="http://schemas.microsoft.com/office/drawing/2014/main" id="{DFEAAD8D-7BAE-4EF5-9AAD-DF2EC8B1672D}"/>
              </a:ext>
            </a:extLst>
          </p:cNvPr>
          <p:cNvSpPr>
            <a:spLocks noGrp="1"/>
          </p:cNvSpPr>
          <p:nvPr/>
        </p:nvSpPr>
        <p:spPr>
          <a:xfrm>
            <a:off x="4953000" y="4953000"/>
            <a:ext cx="214313" cy="214313"/>
          </a:xfrm>
          <a:prstGeom prst="ellipse">
            <a:avLst/>
          </a:prstGeom>
          <a:solidFill>
            <a:srgbClr val="1D4ED8"/>
          </a:solidFill>
          <a:ln w="11906">
            <a:solidFill>
              <a:srgbClr val="172B4D"/>
            </a:solidFill>
          </a:ln>
        </p:spPr>
      </p:sp>
      <p:sp>
        <p:nvSpPr>
          <p:cNvPr id="60" name="object-60">
            <a:extLst>
              <a:ext uri="{FF2B5EF4-FFF2-40B4-BE49-F238E27FC236}">
                <a16:creationId xmlns:a16="http://schemas.microsoft.com/office/drawing/2014/main" id="{FBDE3AF7-3686-410D-90C0-B96890C0B7FC}"/>
              </a:ext>
            </a:extLst>
          </p:cNvPr>
          <p:cNvSpPr>
            <a:spLocks noGrp="1"/>
          </p:cNvSpPr>
          <p:nvPr/>
        </p:nvSpPr>
        <p:spPr>
          <a:xfrm>
            <a:off x="9763125" y="4048125"/>
            <a:ext cx="4345781" cy="1547813"/>
          </a:xfrm>
          <a:prstGeom prst="rect">
            <a:avLst/>
          </a:prstGeom>
          <a:noFill/>
          <a:ln w="0">
            <a:noFill/>
          </a:ln>
        </p:spPr>
        <p:txBody>
          <a:bodyPr anchor="ctr">
            <a:noAutofit/>
          </a:bodyPr>
          <a:lstStyle/>
          <a:p>
            <a:pPr algn="l">
              <a:defRPr sz="4125" b="1">
                <a:solidFill>
                  <a:srgbClr val="11745A"/>
                </a:solidFill>
                <a:latin typeface="Arial"/>
                <a:ea typeface="Arial"/>
                <a:cs typeface="Arial"/>
              </a:defRPr>
            </a:pPr>
            <a:r>
              <a:rPr sz="4125" b="1">
                <a:solidFill>
                  <a:srgbClr val="11745A"/>
                </a:solidFill>
                <a:latin typeface="Arial"/>
                <a:ea typeface="Arial"/>
                <a:cs typeface="Arial"/>
              </a:rPr>
              <a:t>(6, 2)</a:t>
            </a:r>
          </a:p>
        </p:txBody>
      </p:sp>
    </p:spTree>
    <p:extLst>
      <p:ext uri="{BB962C8B-B14F-4D97-AF65-F5344CB8AC3E}">
        <p14:creationId xmlns:p14="http://schemas.microsoft.com/office/powerpoint/2010/main" val="1008283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0 0 L -0.121875 0 E" pathEditMode="relative" ptsTypes="">
                                      <p:cBhvr>
                                        <p:cTn id="6" dur="800" fill="hold"/>
                                        <p:tgtEl>
                                          <p:spTgt spid="5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nodeType="clickEffect">
                                  <p:stCondLst>
                                    <p:cond delay="0"/>
                                  </p:stCondLst>
                                  <p:childTnLst>
                                    <p:animMotion origin="layout" path="M -0.121875 0 L -0.121875 -0.07222222 E" pathEditMode="relative" ptsTypes="">
                                      <p:cBhvr>
                                        <p:cTn id="10" dur="800" fill="hold"/>
                                        <p:tgtEl>
                                          <p:spTgt spid="59"/>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63" presetClass="path" presetSubtype="0" accel="50000" decel="50000" fill="hold" nodeType="clickEffect">
                                  <p:stCondLst>
                                    <p:cond delay="0"/>
                                  </p:stCondLst>
                                  <p:childTnLst>
                                    <p:animMotion origin="layout" path="M -0.121875 -0.07222222 L 0.121875 -0.07222222 E" pathEditMode="relative" ptsTypes="">
                                      <p:cBhvr>
                                        <p:cTn id="14" dur="800" fill="hold"/>
                                        <p:tgtEl>
                                          <p:spTgt spid="59"/>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121875 -0.07222222 L 0.121875 -0.07222222 E" pathEditMode="relative" ptsTypes="">
                                      <p:cBhvr>
                                        <p:cTn id="18" dur="800" fill="hold"/>
                                        <p:tgtEl>
                                          <p:spTgt spid="59"/>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2" name="object-1">
            <a:extLst>
              <a:ext uri="{FF2B5EF4-FFF2-40B4-BE49-F238E27FC236}">
                <a16:creationId xmlns:a16="http://schemas.microsoft.com/office/drawing/2014/main" id="{846592A0-6D20-4B7B-8A76-0E53C3110B6C}"/>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230E4081-D7DF-4E3E-8769-0AAC525B302B}"/>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4A6C7D18-2082-417F-B6AC-BA0C78CCF335}"/>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Reflect (-6, 1) in the y-axis.</a:t>
            </a:r>
          </a:p>
        </p:txBody>
      </p:sp>
      <p:sp>
        <p:nvSpPr>
          <p:cNvPr id="4" name="object-4">
            <a:extLst>
              <a:ext uri="{FF2B5EF4-FFF2-40B4-BE49-F238E27FC236}">
                <a16:creationId xmlns:a16="http://schemas.microsoft.com/office/drawing/2014/main" id="{52282371-16F0-49BB-9714-4A7DE1EE353C}"/>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15FA03DC-58A3-461E-82CB-ACA7C1F0FAF1}"/>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Reflect shapes</a:t>
            </a:r>
          </a:p>
        </p:txBody>
      </p:sp>
      <p:sp>
        <p:nvSpPr>
          <p:cNvPr id="6" name="object-6">
            <a:extLst>
              <a:ext uri="{FF2B5EF4-FFF2-40B4-BE49-F238E27FC236}">
                <a16:creationId xmlns:a16="http://schemas.microsoft.com/office/drawing/2014/main" id="{71C3B474-039F-4269-92EE-202542815D4E}"/>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68F2A1E1-2871-414A-924A-E8A073D6E0DA}"/>
              </a:ext>
            </a:extLst>
          </p:cNvPr>
          <p:cNvSpPr>
            <a:spLocks noGrp="1"/>
          </p:cNvSpPr>
          <p:nvPr/>
        </p:nvSpPr>
        <p:spPr>
          <a:xfrm>
            <a:off x="2583656" y="2583656"/>
            <a:ext cx="4953000" cy="0"/>
          </a:xfrm>
          <a:prstGeom prst="line">
            <a:avLst/>
          </a:prstGeom>
          <a:noFill/>
          <a:ln w="11906">
            <a:solidFill>
              <a:srgbClr val="BCD0EA"/>
            </a:solidFill>
          </a:ln>
        </p:spPr>
      </p:sp>
      <p:sp>
        <p:nvSpPr>
          <p:cNvPr id="8" name="object-8">
            <a:extLst>
              <a:ext uri="{FF2B5EF4-FFF2-40B4-BE49-F238E27FC236}">
                <a16:creationId xmlns:a16="http://schemas.microsoft.com/office/drawing/2014/main" id="{A1840A65-1651-4BA2-A5D3-D1062FA973C7}"/>
              </a:ext>
            </a:extLst>
          </p:cNvPr>
          <p:cNvSpPr>
            <a:spLocks noGrp="1"/>
          </p:cNvSpPr>
          <p:nvPr/>
        </p:nvSpPr>
        <p:spPr>
          <a:xfrm>
            <a:off x="2583656" y="2583656"/>
            <a:ext cx="0" cy="4953000"/>
          </a:xfrm>
          <a:prstGeom prst="line">
            <a:avLst/>
          </a:prstGeom>
          <a:noFill/>
          <a:ln w="11906">
            <a:solidFill>
              <a:srgbClr val="BCD0EA"/>
            </a:solidFill>
          </a:ln>
        </p:spPr>
      </p:sp>
      <p:sp>
        <p:nvSpPr>
          <p:cNvPr id="9" name="object-9">
            <a:extLst>
              <a:ext uri="{FF2B5EF4-FFF2-40B4-BE49-F238E27FC236}">
                <a16:creationId xmlns:a16="http://schemas.microsoft.com/office/drawing/2014/main" id="{5FDB1710-A19D-409E-9D09-963DC61EB4A1}"/>
              </a:ext>
            </a:extLst>
          </p:cNvPr>
          <p:cNvSpPr>
            <a:spLocks noGrp="1"/>
          </p:cNvSpPr>
          <p:nvPr/>
        </p:nvSpPr>
        <p:spPr>
          <a:xfrm>
            <a:off x="23693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10" name="object-10">
            <a:extLst>
              <a:ext uri="{FF2B5EF4-FFF2-40B4-BE49-F238E27FC236}">
                <a16:creationId xmlns:a16="http://schemas.microsoft.com/office/drawing/2014/main" id="{F332B8FE-C567-4860-A7C2-E65F9A72DD09}"/>
              </a:ext>
            </a:extLst>
          </p:cNvPr>
          <p:cNvSpPr>
            <a:spLocks noGrp="1"/>
          </p:cNvSpPr>
          <p:nvPr/>
        </p:nvSpPr>
        <p:spPr>
          <a:xfrm>
            <a:off x="4560094" y="239315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11" name="object-11">
            <a:extLst>
              <a:ext uri="{FF2B5EF4-FFF2-40B4-BE49-F238E27FC236}">
                <a16:creationId xmlns:a16="http://schemas.microsoft.com/office/drawing/2014/main" id="{1A008416-6211-42FA-A85D-7A5B91CE179D}"/>
              </a:ext>
            </a:extLst>
          </p:cNvPr>
          <p:cNvSpPr>
            <a:spLocks noGrp="1"/>
          </p:cNvSpPr>
          <p:nvPr/>
        </p:nvSpPr>
        <p:spPr>
          <a:xfrm>
            <a:off x="2583656" y="2893219"/>
            <a:ext cx="4953000" cy="0"/>
          </a:xfrm>
          <a:prstGeom prst="line">
            <a:avLst/>
          </a:prstGeom>
          <a:noFill/>
          <a:ln w="11906">
            <a:solidFill>
              <a:srgbClr val="BCD0EA"/>
            </a:solidFill>
          </a:ln>
        </p:spPr>
      </p:sp>
      <p:sp>
        <p:nvSpPr>
          <p:cNvPr id="12" name="object-12">
            <a:extLst>
              <a:ext uri="{FF2B5EF4-FFF2-40B4-BE49-F238E27FC236}">
                <a16:creationId xmlns:a16="http://schemas.microsoft.com/office/drawing/2014/main" id="{6CC66C76-DEEB-485E-AAD9-FF31362794C0}"/>
              </a:ext>
            </a:extLst>
          </p:cNvPr>
          <p:cNvSpPr>
            <a:spLocks noGrp="1"/>
          </p:cNvSpPr>
          <p:nvPr/>
        </p:nvSpPr>
        <p:spPr>
          <a:xfrm>
            <a:off x="2893219" y="2583656"/>
            <a:ext cx="0" cy="4953000"/>
          </a:xfrm>
          <a:prstGeom prst="line">
            <a:avLst/>
          </a:prstGeom>
          <a:noFill/>
          <a:ln w="11906">
            <a:solidFill>
              <a:srgbClr val="BCD0EA"/>
            </a:solidFill>
          </a:ln>
        </p:spPr>
      </p:sp>
      <p:sp>
        <p:nvSpPr>
          <p:cNvPr id="13" name="object-13">
            <a:extLst>
              <a:ext uri="{FF2B5EF4-FFF2-40B4-BE49-F238E27FC236}">
                <a16:creationId xmlns:a16="http://schemas.microsoft.com/office/drawing/2014/main" id="{3B6FF61E-5865-4566-9E88-869297138A95}"/>
              </a:ext>
            </a:extLst>
          </p:cNvPr>
          <p:cNvSpPr>
            <a:spLocks noGrp="1"/>
          </p:cNvSpPr>
          <p:nvPr/>
        </p:nvSpPr>
        <p:spPr>
          <a:xfrm>
            <a:off x="2583656" y="3202781"/>
            <a:ext cx="4953000" cy="0"/>
          </a:xfrm>
          <a:prstGeom prst="line">
            <a:avLst/>
          </a:prstGeom>
          <a:noFill/>
          <a:ln w="11906">
            <a:solidFill>
              <a:srgbClr val="BCD0EA"/>
            </a:solidFill>
          </a:ln>
        </p:spPr>
      </p:sp>
      <p:sp>
        <p:nvSpPr>
          <p:cNvPr id="14" name="object-14">
            <a:extLst>
              <a:ext uri="{FF2B5EF4-FFF2-40B4-BE49-F238E27FC236}">
                <a16:creationId xmlns:a16="http://schemas.microsoft.com/office/drawing/2014/main" id="{33CE9375-3126-4AC7-8360-125EA271D85B}"/>
              </a:ext>
            </a:extLst>
          </p:cNvPr>
          <p:cNvSpPr>
            <a:spLocks noGrp="1"/>
          </p:cNvSpPr>
          <p:nvPr/>
        </p:nvSpPr>
        <p:spPr>
          <a:xfrm>
            <a:off x="3202781" y="2583656"/>
            <a:ext cx="0" cy="4953000"/>
          </a:xfrm>
          <a:prstGeom prst="line">
            <a:avLst/>
          </a:prstGeom>
          <a:noFill/>
          <a:ln w="11906">
            <a:solidFill>
              <a:srgbClr val="BCD0EA"/>
            </a:solidFill>
          </a:ln>
        </p:spPr>
      </p:sp>
      <p:sp>
        <p:nvSpPr>
          <p:cNvPr id="15" name="object-15">
            <a:extLst>
              <a:ext uri="{FF2B5EF4-FFF2-40B4-BE49-F238E27FC236}">
                <a16:creationId xmlns:a16="http://schemas.microsoft.com/office/drawing/2014/main" id="{83C8CB1E-1B49-40BC-B56B-E7098376FB50}"/>
              </a:ext>
            </a:extLst>
          </p:cNvPr>
          <p:cNvSpPr>
            <a:spLocks noGrp="1"/>
          </p:cNvSpPr>
          <p:nvPr/>
        </p:nvSpPr>
        <p:spPr>
          <a:xfrm>
            <a:off x="298846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16" name="object-16">
            <a:extLst>
              <a:ext uri="{FF2B5EF4-FFF2-40B4-BE49-F238E27FC236}">
                <a16:creationId xmlns:a16="http://schemas.microsoft.com/office/drawing/2014/main" id="{89FD60AF-724B-44DE-9C1E-B08BB3966FDF}"/>
              </a:ext>
            </a:extLst>
          </p:cNvPr>
          <p:cNvSpPr>
            <a:spLocks noGrp="1"/>
          </p:cNvSpPr>
          <p:nvPr/>
        </p:nvSpPr>
        <p:spPr>
          <a:xfrm>
            <a:off x="4560094" y="301228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17" name="object-17">
            <a:extLst>
              <a:ext uri="{FF2B5EF4-FFF2-40B4-BE49-F238E27FC236}">
                <a16:creationId xmlns:a16="http://schemas.microsoft.com/office/drawing/2014/main" id="{F9C5C9C6-0A70-4D5E-9EBE-90E679A267F2}"/>
              </a:ext>
            </a:extLst>
          </p:cNvPr>
          <p:cNvSpPr>
            <a:spLocks noGrp="1"/>
          </p:cNvSpPr>
          <p:nvPr/>
        </p:nvSpPr>
        <p:spPr>
          <a:xfrm>
            <a:off x="2583656" y="3512344"/>
            <a:ext cx="4953000" cy="0"/>
          </a:xfrm>
          <a:prstGeom prst="line">
            <a:avLst/>
          </a:prstGeom>
          <a:noFill/>
          <a:ln w="11906">
            <a:solidFill>
              <a:srgbClr val="BCD0EA"/>
            </a:solidFill>
          </a:ln>
        </p:spPr>
      </p:sp>
      <p:sp>
        <p:nvSpPr>
          <p:cNvPr id="18" name="object-18">
            <a:extLst>
              <a:ext uri="{FF2B5EF4-FFF2-40B4-BE49-F238E27FC236}">
                <a16:creationId xmlns:a16="http://schemas.microsoft.com/office/drawing/2014/main" id="{DD6CCE0A-22BC-43C1-A323-41F0EE22D35C}"/>
              </a:ext>
            </a:extLst>
          </p:cNvPr>
          <p:cNvSpPr>
            <a:spLocks noGrp="1"/>
          </p:cNvSpPr>
          <p:nvPr/>
        </p:nvSpPr>
        <p:spPr>
          <a:xfrm>
            <a:off x="3512344" y="2583656"/>
            <a:ext cx="0" cy="4953000"/>
          </a:xfrm>
          <a:prstGeom prst="line">
            <a:avLst/>
          </a:prstGeom>
          <a:noFill/>
          <a:ln w="11906">
            <a:solidFill>
              <a:srgbClr val="BCD0EA"/>
            </a:solidFill>
          </a:ln>
        </p:spPr>
      </p:sp>
      <p:sp>
        <p:nvSpPr>
          <p:cNvPr id="19" name="object-19">
            <a:extLst>
              <a:ext uri="{FF2B5EF4-FFF2-40B4-BE49-F238E27FC236}">
                <a16:creationId xmlns:a16="http://schemas.microsoft.com/office/drawing/2014/main" id="{74B315D4-D2F7-4F6C-B3E0-974DBEC5F20D}"/>
              </a:ext>
            </a:extLst>
          </p:cNvPr>
          <p:cNvSpPr>
            <a:spLocks noGrp="1"/>
          </p:cNvSpPr>
          <p:nvPr/>
        </p:nvSpPr>
        <p:spPr>
          <a:xfrm>
            <a:off x="2583656" y="3821906"/>
            <a:ext cx="4953000" cy="0"/>
          </a:xfrm>
          <a:prstGeom prst="line">
            <a:avLst/>
          </a:prstGeom>
          <a:noFill/>
          <a:ln w="11906">
            <a:solidFill>
              <a:srgbClr val="BCD0EA"/>
            </a:solidFill>
          </a:ln>
        </p:spPr>
      </p:sp>
      <p:sp>
        <p:nvSpPr>
          <p:cNvPr id="20" name="object-20">
            <a:extLst>
              <a:ext uri="{FF2B5EF4-FFF2-40B4-BE49-F238E27FC236}">
                <a16:creationId xmlns:a16="http://schemas.microsoft.com/office/drawing/2014/main" id="{A45EE934-5B9C-4700-8FAE-C24147714F7F}"/>
              </a:ext>
            </a:extLst>
          </p:cNvPr>
          <p:cNvSpPr>
            <a:spLocks noGrp="1"/>
          </p:cNvSpPr>
          <p:nvPr/>
        </p:nvSpPr>
        <p:spPr>
          <a:xfrm>
            <a:off x="3821906" y="2583656"/>
            <a:ext cx="0" cy="4953000"/>
          </a:xfrm>
          <a:prstGeom prst="line">
            <a:avLst/>
          </a:prstGeom>
          <a:noFill/>
          <a:ln w="11906">
            <a:solidFill>
              <a:srgbClr val="BCD0EA"/>
            </a:solidFill>
          </a:ln>
        </p:spPr>
      </p:sp>
      <p:sp>
        <p:nvSpPr>
          <p:cNvPr id="21" name="object-21">
            <a:extLst>
              <a:ext uri="{FF2B5EF4-FFF2-40B4-BE49-F238E27FC236}">
                <a16:creationId xmlns:a16="http://schemas.microsoft.com/office/drawing/2014/main" id="{59E52614-188F-4AE1-BE69-FAD544EF02D4}"/>
              </a:ext>
            </a:extLst>
          </p:cNvPr>
          <p:cNvSpPr>
            <a:spLocks noGrp="1"/>
          </p:cNvSpPr>
          <p:nvPr/>
        </p:nvSpPr>
        <p:spPr>
          <a:xfrm>
            <a:off x="360759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22" name="object-22">
            <a:extLst>
              <a:ext uri="{FF2B5EF4-FFF2-40B4-BE49-F238E27FC236}">
                <a16:creationId xmlns:a16="http://schemas.microsoft.com/office/drawing/2014/main" id="{8033A4C0-28E6-4A70-AC1B-14CEA6E6A0D0}"/>
              </a:ext>
            </a:extLst>
          </p:cNvPr>
          <p:cNvSpPr>
            <a:spLocks noGrp="1"/>
          </p:cNvSpPr>
          <p:nvPr/>
        </p:nvSpPr>
        <p:spPr>
          <a:xfrm>
            <a:off x="4560094" y="363140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23" name="object-23">
            <a:extLst>
              <a:ext uri="{FF2B5EF4-FFF2-40B4-BE49-F238E27FC236}">
                <a16:creationId xmlns:a16="http://schemas.microsoft.com/office/drawing/2014/main" id="{6A998C2A-87B6-4D6E-A6E7-4339CA3ABC61}"/>
              </a:ext>
            </a:extLst>
          </p:cNvPr>
          <p:cNvSpPr>
            <a:spLocks noGrp="1"/>
          </p:cNvSpPr>
          <p:nvPr/>
        </p:nvSpPr>
        <p:spPr>
          <a:xfrm>
            <a:off x="2583656" y="4131469"/>
            <a:ext cx="4953000" cy="0"/>
          </a:xfrm>
          <a:prstGeom prst="line">
            <a:avLst/>
          </a:prstGeom>
          <a:noFill/>
          <a:ln w="11906">
            <a:solidFill>
              <a:srgbClr val="BCD0EA"/>
            </a:solidFill>
          </a:ln>
        </p:spPr>
      </p:sp>
      <p:sp>
        <p:nvSpPr>
          <p:cNvPr id="24" name="object-24">
            <a:extLst>
              <a:ext uri="{FF2B5EF4-FFF2-40B4-BE49-F238E27FC236}">
                <a16:creationId xmlns:a16="http://schemas.microsoft.com/office/drawing/2014/main" id="{46BFCF36-3856-4BB8-91A7-C3CAAB33E206}"/>
              </a:ext>
            </a:extLst>
          </p:cNvPr>
          <p:cNvSpPr>
            <a:spLocks noGrp="1"/>
          </p:cNvSpPr>
          <p:nvPr/>
        </p:nvSpPr>
        <p:spPr>
          <a:xfrm>
            <a:off x="4131469" y="2583656"/>
            <a:ext cx="0" cy="4953000"/>
          </a:xfrm>
          <a:prstGeom prst="line">
            <a:avLst/>
          </a:prstGeom>
          <a:noFill/>
          <a:ln w="11906">
            <a:solidFill>
              <a:srgbClr val="BCD0EA"/>
            </a:solidFill>
          </a:ln>
        </p:spPr>
      </p:sp>
      <p:sp>
        <p:nvSpPr>
          <p:cNvPr id="25" name="object-25">
            <a:extLst>
              <a:ext uri="{FF2B5EF4-FFF2-40B4-BE49-F238E27FC236}">
                <a16:creationId xmlns:a16="http://schemas.microsoft.com/office/drawing/2014/main" id="{86FCABC6-BEDB-4A47-BB91-B70075B3E35D}"/>
              </a:ext>
            </a:extLst>
          </p:cNvPr>
          <p:cNvSpPr>
            <a:spLocks noGrp="1"/>
          </p:cNvSpPr>
          <p:nvPr/>
        </p:nvSpPr>
        <p:spPr>
          <a:xfrm>
            <a:off x="2583656" y="4441031"/>
            <a:ext cx="4953000" cy="0"/>
          </a:xfrm>
          <a:prstGeom prst="line">
            <a:avLst/>
          </a:prstGeom>
          <a:noFill/>
          <a:ln w="11906">
            <a:solidFill>
              <a:srgbClr val="BCD0EA"/>
            </a:solidFill>
          </a:ln>
        </p:spPr>
      </p:sp>
      <p:sp>
        <p:nvSpPr>
          <p:cNvPr id="26" name="object-26">
            <a:extLst>
              <a:ext uri="{FF2B5EF4-FFF2-40B4-BE49-F238E27FC236}">
                <a16:creationId xmlns:a16="http://schemas.microsoft.com/office/drawing/2014/main" id="{89E8DBC9-7EE4-4FB0-9F73-92DEA66FD30A}"/>
              </a:ext>
            </a:extLst>
          </p:cNvPr>
          <p:cNvSpPr>
            <a:spLocks noGrp="1"/>
          </p:cNvSpPr>
          <p:nvPr/>
        </p:nvSpPr>
        <p:spPr>
          <a:xfrm>
            <a:off x="4441031" y="2583656"/>
            <a:ext cx="0" cy="4953000"/>
          </a:xfrm>
          <a:prstGeom prst="line">
            <a:avLst/>
          </a:prstGeom>
          <a:noFill/>
          <a:ln w="11906">
            <a:solidFill>
              <a:srgbClr val="BCD0EA"/>
            </a:solidFill>
          </a:ln>
        </p:spPr>
      </p:sp>
      <p:sp>
        <p:nvSpPr>
          <p:cNvPr id="27" name="object-27">
            <a:extLst>
              <a:ext uri="{FF2B5EF4-FFF2-40B4-BE49-F238E27FC236}">
                <a16:creationId xmlns:a16="http://schemas.microsoft.com/office/drawing/2014/main" id="{ED2848BF-618D-451D-AD78-653463AB87FF}"/>
              </a:ext>
            </a:extLst>
          </p:cNvPr>
          <p:cNvSpPr>
            <a:spLocks noGrp="1"/>
          </p:cNvSpPr>
          <p:nvPr/>
        </p:nvSpPr>
        <p:spPr>
          <a:xfrm>
            <a:off x="422671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28" name="object-28">
            <a:extLst>
              <a:ext uri="{FF2B5EF4-FFF2-40B4-BE49-F238E27FC236}">
                <a16:creationId xmlns:a16="http://schemas.microsoft.com/office/drawing/2014/main" id="{15764C52-222F-4F2A-A596-AB198A8DC07F}"/>
              </a:ext>
            </a:extLst>
          </p:cNvPr>
          <p:cNvSpPr>
            <a:spLocks noGrp="1"/>
          </p:cNvSpPr>
          <p:nvPr/>
        </p:nvSpPr>
        <p:spPr>
          <a:xfrm>
            <a:off x="4560094" y="425053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29" name="object-29">
            <a:extLst>
              <a:ext uri="{FF2B5EF4-FFF2-40B4-BE49-F238E27FC236}">
                <a16:creationId xmlns:a16="http://schemas.microsoft.com/office/drawing/2014/main" id="{76A8330D-5AA2-4EF7-B9A7-0F4AAF3D76C2}"/>
              </a:ext>
            </a:extLst>
          </p:cNvPr>
          <p:cNvSpPr>
            <a:spLocks noGrp="1"/>
          </p:cNvSpPr>
          <p:nvPr/>
        </p:nvSpPr>
        <p:spPr>
          <a:xfrm>
            <a:off x="2583656" y="4750594"/>
            <a:ext cx="4953000" cy="0"/>
          </a:xfrm>
          <a:prstGeom prst="line">
            <a:avLst/>
          </a:prstGeom>
          <a:noFill/>
          <a:ln w="11906">
            <a:solidFill>
              <a:srgbClr val="BCD0EA"/>
            </a:solidFill>
          </a:ln>
        </p:spPr>
      </p:sp>
      <p:sp>
        <p:nvSpPr>
          <p:cNvPr id="30" name="object-30">
            <a:extLst>
              <a:ext uri="{FF2B5EF4-FFF2-40B4-BE49-F238E27FC236}">
                <a16:creationId xmlns:a16="http://schemas.microsoft.com/office/drawing/2014/main" id="{06C4C502-71AB-47F2-A27F-F9B1C6EEAC91}"/>
              </a:ext>
            </a:extLst>
          </p:cNvPr>
          <p:cNvSpPr>
            <a:spLocks noGrp="1"/>
          </p:cNvSpPr>
          <p:nvPr/>
        </p:nvSpPr>
        <p:spPr>
          <a:xfrm>
            <a:off x="4750594" y="2583656"/>
            <a:ext cx="0" cy="4953000"/>
          </a:xfrm>
          <a:prstGeom prst="line">
            <a:avLst/>
          </a:prstGeom>
          <a:noFill/>
          <a:ln w="11906">
            <a:solidFill>
              <a:srgbClr val="BCD0EA"/>
            </a:solidFill>
          </a:ln>
        </p:spPr>
      </p:sp>
      <p:sp>
        <p:nvSpPr>
          <p:cNvPr id="31" name="object-31">
            <a:extLst>
              <a:ext uri="{FF2B5EF4-FFF2-40B4-BE49-F238E27FC236}">
                <a16:creationId xmlns:a16="http://schemas.microsoft.com/office/drawing/2014/main" id="{5EA625AD-D613-4596-9B6B-C440881DA686}"/>
              </a:ext>
            </a:extLst>
          </p:cNvPr>
          <p:cNvSpPr>
            <a:spLocks noGrp="1"/>
          </p:cNvSpPr>
          <p:nvPr/>
        </p:nvSpPr>
        <p:spPr>
          <a:xfrm>
            <a:off x="2583656" y="5060156"/>
            <a:ext cx="4953000" cy="0"/>
          </a:xfrm>
          <a:prstGeom prst="line">
            <a:avLst/>
          </a:prstGeom>
          <a:noFill/>
          <a:ln w="11906">
            <a:solidFill>
              <a:srgbClr val="BCD0EA"/>
            </a:solidFill>
          </a:ln>
        </p:spPr>
      </p:sp>
      <p:sp>
        <p:nvSpPr>
          <p:cNvPr id="32" name="object-32">
            <a:extLst>
              <a:ext uri="{FF2B5EF4-FFF2-40B4-BE49-F238E27FC236}">
                <a16:creationId xmlns:a16="http://schemas.microsoft.com/office/drawing/2014/main" id="{61E5F2FE-2002-400C-859E-CBD1B04965FD}"/>
              </a:ext>
            </a:extLst>
          </p:cNvPr>
          <p:cNvSpPr>
            <a:spLocks noGrp="1"/>
          </p:cNvSpPr>
          <p:nvPr/>
        </p:nvSpPr>
        <p:spPr>
          <a:xfrm>
            <a:off x="5060156" y="2583656"/>
            <a:ext cx="0" cy="4953000"/>
          </a:xfrm>
          <a:prstGeom prst="line">
            <a:avLst/>
          </a:prstGeom>
          <a:noFill/>
          <a:ln w="11906">
            <a:solidFill>
              <a:srgbClr val="BCD0EA"/>
            </a:solidFill>
          </a:ln>
        </p:spPr>
      </p:sp>
      <p:sp>
        <p:nvSpPr>
          <p:cNvPr id="33" name="object-33">
            <a:extLst>
              <a:ext uri="{FF2B5EF4-FFF2-40B4-BE49-F238E27FC236}">
                <a16:creationId xmlns:a16="http://schemas.microsoft.com/office/drawing/2014/main" id="{FE5EF779-102C-43EF-BA06-499A8263618D}"/>
              </a:ext>
            </a:extLst>
          </p:cNvPr>
          <p:cNvSpPr>
            <a:spLocks noGrp="1"/>
          </p:cNvSpPr>
          <p:nvPr/>
        </p:nvSpPr>
        <p:spPr>
          <a:xfrm>
            <a:off x="48458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0</a:t>
            </a:r>
          </a:p>
        </p:txBody>
      </p:sp>
      <p:sp>
        <p:nvSpPr>
          <p:cNvPr id="34" name="object-34">
            <a:extLst>
              <a:ext uri="{FF2B5EF4-FFF2-40B4-BE49-F238E27FC236}">
                <a16:creationId xmlns:a16="http://schemas.microsoft.com/office/drawing/2014/main" id="{917591F9-15CF-49AA-8FF2-7845F93D7D5E}"/>
              </a:ext>
            </a:extLst>
          </p:cNvPr>
          <p:cNvSpPr>
            <a:spLocks noGrp="1"/>
          </p:cNvSpPr>
          <p:nvPr/>
        </p:nvSpPr>
        <p:spPr>
          <a:xfrm>
            <a:off x="2583656" y="5369719"/>
            <a:ext cx="4953000" cy="0"/>
          </a:xfrm>
          <a:prstGeom prst="line">
            <a:avLst/>
          </a:prstGeom>
          <a:noFill/>
          <a:ln w="11906">
            <a:solidFill>
              <a:srgbClr val="BCD0EA"/>
            </a:solidFill>
          </a:ln>
        </p:spPr>
      </p:sp>
      <p:sp>
        <p:nvSpPr>
          <p:cNvPr id="35" name="object-35">
            <a:extLst>
              <a:ext uri="{FF2B5EF4-FFF2-40B4-BE49-F238E27FC236}">
                <a16:creationId xmlns:a16="http://schemas.microsoft.com/office/drawing/2014/main" id="{10EBC653-73BB-48B2-98D9-99F28837844F}"/>
              </a:ext>
            </a:extLst>
          </p:cNvPr>
          <p:cNvSpPr>
            <a:spLocks noGrp="1"/>
          </p:cNvSpPr>
          <p:nvPr/>
        </p:nvSpPr>
        <p:spPr>
          <a:xfrm>
            <a:off x="5369719" y="2583656"/>
            <a:ext cx="0" cy="4953000"/>
          </a:xfrm>
          <a:prstGeom prst="line">
            <a:avLst/>
          </a:prstGeom>
          <a:noFill/>
          <a:ln w="11906">
            <a:solidFill>
              <a:srgbClr val="BCD0EA"/>
            </a:solidFill>
          </a:ln>
        </p:spPr>
      </p:sp>
      <p:sp>
        <p:nvSpPr>
          <p:cNvPr id="36" name="object-36">
            <a:extLst>
              <a:ext uri="{FF2B5EF4-FFF2-40B4-BE49-F238E27FC236}">
                <a16:creationId xmlns:a16="http://schemas.microsoft.com/office/drawing/2014/main" id="{11FB7A5E-5E0B-45DF-B9A3-AE61BA89BEE0}"/>
              </a:ext>
            </a:extLst>
          </p:cNvPr>
          <p:cNvSpPr>
            <a:spLocks noGrp="1"/>
          </p:cNvSpPr>
          <p:nvPr/>
        </p:nvSpPr>
        <p:spPr>
          <a:xfrm>
            <a:off x="2583656" y="5679281"/>
            <a:ext cx="4953000" cy="0"/>
          </a:xfrm>
          <a:prstGeom prst="line">
            <a:avLst/>
          </a:prstGeom>
          <a:noFill/>
          <a:ln w="11906">
            <a:solidFill>
              <a:srgbClr val="BCD0EA"/>
            </a:solidFill>
          </a:ln>
        </p:spPr>
      </p:sp>
      <p:sp>
        <p:nvSpPr>
          <p:cNvPr id="37" name="object-37">
            <a:extLst>
              <a:ext uri="{FF2B5EF4-FFF2-40B4-BE49-F238E27FC236}">
                <a16:creationId xmlns:a16="http://schemas.microsoft.com/office/drawing/2014/main" id="{2CD17F00-5D6B-4730-BFE4-FFD3A6ED5DA0}"/>
              </a:ext>
            </a:extLst>
          </p:cNvPr>
          <p:cNvSpPr>
            <a:spLocks noGrp="1"/>
          </p:cNvSpPr>
          <p:nvPr/>
        </p:nvSpPr>
        <p:spPr>
          <a:xfrm>
            <a:off x="5679281" y="2583656"/>
            <a:ext cx="0" cy="4953000"/>
          </a:xfrm>
          <a:prstGeom prst="line">
            <a:avLst/>
          </a:prstGeom>
          <a:noFill/>
          <a:ln w="11906">
            <a:solidFill>
              <a:srgbClr val="BCD0EA"/>
            </a:solidFill>
          </a:ln>
        </p:spPr>
      </p:sp>
      <p:sp>
        <p:nvSpPr>
          <p:cNvPr id="38" name="object-38">
            <a:extLst>
              <a:ext uri="{FF2B5EF4-FFF2-40B4-BE49-F238E27FC236}">
                <a16:creationId xmlns:a16="http://schemas.microsoft.com/office/drawing/2014/main" id="{4B6A4CB7-B7B9-4386-90FD-513D38C5D6DA}"/>
              </a:ext>
            </a:extLst>
          </p:cNvPr>
          <p:cNvSpPr>
            <a:spLocks noGrp="1"/>
          </p:cNvSpPr>
          <p:nvPr/>
        </p:nvSpPr>
        <p:spPr>
          <a:xfrm>
            <a:off x="546496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39" name="object-39">
            <a:extLst>
              <a:ext uri="{FF2B5EF4-FFF2-40B4-BE49-F238E27FC236}">
                <a16:creationId xmlns:a16="http://schemas.microsoft.com/office/drawing/2014/main" id="{F0FF775A-643E-4E02-B286-025C9419B01E}"/>
              </a:ext>
            </a:extLst>
          </p:cNvPr>
          <p:cNvSpPr>
            <a:spLocks noGrp="1"/>
          </p:cNvSpPr>
          <p:nvPr/>
        </p:nvSpPr>
        <p:spPr>
          <a:xfrm>
            <a:off x="4560094" y="548878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40" name="object-40">
            <a:extLst>
              <a:ext uri="{FF2B5EF4-FFF2-40B4-BE49-F238E27FC236}">
                <a16:creationId xmlns:a16="http://schemas.microsoft.com/office/drawing/2014/main" id="{D661158D-82FB-4CE8-A1C3-8EF3EFC9437C}"/>
              </a:ext>
            </a:extLst>
          </p:cNvPr>
          <p:cNvSpPr>
            <a:spLocks noGrp="1"/>
          </p:cNvSpPr>
          <p:nvPr/>
        </p:nvSpPr>
        <p:spPr>
          <a:xfrm>
            <a:off x="2583656" y="5988844"/>
            <a:ext cx="4953000" cy="0"/>
          </a:xfrm>
          <a:prstGeom prst="line">
            <a:avLst/>
          </a:prstGeom>
          <a:noFill/>
          <a:ln w="11906">
            <a:solidFill>
              <a:srgbClr val="BCD0EA"/>
            </a:solidFill>
          </a:ln>
        </p:spPr>
      </p:sp>
      <p:sp>
        <p:nvSpPr>
          <p:cNvPr id="41" name="object-41">
            <a:extLst>
              <a:ext uri="{FF2B5EF4-FFF2-40B4-BE49-F238E27FC236}">
                <a16:creationId xmlns:a16="http://schemas.microsoft.com/office/drawing/2014/main" id="{B8F29168-D4E4-4284-B1B5-F1F8CA5A6340}"/>
              </a:ext>
            </a:extLst>
          </p:cNvPr>
          <p:cNvSpPr>
            <a:spLocks noGrp="1"/>
          </p:cNvSpPr>
          <p:nvPr/>
        </p:nvSpPr>
        <p:spPr>
          <a:xfrm>
            <a:off x="5988844" y="2583656"/>
            <a:ext cx="0" cy="4953000"/>
          </a:xfrm>
          <a:prstGeom prst="line">
            <a:avLst/>
          </a:prstGeom>
          <a:noFill/>
          <a:ln w="11906">
            <a:solidFill>
              <a:srgbClr val="BCD0EA"/>
            </a:solidFill>
          </a:ln>
        </p:spPr>
      </p:sp>
      <p:sp>
        <p:nvSpPr>
          <p:cNvPr id="42" name="object-42">
            <a:extLst>
              <a:ext uri="{FF2B5EF4-FFF2-40B4-BE49-F238E27FC236}">
                <a16:creationId xmlns:a16="http://schemas.microsoft.com/office/drawing/2014/main" id="{D673EB85-D7E4-4EEC-A9BE-43CEFCDFC1A8}"/>
              </a:ext>
            </a:extLst>
          </p:cNvPr>
          <p:cNvSpPr>
            <a:spLocks noGrp="1"/>
          </p:cNvSpPr>
          <p:nvPr/>
        </p:nvSpPr>
        <p:spPr>
          <a:xfrm>
            <a:off x="2583656" y="6298406"/>
            <a:ext cx="4953000" cy="0"/>
          </a:xfrm>
          <a:prstGeom prst="line">
            <a:avLst/>
          </a:prstGeom>
          <a:noFill/>
          <a:ln w="11906">
            <a:solidFill>
              <a:srgbClr val="BCD0EA"/>
            </a:solidFill>
          </a:ln>
        </p:spPr>
      </p:sp>
      <p:sp>
        <p:nvSpPr>
          <p:cNvPr id="43" name="object-43">
            <a:extLst>
              <a:ext uri="{FF2B5EF4-FFF2-40B4-BE49-F238E27FC236}">
                <a16:creationId xmlns:a16="http://schemas.microsoft.com/office/drawing/2014/main" id="{3564BFA4-EDF0-4897-B0A2-F2277625F591}"/>
              </a:ext>
            </a:extLst>
          </p:cNvPr>
          <p:cNvSpPr>
            <a:spLocks noGrp="1"/>
          </p:cNvSpPr>
          <p:nvPr/>
        </p:nvSpPr>
        <p:spPr>
          <a:xfrm>
            <a:off x="6298406" y="2583656"/>
            <a:ext cx="0" cy="4953000"/>
          </a:xfrm>
          <a:prstGeom prst="line">
            <a:avLst/>
          </a:prstGeom>
          <a:noFill/>
          <a:ln w="11906">
            <a:solidFill>
              <a:srgbClr val="BCD0EA"/>
            </a:solidFill>
          </a:ln>
        </p:spPr>
      </p:sp>
      <p:sp>
        <p:nvSpPr>
          <p:cNvPr id="44" name="object-44">
            <a:extLst>
              <a:ext uri="{FF2B5EF4-FFF2-40B4-BE49-F238E27FC236}">
                <a16:creationId xmlns:a16="http://schemas.microsoft.com/office/drawing/2014/main" id="{C445EAA8-FAEA-4A37-B600-21C2D0645C01}"/>
              </a:ext>
            </a:extLst>
          </p:cNvPr>
          <p:cNvSpPr>
            <a:spLocks noGrp="1"/>
          </p:cNvSpPr>
          <p:nvPr/>
        </p:nvSpPr>
        <p:spPr>
          <a:xfrm>
            <a:off x="608409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45" name="object-45">
            <a:extLst>
              <a:ext uri="{FF2B5EF4-FFF2-40B4-BE49-F238E27FC236}">
                <a16:creationId xmlns:a16="http://schemas.microsoft.com/office/drawing/2014/main" id="{4ACABE1F-6021-4740-9759-E7D2112632FF}"/>
              </a:ext>
            </a:extLst>
          </p:cNvPr>
          <p:cNvSpPr>
            <a:spLocks noGrp="1"/>
          </p:cNvSpPr>
          <p:nvPr/>
        </p:nvSpPr>
        <p:spPr>
          <a:xfrm>
            <a:off x="4560094" y="610790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46" name="object-46">
            <a:extLst>
              <a:ext uri="{FF2B5EF4-FFF2-40B4-BE49-F238E27FC236}">
                <a16:creationId xmlns:a16="http://schemas.microsoft.com/office/drawing/2014/main" id="{5E5FECBB-6CED-495E-AA63-6AFC111447A2}"/>
              </a:ext>
            </a:extLst>
          </p:cNvPr>
          <p:cNvSpPr>
            <a:spLocks noGrp="1"/>
          </p:cNvSpPr>
          <p:nvPr/>
        </p:nvSpPr>
        <p:spPr>
          <a:xfrm>
            <a:off x="2583656" y="6607969"/>
            <a:ext cx="4953000" cy="0"/>
          </a:xfrm>
          <a:prstGeom prst="line">
            <a:avLst/>
          </a:prstGeom>
          <a:noFill/>
          <a:ln w="11906">
            <a:solidFill>
              <a:srgbClr val="BCD0EA"/>
            </a:solidFill>
          </a:ln>
        </p:spPr>
      </p:sp>
      <p:sp>
        <p:nvSpPr>
          <p:cNvPr id="47" name="object-47">
            <a:extLst>
              <a:ext uri="{FF2B5EF4-FFF2-40B4-BE49-F238E27FC236}">
                <a16:creationId xmlns:a16="http://schemas.microsoft.com/office/drawing/2014/main" id="{63DB86F8-A5BA-4273-A315-3A05CC64BF95}"/>
              </a:ext>
            </a:extLst>
          </p:cNvPr>
          <p:cNvSpPr>
            <a:spLocks noGrp="1"/>
          </p:cNvSpPr>
          <p:nvPr/>
        </p:nvSpPr>
        <p:spPr>
          <a:xfrm>
            <a:off x="6607969" y="2583656"/>
            <a:ext cx="0" cy="4953000"/>
          </a:xfrm>
          <a:prstGeom prst="line">
            <a:avLst/>
          </a:prstGeom>
          <a:noFill/>
          <a:ln w="11906">
            <a:solidFill>
              <a:srgbClr val="BCD0EA"/>
            </a:solidFill>
          </a:ln>
        </p:spPr>
      </p:sp>
      <p:sp>
        <p:nvSpPr>
          <p:cNvPr id="48" name="object-48">
            <a:extLst>
              <a:ext uri="{FF2B5EF4-FFF2-40B4-BE49-F238E27FC236}">
                <a16:creationId xmlns:a16="http://schemas.microsoft.com/office/drawing/2014/main" id="{009D9CB2-4E72-4E06-B458-67CD91021DD1}"/>
              </a:ext>
            </a:extLst>
          </p:cNvPr>
          <p:cNvSpPr>
            <a:spLocks noGrp="1"/>
          </p:cNvSpPr>
          <p:nvPr/>
        </p:nvSpPr>
        <p:spPr>
          <a:xfrm>
            <a:off x="2583656" y="6917531"/>
            <a:ext cx="4953000" cy="0"/>
          </a:xfrm>
          <a:prstGeom prst="line">
            <a:avLst/>
          </a:prstGeom>
          <a:noFill/>
          <a:ln w="11906">
            <a:solidFill>
              <a:srgbClr val="BCD0EA"/>
            </a:solidFill>
          </a:ln>
        </p:spPr>
      </p:sp>
      <p:sp>
        <p:nvSpPr>
          <p:cNvPr id="49" name="object-49">
            <a:extLst>
              <a:ext uri="{FF2B5EF4-FFF2-40B4-BE49-F238E27FC236}">
                <a16:creationId xmlns:a16="http://schemas.microsoft.com/office/drawing/2014/main" id="{8D098F01-352A-4340-9EDB-1DAD2E5E5C87}"/>
              </a:ext>
            </a:extLst>
          </p:cNvPr>
          <p:cNvSpPr>
            <a:spLocks noGrp="1"/>
          </p:cNvSpPr>
          <p:nvPr/>
        </p:nvSpPr>
        <p:spPr>
          <a:xfrm>
            <a:off x="6917531" y="2583656"/>
            <a:ext cx="0" cy="4953000"/>
          </a:xfrm>
          <a:prstGeom prst="line">
            <a:avLst/>
          </a:prstGeom>
          <a:noFill/>
          <a:ln w="11906">
            <a:solidFill>
              <a:srgbClr val="BCD0EA"/>
            </a:solidFill>
          </a:ln>
        </p:spPr>
      </p:sp>
      <p:sp>
        <p:nvSpPr>
          <p:cNvPr id="50" name="object-50">
            <a:extLst>
              <a:ext uri="{FF2B5EF4-FFF2-40B4-BE49-F238E27FC236}">
                <a16:creationId xmlns:a16="http://schemas.microsoft.com/office/drawing/2014/main" id="{5270B4C8-2746-4900-BE66-8E6C4598B3ED}"/>
              </a:ext>
            </a:extLst>
          </p:cNvPr>
          <p:cNvSpPr>
            <a:spLocks noGrp="1"/>
          </p:cNvSpPr>
          <p:nvPr/>
        </p:nvSpPr>
        <p:spPr>
          <a:xfrm>
            <a:off x="670321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51" name="object-51">
            <a:extLst>
              <a:ext uri="{FF2B5EF4-FFF2-40B4-BE49-F238E27FC236}">
                <a16:creationId xmlns:a16="http://schemas.microsoft.com/office/drawing/2014/main" id="{744869C0-543D-4032-AF08-EA66F0E6FE4F}"/>
              </a:ext>
            </a:extLst>
          </p:cNvPr>
          <p:cNvSpPr>
            <a:spLocks noGrp="1"/>
          </p:cNvSpPr>
          <p:nvPr/>
        </p:nvSpPr>
        <p:spPr>
          <a:xfrm>
            <a:off x="4560094" y="672703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52" name="object-52">
            <a:extLst>
              <a:ext uri="{FF2B5EF4-FFF2-40B4-BE49-F238E27FC236}">
                <a16:creationId xmlns:a16="http://schemas.microsoft.com/office/drawing/2014/main" id="{A83B2061-63EF-4345-BCD3-2D6FAAE39ECA}"/>
              </a:ext>
            </a:extLst>
          </p:cNvPr>
          <p:cNvSpPr>
            <a:spLocks noGrp="1"/>
          </p:cNvSpPr>
          <p:nvPr/>
        </p:nvSpPr>
        <p:spPr>
          <a:xfrm>
            <a:off x="2583656" y="7227094"/>
            <a:ext cx="4953000" cy="0"/>
          </a:xfrm>
          <a:prstGeom prst="line">
            <a:avLst/>
          </a:prstGeom>
          <a:noFill/>
          <a:ln w="11906">
            <a:solidFill>
              <a:srgbClr val="BCD0EA"/>
            </a:solidFill>
          </a:ln>
        </p:spPr>
      </p:sp>
      <p:sp>
        <p:nvSpPr>
          <p:cNvPr id="53" name="object-53">
            <a:extLst>
              <a:ext uri="{FF2B5EF4-FFF2-40B4-BE49-F238E27FC236}">
                <a16:creationId xmlns:a16="http://schemas.microsoft.com/office/drawing/2014/main" id="{94D0376C-4B69-440F-82EF-DC777BFE1DD0}"/>
              </a:ext>
            </a:extLst>
          </p:cNvPr>
          <p:cNvSpPr>
            <a:spLocks noGrp="1"/>
          </p:cNvSpPr>
          <p:nvPr/>
        </p:nvSpPr>
        <p:spPr>
          <a:xfrm>
            <a:off x="7227094" y="2583656"/>
            <a:ext cx="0" cy="4953000"/>
          </a:xfrm>
          <a:prstGeom prst="line">
            <a:avLst/>
          </a:prstGeom>
          <a:noFill/>
          <a:ln w="11906">
            <a:solidFill>
              <a:srgbClr val="BCD0EA"/>
            </a:solidFill>
          </a:ln>
        </p:spPr>
      </p:sp>
      <p:sp>
        <p:nvSpPr>
          <p:cNvPr id="54" name="object-54">
            <a:extLst>
              <a:ext uri="{FF2B5EF4-FFF2-40B4-BE49-F238E27FC236}">
                <a16:creationId xmlns:a16="http://schemas.microsoft.com/office/drawing/2014/main" id="{D4D7DF0D-CAFF-4F95-9814-66F6734736B6}"/>
              </a:ext>
            </a:extLst>
          </p:cNvPr>
          <p:cNvSpPr>
            <a:spLocks noGrp="1"/>
          </p:cNvSpPr>
          <p:nvPr/>
        </p:nvSpPr>
        <p:spPr>
          <a:xfrm>
            <a:off x="2583656" y="7536656"/>
            <a:ext cx="4953000" cy="0"/>
          </a:xfrm>
          <a:prstGeom prst="line">
            <a:avLst/>
          </a:prstGeom>
          <a:noFill/>
          <a:ln w="11906">
            <a:solidFill>
              <a:srgbClr val="BCD0EA"/>
            </a:solidFill>
          </a:ln>
        </p:spPr>
      </p:sp>
      <p:sp>
        <p:nvSpPr>
          <p:cNvPr id="55" name="object-55">
            <a:extLst>
              <a:ext uri="{FF2B5EF4-FFF2-40B4-BE49-F238E27FC236}">
                <a16:creationId xmlns:a16="http://schemas.microsoft.com/office/drawing/2014/main" id="{62E75D9F-5451-48B2-AB3C-9B1629CD724C}"/>
              </a:ext>
            </a:extLst>
          </p:cNvPr>
          <p:cNvSpPr>
            <a:spLocks noGrp="1"/>
          </p:cNvSpPr>
          <p:nvPr/>
        </p:nvSpPr>
        <p:spPr>
          <a:xfrm>
            <a:off x="7536656" y="2583656"/>
            <a:ext cx="0" cy="4953000"/>
          </a:xfrm>
          <a:prstGeom prst="line">
            <a:avLst/>
          </a:prstGeom>
          <a:noFill/>
          <a:ln w="11906">
            <a:solidFill>
              <a:srgbClr val="BCD0EA"/>
            </a:solidFill>
          </a:ln>
        </p:spPr>
      </p:sp>
      <p:sp>
        <p:nvSpPr>
          <p:cNvPr id="56" name="object-56">
            <a:extLst>
              <a:ext uri="{FF2B5EF4-FFF2-40B4-BE49-F238E27FC236}">
                <a16:creationId xmlns:a16="http://schemas.microsoft.com/office/drawing/2014/main" id="{D17422EE-7D4C-479A-8C7B-23A53D22D659}"/>
              </a:ext>
            </a:extLst>
          </p:cNvPr>
          <p:cNvSpPr>
            <a:spLocks noGrp="1"/>
          </p:cNvSpPr>
          <p:nvPr/>
        </p:nvSpPr>
        <p:spPr>
          <a:xfrm>
            <a:off x="73223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57" name="object-57">
            <a:extLst>
              <a:ext uri="{FF2B5EF4-FFF2-40B4-BE49-F238E27FC236}">
                <a16:creationId xmlns:a16="http://schemas.microsoft.com/office/drawing/2014/main" id="{D487D7C6-679B-4623-B1D9-CEE9CC8E88D4}"/>
              </a:ext>
            </a:extLst>
          </p:cNvPr>
          <p:cNvSpPr>
            <a:spLocks noGrp="1"/>
          </p:cNvSpPr>
          <p:nvPr/>
        </p:nvSpPr>
        <p:spPr>
          <a:xfrm>
            <a:off x="4560094" y="734615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58" name="object-58">
            <a:extLst>
              <a:ext uri="{FF2B5EF4-FFF2-40B4-BE49-F238E27FC236}">
                <a16:creationId xmlns:a16="http://schemas.microsoft.com/office/drawing/2014/main" id="{748F848A-3F20-4836-B489-292D1647252C}"/>
              </a:ext>
            </a:extLst>
          </p:cNvPr>
          <p:cNvSpPr>
            <a:spLocks noGrp="1"/>
          </p:cNvSpPr>
          <p:nvPr/>
        </p:nvSpPr>
        <p:spPr>
          <a:xfrm>
            <a:off x="2583656" y="5060156"/>
            <a:ext cx="4953000" cy="0"/>
          </a:xfrm>
          <a:prstGeom prst="line">
            <a:avLst/>
          </a:prstGeom>
          <a:noFill/>
          <a:ln w="23813">
            <a:solidFill>
              <a:srgbClr val="172B4D"/>
            </a:solidFill>
          </a:ln>
        </p:spPr>
      </p:sp>
      <p:sp>
        <p:nvSpPr>
          <p:cNvPr id="59" name="object-59">
            <a:extLst>
              <a:ext uri="{FF2B5EF4-FFF2-40B4-BE49-F238E27FC236}">
                <a16:creationId xmlns:a16="http://schemas.microsoft.com/office/drawing/2014/main" id="{CE100878-D7F1-44FE-8D29-B14A3B355477}"/>
              </a:ext>
            </a:extLst>
          </p:cNvPr>
          <p:cNvSpPr>
            <a:spLocks noGrp="1"/>
          </p:cNvSpPr>
          <p:nvPr/>
        </p:nvSpPr>
        <p:spPr>
          <a:xfrm>
            <a:off x="5060156" y="2583656"/>
            <a:ext cx="0" cy="4953000"/>
          </a:xfrm>
          <a:prstGeom prst="line">
            <a:avLst/>
          </a:prstGeom>
          <a:noFill/>
          <a:ln w="23813">
            <a:solidFill>
              <a:srgbClr val="172B4D"/>
            </a:solidFill>
          </a:ln>
        </p:spPr>
      </p:sp>
      <p:sp>
        <p:nvSpPr>
          <p:cNvPr id="60" name="object-60">
            <a:extLst>
              <a:ext uri="{FF2B5EF4-FFF2-40B4-BE49-F238E27FC236}">
                <a16:creationId xmlns:a16="http://schemas.microsoft.com/office/drawing/2014/main" id="{7243B066-7471-44C8-B908-50AD5348BB84}"/>
              </a:ext>
            </a:extLst>
          </p:cNvPr>
          <p:cNvSpPr>
            <a:spLocks noGrp="1"/>
          </p:cNvSpPr>
          <p:nvPr/>
        </p:nvSpPr>
        <p:spPr>
          <a:xfrm>
            <a:off x="4953000" y="4953000"/>
            <a:ext cx="214313" cy="214313"/>
          </a:xfrm>
          <a:prstGeom prst="ellipse">
            <a:avLst/>
          </a:prstGeom>
          <a:solidFill>
            <a:srgbClr val="1D4ED8"/>
          </a:solidFill>
          <a:ln w="11906">
            <a:solidFill>
              <a:srgbClr val="172B4D"/>
            </a:solidFill>
          </a:ln>
        </p:spPr>
      </p:sp>
      <p:sp>
        <p:nvSpPr>
          <p:cNvPr id="61" name="object-61">
            <a:extLst>
              <a:ext uri="{FF2B5EF4-FFF2-40B4-BE49-F238E27FC236}">
                <a16:creationId xmlns:a16="http://schemas.microsoft.com/office/drawing/2014/main" id="{F0D596A4-7270-4BD8-9C95-71137793AA2F}"/>
              </a:ext>
            </a:extLst>
          </p:cNvPr>
          <p:cNvSpPr>
            <a:spLocks noGrp="1"/>
          </p:cNvSpPr>
          <p:nvPr/>
        </p:nvSpPr>
        <p:spPr>
          <a:xfrm>
            <a:off x="9763125" y="4048125"/>
            <a:ext cx="4345781" cy="1547813"/>
          </a:xfrm>
          <a:prstGeom prst="rect">
            <a:avLst/>
          </a:prstGeom>
          <a:noFill/>
          <a:ln w="0">
            <a:noFill/>
          </a:ln>
        </p:spPr>
        <p:txBody>
          <a:bodyPr anchor="ctr">
            <a:noAutofit/>
          </a:bodyPr>
          <a:lstStyle/>
          <a:p>
            <a:pPr algn="l">
              <a:defRPr sz="4125" b="1">
                <a:solidFill>
                  <a:srgbClr val="11745A"/>
                </a:solidFill>
                <a:latin typeface="Arial"/>
                <a:ea typeface="Arial"/>
                <a:cs typeface="Arial"/>
              </a:defRPr>
            </a:pPr>
            <a:r>
              <a:rPr sz="4125" b="1">
                <a:solidFill>
                  <a:srgbClr val="11745A"/>
                </a:solidFill>
                <a:latin typeface="Arial"/>
                <a:ea typeface="Arial"/>
                <a:cs typeface="Arial"/>
              </a:rPr>
              <a:t>(6, 1)</a:t>
            </a:r>
          </a:p>
        </p:txBody>
      </p:sp>
    </p:spTree>
    <p:extLst>
      <p:ext uri="{BB962C8B-B14F-4D97-AF65-F5344CB8AC3E}">
        <p14:creationId xmlns:p14="http://schemas.microsoft.com/office/powerpoint/2010/main" val="1554767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0 0 L -0.121875 0 E" pathEditMode="relative" ptsTypes="">
                                      <p:cBhvr>
                                        <p:cTn id="6" dur="800" fill="hold"/>
                                        <p:tgtEl>
                                          <p:spTgt spid="60"/>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nodeType="clickEffect">
                                  <p:stCondLst>
                                    <p:cond delay="0"/>
                                  </p:stCondLst>
                                  <p:childTnLst>
                                    <p:animMotion origin="layout" path="M -0.121875 0 L -0.121875 -0.03611111 E" pathEditMode="relative" ptsTypes="">
                                      <p:cBhvr>
                                        <p:cTn id="10" dur="800" fill="hold"/>
                                        <p:tgtEl>
                                          <p:spTgt spid="60"/>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63" presetClass="path" presetSubtype="0" accel="50000" decel="50000" fill="hold" nodeType="clickEffect">
                                  <p:stCondLst>
                                    <p:cond delay="0"/>
                                  </p:stCondLst>
                                  <p:childTnLst>
                                    <p:animMotion origin="layout" path="M -0.121875 -0.03611111 L 0.121875 -0.03611111 E" pathEditMode="relative" ptsTypes="">
                                      <p:cBhvr>
                                        <p:cTn id="14" dur="800" fill="hold"/>
                                        <p:tgtEl>
                                          <p:spTgt spid="60"/>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121875 -0.03611111 L 0.121875 -0.03611111 E" pathEditMode="relative" ptsTypes="">
                                      <p:cBhvr>
                                        <p:cTn id="18" dur="800" fill="hold"/>
                                        <p:tgtEl>
                                          <p:spTgt spid="60"/>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1" name="object-1">
            <a:extLst>
              <a:ext uri="{FF2B5EF4-FFF2-40B4-BE49-F238E27FC236}">
                <a16:creationId xmlns:a16="http://schemas.microsoft.com/office/drawing/2014/main" id="{893B957C-BCFF-4E6F-9EA8-3CB3292B128A}"/>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91201DBE-8C90-46F1-A908-242F7538134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Reflect (-6, 0) in the y-axis.</a:t>
            </a:r>
          </a:p>
        </p:txBody>
      </p:sp>
      <p:sp>
        <p:nvSpPr>
          <p:cNvPr id="3" name="object-3">
            <a:extLst>
              <a:ext uri="{FF2B5EF4-FFF2-40B4-BE49-F238E27FC236}">
                <a16:creationId xmlns:a16="http://schemas.microsoft.com/office/drawing/2014/main" id="{2266994D-4189-4C76-AC96-D12E212DDF68}"/>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00B4D6AC-1AEF-4320-9012-AEC00264FDD5}"/>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Reflect shapes</a:t>
            </a:r>
          </a:p>
        </p:txBody>
      </p:sp>
      <p:sp>
        <p:nvSpPr>
          <p:cNvPr id="5" name="object-5">
            <a:extLst>
              <a:ext uri="{FF2B5EF4-FFF2-40B4-BE49-F238E27FC236}">
                <a16:creationId xmlns:a16="http://schemas.microsoft.com/office/drawing/2014/main" id="{7EFEF1AA-CFA4-4304-B830-D2477A8F48A7}"/>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473E8357-3D45-4624-B8BA-1AE09B159BBE}"/>
              </a:ext>
            </a:extLst>
          </p:cNvPr>
          <p:cNvSpPr>
            <a:spLocks noGrp="1"/>
          </p:cNvSpPr>
          <p:nvPr/>
        </p:nvSpPr>
        <p:spPr>
          <a:xfrm>
            <a:off x="2583656" y="2583656"/>
            <a:ext cx="4953000" cy="0"/>
          </a:xfrm>
          <a:prstGeom prst="line">
            <a:avLst/>
          </a:prstGeom>
          <a:noFill/>
          <a:ln w="11906">
            <a:solidFill>
              <a:srgbClr val="BCD0EA"/>
            </a:solidFill>
          </a:ln>
        </p:spPr>
      </p:sp>
      <p:sp>
        <p:nvSpPr>
          <p:cNvPr id="7" name="object-7">
            <a:extLst>
              <a:ext uri="{FF2B5EF4-FFF2-40B4-BE49-F238E27FC236}">
                <a16:creationId xmlns:a16="http://schemas.microsoft.com/office/drawing/2014/main" id="{A6316458-C18A-42A3-A08D-9705DDE60E21}"/>
              </a:ext>
            </a:extLst>
          </p:cNvPr>
          <p:cNvSpPr>
            <a:spLocks noGrp="1"/>
          </p:cNvSpPr>
          <p:nvPr/>
        </p:nvSpPr>
        <p:spPr>
          <a:xfrm>
            <a:off x="2583656" y="2583656"/>
            <a:ext cx="0" cy="4953000"/>
          </a:xfrm>
          <a:prstGeom prst="line">
            <a:avLst/>
          </a:prstGeom>
          <a:noFill/>
          <a:ln w="11906">
            <a:solidFill>
              <a:srgbClr val="BCD0EA"/>
            </a:solidFill>
          </a:ln>
        </p:spPr>
      </p:sp>
      <p:sp>
        <p:nvSpPr>
          <p:cNvPr id="8" name="object-8">
            <a:extLst>
              <a:ext uri="{FF2B5EF4-FFF2-40B4-BE49-F238E27FC236}">
                <a16:creationId xmlns:a16="http://schemas.microsoft.com/office/drawing/2014/main" id="{47E7790F-C20A-4D79-B220-D4AC33679182}"/>
              </a:ext>
            </a:extLst>
          </p:cNvPr>
          <p:cNvSpPr>
            <a:spLocks noGrp="1"/>
          </p:cNvSpPr>
          <p:nvPr/>
        </p:nvSpPr>
        <p:spPr>
          <a:xfrm>
            <a:off x="23693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9" name="object-9">
            <a:extLst>
              <a:ext uri="{FF2B5EF4-FFF2-40B4-BE49-F238E27FC236}">
                <a16:creationId xmlns:a16="http://schemas.microsoft.com/office/drawing/2014/main" id="{70C080B0-89E9-4701-AA23-38CB4CF81954}"/>
              </a:ext>
            </a:extLst>
          </p:cNvPr>
          <p:cNvSpPr>
            <a:spLocks noGrp="1"/>
          </p:cNvSpPr>
          <p:nvPr/>
        </p:nvSpPr>
        <p:spPr>
          <a:xfrm>
            <a:off x="4560094" y="239315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10" name="object-10">
            <a:extLst>
              <a:ext uri="{FF2B5EF4-FFF2-40B4-BE49-F238E27FC236}">
                <a16:creationId xmlns:a16="http://schemas.microsoft.com/office/drawing/2014/main" id="{8F1E57FB-949E-4A06-BED8-633A1E0A0C07}"/>
              </a:ext>
            </a:extLst>
          </p:cNvPr>
          <p:cNvSpPr>
            <a:spLocks noGrp="1"/>
          </p:cNvSpPr>
          <p:nvPr/>
        </p:nvSpPr>
        <p:spPr>
          <a:xfrm>
            <a:off x="2583656" y="2893219"/>
            <a:ext cx="4953000" cy="0"/>
          </a:xfrm>
          <a:prstGeom prst="line">
            <a:avLst/>
          </a:prstGeom>
          <a:noFill/>
          <a:ln w="11906">
            <a:solidFill>
              <a:srgbClr val="BCD0EA"/>
            </a:solidFill>
          </a:ln>
        </p:spPr>
      </p:sp>
      <p:sp>
        <p:nvSpPr>
          <p:cNvPr id="11" name="object-11">
            <a:extLst>
              <a:ext uri="{FF2B5EF4-FFF2-40B4-BE49-F238E27FC236}">
                <a16:creationId xmlns:a16="http://schemas.microsoft.com/office/drawing/2014/main" id="{8E95F243-33C5-4689-B242-2C7A76D874AD}"/>
              </a:ext>
            </a:extLst>
          </p:cNvPr>
          <p:cNvSpPr>
            <a:spLocks noGrp="1"/>
          </p:cNvSpPr>
          <p:nvPr/>
        </p:nvSpPr>
        <p:spPr>
          <a:xfrm>
            <a:off x="2893219" y="2583656"/>
            <a:ext cx="0" cy="4953000"/>
          </a:xfrm>
          <a:prstGeom prst="line">
            <a:avLst/>
          </a:prstGeom>
          <a:noFill/>
          <a:ln w="11906">
            <a:solidFill>
              <a:srgbClr val="BCD0EA"/>
            </a:solidFill>
          </a:ln>
        </p:spPr>
      </p:sp>
      <p:sp>
        <p:nvSpPr>
          <p:cNvPr id="12" name="object-12">
            <a:extLst>
              <a:ext uri="{FF2B5EF4-FFF2-40B4-BE49-F238E27FC236}">
                <a16:creationId xmlns:a16="http://schemas.microsoft.com/office/drawing/2014/main" id="{D27B1275-0B44-453D-A534-01CF77CB7B5E}"/>
              </a:ext>
            </a:extLst>
          </p:cNvPr>
          <p:cNvSpPr>
            <a:spLocks noGrp="1"/>
          </p:cNvSpPr>
          <p:nvPr/>
        </p:nvSpPr>
        <p:spPr>
          <a:xfrm>
            <a:off x="2583656" y="3202781"/>
            <a:ext cx="4953000" cy="0"/>
          </a:xfrm>
          <a:prstGeom prst="line">
            <a:avLst/>
          </a:prstGeom>
          <a:noFill/>
          <a:ln w="11906">
            <a:solidFill>
              <a:srgbClr val="BCD0EA"/>
            </a:solidFill>
          </a:ln>
        </p:spPr>
      </p:sp>
      <p:sp>
        <p:nvSpPr>
          <p:cNvPr id="13" name="object-13">
            <a:extLst>
              <a:ext uri="{FF2B5EF4-FFF2-40B4-BE49-F238E27FC236}">
                <a16:creationId xmlns:a16="http://schemas.microsoft.com/office/drawing/2014/main" id="{90BA3192-F7F8-4EB3-8E45-EE8D84C19DE0}"/>
              </a:ext>
            </a:extLst>
          </p:cNvPr>
          <p:cNvSpPr>
            <a:spLocks noGrp="1"/>
          </p:cNvSpPr>
          <p:nvPr/>
        </p:nvSpPr>
        <p:spPr>
          <a:xfrm>
            <a:off x="3202781" y="2583656"/>
            <a:ext cx="0" cy="4953000"/>
          </a:xfrm>
          <a:prstGeom prst="line">
            <a:avLst/>
          </a:prstGeom>
          <a:noFill/>
          <a:ln w="11906">
            <a:solidFill>
              <a:srgbClr val="BCD0EA"/>
            </a:solidFill>
          </a:ln>
        </p:spPr>
      </p:sp>
      <p:sp>
        <p:nvSpPr>
          <p:cNvPr id="14" name="object-14">
            <a:extLst>
              <a:ext uri="{FF2B5EF4-FFF2-40B4-BE49-F238E27FC236}">
                <a16:creationId xmlns:a16="http://schemas.microsoft.com/office/drawing/2014/main" id="{797FAB5E-FABA-4959-8204-9319468D7E2E}"/>
              </a:ext>
            </a:extLst>
          </p:cNvPr>
          <p:cNvSpPr>
            <a:spLocks noGrp="1"/>
          </p:cNvSpPr>
          <p:nvPr/>
        </p:nvSpPr>
        <p:spPr>
          <a:xfrm>
            <a:off x="298846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15" name="object-15">
            <a:extLst>
              <a:ext uri="{FF2B5EF4-FFF2-40B4-BE49-F238E27FC236}">
                <a16:creationId xmlns:a16="http://schemas.microsoft.com/office/drawing/2014/main" id="{BDE33BB0-562F-4C2A-9B56-B373EFFB1C20}"/>
              </a:ext>
            </a:extLst>
          </p:cNvPr>
          <p:cNvSpPr>
            <a:spLocks noGrp="1"/>
          </p:cNvSpPr>
          <p:nvPr/>
        </p:nvSpPr>
        <p:spPr>
          <a:xfrm>
            <a:off x="4560094" y="301228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16" name="object-16">
            <a:extLst>
              <a:ext uri="{FF2B5EF4-FFF2-40B4-BE49-F238E27FC236}">
                <a16:creationId xmlns:a16="http://schemas.microsoft.com/office/drawing/2014/main" id="{3DADD82E-F201-4098-AD9F-4F126D85DFD7}"/>
              </a:ext>
            </a:extLst>
          </p:cNvPr>
          <p:cNvSpPr>
            <a:spLocks noGrp="1"/>
          </p:cNvSpPr>
          <p:nvPr/>
        </p:nvSpPr>
        <p:spPr>
          <a:xfrm>
            <a:off x="2583656" y="3512344"/>
            <a:ext cx="4953000" cy="0"/>
          </a:xfrm>
          <a:prstGeom prst="line">
            <a:avLst/>
          </a:prstGeom>
          <a:noFill/>
          <a:ln w="11906">
            <a:solidFill>
              <a:srgbClr val="BCD0EA"/>
            </a:solidFill>
          </a:ln>
        </p:spPr>
      </p:sp>
      <p:sp>
        <p:nvSpPr>
          <p:cNvPr id="17" name="object-17">
            <a:extLst>
              <a:ext uri="{FF2B5EF4-FFF2-40B4-BE49-F238E27FC236}">
                <a16:creationId xmlns:a16="http://schemas.microsoft.com/office/drawing/2014/main" id="{291B12D9-4389-478E-9BFD-61CDCC1AEC9E}"/>
              </a:ext>
            </a:extLst>
          </p:cNvPr>
          <p:cNvSpPr>
            <a:spLocks noGrp="1"/>
          </p:cNvSpPr>
          <p:nvPr/>
        </p:nvSpPr>
        <p:spPr>
          <a:xfrm>
            <a:off x="3512344" y="2583656"/>
            <a:ext cx="0" cy="4953000"/>
          </a:xfrm>
          <a:prstGeom prst="line">
            <a:avLst/>
          </a:prstGeom>
          <a:noFill/>
          <a:ln w="11906">
            <a:solidFill>
              <a:srgbClr val="BCD0EA"/>
            </a:solidFill>
          </a:ln>
        </p:spPr>
      </p:sp>
      <p:sp>
        <p:nvSpPr>
          <p:cNvPr id="18" name="object-18">
            <a:extLst>
              <a:ext uri="{FF2B5EF4-FFF2-40B4-BE49-F238E27FC236}">
                <a16:creationId xmlns:a16="http://schemas.microsoft.com/office/drawing/2014/main" id="{2F3C884B-9F47-4234-B721-150B99DC14F1}"/>
              </a:ext>
            </a:extLst>
          </p:cNvPr>
          <p:cNvSpPr>
            <a:spLocks noGrp="1"/>
          </p:cNvSpPr>
          <p:nvPr/>
        </p:nvSpPr>
        <p:spPr>
          <a:xfrm>
            <a:off x="2583656" y="3821906"/>
            <a:ext cx="4953000" cy="0"/>
          </a:xfrm>
          <a:prstGeom prst="line">
            <a:avLst/>
          </a:prstGeom>
          <a:noFill/>
          <a:ln w="11906">
            <a:solidFill>
              <a:srgbClr val="BCD0EA"/>
            </a:solidFill>
          </a:ln>
        </p:spPr>
      </p:sp>
      <p:sp>
        <p:nvSpPr>
          <p:cNvPr id="19" name="object-19">
            <a:extLst>
              <a:ext uri="{FF2B5EF4-FFF2-40B4-BE49-F238E27FC236}">
                <a16:creationId xmlns:a16="http://schemas.microsoft.com/office/drawing/2014/main" id="{F80CE06B-228F-4E8A-A57F-4FCE3978FFD0}"/>
              </a:ext>
            </a:extLst>
          </p:cNvPr>
          <p:cNvSpPr>
            <a:spLocks noGrp="1"/>
          </p:cNvSpPr>
          <p:nvPr/>
        </p:nvSpPr>
        <p:spPr>
          <a:xfrm>
            <a:off x="3821906" y="2583656"/>
            <a:ext cx="0" cy="4953000"/>
          </a:xfrm>
          <a:prstGeom prst="line">
            <a:avLst/>
          </a:prstGeom>
          <a:noFill/>
          <a:ln w="11906">
            <a:solidFill>
              <a:srgbClr val="BCD0EA"/>
            </a:solidFill>
          </a:ln>
        </p:spPr>
      </p:sp>
      <p:sp>
        <p:nvSpPr>
          <p:cNvPr id="20" name="object-20">
            <a:extLst>
              <a:ext uri="{FF2B5EF4-FFF2-40B4-BE49-F238E27FC236}">
                <a16:creationId xmlns:a16="http://schemas.microsoft.com/office/drawing/2014/main" id="{6BC10536-7523-40B4-8840-16BA7B3F0440}"/>
              </a:ext>
            </a:extLst>
          </p:cNvPr>
          <p:cNvSpPr>
            <a:spLocks noGrp="1"/>
          </p:cNvSpPr>
          <p:nvPr/>
        </p:nvSpPr>
        <p:spPr>
          <a:xfrm>
            <a:off x="360759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21" name="object-21">
            <a:extLst>
              <a:ext uri="{FF2B5EF4-FFF2-40B4-BE49-F238E27FC236}">
                <a16:creationId xmlns:a16="http://schemas.microsoft.com/office/drawing/2014/main" id="{C9B8E15B-C949-4529-89D2-874A68F98485}"/>
              </a:ext>
            </a:extLst>
          </p:cNvPr>
          <p:cNvSpPr>
            <a:spLocks noGrp="1"/>
          </p:cNvSpPr>
          <p:nvPr/>
        </p:nvSpPr>
        <p:spPr>
          <a:xfrm>
            <a:off x="4560094" y="363140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22" name="object-22">
            <a:extLst>
              <a:ext uri="{FF2B5EF4-FFF2-40B4-BE49-F238E27FC236}">
                <a16:creationId xmlns:a16="http://schemas.microsoft.com/office/drawing/2014/main" id="{0CF5D2AC-1887-4C2F-84D8-F769F8EF6FCD}"/>
              </a:ext>
            </a:extLst>
          </p:cNvPr>
          <p:cNvSpPr>
            <a:spLocks noGrp="1"/>
          </p:cNvSpPr>
          <p:nvPr/>
        </p:nvSpPr>
        <p:spPr>
          <a:xfrm>
            <a:off x="2583656" y="4131469"/>
            <a:ext cx="4953000" cy="0"/>
          </a:xfrm>
          <a:prstGeom prst="line">
            <a:avLst/>
          </a:prstGeom>
          <a:noFill/>
          <a:ln w="11906">
            <a:solidFill>
              <a:srgbClr val="BCD0EA"/>
            </a:solidFill>
          </a:ln>
        </p:spPr>
      </p:sp>
      <p:sp>
        <p:nvSpPr>
          <p:cNvPr id="23" name="object-23">
            <a:extLst>
              <a:ext uri="{FF2B5EF4-FFF2-40B4-BE49-F238E27FC236}">
                <a16:creationId xmlns:a16="http://schemas.microsoft.com/office/drawing/2014/main" id="{24155599-890E-4E18-B815-06FD30F92462}"/>
              </a:ext>
            </a:extLst>
          </p:cNvPr>
          <p:cNvSpPr>
            <a:spLocks noGrp="1"/>
          </p:cNvSpPr>
          <p:nvPr/>
        </p:nvSpPr>
        <p:spPr>
          <a:xfrm>
            <a:off x="4131469" y="2583656"/>
            <a:ext cx="0" cy="4953000"/>
          </a:xfrm>
          <a:prstGeom prst="line">
            <a:avLst/>
          </a:prstGeom>
          <a:noFill/>
          <a:ln w="11906">
            <a:solidFill>
              <a:srgbClr val="BCD0EA"/>
            </a:solidFill>
          </a:ln>
        </p:spPr>
      </p:sp>
      <p:sp>
        <p:nvSpPr>
          <p:cNvPr id="24" name="object-24">
            <a:extLst>
              <a:ext uri="{FF2B5EF4-FFF2-40B4-BE49-F238E27FC236}">
                <a16:creationId xmlns:a16="http://schemas.microsoft.com/office/drawing/2014/main" id="{A2BEDB4C-548C-4B0F-8EE2-34C59CFB640E}"/>
              </a:ext>
            </a:extLst>
          </p:cNvPr>
          <p:cNvSpPr>
            <a:spLocks noGrp="1"/>
          </p:cNvSpPr>
          <p:nvPr/>
        </p:nvSpPr>
        <p:spPr>
          <a:xfrm>
            <a:off x="2583656" y="4441031"/>
            <a:ext cx="4953000" cy="0"/>
          </a:xfrm>
          <a:prstGeom prst="line">
            <a:avLst/>
          </a:prstGeom>
          <a:noFill/>
          <a:ln w="11906">
            <a:solidFill>
              <a:srgbClr val="BCD0EA"/>
            </a:solidFill>
          </a:ln>
        </p:spPr>
      </p:sp>
      <p:sp>
        <p:nvSpPr>
          <p:cNvPr id="25" name="object-25">
            <a:extLst>
              <a:ext uri="{FF2B5EF4-FFF2-40B4-BE49-F238E27FC236}">
                <a16:creationId xmlns:a16="http://schemas.microsoft.com/office/drawing/2014/main" id="{54F26736-DA99-4C90-A242-BFC61F034A1D}"/>
              </a:ext>
            </a:extLst>
          </p:cNvPr>
          <p:cNvSpPr>
            <a:spLocks noGrp="1"/>
          </p:cNvSpPr>
          <p:nvPr/>
        </p:nvSpPr>
        <p:spPr>
          <a:xfrm>
            <a:off x="4441031" y="2583656"/>
            <a:ext cx="0" cy="4953000"/>
          </a:xfrm>
          <a:prstGeom prst="line">
            <a:avLst/>
          </a:prstGeom>
          <a:noFill/>
          <a:ln w="11906">
            <a:solidFill>
              <a:srgbClr val="BCD0EA"/>
            </a:solidFill>
          </a:ln>
        </p:spPr>
      </p:sp>
      <p:sp>
        <p:nvSpPr>
          <p:cNvPr id="26" name="object-26">
            <a:extLst>
              <a:ext uri="{FF2B5EF4-FFF2-40B4-BE49-F238E27FC236}">
                <a16:creationId xmlns:a16="http://schemas.microsoft.com/office/drawing/2014/main" id="{787EEADC-9AB0-4252-A665-2EE645E1036E}"/>
              </a:ext>
            </a:extLst>
          </p:cNvPr>
          <p:cNvSpPr>
            <a:spLocks noGrp="1"/>
          </p:cNvSpPr>
          <p:nvPr/>
        </p:nvSpPr>
        <p:spPr>
          <a:xfrm>
            <a:off x="422671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27" name="object-27">
            <a:extLst>
              <a:ext uri="{FF2B5EF4-FFF2-40B4-BE49-F238E27FC236}">
                <a16:creationId xmlns:a16="http://schemas.microsoft.com/office/drawing/2014/main" id="{8FA45741-A165-4C41-83B3-955A3C6CF3AB}"/>
              </a:ext>
            </a:extLst>
          </p:cNvPr>
          <p:cNvSpPr>
            <a:spLocks noGrp="1"/>
          </p:cNvSpPr>
          <p:nvPr/>
        </p:nvSpPr>
        <p:spPr>
          <a:xfrm>
            <a:off x="4560094" y="425053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28" name="object-28">
            <a:extLst>
              <a:ext uri="{FF2B5EF4-FFF2-40B4-BE49-F238E27FC236}">
                <a16:creationId xmlns:a16="http://schemas.microsoft.com/office/drawing/2014/main" id="{A525360B-77CC-4B23-91CA-D4FDE1A2DB33}"/>
              </a:ext>
            </a:extLst>
          </p:cNvPr>
          <p:cNvSpPr>
            <a:spLocks noGrp="1"/>
          </p:cNvSpPr>
          <p:nvPr/>
        </p:nvSpPr>
        <p:spPr>
          <a:xfrm>
            <a:off x="2583656" y="4750594"/>
            <a:ext cx="4953000" cy="0"/>
          </a:xfrm>
          <a:prstGeom prst="line">
            <a:avLst/>
          </a:prstGeom>
          <a:noFill/>
          <a:ln w="11906">
            <a:solidFill>
              <a:srgbClr val="BCD0EA"/>
            </a:solidFill>
          </a:ln>
        </p:spPr>
      </p:sp>
      <p:sp>
        <p:nvSpPr>
          <p:cNvPr id="29" name="object-29">
            <a:extLst>
              <a:ext uri="{FF2B5EF4-FFF2-40B4-BE49-F238E27FC236}">
                <a16:creationId xmlns:a16="http://schemas.microsoft.com/office/drawing/2014/main" id="{E21F8E74-805A-461C-830E-A23122621A2B}"/>
              </a:ext>
            </a:extLst>
          </p:cNvPr>
          <p:cNvSpPr>
            <a:spLocks noGrp="1"/>
          </p:cNvSpPr>
          <p:nvPr/>
        </p:nvSpPr>
        <p:spPr>
          <a:xfrm>
            <a:off x="4750594" y="2583656"/>
            <a:ext cx="0" cy="4953000"/>
          </a:xfrm>
          <a:prstGeom prst="line">
            <a:avLst/>
          </a:prstGeom>
          <a:noFill/>
          <a:ln w="11906">
            <a:solidFill>
              <a:srgbClr val="BCD0EA"/>
            </a:solidFill>
          </a:ln>
        </p:spPr>
      </p:sp>
      <p:sp>
        <p:nvSpPr>
          <p:cNvPr id="30" name="object-30">
            <a:extLst>
              <a:ext uri="{FF2B5EF4-FFF2-40B4-BE49-F238E27FC236}">
                <a16:creationId xmlns:a16="http://schemas.microsoft.com/office/drawing/2014/main" id="{45FD2499-762B-4BEA-AD10-08C7E9C1FB49}"/>
              </a:ext>
            </a:extLst>
          </p:cNvPr>
          <p:cNvSpPr>
            <a:spLocks noGrp="1"/>
          </p:cNvSpPr>
          <p:nvPr/>
        </p:nvSpPr>
        <p:spPr>
          <a:xfrm>
            <a:off x="2583656" y="5060156"/>
            <a:ext cx="4953000" cy="0"/>
          </a:xfrm>
          <a:prstGeom prst="line">
            <a:avLst/>
          </a:prstGeom>
          <a:noFill/>
          <a:ln w="11906">
            <a:solidFill>
              <a:srgbClr val="BCD0EA"/>
            </a:solidFill>
          </a:ln>
        </p:spPr>
      </p:sp>
      <p:sp>
        <p:nvSpPr>
          <p:cNvPr id="31" name="object-31">
            <a:extLst>
              <a:ext uri="{FF2B5EF4-FFF2-40B4-BE49-F238E27FC236}">
                <a16:creationId xmlns:a16="http://schemas.microsoft.com/office/drawing/2014/main" id="{F8004E6B-A235-4E93-A1F8-60C7539A33DE}"/>
              </a:ext>
            </a:extLst>
          </p:cNvPr>
          <p:cNvSpPr>
            <a:spLocks noGrp="1"/>
          </p:cNvSpPr>
          <p:nvPr/>
        </p:nvSpPr>
        <p:spPr>
          <a:xfrm>
            <a:off x="5060156" y="2583656"/>
            <a:ext cx="0" cy="4953000"/>
          </a:xfrm>
          <a:prstGeom prst="line">
            <a:avLst/>
          </a:prstGeom>
          <a:noFill/>
          <a:ln w="11906">
            <a:solidFill>
              <a:srgbClr val="BCD0EA"/>
            </a:solidFill>
          </a:ln>
        </p:spPr>
      </p:sp>
      <p:sp>
        <p:nvSpPr>
          <p:cNvPr id="32" name="object-32">
            <a:extLst>
              <a:ext uri="{FF2B5EF4-FFF2-40B4-BE49-F238E27FC236}">
                <a16:creationId xmlns:a16="http://schemas.microsoft.com/office/drawing/2014/main" id="{066CD8CB-BFDD-45C4-8246-FCA39B2F4FEE}"/>
              </a:ext>
            </a:extLst>
          </p:cNvPr>
          <p:cNvSpPr>
            <a:spLocks noGrp="1"/>
          </p:cNvSpPr>
          <p:nvPr/>
        </p:nvSpPr>
        <p:spPr>
          <a:xfrm>
            <a:off x="48458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0</a:t>
            </a:r>
          </a:p>
        </p:txBody>
      </p:sp>
      <p:sp>
        <p:nvSpPr>
          <p:cNvPr id="33" name="object-33">
            <a:extLst>
              <a:ext uri="{FF2B5EF4-FFF2-40B4-BE49-F238E27FC236}">
                <a16:creationId xmlns:a16="http://schemas.microsoft.com/office/drawing/2014/main" id="{0E3E6CE1-2117-4B0B-8BAD-C597CD685F78}"/>
              </a:ext>
            </a:extLst>
          </p:cNvPr>
          <p:cNvSpPr>
            <a:spLocks noGrp="1"/>
          </p:cNvSpPr>
          <p:nvPr/>
        </p:nvSpPr>
        <p:spPr>
          <a:xfrm>
            <a:off x="2583656" y="5369719"/>
            <a:ext cx="4953000" cy="0"/>
          </a:xfrm>
          <a:prstGeom prst="line">
            <a:avLst/>
          </a:prstGeom>
          <a:noFill/>
          <a:ln w="11906">
            <a:solidFill>
              <a:srgbClr val="BCD0EA"/>
            </a:solidFill>
          </a:ln>
        </p:spPr>
      </p:sp>
      <p:sp>
        <p:nvSpPr>
          <p:cNvPr id="34" name="object-34">
            <a:extLst>
              <a:ext uri="{FF2B5EF4-FFF2-40B4-BE49-F238E27FC236}">
                <a16:creationId xmlns:a16="http://schemas.microsoft.com/office/drawing/2014/main" id="{273BC691-3DA2-41D7-A359-FC65EC224919}"/>
              </a:ext>
            </a:extLst>
          </p:cNvPr>
          <p:cNvSpPr>
            <a:spLocks noGrp="1"/>
          </p:cNvSpPr>
          <p:nvPr/>
        </p:nvSpPr>
        <p:spPr>
          <a:xfrm>
            <a:off x="5369719" y="2583656"/>
            <a:ext cx="0" cy="4953000"/>
          </a:xfrm>
          <a:prstGeom prst="line">
            <a:avLst/>
          </a:prstGeom>
          <a:noFill/>
          <a:ln w="11906">
            <a:solidFill>
              <a:srgbClr val="BCD0EA"/>
            </a:solidFill>
          </a:ln>
        </p:spPr>
      </p:sp>
      <p:sp>
        <p:nvSpPr>
          <p:cNvPr id="35" name="object-35">
            <a:extLst>
              <a:ext uri="{FF2B5EF4-FFF2-40B4-BE49-F238E27FC236}">
                <a16:creationId xmlns:a16="http://schemas.microsoft.com/office/drawing/2014/main" id="{9CF1BB5C-44EF-4149-950C-19704BA35720}"/>
              </a:ext>
            </a:extLst>
          </p:cNvPr>
          <p:cNvSpPr>
            <a:spLocks noGrp="1"/>
          </p:cNvSpPr>
          <p:nvPr/>
        </p:nvSpPr>
        <p:spPr>
          <a:xfrm>
            <a:off x="2583656" y="5679281"/>
            <a:ext cx="4953000" cy="0"/>
          </a:xfrm>
          <a:prstGeom prst="line">
            <a:avLst/>
          </a:prstGeom>
          <a:noFill/>
          <a:ln w="11906">
            <a:solidFill>
              <a:srgbClr val="BCD0EA"/>
            </a:solidFill>
          </a:ln>
        </p:spPr>
      </p:sp>
      <p:sp>
        <p:nvSpPr>
          <p:cNvPr id="36" name="object-36">
            <a:extLst>
              <a:ext uri="{FF2B5EF4-FFF2-40B4-BE49-F238E27FC236}">
                <a16:creationId xmlns:a16="http://schemas.microsoft.com/office/drawing/2014/main" id="{4292FBB9-AFEB-4C78-866A-3F400167AFCF}"/>
              </a:ext>
            </a:extLst>
          </p:cNvPr>
          <p:cNvSpPr>
            <a:spLocks noGrp="1"/>
          </p:cNvSpPr>
          <p:nvPr/>
        </p:nvSpPr>
        <p:spPr>
          <a:xfrm>
            <a:off x="5679281" y="2583656"/>
            <a:ext cx="0" cy="4953000"/>
          </a:xfrm>
          <a:prstGeom prst="line">
            <a:avLst/>
          </a:prstGeom>
          <a:noFill/>
          <a:ln w="11906">
            <a:solidFill>
              <a:srgbClr val="BCD0EA"/>
            </a:solidFill>
          </a:ln>
        </p:spPr>
      </p:sp>
      <p:sp>
        <p:nvSpPr>
          <p:cNvPr id="37" name="object-37">
            <a:extLst>
              <a:ext uri="{FF2B5EF4-FFF2-40B4-BE49-F238E27FC236}">
                <a16:creationId xmlns:a16="http://schemas.microsoft.com/office/drawing/2014/main" id="{FD27894B-2E83-4C47-B0CE-4ACD1424BC39}"/>
              </a:ext>
            </a:extLst>
          </p:cNvPr>
          <p:cNvSpPr>
            <a:spLocks noGrp="1"/>
          </p:cNvSpPr>
          <p:nvPr/>
        </p:nvSpPr>
        <p:spPr>
          <a:xfrm>
            <a:off x="546496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38" name="object-38">
            <a:extLst>
              <a:ext uri="{FF2B5EF4-FFF2-40B4-BE49-F238E27FC236}">
                <a16:creationId xmlns:a16="http://schemas.microsoft.com/office/drawing/2014/main" id="{B096C923-CA46-47E1-87DC-88D98A075839}"/>
              </a:ext>
            </a:extLst>
          </p:cNvPr>
          <p:cNvSpPr>
            <a:spLocks noGrp="1"/>
          </p:cNvSpPr>
          <p:nvPr/>
        </p:nvSpPr>
        <p:spPr>
          <a:xfrm>
            <a:off x="4560094" y="548878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39" name="object-39">
            <a:extLst>
              <a:ext uri="{FF2B5EF4-FFF2-40B4-BE49-F238E27FC236}">
                <a16:creationId xmlns:a16="http://schemas.microsoft.com/office/drawing/2014/main" id="{94CE55AC-8A6B-49D6-9738-25EDD90F7C43}"/>
              </a:ext>
            </a:extLst>
          </p:cNvPr>
          <p:cNvSpPr>
            <a:spLocks noGrp="1"/>
          </p:cNvSpPr>
          <p:nvPr/>
        </p:nvSpPr>
        <p:spPr>
          <a:xfrm>
            <a:off x="2583656" y="5988844"/>
            <a:ext cx="4953000" cy="0"/>
          </a:xfrm>
          <a:prstGeom prst="line">
            <a:avLst/>
          </a:prstGeom>
          <a:noFill/>
          <a:ln w="11906">
            <a:solidFill>
              <a:srgbClr val="BCD0EA"/>
            </a:solidFill>
          </a:ln>
        </p:spPr>
      </p:sp>
      <p:sp>
        <p:nvSpPr>
          <p:cNvPr id="40" name="object-40">
            <a:extLst>
              <a:ext uri="{FF2B5EF4-FFF2-40B4-BE49-F238E27FC236}">
                <a16:creationId xmlns:a16="http://schemas.microsoft.com/office/drawing/2014/main" id="{D69561F6-60B8-4329-B985-4CACD0E3332B}"/>
              </a:ext>
            </a:extLst>
          </p:cNvPr>
          <p:cNvSpPr>
            <a:spLocks noGrp="1"/>
          </p:cNvSpPr>
          <p:nvPr/>
        </p:nvSpPr>
        <p:spPr>
          <a:xfrm>
            <a:off x="5988844" y="2583656"/>
            <a:ext cx="0" cy="4953000"/>
          </a:xfrm>
          <a:prstGeom prst="line">
            <a:avLst/>
          </a:prstGeom>
          <a:noFill/>
          <a:ln w="11906">
            <a:solidFill>
              <a:srgbClr val="BCD0EA"/>
            </a:solidFill>
          </a:ln>
        </p:spPr>
      </p:sp>
      <p:sp>
        <p:nvSpPr>
          <p:cNvPr id="41" name="object-41">
            <a:extLst>
              <a:ext uri="{FF2B5EF4-FFF2-40B4-BE49-F238E27FC236}">
                <a16:creationId xmlns:a16="http://schemas.microsoft.com/office/drawing/2014/main" id="{886A8713-40F8-4467-B04C-DEA09F4C3965}"/>
              </a:ext>
            </a:extLst>
          </p:cNvPr>
          <p:cNvSpPr>
            <a:spLocks noGrp="1"/>
          </p:cNvSpPr>
          <p:nvPr/>
        </p:nvSpPr>
        <p:spPr>
          <a:xfrm>
            <a:off x="2583656" y="6298406"/>
            <a:ext cx="4953000" cy="0"/>
          </a:xfrm>
          <a:prstGeom prst="line">
            <a:avLst/>
          </a:prstGeom>
          <a:noFill/>
          <a:ln w="11906">
            <a:solidFill>
              <a:srgbClr val="BCD0EA"/>
            </a:solidFill>
          </a:ln>
        </p:spPr>
      </p:sp>
      <p:sp>
        <p:nvSpPr>
          <p:cNvPr id="42" name="object-42">
            <a:extLst>
              <a:ext uri="{FF2B5EF4-FFF2-40B4-BE49-F238E27FC236}">
                <a16:creationId xmlns:a16="http://schemas.microsoft.com/office/drawing/2014/main" id="{8B3A17CF-8A5A-42F9-AF19-48C624B3AA3B}"/>
              </a:ext>
            </a:extLst>
          </p:cNvPr>
          <p:cNvSpPr>
            <a:spLocks noGrp="1"/>
          </p:cNvSpPr>
          <p:nvPr/>
        </p:nvSpPr>
        <p:spPr>
          <a:xfrm>
            <a:off x="6298406" y="2583656"/>
            <a:ext cx="0" cy="4953000"/>
          </a:xfrm>
          <a:prstGeom prst="line">
            <a:avLst/>
          </a:prstGeom>
          <a:noFill/>
          <a:ln w="11906">
            <a:solidFill>
              <a:srgbClr val="BCD0EA"/>
            </a:solidFill>
          </a:ln>
        </p:spPr>
      </p:sp>
      <p:sp>
        <p:nvSpPr>
          <p:cNvPr id="43" name="object-43">
            <a:extLst>
              <a:ext uri="{FF2B5EF4-FFF2-40B4-BE49-F238E27FC236}">
                <a16:creationId xmlns:a16="http://schemas.microsoft.com/office/drawing/2014/main" id="{9DAD717B-11AA-4A28-96E9-1ABE45C7B348}"/>
              </a:ext>
            </a:extLst>
          </p:cNvPr>
          <p:cNvSpPr>
            <a:spLocks noGrp="1"/>
          </p:cNvSpPr>
          <p:nvPr/>
        </p:nvSpPr>
        <p:spPr>
          <a:xfrm>
            <a:off x="608409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44" name="object-44">
            <a:extLst>
              <a:ext uri="{FF2B5EF4-FFF2-40B4-BE49-F238E27FC236}">
                <a16:creationId xmlns:a16="http://schemas.microsoft.com/office/drawing/2014/main" id="{D728FE4B-EBCA-441E-BD78-AD48498BDBC8}"/>
              </a:ext>
            </a:extLst>
          </p:cNvPr>
          <p:cNvSpPr>
            <a:spLocks noGrp="1"/>
          </p:cNvSpPr>
          <p:nvPr/>
        </p:nvSpPr>
        <p:spPr>
          <a:xfrm>
            <a:off x="4560094" y="610790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45" name="object-45">
            <a:extLst>
              <a:ext uri="{FF2B5EF4-FFF2-40B4-BE49-F238E27FC236}">
                <a16:creationId xmlns:a16="http://schemas.microsoft.com/office/drawing/2014/main" id="{34A85BEC-4311-464D-A5AD-491C3B89E44B}"/>
              </a:ext>
            </a:extLst>
          </p:cNvPr>
          <p:cNvSpPr>
            <a:spLocks noGrp="1"/>
          </p:cNvSpPr>
          <p:nvPr/>
        </p:nvSpPr>
        <p:spPr>
          <a:xfrm>
            <a:off x="2583656" y="6607969"/>
            <a:ext cx="4953000" cy="0"/>
          </a:xfrm>
          <a:prstGeom prst="line">
            <a:avLst/>
          </a:prstGeom>
          <a:noFill/>
          <a:ln w="11906">
            <a:solidFill>
              <a:srgbClr val="BCD0EA"/>
            </a:solidFill>
          </a:ln>
        </p:spPr>
      </p:sp>
      <p:sp>
        <p:nvSpPr>
          <p:cNvPr id="46" name="object-46">
            <a:extLst>
              <a:ext uri="{FF2B5EF4-FFF2-40B4-BE49-F238E27FC236}">
                <a16:creationId xmlns:a16="http://schemas.microsoft.com/office/drawing/2014/main" id="{213C9C7C-B5EA-44F8-8C99-9681A11ADFFA}"/>
              </a:ext>
            </a:extLst>
          </p:cNvPr>
          <p:cNvSpPr>
            <a:spLocks noGrp="1"/>
          </p:cNvSpPr>
          <p:nvPr/>
        </p:nvSpPr>
        <p:spPr>
          <a:xfrm>
            <a:off x="6607969" y="2583656"/>
            <a:ext cx="0" cy="4953000"/>
          </a:xfrm>
          <a:prstGeom prst="line">
            <a:avLst/>
          </a:prstGeom>
          <a:noFill/>
          <a:ln w="11906">
            <a:solidFill>
              <a:srgbClr val="BCD0EA"/>
            </a:solidFill>
          </a:ln>
        </p:spPr>
      </p:sp>
      <p:sp>
        <p:nvSpPr>
          <p:cNvPr id="47" name="object-47">
            <a:extLst>
              <a:ext uri="{FF2B5EF4-FFF2-40B4-BE49-F238E27FC236}">
                <a16:creationId xmlns:a16="http://schemas.microsoft.com/office/drawing/2014/main" id="{AFA1F33C-CEDD-4BA6-BA82-CC92F3B8F484}"/>
              </a:ext>
            </a:extLst>
          </p:cNvPr>
          <p:cNvSpPr>
            <a:spLocks noGrp="1"/>
          </p:cNvSpPr>
          <p:nvPr/>
        </p:nvSpPr>
        <p:spPr>
          <a:xfrm>
            <a:off x="2583656" y="6917531"/>
            <a:ext cx="4953000" cy="0"/>
          </a:xfrm>
          <a:prstGeom prst="line">
            <a:avLst/>
          </a:prstGeom>
          <a:noFill/>
          <a:ln w="11906">
            <a:solidFill>
              <a:srgbClr val="BCD0EA"/>
            </a:solidFill>
          </a:ln>
        </p:spPr>
      </p:sp>
      <p:sp>
        <p:nvSpPr>
          <p:cNvPr id="48" name="object-48">
            <a:extLst>
              <a:ext uri="{FF2B5EF4-FFF2-40B4-BE49-F238E27FC236}">
                <a16:creationId xmlns:a16="http://schemas.microsoft.com/office/drawing/2014/main" id="{9FE13E2D-7D9F-49FA-B5FD-1B203237D539}"/>
              </a:ext>
            </a:extLst>
          </p:cNvPr>
          <p:cNvSpPr>
            <a:spLocks noGrp="1"/>
          </p:cNvSpPr>
          <p:nvPr/>
        </p:nvSpPr>
        <p:spPr>
          <a:xfrm>
            <a:off x="6917531" y="2583656"/>
            <a:ext cx="0" cy="4953000"/>
          </a:xfrm>
          <a:prstGeom prst="line">
            <a:avLst/>
          </a:prstGeom>
          <a:noFill/>
          <a:ln w="11906">
            <a:solidFill>
              <a:srgbClr val="BCD0EA"/>
            </a:solidFill>
          </a:ln>
        </p:spPr>
      </p:sp>
      <p:sp>
        <p:nvSpPr>
          <p:cNvPr id="49" name="object-49">
            <a:extLst>
              <a:ext uri="{FF2B5EF4-FFF2-40B4-BE49-F238E27FC236}">
                <a16:creationId xmlns:a16="http://schemas.microsoft.com/office/drawing/2014/main" id="{E842833A-0F0B-4BD6-9A27-8D919E2688C5}"/>
              </a:ext>
            </a:extLst>
          </p:cNvPr>
          <p:cNvSpPr>
            <a:spLocks noGrp="1"/>
          </p:cNvSpPr>
          <p:nvPr/>
        </p:nvSpPr>
        <p:spPr>
          <a:xfrm>
            <a:off x="670321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50" name="object-50">
            <a:extLst>
              <a:ext uri="{FF2B5EF4-FFF2-40B4-BE49-F238E27FC236}">
                <a16:creationId xmlns:a16="http://schemas.microsoft.com/office/drawing/2014/main" id="{63184C4C-4C15-48FF-8DE3-24E769945A6F}"/>
              </a:ext>
            </a:extLst>
          </p:cNvPr>
          <p:cNvSpPr>
            <a:spLocks noGrp="1"/>
          </p:cNvSpPr>
          <p:nvPr/>
        </p:nvSpPr>
        <p:spPr>
          <a:xfrm>
            <a:off x="4560094" y="672703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51" name="object-51">
            <a:extLst>
              <a:ext uri="{FF2B5EF4-FFF2-40B4-BE49-F238E27FC236}">
                <a16:creationId xmlns:a16="http://schemas.microsoft.com/office/drawing/2014/main" id="{76799112-6826-495D-9D96-65A1792C3054}"/>
              </a:ext>
            </a:extLst>
          </p:cNvPr>
          <p:cNvSpPr>
            <a:spLocks noGrp="1"/>
          </p:cNvSpPr>
          <p:nvPr/>
        </p:nvSpPr>
        <p:spPr>
          <a:xfrm>
            <a:off x="2583656" y="7227094"/>
            <a:ext cx="4953000" cy="0"/>
          </a:xfrm>
          <a:prstGeom prst="line">
            <a:avLst/>
          </a:prstGeom>
          <a:noFill/>
          <a:ln w="11906">
            <a:solidFill>
              <a:srgbClr val="BCD0EA"/>
            </a:solidFill>
          </a:ln>
        </p:spPr>
      </p:sp>
      <p:sp>
        <p:nvSpPr>
          <p:cNvPr id="52" name="object-52">
            <a:extLst>
              <a:ext uri="{FF2B5EF4-FFF2-40B4-BE49-F238E27FC236}">
                <a16:creationId xmlns:a16="http://schemas.microsoft.com/office/drawing/2014/main" id="{76256986-62B7-4F0B-8189-4B1310F53FF2}"/>
              </a:ext>
            </a:extLst>
          </p:cNvPr>
          <p:cNvSpPr>
            <a:spLocks noGrp="1"/>
          </p:cNvSpPr>
          <p:nvPr/>
        </p:nvSpPr>
        <p:spPr>
          <a:xfrm>
            <a:off x="7227094" y="2583656"/>
            <a:ext cx="0" cy="4953000"/>
          </a:xfrm>
          <a:prstGeom prst="line">
            <a:avLst/>
          </a:prstGeom>
          <a:noFill/>
          <a:ln w="11906">
            <a:solidFill>
              <a:srgbClr val="BCD0EA"/>
            </a:solidFill>
          </a:ln>
        </p:spPr>
      </p:sp>
      <p:sp>
        <p:nvSpPr>
          <p:cNvPr id="53" name="object-53">
            <a:extLst>
              <a:ext uri="{FF2B5EF4-FFF2-40B4-BE49-F238E27FC236}">
                <a16:creationId xmlns:a16="http://schemas.microsoft.com/office/drawing/2014/main" id="{34FABD0D-6E27-41BB-A640-3A1F1EA08A6C}"/>
              </a:ext>
            </a:extLst>
          </p:cNvPr>
          <p:cNvSpPr>
            <a:spLocks noGrp="1"/>
          </p:cNvSpPr>
          <p:nvPr/>
        </p:nvSpPr>
        <p:spPr>
          <a:xfrm>
            <a:off x="2583656" y="7536656"/>
            <a:ext cx="4953000" cy="0"/>
          </a:xfrm>
          <a:prstGeom prst="line">
            <a:avLst/>
          </a:prstGeom>
          <a:noFill/>
          <a:ln w="11906">
            <a:solidFill>
              <a:srgbClr val="BCD0EA"/>
            </a:solidFill>
          </a:ln>
        </p:spPr>
      </p:sp>
      <p:sp>
        <p:nvSpPr>
          <p:cNvPr id="54" name="object-54">
            <a:extLst>
              <a:ext uri="{FF2B5EF4-FFF2-40B4-BE49-F238E27FC236}">
                <a16:creationId xmlns:a16="http://schemas.microsoft.com/office/drawing/2014/main" id="{B603C46E-6698-47C4-BE95-3D085A88E0D0}"/>
              </a:ext>
            </a:extLst>
          </p:cNvPr>
          <p:cNvSpPr>
            <a:spLocks noGrp="1"/>
          </p:cNvSpPr>
          <p:nvPr/>
        </p:nvSpPr>
        <p:spPr>
          <a:xfrm>
            <a:off x="7536656" y="2583656"/>
            <a:ext cx="0" cy="4953000"/>
          </a:xfrm>
          <a:prstGeom prst="line">
            <a:avLst/>
          </a:prstGeom>
          <a:noFill/>
          <a:ln w="11906">
            <a:solidFill>
              <a:srgbClr val="BCD0EA"/>
            </a:solidFill>
          </a:ln>
        </p:spPr>
      </p:sp>
      <p:sp>
        <p:nvSpPr>
          <p:cNvPr id="55" name="object-55">
            <a:extLst>
              <a:ext uri="{FF2B5EF4-FFF2-40B4-BE49-F238E27FC236}">
                <a16:creationId xmlns:a16="http://schemas.microsoft.com/office/drawing/2014/main" id="{E7694306-E7D5-403B-8558-555B87F24C7B}"/>
              </a:ext>
            </a:extLst>
          </p:cNvPr>
          <p:cNvSpPr>
            <a:spLocks noGrp="1"/>
          </p:cNvSpPr>
          <p:nvPr/>
        </p:nvSpPr>
        <p:spPr>
          <a:xfrm>
            <a:off x="73223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56" name="object-56">
            <a:extLst>
              <a:ext uri="{FF2B5EF4-FFF2-40B4-BE49-F238E27FC236}">
                <a16:creationId xmlns:a16="http://schemas.microsoft.com/office/drawing/2014/main" id="{00DD6A6A-4D38-4821-A5D7-430CEF37ECCA}"/>
              </a:ext>
            </a:extLst>
          </p:cNvPr>
          <p:cNvSpPr>
            <a:spLocks noGrp="1"/>
          </p:cNvSpPr>
          <p:nvPr/>
        </p:nvSpPr>
        <p:spPr>
          <a:xfrm>
            <a:off x="4560094" y="734615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57" name="object-57">
            <a:extLst>
              <a:ext uri="{FF2B5EF4-FFF2-40B4-BE49-F238E27FC236}">
                <a16:creationId xmlns:a16="http://schemas.microsoft.com/office/drawing/2014/main" id="{7E7C3FA3-6E31-49FF-8F92-D6BCB4489D05}"/>
              </a:ext>
            </a:extLst>
          </p:cNvPr>
          <p:cNvSpPr>
            <a:spLocks noGrp="1"/>
          </p:cNvSpPr>
          <p:nvPr/>
        </p:nvSpPr>
        <p:spPr>
          <a:xfrm>
            <a:off x="2583656" y="5060156"/>
            <a:ext cx="4953000" cy="0"/>
          </a:xfrm>
          <a:prstGeom prst="line">
            <a:avLst/>
          </a:prstGeom>
          <a:noFill/>
          <a:ln w="23813">
            <a:solidFill>
              <a:srgbClr val="172B4D"/>
            </a:solidFill>
          </a:ln>
        </p:spPr>
      </p:sp>
      <p:sp>
        <p:nvSpPr>
          <p:cNvPr id="58" name="object-58">
            <a:extLst>
              <a:ext uri="{FF2B5EF4-FFF2-40B4-BE49-F238E27FC236}">
                <a16:creationId xmlns:a16="http://schemas.microsoft.com/office/drawing/2014/main" id="{A2D9F725-5078-468C-9580-C571BC5CD726}"/>
              </a:ext>
            </a:extLst>
          </p:cNvPr>
          <p:cNvSpPr>
            <a:spLocks noGrp="1"/>
          </p:cNvSpPr>
          <p:nvPr/>
        </p:nvSpPr>
        <p:spPr>
          <a:xfrm>
            <a:off x="5060156" y="2583656"/>
            <a:ext cx="0" cy="4953000"/>
          </a:xfrm>
          <a:prstGeom prst="line">
            <a:avLst/>
          </a:prstGeom>
          <a:noFill/>
          <a:ln w="23813">
            <a:solidFill>
              <a:srgbClr val="172B4D"/>
            </a:solidFill>
          </a:ln>
        </p:spPr>
      </p:sp>
      <p:sp>
        <p:nvSpPr>
          <p:cNvPr id="59" name="object-59">
            <a:extLst>
              <a:ext uri="{FF2B5EF4-FFF2-40B4-BE49-F238E27FC236}">
                <a16:creationId xmlns:a16="http://schemas.microsoft.com/office/drawing/2014/main" id="{77CB4899-2092-40D8-BF1A-733F43D254CB}"/>
              </a:ext>
            </a:extLst>
          </p:cNvPr>
          <p:cNvSpPr>
            <a:spLocks noGrp="1"/>
          </p:cNvSpPr>
          <p:nvPr/>
        </p:nvSpPr>
        <p:spPr>
          <a:xfrm>
            <a:off x="4953000" y="4953000"/>
            <a:ext cx="214313" cy="214313"/>
          </a:xfrm>
          <a:prstGeom prst="ellipse">
            <a:avLst/>
          </a:prstGeom>
          <a:solidFill>
            <a:srgbClr val="1D4ED8"/>
          </a:solidFill>
          <a:ln w="11906">
            <a:solidFill>
              <a:srgbClr val="172B4D"/>
            </a:solidFill>
          </a:ln>
        </p:spPr>
      </p:sp>
      <p:sp>
        <p:nvSpPr>
          <p:cNvPr id="60" name="object-60">
            <a:extLst>
              <a:ext uri="{FF2B5EF4-FFF2-40B4-BE49-F238E27FC236}">
                <a16:creationId xmlns:a16="http://schemas.microsoft.com/office/drawing/2014/main" id="{5070651F-37F2-4DC6-A814-76A92C869637}"/>
              </a:ext>
            </a:extLst>
          </p:cNvPr>
          <p:cNvSpPr>
            <a:spLocks noGrp="1"/>
          </p:cNvSpPr>
          <p:nvPr/>
        </p:nvSpPr>
        <p:spPr>
          <a:xfrm>
            <a:off x="9763125" y="4048125"/>
            <a:ext cx="4345781" cy="1547813"/>
          </a:xfrm>
          <a:prstGeom prst="rect">
            <a:avLst/>
          </a:prstGeom>
          <a:noFill/>
          <a:ln w="0">
            <a:noFill/>
          </a:ln>
        </p:spPr>
        <p:txBody>
          <a:bodyPr anchor="ctr">
            <a:noAutofit/>
          </a:bodyPr>
          <a:lstStyle/>
          <a:p>
            <a:pPr algn="l">
              <a:defRPr sz="4125" b="1">
                <a:solidFill>
                  <a:srgbClr val="11745A"/>
                </a:solidFill>
                <a:latin typeface="Arial"/>
                <a:ea typeface="Arial"/>
                <a:cs typeface="Arial"/>
              </a:defRPr>
            </a:pPr>
            <a:r>
              <a:rPr sz="4125" b="1">
                <a:solidFill>
                  <a:srgbClr val="11745A"/>
                </a:solidFill>
                <a:latin typeface="Arial"/>
                <a:ea typeface="Arial"/>
                <a:cs typeface="Arial"/>
              </a:rPr>
              <a:t>(6, 0)</a:t>
            </a:r>
          </a:p>
        </p:txBody>
      </p:sp>
    </p:spTree>
    <p:extLst>
      <p:ext uri="{BB962C8B-B14F-4D97-AF65-F5344CB8AC3E}">
        <p14:creationId xmlns:p14="http://schemas.microsoft.com/office/powerpoint/2010/main" val="306431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0 0 L -0.121875 0 E" pathEditMode="relative" ptsTypes="">
                                      <p:cBhvr>
                                        <p:cTn id="6" dur="800" fill="hold"/>
                                        <p:tgtEl>
                                          <p:spTgt spid="5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nodeType="clickEffect">
                                  <p:stCondLst>
                                    <p:cond delay="0"/>
                                  </p:stCondLst>
                                  <p:childTnLst>
                                    <p:animMotion origin="layout" path="M -0.121875 0 L -0.121875 0 E" pathEditMode="relative" ptsTypes="">
                                      <p:cBhvr>
                                        <p:cTn id="10" dur="800" fill="hold"/>
                                        <p:tgtEl>
                                          <p:spTgt spid="59"/>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63" presetClass="path" presetSubtype="0" accel="50000" decel="50000" fill="hold" nodeType="clickEffect">
                                  <p:stCondLst>
                                    <p:cond delay="0"/>
                                  </p:stCondLst>
                                  <p:childTnLst>
                                    <p:animMotion origin="layout" path="M -0.121875 0 L 0.121875 0 E" pathEditMode="relative" ptsTypes="">
                                      <p:cBhvr>
                                        <p:cTn id="14" dur="800" fill="hold"/>
                                        <p:tgtEl>
                                          <p:spTgt spid="59"/>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121875 0 L 0.121875 0 E" pathEditMode="relative" ptsTypes="">
                                      <p:cBhvr>
                                        <p:cTn id="18" dur="800" fill="hold"/>
                                        <p:tgtEl>
                                          <p:spTgt spid="59"/>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2" name="object-1">
            <a:extLst>
              <a:ext uri="{FF2B5EF4-FFF2-40B4-BE49-F238E27FC236}">
                <a16:creationId xmlns:a16="http://schemas.microsoft.com/office/drawing/2014/main" id="{B3B4700D-67CE-4597-BBBB-BD6DACAAC1C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01DC06BA-B68C-4833-BF0C-E18384827B3B}"/>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5EC9F024-1326-4C43-A2DB-8671C5B7761B}"/>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Reflect (-6, -1) in the y-axis.</a:t>
            </a:r>
          </a:p>
        </p:txBody>
      </p:sp>
      <p:sp>
        <p:nvSpPr>
          <p:cNvPr id="4" name="object-4">
            <a:extLst>
              <a:ext uri="{FF2B5EF4-FFF2-40B4-BE49-F238E27FC236}">
                <a16:creationId xmlns:a16="http://schemas.microsoft.com/office/drawing/2014/main" id="{75DC487F-877B-44CA-B0C9-EEE80AAC851F}"/>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718D91B5-BF27-4DD6-8B28-1AA35DE0874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Reflect shapes</a:t>
            </a:r>
          </a:p>
        </p:txBody>
      </p:sp>
      <p:sp>
        <p:nvSpPr>
          <p:cNvPr id="6" name="object-6">
            <a:extLst>
              <a:ext uri="{FF2B5EF4-FFF2-40B4-BE49-F238E27FC236}">
                <a16:creationId xmlns:a16="http://schemas.microsoft.com/office/drawing/2014/main" id="{0D342DF4-04E1-4916-A5CB-E34C2AAD3A29}"/>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8EC3217C-63B2-411B-9D2F-D4922A3747AB}"/>
              </a:ext>
            </a:extLst>
          </p:cNvPr>
          <p:cNvSpPr>
            <a:spLocks noGrp="1"/>
          </p:cNvSpPr>
          <p:nvPr/>
        </p:nvSpPr>
        <p:spPr>
          <a:xfrm>
            <a:off x="2583656" y="2583656"/>
            <a:ext cx="4953000" cy="0"/>
          </a:xfrm>
          <a:prstGeom prst="line">
            <a:avLst/>
          </a:prstGeom>
          <a:noFill/>
          <a:ln w="11906">
            <a:solidFill>
              <a:srgbClr val="BCD0EA"/>
            </a:solidFill>
          </a:ln>
        </p:spPr>
      </p:sp>
      <p:sp>
        <p:nvSpPr>
          <p:cNvPr id="8" name="object-8">
            <a:extLst>
              <a:ext uri="{FF2B5EF4-FFF2-40B4-BE49-F238E27FC236}">
                <a16:creationId xmlns:a16="http://schemas.microsoft.com/office/drawing/2014/main" id="{517AC586-7CD8-4A39-BB59-A14135BDA2F3}"/>
              </a:ext>
            </a:extLst>
          </p:cNvPr>
          <p:cNvSpPr>
            <a:spLocks noGrp="1"/>
          </p:cNvSpPr>
          <p:nvPr/>
        </p:nvSpPr>
        <p:spPr>
          <a:xfrm>
            <a:off x="2583656" y="2583656"/>
            <a:ext cx="0" cy="4953000"/>
          </a:xfrm>
          <a:prstGeom prst="line">
            <a:avLst/>
          </a:prstGeom>
          <a:noFill/>
          <a:ln w="11906">
            <a:solidFill>
              <a:srgbClr val="BCD0EA"/>
            </a:solidFill>
          </a:ln>
        </p:spPr>
      </p:sp>
      <p:sp>
        <p:nvSpPr>
          <p:cNvPr id="9" name="object-9">
            <a:extLst>
              <a:ext uri="{FF2B5EF4-FFF2-40B4-BE49-F238E27FC236}">
                <a16:creationId xmlns:a16="http://schemas.microsoft.com/office/drawing/2014/main" id="{F3EC05E3-5970-42F5-813E-86D18E93962E}"/>
              </a:ext>
            </a:extLst>
          </p:cNvPr>
          <p:cNvSpPr>
            <a:spLocks noGrp="1"/>
          </p:cNvSpPr>
          <p:nvPr/>
        </p:nvSpPr>
        <p:spPr>
          <a:xfrm>
            <a:off x="23693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10" name="object-10">
            <a:extLst>
              <a:ext uri="{FF2B5EF4-FFF2-40B4-BE49-F238E27FC236}">
                <a16:creationId xmlns:a16="http://schemas.microsoft.com/office/drawing/2014/main" id="{E73E0793-5A0B-4684-AB8A-979465DA2402}"/>
              </a:ext>
            </a:extLst>
          </p:cNvPr>
          <p:cNvSpPr>
            <a:spLocks noGrp="1"/>
          </p:cNvSpPr>
          <p:nvPr/>
        </p:nvSpPr>
        <p:spPr>
          <a:xfrm>
            <a:off x="4560094" y="239315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11" name="object-11">
            <a:extLst>
              <a:ext uri="{FF2B5EF4-FFF2-40B4-BE49-F238E27FC236}">
                <a16:creationId xmlns:a16="http://schemas.microsoft.com/office/drawing/2014/main" id="{B889FCC7-FB4B-4588-8E2E-3412F4E5ED9C}"/>
              </a:ext>
            </a:extLst>
          </p:cNvPr>
          <p:cNvSpPr>
            <a:spLocks noGrp="1"/>
          </p:cNvSpPr>
          <p:nvPr/>
        </p:nvSpPr>
        <p:spPr>
          <a:xfrm>
            <a:off x="2583656" y="2893219"/>
            <a:ext cx="4953000" cy="0"/>
          </a:xfrm>
          <a:prstGeom prst="line">
            <a:avLst/>
          </a:prstGeom>
          <a:noFill/>
          <a:ln w="11906">
            <a:solidFill>
              <a:srgbClr val="BCD0EA"/>
            </a:solidFill>
          </a:ln>
        </p:spPr>
      </p:sp>
      <p:sp>
        <p:nvSpPr>
          <p:cNvPr id="12" name="object-12">
            <a:extLst>
              <a:ext uri="{FF2B5EF4-FFF2-40B4-BE49-F238E27FC236}">
                <a16:creationId xmlns:a16="http://schemas.microsoft.com/office/drawing/2014/main" id="{56B92F6E-F7D8-4D59-8EAC-5A7D63ADAC73}"/>
              </a:ext>
            </a:extLst>
          </p:cNvPr>
          <p:cNvSpPr>
            <a:spLocks noGrp="1"/>
          </p:cNvSpPr>
          <p:nvPr/>
        </p:nvSpPr>
        <p:spPr>
          <a:xfrm>
            <a:off x="2893219" y="2583656"/>
            <a:ext cx="0" cy="4953000"/>
          </a:xfrm>
          <a:prstGeom prst="line">
            <a:avLst/>
          </a:prstGeom>
          <a:noFill/>
          <a:ln w="11906">
            <a:solidFill>
              <a:srgbClr val="BCD0EA"/>
            </a:solidFill>
          </a:ln>
        </p:spPr>
      </p:sp>
      <p:sp>
        <p:nvSpPr>
          <p:cNvPr id="13" name="object-13">
            <a:extLst>
              <a:ext uri="{FF2B5EF4-FFF2-40B4-BE49-F238E27FC236}">
                <a16:creationId xmlns:a16="http://schemas.microsoft.com/office/drawing/2014/main" id="{00F0FF34-ED48-418A-BCDC-0193441FEAEC}"/>
              </a:ext>
            </a:extLst>
          </p:cNvPr>
          <p:cNvSpPr>
            <a:spLocks noGrp="1"/>
          </p:cNvSpPr>
          <p:nvPr/>
        </p:nvSpPr>
        <p:spPr>
          <a:xfrm>
            <a:off x="2583656" y="3202781"/>
            <a:ext cx="4953000" cy="0"/>
          </a:xfrm>
          <a:prstGeom prst="line">
            <a:avLst/>
          </a:prstGeom>
          <a:noFill/>
          <a:ln w="11906">
            <a:solidFill>
              <a:srgbClr val="BCD0EA"/>
            </a:solidFill>
          </a:ln>
        </p:spPr>
      </p:sp>
      <p:sp>
        <p:nvSpPr>
          <p:cNvPr id="14" name="object-14">
            <a:extLst>
              <a:ext uri="{FF2B5EF4-FFF2-40B4-BE49-F238E27FC236}">
                <a16:creationId xmlns:a16="http://schemas.microsoft.com/office/drawing/2014/main" id="{6B404C5D-07C4-4B15-BAA4-77B04CAB931E}"/>
              </a:ext>
            </a:extLst>
          </p:cNvPr>
          <p:cNvSpPr>
            <a:spLocks noGrp="1"/>
          </p:cNvSpPr>
          <p:nvPr/>
        </p:nvSpPr>
        <p:spPr>
          <a:xfrm>
            <a:off x="3202781" y="2583656"/>
            <a:ext cx="0" cy="4953000"/>
          </a:xfrm>
          <a:prstGeom prst="line">
            <a:avLst/>
          </a:prstGeom>
          <a:noFill/>
          <a:ln w="11906">
            <a:solidFill>
              <a:srgbClr val="BCD0EA"/>
            </a:solidFill>
          </a:ln>
        </p:spPr>
      </p:sp>
      <p:sp>
        <p:nvSpPr>
          <p:cNvPr id="15" name="object-15">
            <a:extLst>
              <a:ext uri="{FF2B5EF4-FFF2-40B4-BE49-F238E27FC236}">
                <a16:creationId xmlns:a16="http://schemas.microsoft.com/office/drawing/2014/main" id="{21DEBC9F-B4DE-4320-8905-A2B2C30C12DA}"/>
              </a:ext>
            </a:extLst>
          </p:cNvPr>
          <p:cNvSpPr>
            <a:spLocks noGrp="1"/>
          </p:cNvSpPr>
          <p:nvPr/>
        </p:nvSpPr>
        <p:spPr>
          <a:xfrm>
            <a:off x="298846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16" name="object-16">
            <a:extLst>
              <a:ext uri="{FF2B5EF4-FFF2-40B4-BE49-F238E27FC236}">
                <a16:creationId xmlns:a16="http://schemas.microsoft.com/office/drawing/2014/main" id="{518D2730-00D6-4B35-85A1-87BEA049BA27}"/>
              </a:ext>
            </a:extLst>
          </p:cNvPr>
          <p:cNvSpPr>
            <a:spLocks noGrp="1"/>
          </p:cNvSpPr>
          <p:nvPr/>
        </p:nvSpPr>
        <p:spPr>
          <a:xfrm>
            <a:off x="4560094" y="301228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17" name="object-17">
            <a:extLst>
              <a:ext uri="{FF2B5EF4-FFF2-40B4-BE49-F238E27FC236}">
                <a16:creationId xmlns:a16="http://schemas.microsoft.com/office/drawing/2014/main" id="{66F5429D-1987-4F38-BBA6-EC0DCA82AE02}"/>
              </a:ext>
            </a:extLst>
          </p:cNvPr>
          <p:cNvSpPr>
            <a:spLocks noGrp="1"/>
          </p:cNvSpPr>
          <p:nvPr/>
        </p:nvSpPr>
        <p:spPr>
          <a:xfrm>
            <a:off x="2583656" y="3512344"/>
            <a:ext cx="4953000" cy="0"/>
          </a:xfrm>
          <a:prstGeom prst="line">
            <a:avLst/>
          </a:prstGeom>
          <a:noFill/>
          <a:ln w="11906">
            <a:solidFill>
              <a:srgbClr val="BCD0EA"/>
            </a:solidFill>
          </a:ln>
        </p:spPr>
      </p:sp>
      <p:sp>
        <p:nvSpPr>
          <p:cNvPr id="18" name="object-18">
            <a:extLst>
              <a:ext uri="{FF2B5EF4-FFF2-40B4-BE49-F238E27FC236}">
                <a16:creationId xmlns:a16="http://schemas.microsoft.com/office/drawing/2014/main" id="{36851351-F746-4701-A5F4-7395B3732E53}"/>
              </a:ext>
            </a:extLst>
          </p:cNvPr>
          <p:cNvSpPr>
            <a:spLocks noGrp="1"/>
          </p:cNvSpPr>
          <p:nvPr/>
        </p:nvSpPr>
        <p:spPr>
          <a:xfrm>
            <a:off x="3512344" y="2583656"/>
            <a:ext cx="0" cy="4953000"/>
          </a:xfrm>
          <a:prstGeom prst="line">
            <a:avLst/>
          </a:prstGeom>
          <a:noFill/>
          <a:ln w="11906">
            <a:solidFill>
              <a:srgbClr val="BCD0EA"/>
            </a:solidFill>
          </a:ln>
        </p:spPr>
      </p:sp>
      <p:sp>
        <p:nvSpPr>
          <p:cNvPr id="19" name="object-19">
            <a:extLst>
              <a:ext uri="{FF2B5EF4-FFF2-40B4-BE49-F238E27FC236}">
                <a16:creationId xmlns:a16="http://schemas.microsoft.com/office/drawing/2014/main" id="{D925E5ED-CD5E-46CE-89C9-593801C0AD88}"/>
              </a:ext>
            </a:extLst>
          </p:cNvPr>
          <p:cNvSpPr>
            <a:spLocks noGrp="1"/>
          </p:cNvSpPr>
          <p:nvPr/>
        </p:nvSpPr>
        <p:spPr>
          <a:xfrm>
            <a:off x="2583656" y="3821906"/>
            <a:ext cx="4953000" cy="0"/>
          </a:xfrm>
          <a:prstGeom prst="line">
            <a:avLst/>
          </a:prstGeom>
          <a:noFill/>
          <a:ln w="11906">
            <a:solidFill>
              <a:srgbClr val="BCD0EA"/>
            </a:solidFill>
          </a:ln>
        </p:spPr>
      </p:sp>
      <p:sp>
        <p:nvSpPr>
          <p:cNvPr id="20" name="object-20">
            <a:extLst>
              <a:ext uri="{FF2B5EF4-FFF2-40B4-BE49-F238E27FC236}">
                <a16:creationId xmlns:a16="http://schemas.microsoft.com/office/drawing/2014/main" id="{9F69DF4D-EFFB-4A91-A9D9-94052CFA972B}"/>
              </a:ext>
            </a:extLst>
          </p:cNvPr>
          <p:cNvSpPr>
            <a:spLocks noGrp="1"/>
          </p:cNvSpPr>
          <p:nvPr/>
        </p:nvSpPr>
        <p:spPr>
          <a:xfrm>
            <a:off x="3821906" y="2583656"/>
            <a:ext cx="0" cy="4953000"/>
          </a:xfrm>
          <a:prstGeom prst="line">
            <a:avLst/>
          </a:prstGeom>
          <a:noFill/>
          <a:ln w="11906">
            <a:solidFill>
              <a:srgbClr val="BCD0EA"/>
            </a:solidFill>
          </a:ln>
        </p:spPr>
      </p:sp>
      <p:sp>
        <p:nvSpPr>
          <p:cNvPr id="21" name="object-21">
            <a:extLst>
              <a:ext uri="{FF2B5EF4-FFF2-40B4-BE49-F238E27FC236}">
                <a16:creationId xmlns:a16="http://schemas.microsoft.com/office/drawing/2014/main" id="{6CFC1B0E-4E55-4C8F-BDD1-3A606FAAE80E}"/>
              </a:ext>
            </a:extLst>
          </p:cNvPr>
          <p:cNvSpPr>
            <a:spLocks noGrp="1"/>
          </p:cNvSpPr>
          <p:nvPr/>
        </p:nvSpPr>
        <p:spPr>
          <a:xfrm>
            <a:off x="360759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22" name="object-22">
            <a:extLst>
              <a:ext uri="{FF2B5EF4-FFF2-40B4-BE49-F238E27FC236}">
                <a16:creationId xmlns:a16="http://schemas.microsoft.com/office/drawing/2014/main" id="{F22696C6-387A-4767-81DD-C3874F1F7CC1}"/>
              </a:ext>
            </a:extLst>
          </p:cNvPr>
          <p:cNvSpPr>
            <a:spLocks noGrp="1"/>
          </p:cNvSpPr>
          <p:nvPr/>
        </p:nvSpPr>
        <p:spPr>
          <a:xfrm>
            <a:off x="4560094" y="363140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23" name="object-23">
            <a:extLst>
              <a:ext uri="{FF2B5EF4-FFF2-40B4-BE49-F238E27FC236}">
                <a16:creationId xmlns:a16="http://schemas.microsoft.com/office/drawing/2014/main" id="{A7C467C5-42F1-47D0-AD5F-DB58FC2DD97C}"/>
              </a:ext>
            </a:extLst>
          </p:cNvPr>
          <p:cNvSpPr>
            <a:spLocks noGrp="1"/>
          </p:cNvSpPr>
          <p:nvPr/>
        </p:nvSpPr>
        <p:spPr>
          <a:xfrm>
            <a:off x="2583656" y="4131469"/>
            <a:ext cx="4953000" cy="0"/>
          </a:xfrm>
          <a:prstGeom prst="line">
            <a:avLst/>
          </a:prstGeom>
          <a:noFill/>
          <a:ln w="11906">
            <a:solidFill>
              <a:srgbClr val="BCD0EA"/>
            </a:solidFill>
          </a:ln>
        </p:spPr>
      </p:sp>
      <p:sp>
        <p:nvSpPr>
          <p:cNvPr id="24" name="object-24">
            <a:extLst>
              <a:ext uri="{FF2B5EF4-FFF2-40B4-BE49-F238E27FC236}">
                <a16:creationId xmlns:a16="http://schemas.microsoft.com/office/drawing/2014/main" id="{B5B7BF3B-C061-4CF8-B778-F50EE8F15AC5}"/>
              </a:ext>
            </a:extLst>
          </p:cNvPr>
          <p:cNvSpPr>
            <a:spLocks noGrp="1"/>
          </p:cNvSpPr>
          <p:nvPr/>
        </p:nvSpPr>
        <p:spPr>
          <a:xfrm>
            <a:off x="4131469" y="2583656"/>
            <a:ext cx="0" cy="4953000"/>
          </a:xfrm>
          <a:prstGeom prst="line">
            <a:avLst/>
          </a:prstGeom>
          <a:noFill/>
          <a:ln w="11906">
            <a:solidFill>
              <a:srgbClr val="BCD0EA"/>
            </a:solidFill>
          </a:ln>
        </p:spPr>
      </p:sp>
      <p:sp>
        <p:nvSpPr>
          <p:cNvPr id="25" name="object-25">
            <a:extLst>
              <a:ext uri="{FF2B5EF4-FFF2-40B4-BE49-F238E27FC236}">
                <a16:creationId xmlns:a16="http://schemas.microsoft.com/office/drawing/2014/main" id="{26A23B2B-0748-40C1-9A8F-B63301C5FAE1}"/>
              </a:ext>
            </a:extLst>
          </p:cNvPr>
          <p:cNvSpPr>
            <a:spLocks noGrp="1"/>
          </p:cNvSpPr>
          <p:nvPr/>
        </p:nvSpPr>
        <p:spPr>
          <a:xfrm>
            <a:off x="2583656" y="4441031"/>
            <a:ext cx="4953000" cy="0"/>
          </a:xfrm>
          <a:prstGeom prst="line">
            <a:avLst/>
          </a:prstGeom>
          <a:noFill/>
          <a:ln w="11906">
            <a:solidFill>
              <a:srgbClr val="BCD0EA"/>
            </a:solidFill>
          </a:ln>
        </p:spPr>
      </p:sp>
      <p:sp>
        <p:nvSpPr>
          <p:cNvPr id="26" name="object-26">
            <a:extLst>
              <a:ext uri="{FF2B5EF4-FFF2-40B4-BE49-F238E27FC236}">
                <a16:creationId xmlns:a16="http://schemas.microsoft.com/office/drawing/2014/main" id="{DBF0156E-7700-4180-80BF-C70B9511C70B}"/>
              </a:ext>
            </a:extLst>
          </p:cNvPr>
          <p:cNvSpPr>
            <a:spLocks noGrp="1"/>
          </p:cNvSpPr>
          <p:nvPr/>
        </p:nvSpPr>
        <p:spPr>
          <a:xfrm>
            <a:off x="4441031" y="2583656"/>
            <a:ext cx="0" cy="4953000"/>
          </a:xfrm>
          <a:prstGeom prst="line">
            <a:avLst/>
          </a:prstGeom>
          <a:noFill/>
          <a:ln w="11906">
            <a:solidFill>
              <a:srgbClr val="BCD0EA"/>
            </a:solidFill>
          </a:ln>
        </p:spPr>
      </p:sp>
      <p:sp>
        <p:nvSpPr>
          <p:cNvPr id="27" name="object-27">
            <a:extLst>
              <a:ext uri="{FF2B5EF4-FFF2-40B4-BE49-F238E27FC236}">
                <a16:creationId xmlns:a16="http://schemas.microsoft.com/office/drawing/2014/main" id="{502FDA01-ED79-4150-9A5F-AD8DCF359284}"/>
              </a:ext>
            </a:extLst>
          </p:cNvPr>
          <p:cNvSpPr>
            <a:spLocks noGrp="1"/>
          </p:cNvSpPr>
          <p:nvPr/>
        </p:nvSpPr>
        <p:spPr>
          <a:xfrm>
            <a:off x="422671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28" name="object-28">
            <a:extLst>
              <a:ext uri="{FF2B5EF4-FFF2-40B4-BE49-F238E27FC236}">
                <a16:creationId xmlns:a16="http://schemas.microsoft.com/office/drawing/2014/main" id="{A74C906E-D7D1-4016-8889-65E43FADF82B}"/>
              </a:ext>
            </a:extLst>
          </p:cNvPr>
          <p:cNvSpPr>
            <a:spLocks noGrp="1"/>
          </p:cNvSpPr>
          <p:nvPr/>
        </p:nvSpPr>
        <p:spPr>
          <a:xfrm>
            <a:off x="4560094" y="425053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29" name="object-29">
            <a:extLst>
              <a:ext uri="{FF2B5EF4-FFF2-40B4-BE49-F238E27FC236}">
                <a16:creationId xmlns:a16="http://schemas.microsoft.com/office/drawing/2014/main" id="{8D75910A-0C2D-455E-B347-675F24DFBBFE}"/>
              </a:ext>
            </a:extLst>
          </p:cNvPr>
          <p:cNvSpPr>
            <a:spLocks noGrp="1"/>
          </p:cNvSpPr>
          <p:nvPr/>
        </p:nvSpPr>
        <p:spPr>
          <a:xfrm>
            <a:off x="2583656" y="4750594"/>
            <a:ext cx="4953000" cy="0"/>
          </a:xfrm>
          <a:prstGeom prst="line">
            <a:avLst/>
          </a:prstGeom>
          <a:noFill/>
          <a:ln w="11906">
            <a:solidFill>
              <a:srgbClr val="BCD0EA"/>
            </a:solidFill>
          </a:ln>
        </p:spPr>
      </p:sp>
      <p:sp>
        <p:nvSpPr>
          <p:cNvPr id="30" name="object-30">
            <a:extLst>
              <a:ext uri="{FF2B5EF4-FFF2-40B4-BE49-F238E27FC236}">
                <a16:creationId xmlns:a16="http://schemas.microsoft.com/office/drawing/2014/main" id="{30E42C90-8B89-4E52-8210-F4FB3125F8AD}"/>
              </a:ext>
            </a:extLst>
          </p:cNvPr>
          <p:cNvSpPr>
            <a:spLocks noGrp="1"/>
          </p:cNvSpPr>
          <p:nvPr/>
        </p:nvSpPr>
        <p:spPr>
          <a:xfrm>
            <a:off x="4750594" y="2583656"/>
            <a:ext cx="0" cy="4953000"/>
          </a:xfrm>
          <a:prstGeom prst="line">
            <a:avLst/>
          </a:prstGeom>
          <a:noFill/>
          <a:ln w="11906">
            <a:solidFill>
              <a:srgbClr val="BCD0EA"/>
            </a:solidFill>
          </a:ln>
        </p:spPr>
      </p:sp>
      <p:sp>
        <p:nvSpPr>
          <p:cNvPr id="31" name="object-31">
            <a:extLst>
              <a:ext uri="{FF2B5EF4-FFF2-40B4-BE49-F238E27FC236}">
                <a16:creationId xmlns:a16="http://schemas.microsoft.com/office/drawing/2014/main" id="{DAA2164F-1D87-4F43-A0EA-E70F9B4A8F39}"/>
              </a:ext>
            </a:extLst>
          </p:cNvPr>
          <p:cNvSpPr>
            <a:spLocks noGrp="1"/>
          </p:cNvSpPr>
          <p:nvPr/>
        </p:nvSpPr>
        <p:spPr>
          <a:xfrm>
            <a:off x="2583656" y="5060156"/>
            <a:ext cx="4953000" cy="0"/>
          </a:xfrm>
          <a:prstGeom prst="line">
            <a:avLst/>
          </a:prstGeom>
          <a:noFill/>
          <a:ln w="11906">
            <a:solidFill>
              <a:srgbClr val="BCD0EA"/>
            </a:solidFill>
          </a:ln>
        </p:spPr>
      </p:sp>
      <p:sp>
        <p:nvSpPr>
          <p:cNvPr id="32" name="object-32">
            <a:extLst>
              <a:ext uri="{FF2B5EF4-FFF2-40B4-BE49-F238E27FC236}">
                <a16:creationId xmlns:a16="http://schemas.microsoft.com/office/drawing/2014/main" id="{F9A4352D-7491-4B8B-8373-273CBA8FCF70}"/>
              </a:ext>
            </a:extLst>
          </p:cNvPr>
          <p:cNvSpPr>
            <a:spLocks noGrp="1"/>
          </p:cNvSpPr>
          <p:nvPr/>
        </p:nvSpPr>
        <p:spPr>
          <a:xfrm>
            <a:off x="5060156" y="2583656"/>
            <a:ext cx="0" cy="4953000"/>
          </a:xfrm>
          <a:prstGeom prst="line">
            <a:avLst/>
          </a:prstGeom>
          <a:noFill/>
          <a:ln w="11906">
            <a:solidFill>
              <a:srgbClr val="BCD0EA"/>
            </a:solidFill>
          </a:ln>
        </p:spPr>
      </p:sp>
      <p:sp>
        <p:nvSpPr>
          <p:cNvPr id="33" name="object-33">
            <a:extLst>
              <a:ext uri="{FF2B5EF4-FFF2-40B4-BE49-F238E27FC236}">
                <a16:creationId xmlns:a16="http://schemas.microsoft.com/office/drawing/2014/main" id="{ACBAD2C2-08B5-472A-B7CC-572331E99A12}"/>
              </a:ext>
            </a:extLst>
          </p:cNvPr>
          <p:cNvSpPr>
            <a:spLocks noGrp="1"/>
          </p:cNvSpPr>
          <p:nvPr/>
        </p:nvSpPr>
        <p:spPr>
          <a:xfrm>
            <a:off x="48458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0</a:t>
            </a:r>
          </a:p>
        </p:txBody>
      </p:sp>
      <p:sp>
        <p:nvSpPr>
          <p:cNvPr id="34" name="object-34">
            <a:extLst>
              <a:ext uri="{FF2B5EF4-FFF2-40B4-BE49-F238E27FC236}">
                <a16:creationId xmlns:a16="http://schemas.microsoft.com/office/drawing/2014/main" id="{08A97E1F-EC5F-4B5B-AF30-F90F86D5F260}"/>
              </a:ext>
            </a:extLst>
          </p:cNvPr>
          <p:cNvSpPr>
            <a:spLocks noGrp="1"/>
          </p:cNvSpPr>
          <p:nvPr/>
        </p:nvSpPr>
        <p:spPr>
          <a:xfrm>
            <a:off x="2583656" y="5369719"/>
            <a:ext cx="4953000" cy="0"/>
          </a:xfrm>
          <a:prstGeom prst="line">
            <a:avLst/>
          </a:prstGeom>
          <a:noFill/>
          <a:ln w="11906">
            <a:solidFill>
              <a:srgbClr val="BCD0EA"/>
            </a:solidFill>
          </a:ln>
        </p:spPr>
      </p:sp>
      <p:sp>
        <p:nvSpPr>
          <p:cNvPr id="35" name="object-35">
            <a:extLst>
              <a:ext uri="{FF2B5EF4-FFF2-40B4-BE49-F238E27FC236}">
                <a16:creationId xmlns:a16="http://schemas.microsoft.com/office/drawing/2014/main" id="{21F810F2-5CA3-4CB1-A2EA-9941E97A39C4}"/>
              </a:ext>
            </a:extLst>
          </p:cNvPr>
          <p:cNvSpPr>
            <a:spLocks noGrp="1"/>
          </p:cNvSpPr>
          <p:nvPr/>
        </p:nvSpPr>
        <p:spPr>
          <a:xfrm>
            <a:off x="5369719" y="2583656"/>
            <a:ext cx="0" cy="4953000"/>
          </a:xfrm>
          <a:prstGeom prst="line">
            <a:avLst/>
          </a:prstGeom>
          <a:noFill/>
          <a:ln w="11906">
            <a:solidFill>
              <a:srgbClr val="BCD0EA"/>
            </a:solidFill>
          </a:ln>
        </p:spPr>
      </p:sp>
      <p:sp>
        <p:nvSpPr>
          <p:cNvPr id="36" name="object-36">
            <a:extLst>
              <a:ext uri="{FF2B5EF4-FFF2-40B4-BE49-F238E27FC236}">
                <a16:creationId xmlns:a16="http://schemas.microsoft.com/office/drawing/2014/main" id="{FB8536CB-A2D4-41DF-B83A-FC4C61CCDD1B}"/>
              </a:ext>
            </a:extLst>
          </p:cNvPr>
          <p:cNvSpPr>
            <a:spLocks noGrp="1"/>
          </p:cNvSpPr>
          <p:nvPr/>
        </p:nvSpPr>
        <p:spPr>
          <a:xfrm>
            <a:off x="2583656" y="5679281"/>
            <a:ext cx="4953000" cy="0"/>
          </a:xfrm>
          <a:prstGeom prst="line">
            <a:avLst/>
          </a:prstGeom>
          <a:noFill/>
          <a:ln w="11906">
            <a:solidFill>
              <a:srgbClr val="BCD0EA"/>
            </a:solidFill>
          </a:ln>
        </p:spPr>
      </p:sp>
      <p:sp>
        <p:nvSpPr>
          <p:cNvPr id="37" name="object-37">
            <a:extLst>
              <a:ext uri="{FF2B5EF4-FFF2-40B4-BE49-F238E27FC236}">
                <a16:creationId xmlns:a16="http://schemas.microsoft.com/office/drawing/2014/main" id="{1EF389E8-47C8-43AA-831A-B4FAA0FE13A5}"/>
              </a:ext>
            </a:extLst>
          </p:cNvPr>
          <p:cNvSpPr>
            <a:spLocks noGrp="1"/>
          </p:cNvSpPr>
          <p:nvPr/>
        </p:nvSpPr>
        <p:spPr>
          <a:xfrm>
            <a:off x="5679281" y="2583656"/>
            <a:ext cx="0" cy="4953000"/>
          </a:xfrm>
          <a:prstGeom prst="line">
            <a:avLst/>
          </a:prstGeom>
          <a:noFill/>
          <a:ln w="11906">
            <a:solidFill>
              <a:srgbClr val="BCD0EA"/>
            </a:solidFill>
          </a:ln>
        </p:spPr>
      </p:sp>
      <p:sp>
        <p:nvSpPr>
          <p:cNvPr id="38" name="object-38">
            <a:extLst>
              <a:ext uri="{FF2B5EF4-FFF2-40B4-BE49-F238E27FC236}">
                <a16:creationId xmlns:a16="http://schemas.microsoft.com/office/drawing/2014/main" id="{7570A58A-3F8A-4EB6-92E7-E2C8B2D00779}"/>
              </a:ext>
            </a:extLst>
          </p:cNvPr>
          <p:cNvSpPr>
            <a:spLocks noGrp="1"/>
          </p:cNvSpPr>
          <p:nvPr/>
        </p:nvSpPr>
        <p:spPr>
          <a:xfrm>
            <a:off x="546496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39" name="object-39">
            <a:extLst>
              <a:ext uri="{FF2B5EF4-FFF2-40B4-BE49-F238E27FC236}">
                <a16:creationId xmlns:a16="http://schemas.microsoft.com/office/drawing/2014/main" id="{9DB7DEFA-7A14-41F7-B612-66FFF35FB95E}"/>
              </a:ext>
            </a:extLst>
          </p:cNvPr>
          <p:cNvSpPr>
            <a:spLocks noGrp="1"/>
          </p:cNvSpPr>
          <p:nvPr/>
        </p:nvSpPr>
        <p:spPr>
          <a:xfrm>
            <a:off x="4560094" y="548878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-2</a:t>
            </a:r>
          </a:p>
        </p:txBody>
      </p:sp>
      <p:sp>
        <p:nvSpPr>
          <p:cNvPr id="40" name="object-40">
            <a:extLst>
              <a:ext uri="{FF2B5EF4-FFF2-40B4-BE49-F238E27FC236}">
                <a16:creationId xmlns:a16="http://schemas.microsoft.com/office/drawing/2014/main" id="{3AF73129-8357-42D9-81CC-A09CD7AE1888}"/>
              </a:ext>
            </a:extLst>
          </p:cNvPr>
          <p:cNvSpPr>
            <a:spLocks noGrp="1"/>
          </p:cNvSpPr>
          <p:nvPr/>
        </p:nvSpPr>
        <p:spPr>
          <a:xfrm>
            <a:off x="2583656" y="5988844"/>
            <a:ext cx="4953000" cy="0"/>
          </a:xfrm>
          <a:prstGeom prst="line">
            <a:avLst/>
          </a:prstGeom>
          <a:noFill/>
          <a:ln w="11906">
            <a:solidFill>
              <a:srgbClr val="BCD0EA"/>
            </a:solidFill>
          </a:ln>
        </p:spPr>
      </p:sp>
      <p:sp>
        <p:nvSpPr>
          <p:cNvPr id="41" name="object-41">
            <a:extLst>
              <a:ext uri="{FF2B5EF4-FFF2-40B4-BE49-F238E27FC236}">
                <a16:creationId xmlns:a16="http://schemas.microsoft.com/office/drawing/2014/main" id="{C0C966FC-EB4D-4C0B-852E-5C1ADE168E40}"/>
              </a:ext>
            </a:extLst>
          </p:cNvPr>
          <p:cNvSpPr>
            <a:spLocks noGrp="1"/>
          </p:cNvSpPr>
          <p:nvPr/>
        </p:nvSpPr>
        <p:spPr>
          <a:xfrm>
            <a:off x="5988844" y="2583656"/>
            <a:ext cx="0" cy="4953000"/>
          </a:xfrm>
          <a:prstGeom prst="line">
            <a:avLst/>
          </a:prstGeom>
          <a:noFill/>
          <a:ln w="11906">
            <a:solidFill>
              <a:srgbClr val="BCD0EA"/>
            </a:solidFill>
          </a:ln>
        </p:spPr>
      </p:sp>
      <p:sp>
        <p:nvSpPr>
          <p:cNvPr id="42" name="object-42">
            <a:extLst>
              <a:ext uri="{FF2B5EF4-FFF2-40B4-BE49-F238E27FC236}">
                <a16:creationId xmlns:a16="http://schemas.microsoft.com/office/drawing/2014/main" id="{776D50D8-C545-4BEF-881C-E597CB63CB1F}"/>
              </a:ext>
            </a:extLst>
          </p:cNvPr>
          <p:cNvSpPr>
            <a:spLocks noGrp="1"/>
          </p:cNvSpPr>
          <p:nvPr/>
        </p:nvSpPr>
        <p:spPr>
          <a:xfrm>
            <a:off x="2583656" y="6298406"/>
            <a:ext cx="4953000" cy="0"/>
          </a:xfrm>
          <a:prstGeom prst="line">
            <a:avLst/>
          </a:prstGeom>
          <a:noFill/>
          <a:ln w="11906">
            <a:solidFill>
              <a:srgbClr val="BCD0EA"/>
            </a:solidFill>
          </a:ln>
        </p:spPr>
      </p:sp>
      <p:sp>
        <p:nvSpPr>
          <p:cNvPr id="43" name="object-43">
            <a:extLst>
              <a:ext uri="{FF2B5EF4-FFF2-40B4-BE49-F238E27FC236}">
                <a16:creationId xmlns:a16="http://schemas.microsoft.com/office/drawing/2014/main" id="{B0D9AA81-359F-4FB1-9B65-D59E3699631B}"/>
              </a:ext>
            </a:extLst>
          </p:cNvPr>
          <p:cNvSpPr>
            <a:spLocks noGrp="1"/>
          </p:cNvSpPr>
          <p:nvPr/>
        </p:nvSpPr>
        <p:spPr>
          <a:xfrm>
            <a:off x="6298406" y="2583656"/>
            <a:ext cx="0" cy="4953000"/>
          </a:xfrm>
          <a:prstGeom prst="line">
            <a:avLst/>
          </a:prstGeom>
          <a:noFill/>
          <a:ln w="11906">
            <a:solidFill>
              <a:srgbClr val="BCD0EA"/>
            </a:solidFill>
          </a:ln>
        </p:spPr>
      </p:sp>
      <p:sp>
        <p:nvSpPr>
          <p:cNvPr id="44" name="object-44">
            <a:extLst>
              <a:ext uri="{FF2B5EF4-FFF2-40B4-BE49-F238E27FC236}">
                <a16:creationId xmlns:a16="http://schemas.microsoft.com/office/drawing/2014/main" id="{D03C6DD7-3C87-4FAA-B3CB-DD07DA6D780A}"/>
              </a:ext>
            </a:extLst>
          </p:cNvPr>
          <p:cNvSpPr>
            <a:spLocks noGrp="1"/>
          </p:cNvSpPr>
          <p:nvPr/>
        </p:nvSpPr>
        <p:spPr>
          <a:xfrm>
            <a:off x="608409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45" name="object-45">
            <a:extLst>
              <a:ext uri="{FF2B5EF4-FFF2-40B4-BE49-F238E27FC236}">
                <a16:creationId xmlns:a16="http://schemas.microsoft.com/office/drawing/2014/main" id="{F1CA25EE-243C-461E-985A-1E7C9DE0AE04}"/>
              </a:ext>
            </a:extLst>
          </p:cNvPr>
          <p:cNvSpPr>
            <a:spLocks noGrp="1"/>
          </p:cNvSpPr>
          <p:nvPr/>
        </p:nvSpPr>
        <p:spPr>
          <a:xfrm>
            <a:off x="4560094" y="610790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-4</a:t>
            </a:r>
          </a:p>
        </p:txBody>
      </p:sp>
      <p:sp>
        <p:nvSpPr>
          <p:cNvPr id="46" name="object-46">
            <a:extLst>
              <a:ext uri="{FF2B5EF4-FFF2-40B4-BE49-F238E27FC236}">
                <a16:creationId xmlns:a16="http://schemas.microsoft.com/office/drawing/2014/main" id="{AF4BAC95-6BB1-468B-940A-B6B4D9E1E19E}"/>
              </a:ext>
            </a:extLst>
          </p:cNvPr>
          <p:cNvSpPr>
            <a:spLocks noGrp="1"/>
          </p:cNvSpPr>
          <p:nvPr/>
        </p:nvSpPr>
        <p:spPr>
          <a:xfrm>
            <a:off x="2583656" y="6607969"/>
            <a:ext cx="4953000" cy="0"/>
          </a:xfrm>
          <a:prstGeom prst="line">
            <a:avLst/>
          </a:prstGeom>
          <a:noFill/>
          <a:ln w="11906">
            <a:solidFill>
              <a:srgbClr val="BCD0EA"/>
            </a:solidFill>
          </a:ln>
        </p:spPr>
      </p:sp>
      <p:sp>
        <p:nvSpPr>
          <p:cNvPr id="47" name="object-47">
            <a:extLst>
              <a:ext uri="{FF2B5EF4-FFF2-40B4-BE49-F238E27FC236}">
                <a16:creationId xmlns:a16="http://schemas.microsoft.com/office/drawing/2014/main" id="{CB896E15-C6D8-4CDD-8073-C187A27C5D71}"/>
              </a:ext>
            </a:extLst>
          </p:cNvPr>
          <p:cNvSpPr>
            <a:spLocks noGrp="1"/>
          </p:cNvSpPr>
          <p:nvPr/>
        </p:nvSpPr>
        <p:spPr>
          <a:xfrm>
            <a:off x="6607969" y="2583656"/>
            <a:ext cx="0" cy="4953000"/>
          </a:xfrm>
          <a:prstGeom prst="line">
            <a:avLst/>
          </a:prstGeom>
          <a:noFill/>
          <a:ln w="11906">
            <a:solidFill>
              <a:srgbClr val="BCD0EA"/>
            </a:solidFill>
          </a:ln>
        </p:spPr>
      </p:sp>
      <p:sp>
        <p:nvSpPr>
          <p:cNvPr id="48" name="object-48">
            <a:extLst>
              <a:ext uri="{FF2B5EF4-FFF2-40B4-BE49-F238E27FC236}">
                <a16:creationId xmlns:a16="http://schemas.microsoft.com/office/drawing/2014/main" id="{22B6630E-1FB8-4402-BECD-70C7D8F4C65E}"/>
              </a:ext>
            </a:extLst>
          </p:cNvPr>
          <p:cNvSpPr>
            <a:spLocks noGrp="1"/>
          </p:cNvSpPr>
          <p:nvPr/>
        </p:nvSpPr>
        <p:spPr>
          <a:xfrm>
            <a:off x="2583656" y="6917531"/>
            <a:ext cx="4953000" cy="0"/>
          </a:xfrm>
          <a:prstGeom prst="line">
            <a:avLst/>
          </a:prstGeom>
          <a:noFill/>
          <a:ln w="11906">
            <a:solidFill>
              <a:srgbClr val="BCD0EA"/>
            </a:solidFill>
          </a:ln>
        </p:spPr>
      </p:sp>
      <p:sp>
        <p:nvSpPr>
          <p:cNvPr id="49" name="object-49">
            <a:extLst>
              <a:ext uri="{FF2B5EF4-FFF2-40B4-BE49-F238E27FC236}">
                <a16:creationId xmlns:a16="http://schemas.microsoft.com/office/drawing/2014/main" id="{ECBB35A1-9105-4015-A1C9-7423B881AAA3}"/>
              </a:ext>
            </a:extLst>
          </p:cNvPr>
          <p:cNvSpPr>
            <a:spLocks noGrp="1"/>
          </p:cNvSpPr>
          <p:nvPr/>
        </p:nvSpPr>
        <p:spPr>
          <a:xfrm>
            <a:off x="6917531" y="2583656"/>
            <a:ext cx="0" cy="4953000"/>
          </a:xfrm>
          <a:prstGeom prst="line">
            <a:avLst/>
          </a:prstGeom>
          <a:noFill/>
          <a:ln w="11906">
            <a:solidFill>
              <a:srgbClr val="BCD0EA"/>
            </a:solidFill>
          </a:ln>
        </p:spPr>
      </p:sp>
      <p:sp>
        <p:nvSpPr>
          <p:cNvPr id="50" name="object-50">
            <a:extLst>
              <a:ext uri="{FF2B5EF4-FFF2-40B4-BE49-F238E27FC236}">
                <a16:creationId xmlns:a16="http://schemas.microsoft.com/office/drawing/2014/main" id="{05075D4E-7A34-4E12-8EEF-022D12350074}"/>
              </a:ext>
            </a:extLst>
          </p:cNvPr>
          <p:cNvSpPr>
            <a:spLocks noGrp="1"/>
          </p:cNvSpPr>
          <p:nvPr/>
        </p:nvSpPr>
        <p:spPr>
          <a:xfrm>
            <a:off x="6703219"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51" name="object-51">
            <a:extLst>
              <a:ext uri="{FF2B5EF4-FFF2-40B4-BE49-F238E27FC236}">
                <a16:creationId xmlns:a16="http://schemas.microsoft.com/office/drawing/2014/main" id="{CB4A9A95-55EF-422F-A423-E3C8350811DD}"/>
              </a:ext>
            </a:extLst>
          </p:cNvPr>
          <p:cNvSpPr>
            <a:spLocks noGrp="1"/>
          </p:cNvSpPr>
          <p:nvPr/>
        </p:nvSpPr>
        <p:spPr>
          <a:xfrm>
            <a:off x="4560094" y="6727031"/>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-6</a:t>
            </a:r>
          </a:p>
        </p:txBody>
      </p:sp>
      <p:sp>
        <p:nvSpPr>
          <p:cNvPr id="52" name="object-52">
            <a:extLst>
              <a:ext uri="{FF2B5EF4-FFF2-40B4-BE49-F238E27FC236}">
                <a16:creationId xmlns:a16="http://schemas.microsoft.com/office/drawing/2014/main" id="{7153C747-1038-43C5-BE17-75758F07690E}"/>
              </a:ext>
            </a:extLst>
          </p:cNvPr>
          <p:cNvSpPr>
            <a:spLocks noGrp="1"/>
          </p:cNvSpPr>
          <p:nvPr/>
        </p:nvSpPr>
        <p:spPr>
          <a:xfrm>
            <a:off x="2583656" y="7227094"/>
            <a:ext cx="4953000" cy="0"/>
          </a:xfrm>
          <a:prstGeom prst="line">
            <a:avLst/>
          </a:prstGeom>
          <a:noFill/>
          <a:ln w="11906">
            <a:solidFill>
              <a:srgbClr val="BCD0EA"/>
            </a:solidFill>
          </a:ln>
        </p:spPr>
      </p:sp>
      <p:sp>
        <p:nvSpPr>
          <p:cNvPr id="53" name="object-53">
            <a:extLst>
              <a:ext uri="{FF2B5EF4-FFF2-40B4-BE49-F238E27FC236}">
                <a16:creationId xmlns:a16="http://schemas.microsoft.com/office/drawing/2014/main" id="{90EDB040-7F93-41C6-B4FD-34847D122F51}"/>
              </a:ext>
            </a:extLst>
          </p:cNvPr>
          <p:cNvSpPr>
            <a:spLocks noGrp="1"/>
          </p:cNvSpPr>
          <p:nvPr/>
        </p:nvSpPr>
        <p:spPr>
          <a:xfrm>
            <a:off x="7227094" y="2583656"/>
            <a:ext cx="0" cy="4953000"/>
          </a:xfrm>
          <a:prstGeom prst="line">
            <a:avLst/>
          </a:prstGeom>
          <a:noFill/>
          <a:ln w="11906">
            <a:solidFill>
              <a:srgbClr val="BCD0EA"/>
            </a:solidFill>
          </a:ln>
        </p:spPr>
      </p:sp>
      <p:sp>
        <p:nvSpPr>
          <p:cNvPr id="54" name="object-54">
            <a:extLst>
              <a:ext uri="{FF2B5EF4-FFF2-40B4-BE49-F238E27FC236}">
                <a16:creationId xmlns:a16="http://schemas.microsoft.com/office/drawing/2014/main" id="{2B076917-21BD-4886-8A1C-D880AC8C8F3D}"/>
              </a:ext>
            </a:extLst>
          </p:cNvPr>
          <p:cNvSpPr>
            <a:spLocks noGrp="1"/>
          </p:cNvSpPr>
          <p:nvPr/>
        </p:nvSpPr>
        <p:spPr>
          <a:xfrm>
            <a:off x="2583656" y="7536656"/>
            <a:ext cx="4953000" cy="0"/>
          </a:xfrm>
          <a:prstGeom prst="line">
            <a:avLst/>
          </a:prstGeom>
          <a:noFill/>
          <a:ln w="11906">
            <a:solidFill>
              <a:srgbClr val="BCD0EA"/>
            </a:solidFill>
          </a:ln>
        </p:spPr>
      </p:sp>
      <p:sp>
        <p:nvSpPr>
          <p:cNvPr id="55" name="object-55">
            <a:extLst>
              <a:ext uri="{FF2B5EF4-FFF2-40B4-BE49-F238E27FC236}">
                <a16:creationId xmlns:a16="http://schemas.microsoft.com/office/drawing/2014/main" id="{B51D2BF9-7144-4976-93B8-F2CDCC9023E4}"/>
              </a:ext>
            </a:extLst>
          </p:cNvPr>
          <p:cNvSpPr>
            <a:spLocks noGrp="1"/>
          </p:cNvSpPr>
          <p:nvPr/>
        </p:nvSpPr>
        <p:spPr>
          <a:xfrm>
            <a:off x="7536656" y="2583656"/>
            <a:ext cx="0" cy="4953000"/>
          </a:xfrm>
          <a:prstGeom prst="line">
            <a:avLst/>
          </a:prstGeom>
          <a:noFill/>
          <a:ln w="11906">
            <a:solidFill>
              <a:srgbClr val="BCD0EA"/>
            </a:solidFill>
          </a:ln>
        </p:spPr>
      </p:sp>
      <p:sp>
        <p:nvSpPr>
          <p:cNvPr id="56" name="object-56">
            <a:extLst>
              <a:ext uri="{FF2B5EF4-FFF2-40B4-BE49-F238E27FC236}">
                <a16:creationId xmlns:a16="http://schemas.microsoft.com/office/drawing/2014/main" id="{78DA4AD6-A5B6-46A4-8623-8F0DFD37064A}"/>
              </a:ext>
            </a:extLst>
          </p:cNvPr>
          <p:cNvSpPr>
            <a:spLocks noGrp="1"/>
          </p:cNvSpPr>
          <p:nvPr/>
        </p:nvSpPr>
        <p:spPr>
          <a:xfrm>
            <a:off x="7322344" y="5131594"/>
            <a:ext cx="428625" cy="357188"/>
          </a:xfrm>
          <a:prstGeom prst="rect">
            <a:avLst/>
          </a:prstGeom>
          <a:noFill/>
          <a:ln w="0">
            <a:noFill/>
          </a:ln>
        </p:spPr>
        <p:txBody>
          <a:bodyPr anchor="ctr">
            <a:noAutofit/>
          </a:bodyPr>
          <a:lstStyle/>
          <a:p>
            <a:pPr algn="ctr">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57" name="object-57">
            <a:extLst>
              <a:ext uri="{FF2B5EF4-FFF2-40B4-BE49-F238E27FC236}">
                <a16:creationId xmlns:a16="http://schemas.microsoft.com/office/drawing/2014/main" id="{E89A10EE-D387-4E95-9D60-4C35AE57A67D}"/>
              </a:ext>
            </a:extLst>
          </p:cNvPr>
          <p:cNvSpPr>
            <a:spLocks noGrp="1"/>
          </p:cNvSpPr>
          <p:nvPr/>
        </p:nvSpPr>
        <p:spPr>
          <a:xfrm>
            <a:off x="4560094" y="7346156"/>
            <a:ext cx="416719" cy="357188"/>
          </a:xfrm>
          <a:prstGeom prst="rect">
            <a:avLst/>
          </a:prstGeom>
          <a:noFill/>
          <a:ln w="0">
            <a:noFill/>
          </a:ln>
        </p:spPr>
        <p:txBody>
          <a:bodyPr anchor="ctr">
            <a:noAutofit/>
          </a:bodyPr>
          <a:lstStyle/>
          <a:p>
            <a:pPr algn="l">
              <a:defRPr sz="1594" b="0">
                <a:solidFill>
                  <a:srgbClr val="52647A"/>
                </a:solidFill>
                <a:latin typeface="Arial"/>
                <a:ea typeface="Arial"/>
                <a:cs typeface="Arial"/>
              </a:defRPr>
            </a:pPr>
            <a:r>
              <a:rPr sz="1594" b="0">
                <a:solidFill>
                  <a:srgbClr val="52647A"/>
                </a:solidFill>
                <a:latin typeface="Arial"/>
                <a:ea typeface="Arial"/>
                <a:cs typeface="Arial"/>
              </a:rPr>
              <a:t>-8</a:t>
            </a:r>
          </a:p>
        </p:txBody>
      </p:sp>
      <p:sp>
        <p:nvSpPr>
          <p:cNvPr id="58" name="object-58">
            <a:extLst>
              <a:ext uri="{FF2B5EF4-FFF2-40B4-BE49-F238E27FC236}">
                <a16:creationId xmlns:a16="http://schemas.microsoft.com/office/drawing/2014/main" id="{CEBFEE9D-596C-46BE-8EDB-BA07ABDBF4F3}"/>
              </a:ext>
            </a:extLst>
          </p:cNvPr>
          <p:cNvSpPr>
            <a:spLocks noGrp="1"/>
          </p:cNvSpPr>
          <p:nvPr/>
        </p:nvSpPr>
        <p:spPr>
          <a:xfrm>
            <a:off x="2583656" y="5060156"/>
            <a:ext cx="4953000" cy="0"/>
          </a:xfrm>
          <a:prstGeom prst="line">
            <a:avLst/>
          </a:prstGeom>
          <a:noFill/>
          <a:ln w="23813">
            <a:solidFill>
              <a:srgbClr val="172B4D"/>
            </a:solidFill>
          </a:ln>
        </p:spPr>
      </p:sp>
      <p:sp>
        <p:nvSpPr>
          <p:cNvPr id="59" name="object-59">
            <a:extLst>
              <a:ext uri="{FF2B5EF4-FFF2-40B4-BE49-F238E27FC236}">
                <a16:creationId xmlns:a16="http://schemas.microsoft.com/office/drawing/2014/main" id="{6E565C87-9AA5-4E73-A56D-729B0C8BB7E7}"/>
              </a:ext>
            </a:extLst>
          </p:cNvPr>
          <p:cNvSpPr>
            <a:spLocks noGrp="1"/>
          </p:cNvSpPr>
          <p:nvPr/>
        </p:nvSpPr>
        <p:spPr>
          <a:xfrm>
            <a:off x="5060156" y="2583656"/>
            <a:ext cx="0" cy="4953000"/>
          </a:xfrm>
          <a:prstGeom prst="line">
            <a:avLst/>
          </a:prstGeom>
          <a:noFill/>
          <a:ln w="23813">
            <a:solidFill>
              <a:srgbClr val="172B4D"/>
            </a:solidFill>
          </a:ln>
        </p:spPr>
      </p:sp>
      <p:sp>
        <p:nvSpPr>
          <p:cNvPr id="60" name="object-60">
            <a:extLst>
              <a:ext uri="{FF2B5EF4-FFF2-40B4-BE49-F238E27FC236}">
                <a16:creationId xmlns:a16="http://schemas.microsoft.com/office/drawing/2014/main" id="{DBE1ACB8-4AF1-4CEF-A640-75E39AD11D15}"/>
              </a:ext>
            </a:extLst>
          </p:cNvPr>
          <p:cNvSpPr>
            <a:spLocks noGrp="1"/>
          </p:cNvSpPr>
          <p:nvPr/>
        </p:nvSpPr>
        <p:spPr>
          <a:xfrm>
            <a:off x="4953000" y="4953000"/>
            <a:ext cx="214313" cy="214313"/>
          </a:xfrm>
          <a:prstGeom prst="ellipse">
            <a:avLst/>
          </a:prstGeom>
          <a:solidFill>
            <a:srgbClr val="1D4ED8"/>
          </a:solidFill>
          <a:ln w="11906">
            <a:solidFill>
              <a:srgbClr val="172B4D"/>
            </a:solidFill>
          </a:ln>
        </p:spPr>
      </p:sp>
      <p:sp>
        <p:nvSpPr>
          <p:cNvPr id="61" name="object-61">
            <a:extLst>
              <a:ext uri="{FF2B5EF4-FFF2-40B4-BE49-F238E27FC236}">
                <a16:creationId xmlns:a16="http://schemas.microsoft.com/office/drawing/2014/main" id="{C3951DB8-4A73-4D8D-B73C-83CA10AAD57B}"/>
              </a:ext>
            </a:extLst>
          </p:cNvPr>
          <p:cNvSpPr>
            <a:spLocks noGrp="1"/>
          </p:cNvSpPr>
          <p:nvPr/>
        </p:nvSpPr>
        <p:spPr>
          <a:xfrm>
            <a:off x="9763125" y="4048125"/>
            <a:ext cx="4345781" cy="1547813"/>
          </a:xfrm>
          <a:prstGeom prst="rect">
            <a:avLst/>
          </a:prstGeom>
          <a:noFill/>
          <a:ln w="0">
            <a:noFill/>
          </a:ln>
        </p:spPr>
        <p:txBody>
          <a:bodyPr anchor="ctr">
            <a:noAutofit/>
          </a:bodyPr>
          <a:lstStyle/>
          <a:p>
            <a:pPr algn="l">
              <a:defRPr sz="4125" b="1">
                <a:solidFill>
                  <a:srgbClr val="11745A"/>
                </a:solidFill>
                <a:latin typeface="Arial"/>
                <a:ea typeface="Arial"/>
                <a:cs typeface="Arial"/>
              </a:defRPr>
            </a:pPr>
            <a:r>
              <a:rPr sz="4125" b="1">
                <a:solidFill>
                  <a:srgbClr val="11745A"/>
                </a:solidFill>
                <a:latin typeface="Arial"/>
                <a:ea typeface="Arial"/>
                <a:cs typeface="Arial"/>
              </a:rPr>
              <a:t>(6, -1)</a:t>
            </a:r>
          </a:p>
        </p:txBody>
      </p:sp>
    </p:spTree>
    <p:extLst>
      <p:ext uri="{BB962C8B-B14F-4D97-AF65-F5344CB8AC3E}">
        <p14:creationId xmlns:p14="http://schemas.microsoft.com/office/powerpoint/2010/main" val="156514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0 0 L -0.121875 0 E" pathEditMode="relative" ptsTypes="">
                                      <p:cBhvr>
                                        <p:cTn id="6" dur="800" fill="hold"/>
                                        <p:tgtEl>
                                          <p:spTgt spid="60"/>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63" presetClass="path" presetSubtype="0" accel="50000" decel="50000" fill="hold" nodeType="clickEffect">
                                  <p:stCondLst>
                                    <p:cond delay="0"/>
                                  </p:stCondLst>
                                  <p:childTnLst>
                                    <p:animMotion origin="layout" path="M -0.121875 0 L -0.121875 0.03611111 E" pathEditMode="relative" ptsTypes="">
                                      <p:cBhvr>
                                        <p:cTn id="10" dur="800" fill="hold"/>
                                        <p:tgtEl>
                                          <p:spTgt spid="60"/>
                                        </p:tgtEl>
                                        <p:attrNameLst>
                                          <p:attrName>ppt_x</p:attrName>
                                          <p:attrName>ppt_y</p:attrName>
                                        </p:attrNameLst>
                                      </p:cBhvr>
                                    </p:animMotion>
                                  </p:childTnLst>
                                </p:cTn>
                              </p:par>
                            </p:childTnLst>
                          </p:cTn>
                        </p:par>
                      </p:childTnLst>
                    </p:cTn>
                  </p:par>
                  <p:par>
                    <p:cTn id="11" fill="hold">
                      <p:stCondLst>
                        <p:cond delay="indefinite"/>
                      </p:stCondLst>
                      <p:childTnLst>
                        <p:par>
                          <p:cTn id="12" fill="hold">
                            <p:stCondLst>
                              <p:cond delay="0"/>
                            </p:stCondLst>
                            <p:childTnLst>
                              <p:par>
                                <p:cTn id="13" presetID="63" presetClass="path" presetSubtype="0" accel="50000" decel="50000" fill="hold" nodeType="clickEffect">
                                  <p:stCondLst>
                                    <p:cond delay="0"/>
                                  </p:stCondLst>
                                  <p:childTnLst>
                                    <p:animMotion origin="layout" path="M -0.121875 0.03611111 L 0.121875 0.03611111 E" pathEditMode="relative" ptsTypes="">
                                      <p:cBhvr>
                                        <p:cTn id="14" dur="800" fill="hold"/>
                                        <p:tgtEl>
                                          <p:spTgt spid="60"/>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121875 0.03611111 L 0.121875 0.03611111 E" pathEditMode="relative" ptsTypes="">
                                      <p:cBhvr>
                                        <p:cTn id="18" dur="800" fill="hold"/>
                                        <p:tgtEl>
                                          <p:spTgt spid="60"/>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103CCE39-7428-47EA-B5B6-DFE212F4E855}"/>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64DADC91-5DB8-4B1C-97C6-04FF3ED7629C}"/>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0A86D2C4-760B-4BB4-9565-8856DF57C1F6}"/>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1628E116-DA77-4E22-8B5D-255072483927}"/>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436EEFCD-D73D-4551-8E87-401E726292E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Reflect shapes</a:t>
            </a:r>
          </a:p>
        </p:txBody>
      </p:sp>
      <p:sp>
        <p:nvSpPr>
          <p:cNvPr id="6" name="object-6">
            <a:extLst>
              <a:ext uri="{FF2B5EF4-FFF2-40B4-BE49-F238E27FC236}">
                <a16:creationId xmlns:a16="http://schemas.microsoft.com/office/drawing/2014/main" id="{0CE2AB89-354D-4490-BC6E-3407C87B34C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D14CDA4C-9623-48EB-9483-64D8EB9314B9}"/>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BF472BDA-90C9-4B93-911E-E364EA4AE59E}"/>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Reflect (-6, 2) in the y-axis.</a:t>
            </a:r>
          </a:p>
        </p:txBody>
      </p:sp>
      <p:sp>
        <p:nvSpPr>
          <p:cNvPr id="9" name="object-9">
            <a:extLst>
              <a:ext uri="{FF2B5EF4-FFF2-40B4-BE49-F238E27FC236}">
                <a16:creationId xmlns:a16="http://schemas.microsoft.com/office/drawing/2014/main" id="{64F26709-5C45-4609-8665-84337A1B83DE}"/>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C3140A96-28E2-4F90-A742-8356DA4FF1F5}"/>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point becomes (7, -4) after moving 9 right and 3 down. Find its start.</a:t>
            </a:r>
          </a:p>
        </p:txBody>
      </p:sp>
      <p:sp>
        <p:nvSpPr>
          <p:cNvPr id="11" name="object-11">
            <a:extLst>
              <a:ext uri="{FF2B5EF4-FFF2-40B4-BE49-F238E27FC236}">
                <a16:creationId xmlns:a16="http://schemas.microsoft.com/office/drawing/2014/main" id="{E2E815A6-A89E-4FE0-9622-09DD3F8C9F97}"/>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58CFCB42-6DC7-4E98-AB35-251C2A980D23}"/>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Plot A(-4, 3). Which quadrant contains A?</a:t>
            </a:r>
          </a:p>
        </p:txBody>
      </p:sp>
      <p:sp>
        <p:nvSpPr>
          <p:cNvPr id="13" name="object-13">
            <a:extLst>
              <a:ext uri="{FF2B5EF4-FFF2-40B4-BE49-F238E27FC236}">
                <a16:creationId xmlns:a16="http://schemas.microsoft.com/office/drawing/2014/main" id="{74F3CA1C-4FC2-4428-AE34-2B7622183FE6}"/>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3D00D1A8-5215-44A5-980E-1873A44BB822}"/>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Reflect (-6, 2) in the y-axis.</a:t>
            </a:r>
          </a:p>
        </p:txBody>
      </p:sp>
      <p:sp>
        <p:nvSpPr>
          <p:cNvPr id="15" name="object-15">
            <a:extLst>
              <a:ext uri="{FF2B5EF4-FFF2-40B4-BE49-F238E27FC236}">
                <a16:creationId xmlns:a16="http://schemas.microsoft.com/office/drawing/2014/main" id="{D35E8AA5-36DF-4CFE-B097-8A21158F6FC0}"/>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2795A815-AD9F-4DEC-94FD-C790D4ABC3F8}"/>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A point becomes (7, -4) after moving 9 right and 3 down. Find its start.</a:t>
            </a:r>
          </a:p>
        </p:txBody>
      </p:sp>
      <p:sp>
        <p:nvSpPr>
          <p:cNvPr id="17" name="object-17">
            <a:extLst>
              <a:ext uri="{FF2B5EF4-FFF2-40B4-BE49-F238E27FC236}">
                <a16:creationId xmlns:a16="http://schemas.microsoft.com/office/drawing/2014/main" id="{C1E7FB76-1C46-48C5-BC26-9E7A7EF42236}"/>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DFA78FFF-8DB9-44A9-BC8B-255776681A6E}"/>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Plot A(-4, 3). Which quadrant contains A?</a:t>
            </a:r>
          </a:p>
        </p:txBody>
      </p:sp>
      <p:sp>
        <p:nvSpPr>
          <p:cNvPr id="19" name="object-19">
            <a:extLst>
              <a:ext uri="{FF2B5EF4-FFF2-40B4-BE49-F238E27FC236}">
                <a16:creationId xmlns:a16="http://schemas.microsoft.com/office/drawing/2014/main" id="{8A67F141-CF78-4220-96EA-878800AE8F64}"/>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DCEEBD47-791D-46EF-A154-17A1CD85331A}"/>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Prove or explain your reasoning: Point P moves from (2, -5) to (-3, 1). Describe the translation.</a:t>
            </a:r>
          </a:p>
        </p:txBody>
      </p:sp>
      <p:sp>
        <p:nvSpPr>
          <p:cNvPr id="21" name="object-21">
            <a:extLst>
              <a:ext uri="{FF2B5EF4-FFF2-40B4-BE49-F238E27FC236}">
                <a16:creationId xmlns:a16="http://schemas.microsoft.com/office/drawing/2014/main" id="{EE56D6EC-E16C-4B53-9FB7-9C96513065CF}"/>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ED3C9144-C411-4243-95A5-E95E156A1823}"/>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changes x and y in the same way without checking the direction or mirror line.</a:t>
            </a:r>
          </a:p>
        </p:txBody>
      </p:sp>
      <p:sp>
        <p:nvSpPr>
          <p:cNvPr id="23" name="object-23">
            <a:extLst>
              <a:ext uri="{FF2B5EF4-FFF2-40B4-BE49-F238E27FC236}">
                <a16:creationId xmlns:a16="http://schemas.microsoft.com/office/drawing/2014/main" id="{6C2F34C5-AD24-47C0-9545-FF2566CE893D}"/>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D93205C3-CDB9-42FD-8660-0735AF58D550}"/>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62CC5B2A-97A9-49FA-9F7A-839BFC53CAF2}"/>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AB1CEBA4-51B4-4EB6-B54F-FFAC2524ACBE}"/>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Plot A(-4, 3). Which quadrant contains A?</a:t>
            </a:r>
          </a:p>
        </p:txBody>
      </p:sp>
    </p:spTree>
    <p:extLst>
      <p:ext uri="{BB962C8B-B14F-4D97-AF65-F5344CB8AC3E}">
        <p14:creationId xmlns:p14="http://schemas.microsoft.com/office/powerpoint/2010/main" val="2702802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617924D3-C5FE-4E6F-9D7E-E860EC1C9066}"/>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85974A0B-9C33-46E5-B7F0-20B3225A43A1}"/>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6155601C-BC11-4BC9-85E8-94E512D9165D}"/>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BA42A1B0-44F5-4B3C-A1FE-1725600A9C8E}"/>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Reflect shapes</a:t>
            </a:r>
          </a:p>
        </p:txBody>
      </p:sp>
      <p:sp>
        <p:nvSpPr>
          <p:cNvPr id="5" name="object-5">
            <a:extLst>
              <a:ext uri="{FF2B5EF4-FFF2-40B4-BE49-F238E27FC236}">
                <a16:creationId xmlns:a16="http://schemas.microsoft.com/office/drawing/2014/main" id="{7832C4DB-52CD-4744-8622-EDDBEE7B0C57}"/>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1F447ECF-EB6B-45E8-9787-2DBFF3E565DE}"/>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0623A213-0862-44B6-8880-4AB0218A3AE3}"/>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 2).</a:t>
            </a:r>
          </a:p>
        </p:txBody>
      </p:sp>
      <p:sp>
        <p:nvSpPr>
          <p:cNvPr id="8" name="object-8">
            <a:extLst>
              <a:ext uri="{FF2B5EF4-FFF2-40B4-BE49-F238E27FC236}">
                <a16:creationId xmlns:a16="http://schemas.microsoft.com/office/drawing/2014/main" id="{1933F0E8-0351-4ED1-844E-73CBCDB20600}"/>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FDE7076B-5818-4BB4-AF94-33F69E36D8DC}"/>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 -1).</a:t>
            </a:r>
          </a:p>
        </p:txBody>
      </p:sp>
      <p:sp>
        <p:nvSpPr>
          <p:cNvPr id="10" name="object-10">
            <a:extLst>
              <a:ext uri="{FF2B5EF4-FFF2-40B4-BE49-F238E27FC236}">
                <a16:creationId xmlns:a16="http://schemas.microsoft.com/office/drawing/2014/main" id="{8D55B172-3626-43C7-B1F8-F314C63C3CD3}"/>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2B9D120B-A95D-4393-B17A-EE2E681AA46C}"/>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Quadrant II.</a:t>
            </a:r>
          </a:p>
        </p:txBody>
      </p:sp>
      <p:sp>
        <p:nvSpPr>
          <p:cNvPr id="12" name="object-12">
            <a:extLst>
              <a:ext uri="{FF2B5EF4-FFF2-40B4-BE49-F238E27FC236}">
                <a16:creationId xmlns:a16="http://schemas.microsoft.com/office/drawing/2014/main" id="{1D33EF64-67DD-4901-B136-3B3C20FB43F4}"/>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40A7C22C-5941-4350-ABF5-9E2F0CEF6945}"/>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(6, 2).</a:t>
            </a:r>
          </a:p>
        </p:txBody>
      </p:sp>
      <p:sp>
        <p:nvSpPr>
          <p:cNvPr id="14" name="object-14">
            <a:extLst>
              <a:ext uri="{FF2B5EF4-FFF2-40B4-BE49-F238E27FC236}">
                <a16:creationId xmlns:a16="http://schemas.microsoft.com/office/drawing/2014/main" id="{52D628D7-E693-4C29-AFD5-4901FF39A8AA}"/>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631A1E54-36C9-41D2-8C8A-16260537637E}"/>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(-2, -1). Method or representation may vary.</a:t>
            </a:r>
          </a:p>
        </p:txBody>
      </p:sp>
      <p:sp>
        <p:nvSpPr>
          <p:cNvPr id="16" name="object-16">
            <a:extLst>
              <a:ext uri="{FF2B5EF4-FFF2-40B4-BE49-F238E27FC236}">
                <a16:creationId xmlns:a16="http://schemas.microsoft.com/office/drawing/2014/main" id="{8291035B-E9DB-4B75-BA41-EBF0A42F698E}"/>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C2567AC4-38DE-4A73-B7D3-40C4B1C9DCA1}"/>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Quadrant II. A valid check must be shown.</a:t>
            </a:r>
          </a:p>
        </p:txBody>
      </p:sp>
      <p:sp>
        <p:nvSpPr>
          <p:cNvPr id="18" name="object-18">
            <a:extLst>
              <a:ext uri="{FF2B5EF4-FFF2-40B4-BE49-F238E27FC236}">
                <a16:creationId xmlns:a16="http://schemas.microsoft.com/office/drawing/2014/main" id="{FA3B4662-CE76-49AB-BF84-37082B9837BC}"/>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A560147D-A7B0-46BA-B5CF-1E1CE560EFF0}"/>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5 left and 6 up. The explanation must show why the method works.</a:t>
            </a:r>
          </a:p>
        </p:txBody>
      </p:sp>
      <p:sp>
        <p:nvSpPr>
          <p:cNvPr id="20" name="object-20">
            <a:extLst>
              <a:ext uri="{FF2B5EF4-FFF2-40B4-BE49-F238E27FC236}">
                <a16:creationId xmlns:a16="http://schemas.microsoft.com/office/drawing/2014/main" id="{A72D589A-DFBF-4D74-B222-8D306361BEEA}"/>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24E55436-3B2A-4858-BC1D-CC5075A9164E}"/>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Track horizontal and vertical changes separately and apply the exact transformation to every point.</a:t>
            </a:r>
          </a:p>
        </p:txBody>
      </p:sp>
      <p:sp>
        <p:nvSpPr>
          <p:cNvPr id="22" name="object-22">
            <a:extLst>
              <a:ext uri="{FF2B5EF4-FFF2-40B4-BE49-F238E27FC236}">
                <a16:creationId xmlns:a16="http://schemas.microsoft.com/office/drawing/2014/main" id="{19A9D2D5-8829-4DEB-93E0-15DA61F8D273}"/>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EA4BED41-4323-4DD7-9CE8-D070246A2DBB}"/>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A47F3FED-C1B4-451E-B9A9-ED963FFB27A1}"/>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F840C50B-FDD2-416D-A123-A39BAB5D9BF7}"/>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10873862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1013</Words>
  <Application>Microsoft Office PowerPoint</Application>
  <DocSecurity>0</DocSecurity>
  <PresentationFormat>Custom</PresentationFormat>
  <Paragraphs>158</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2026-09-14T13:19:21Z</dcterms:created>
  <dcterms:modified xsi:type="dcterms:W3CDTF">2026-09-14T13:21:07Z</dcterms:modified>
</cp:coreProperties>
</file>