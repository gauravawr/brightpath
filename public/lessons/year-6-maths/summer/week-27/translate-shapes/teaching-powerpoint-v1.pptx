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57bc0bbba74c30" /><Relationship Type="http://schemas.openxmlformats.org/officeDocument/2006/relationships/extended-properties" Target="/docProps/app.xml" Id="Rfbbdf980b6134661" /><Relationship Type="http://schemas.openxmlformats.org/officeDocument/2006/relationships/officeDocument" Target="/ppt/presentation.xml" Id="Rbcb31ea8f2834e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7f3d695d934a7e"/>
  </p:sldMasterIdLst>
  <p:notesMasterIdLst>
    <p:notesMasterId xmlns:r="http://schemas.openxmlformats.org/officeDocument/2006/relationships" r:id="R37690be606304ddc"/>
  </p:notesMasterIdLst>
  <p:sldIdLst>
    <p:sldId xmlns:r="http://schemas.openxmlformats.org/officeDocument/2006/relationships" id="256" r:id="R835b785c59a14a0d"/>
    <p:sldId xmlns:r="http://schemas.openxmlformats.org/officeDocument/2006/relationships" id="257" r:id="R85c1b4e19f3b408b"/>
    <p:sldId xmlns:r="http://schemas.openxmlformats.org/officeDocument/2006/relationships" id="258" r:id="Rd2795eddc517466e"/>
    <p:sldId xmlns:r="http://schemas.openxmlformats.org/officeDocument/2006/relationships" id="259" r:id="R66a01c0af29c42e7"/>
    <p:sldId xmlns:r="http://schemas.openxmlformats.org/officeDocument/2006/relationships" id="260" r:id="R80ccbe3794be4c75"/>
    <p:sldId xmlns:r="http://schemas.openxmlformats.org/officeDocument/2006/relationships" id="261" r:id="R85bb188390784473"/>
    <p:sldId xmlns:r="http://schemas.openxmlformats.org/officeDocument/2006/relationships" id="262" r:id="Rc8bcb8b17d414d57"/>
    <p:sldId xmlns:r="http://schemas.openxmlformats.org/officeDocument/2006/relationships" id="263" r:id="R9535abdc55e04236"/>
    <p:sldId xmlns:r="http://schemas.openxmlformats.org/officeDocument/2006/relationships" id="264" r:id="R808d38a0f4af4631"/>
    <p:sldId xmlns:r="http://schemas.openxmlformats.org/officeDocument/2006/relationships" id="265" r:id="Ree536a702ed94bb6"/>
    <p:sldId xmlns:r="http://schemas.openxmlformats.org/officeDocument/2006/relationships" id="266" r:id="R65b6d07fd4854e00"/>
    <p:sldId xmlns:r="http://schemas.openxmlformats.org/officeDocument/2006/relationships" id="267" r:id="R39f6781067c34f3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575e2e4a4045f8" /><Relationship Type="http://schemas.openxmlformats.org/officeDocument/2006/relationships/slideMaster" Target="/ppt/slideMasters/slideMaster1.xml" Id="R817f3d695d934a7e" /><Relationship Type="http://schemas.openxmlformats.org/officeDocument/2006/relationships/notesMaster" Target="/ppt/notesMasters/notesMaster1.xml" Id="R37690be606304ddc" /><Relationship Type="http://schemas.openxmlformats.org/officeDocument/2006/relationships/presProps" Target="/ppt/presProps.xml" Id="R15c5e20df9cd4800" /><Relationship Type="http://schemas.openxmlformats.org/officeDocument/2006/relationships/tableStyles" Target="/ppt/tableStyles.xml" Id="Ra7c8193679634e54" /><Relationship Type="http://schemas.openxmlformats.org/officeDocument/2006/relationships/slide" Target="/ppt/slides/slide1.xml" Id="R835b785c59a14a0d" /><Relationship Type="http://schemas.openxmlformats.org/officeDocument/2006/relationships/slide" Target="/ppt/slides/slide2.xml" Id="R85c1b4e19f3b408b" /><Relationship Type="http://schemas.openxmlformats.org/officeDocument/2006/relationships/slide" Target="/ppt/slides/slide3.xml" Id="Rd2795eddc517466e" /><Relationship Type="http://schemas.openxmlformats.org/officeDocument/2006/relationships/slide" Target="/ppt/slides/slide4.xml" Id="R66a01c0af29c42e7" /><Relationship Type="http://schemas.openxmlformats.org/officeDocument/2006/relationships/slide" Target="/ppt/slides/slide5.xml" Id="R80ccbe3794be4c75" /><Relationship Type="http://schemas.openxmlformats.org/officeDocument/2006/relationships/slide" Target="/ppt/slides/slide6.xml" Id="R85bb188390784473" /><Relationship Type="http://schemas.openxmlformats.org/officeDocument/2006/relationships/slide" Target="/ppt/slides/slide7.xml" Id="Rc8bcb8b17d414d57" /><Relationship Type="http://schemas.openxmlformats.org/officeDocument/2006/relationships/slide" Target="/ppt/slides/slide8.xml" Id="R9535abdc55e04236" /><Relationship Type="http://schemas.openxmlformats.org/officeDocument/2006/relationships/slide" Target="/ppt/slides/slide9.xml" Id="R808d38a0f4af4631" /><Relationship Type="http://schemas.openxmlformats.org/officeDocument/2006/relationships/slide" Target="/ppt/slides/slide10.xml" Id="Ree536a702ed94bb6" /><Relationship Type="http://schemas.openxmlformats.org/officeDocument/2006/relationships/slide" Target="/ppt/slides/slide11.xml" Id="R65b6d07fd4854e00" /><Relationship Type="http://schemas.openxmlformats.org/officeDocument/2006/relationships/slide" Target="/ppt/slides/slide12.xml" Id="R39f6781067c34f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893d4e274342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04957bfd594aec" /><Relationship Type="http://schemas.openxmlformats.org/officeDocument/2006/relationships/notesMaster" Target="/ppt/notesMasters/notesMaster1.xml" Id="R92692cceaf4347d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52e0be565e4ed0" /><Relationship Type="http://schemas.openxmlformats.org/officeDocument/2006/relationships/notesMaster" Target="/ppt/notesMasters/notesMaster1.xml" Id="R3aa560dfe1284b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007081a80204146" /><Relationship Type="http://schemas.openxmlformats.org/officeDocument/2006/relationships/notesMaster" Target="/ppt/notesMasters/notesMaster1.xml" Id="Rcb9e4d80cf3c4e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ba9c58b2ee4027" /><Relationship Type="http://schemas.openxmlformats.org/officeDocument/2006/relationships/notesMaster" Target="/ppt/notesMasters/notesMaster1.xml" Id="Rd909bcd875ac47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2ce8744dad4951" /><Relationship Type="http://schemas.openxmlformats.org/officeDocument/2006/relationships/notesMaster" Target="/ppt/notesMasters/notesMaster1.xml" Id="Rc165b19fa64b4e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bc3995e42a0401c" /><Relationship Type="http://schemas.openxmlformats.org/officeDocument/2006/relationships/notesMaster" Target="/ppt/notesMasters/notesMaster1.xml" Id="R4ad0d3b666b2470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b0b39a94ed4f3c" /><Relationship Type="http://schemas.openxmlformats.org/officeDocument/2006/relationships/notesMaster" Target="/ppt/notesMasters/notesMaster1.xml" Id="Rb986d5c51f1641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6c714dee89443d" /><Relationship Type="http://schemas.openxmlformats.org/officeDocument/2006/relationships/notesMaster" Target="/ppt/notesMasters/notesMaster1.xml" Id="Rf8c4781ba0c44bf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1630626a692429b" /><Relationship Type="http://schemas.openxmlformats.org/officeDocument/2006/relationships/notesMaster" Target="/ppt/notesMasters/notesMaster1.xml" Id="R7ebed77223134c4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1ac63726e0a4085" /><Relationship Type="http://schemas.openxmlformats.org/officeDocument/2006/relationships/notesMaster" Target="/ppt/notesMasters/notesMaster1.xml" Id="Rd59bc1e74d68439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d8d73a7c3014b28" /><Relationship Type="http://schemas.openxmlformats.org/officeDocument/2006/relationships/notesMaster" Target="/ppt/notesMasters/notesMaster1.xml" Id="R1da58a0372fd48d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b15a04fbbbd46ff" /><Relationship Type="http://schemas.openxmlformats.org/officeDocument/2006/relationships/notesMaster" Target="/ppt/notesMasters/notesMaster1.xml" Id="Rf029ee65767f4c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Four-quadrant grids, tracing paper, mirrors, coordinate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(6, 2). | Read or record x before y and note the quadrant. |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coordinate, quadrant, x-axis, y-axis, translate, reflect.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(1, 3).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(6, 2).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(6, 2)..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(-2, -1)..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Quadrant II.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(-2, -1).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(-2, -1). | Track horizontal and vertical changes separately and apply the exact transformation to every point.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5b3503aa59417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b79a9cfeb442f1" /><Relationship Type="http://schemas.openxmlformats.org/officeDocument/2006/relationships/slideLayout" Target="/ppt/slideLayouts/slideLayout1.xml" Id="Rbae31a67f260494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e31a67f260494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11506725344d7" /><Relationship Type="http://schemas.openxmlformats.org/officeDocument/2006/relationships/notesSlide" Target="/ppt/notesSlides/notesSlide1.xml" Id="Rda3f5cc45c9844f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5da5647e7a49ac" /><Relationship Type="http://schemas.openxmlformats.org/officeDocument/2006/relationships/notesSlide" Target="/ppt/notesSlides/notesSlide2.xml" Id="R9d406974bd6b45e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e1764e7374778" /><Relationship Type="http://schemas.openxmlformats.org/officeDocument/2006/relationships/notesSlide" Target="/ppt/notesSlides/notesSlide3.xml" Id="R73b430e1dab143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8f7de7dd3547c9" /><Relationship Type="http://schemas.openxmlformats.org/officeDocument/2006/relationships/notesSlide" Target="/ppt/notesSlides/notesSlide4.xml" Id="Rf56dab60e0db41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a3ac3a57914420" /><Relationship Type="http://schemas.openxmlformats.org/officeDocument/2006/relationships/notesSlide" Target="/ppt/notesSlides/notesSlide5.xml" Id="R253365df431848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d8b307ff7e497f" /><Relationship Type="http://schemas.openxmlformats.org/officeDocument/2006/relationships/notesSlide" Target="/ppt/notesSlides/notesSlide6.xml" Id="R917012442a67404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09b93c72f4479" /><Relationship Type="http://schemas.openxmlformats.org/officeDocument/2006/relationships/image" Target="/ppt/media/image.png" Id="Rf4ca1bba4c724ca1" /><Relationship Type="http://schemas.openxmlformats.org/officeDocument/2006/relationships/notesSlide" Target="/ppt/notesSlides/notesSlide7.xml" Id="R0d0d14a714fc47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bab3cb32d14638" /><Relationship Type="http://schemas.openxmlformats.org/officeDocument/2006/relationships/notesSlide" Target="/ppt/notesSlides/notesSlide8.xml" Id="Rcfed77c1ce2944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1b340d8c754657" /><Relationship Type="http://schemas.openxmlformats.org/officeDocument/2006/relationships/notesSlide" Target="/ppt/notesSlides/notesSlide9.xml" Id="R26276c0eb4aa414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b678a6d2648cc" /><Relationship Type="http://schemas.openxmlformats.org/officeDocument/2006/relationships/notesSlide" Target="/ppt/notesSlides/notesSlide10.xml" Id="Rec65705bdd674a1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f7825a4df140c6" /><Relationship Type="http://schemas.openxmlformats.org/officeDocument/2006/relationships/notesSlide" Target="/ppt/notesSlides/notesSlide11.xml" Id="R9185b6ba4345402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f1e9f1774341d9" /><Relationship Type="http://schemas.openxmlformats.org/officeDocument/2006/relationships/notesSlide" Target="/ppt/notesSlides/notesSlide12.xml" Id="Rfb8880da67e04af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9E8D9D-D74D-4230-892C-F1A70C22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C4A3F0-2442-48B6-A668-92532962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E2DB59-FEFA-4EB6-A3E9-8AE74A1F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D1F25A-244F-413A-AFC1-0C0099C8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01E26-B77F-4311-9ED0-C7BA7717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66F7C1-1FA2-471A-A076-1DC9BE74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F71CF2-F956-49EC-BC9D-46858039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9E7BEB-325E-45F0-80AA-BAFB97C7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translate every vertex by a given vector.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186528-55A7-4E40-9EFB-1BDF390F3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4C5A05-F8B1-419D-804A-0683DF1A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Four-quadrant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18D6A1-0783-4BD9-AC09-92B5A2626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097441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FB3C54-470F-40D0-BB80-BBA6E91F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3DE1D7-B73A-4B52-9656-85B2FCBE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66BC37-D6E8-4577-ACB4-6005A468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ADC061-61C2-4B86-82B8-A55E638A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227A5D-F3C8-4176-95AC-003F4BC5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6AB903-07AF-4C30-8B7E-84C82A9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9BD570-52EC-4273-967E-CF3F8585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E35EE2-D75F-464F-9E54-851A10227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9D5516-6667-4C56-8EB4-BEA9FCBD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FF5390-E2C8-4C15-B57D-C97D6FF4E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5D0FAD-ECB8-41EB-A88E-6D3B77B5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B2B164-DA98-4CC9-9A98-26FF0BD6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DC0084-C3F6-4AC4-ACC2-70A6B9F4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Describe positions in four quadrants and transform shapes on coordinate grids.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C4A369-F175-499C-8571-9A9ABFBD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A72812-FC51-4E22-A289-F48B6BFF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93ED1B-356E-45FA-BBED-C6F7DC18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9AD0D4-F299-45E5-9D5F-B8E885CBD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Reflect (-6, 2) in the y-axis.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A31785-71C5-43B9-8FF6-2958ED25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C4AC6A-6B93-40FB-AFD1-844A4207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894A4-913B-4430-9425-88754925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5DD9ED-F2CF-4257-A23A-CB1FF79A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Translate (4, -2) by 3 left and 5 up.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2D67CC-D9A0-4B21-8461-E64D6E3F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5581387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995F15-5E97-4342-A666-5FD5FCF5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71A79F-A2CD-4339-8920-E0E99B00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ADDA4A-9488-486F-8782-5D41B9500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208FF2-FF0A-4611-80F0-D876D0C81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D5B61D-5290-476E-A2EA-0EABD3E0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2139EF-088D-402F-8B6C-FFE8BEFC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AADC8D-73D8-4224-A10B-3F7EDBA4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6A6B6C-E1A6-49A8-9B14-5B35D6E3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24041B-3FCD-4A28-9310-2777361A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2D0063-8F61-4D7C-9B6C-829E4376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translate every vertex by a given vector.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2C199B-586E-4419-85D6-A7F174ED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56CC04-1EE4-45B2-9B50-5D835D309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or record x before y and note the quadrant.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82686C-1280-4014-BD5D-75D8AA27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Apply the same vector or mirror line to every vertex.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587805-7D88-4729-A021-D4277774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side lengths and orientation after the transformation.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6704BF-697C-495E-A3D1-5B9FE0EA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coordinate  |  quadrant  |  x-axis  |  y-axis  |  translate  |  reflect</a:t>
            </a:r>
          </a:p>
        </p:txBody>
      </p:sp>
    </p:spTree>
    <p:extLst>
      <p:ext uri="{BB962C8B-B14F-4D97-AF65-F5344CB8AC3E}">
        <p14:creationId xmlns:p14="http://schemas.microsoft.com/office/powerpoint/2010/main" val="186296366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950686-61DE-4931-BB18-A5AC5CC3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547DAE-C379-43F0-AEAA-A5115B49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04F0E0-C106-4D8C-A624-B3F00828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509238-6850-4E92-A532-EFD500F3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D39196-10F8-4585-B625-BE3D1FAE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4E0130-C233-48F9-BEA1-5E4EE0BF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65AE3B-84F9-4296-871E-7485CAF4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97E369-9EF3-4A98-AFEE-D2EFA577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4BD5A2-F4F6-47D6-8213-5F48DED3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5250B7-57A6-43FD-B31B-06299A00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Translate (4, -2) by 3 left and 5 up.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89CF2-A528-4213-B70F-FE1CA2F51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351136-A5CF-4C2E-8E9E-67411CF4C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006176-DA08-46B3-A467-CD082BC9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Start (4, -2)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84AE76-108F-44B5-8B39-80108FF8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88D632-E6AB-41F5-897E-641A8C0E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3C6FAC-C16A-4B48-AB29-4E635FE4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 left: x = 4 - 3 =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75AAF7-5643-4D9E-B430-4776C9F0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3F0A84-6BC6-4CA0-8C2B-65AAE5B0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495B29-E5AD-41AA-99AA-1A3E2D56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5 up: y = -2 + 5 =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56A8FD-0FEE-46DA-B1B5-DFDFA486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91DBD9-9246-45B7-945F-1BB4E3E9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09BD5D-335C-4FD9-97B9-256ABEB9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New point = (1, 3)</a:t>
            </a:r>
          </a:p>
        </p:txBody>
      </p:sp>
    </p:spTree>
    <p:extLst>
      <p:ext uri="{BB962C8B-B14F-4D97-AF65-F5344CB8AC3E}">
        <p14:creationId xmlns:p14="http://schemas.microsoft.com/office/powerpoint/2010/main" val="11773718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5CAE9A-484F-42C2-92F4-5C9BC668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9ECCDF-5CA7-4D88-AECF-85670281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0C3A30-32DA-484A-9E86-22AB6108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DAF27-462F-43D8-B7EE-DC8D7619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D4286E-750C-40B9-96F3-E53CA7F7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B30044-A4C9-4F89-93C5-3587DDA8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C84FA7-386C-42C1-981B-38764B45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37C605-8CE1-48BC-AD50-464603BB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24D333-248C-4291-A3BD-52178DD2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54B4F8-ACF4-4E18-AE40-B9CEA651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300071-E047-4CC6-9D5A-03F24384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(1, 3).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349C7C-FB76-4969-86A1-6AC88D65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99BF41-851A-46C8-ACBF-E47F528E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side lengths and orientation after the transformation.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DE97EA-DF2F-46BC-82B7-95996153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6004075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855FB6-CA54-45EF-9A5D-F30C739E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706A56-643D-4A3E-874A-5435A4B2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B35BF1-01C2-410B-8B5C-32F548A7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759B9B-85B1-4AF6-A712-FA593342E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2B414A-B4D3-41DA-9594-4E841E73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51D8E6-E25C-4BE9-AD25-C00F0074B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92845-8699-4617-B885-1675C599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4176D8-0C8D-4251-98E3-1F1577EE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286DB8-6ABD-4028-9C81-E585252C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6FD750-DE2A-4554-8669-79EDE7E2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Reflect (-6, 2) in the y-axis.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5D4CC1-B3E5-40DE-BD94-E87A8A967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6640E6-91F8-449C-959D-BE68AB49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15453-0016-42F0-926F-65525958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A060D7-F078-4B55-AE0B-CC90FE26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2F3DE2-D52F-43DE-9E91-4BA383DD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(6, 2).</a:t>
            </a:r>
          </a:p>
        </p:txBody>
      </p:sp>
    </p:spTree>
    <p:extLst>
      <p:ext uri="{BB962C8B-B14F-4D97-AF65-F5344CB8AC3E}">
        <p14:creationId xmlns:p14="http://schemas.microsoft.com/office/powerpoint/2010/main" val="5554625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CBB07E-C835-4A02-B01A-0CDA4860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274BCD-4292-489A-BCC1-CE72EE44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67EDEA-7B69-4C10-ACC5-847F825E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8E63C5-EEAF-45AC-A2B4-8D3BEB42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1C322B-1C63-46E2-AC6C-47D43507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692463-4288-47D6-8A5A-BD4F721B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9C0865-D203-473F-9D5F-0E5095B5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72681F-E105-4CFF-9D21-037A1DF9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6F61B-88D7-48AB-89B1-3273498D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ca1bba4c724ca1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E779CC-616F-4812-8D70-D5B8EBA0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108A94-089F-4ACE-8CCC-4171043A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x and y in the same way without checking the direction or mirror line.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5DB3C8-877F-4E82-8183-DB2E2888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B2C74E-1BE6-4370-AF2A-BE3F888C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A5245E-48AD-400F-A4F6-A472FE7AD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Track horizontal and vertical changes separately and apply the exact transformation to every point.</a:t>
            </a:r>
          </a:p>
        </p:txBody>
      </p:sp>
    </p:spTree>
    <p:extLst>
      <p:ext uri="{BB962C8B-B14F-4D97-AF65-F5344CB8AC3E}">
        <p14:creationId xmlns:p14="http://schemas.microsoft.com/office/powerpoint/2010/main" val="17404595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928F27-5119-4EBC-BDBF-80B707D3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E53A96-741D-42B0-90C8-D659B1B5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AE0EB-9461-4455-A49E-2D8F874E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10C3E-17DD-4964-8AE7-2A2A206DA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50CD58-21B6-4C5E-AA36-773305D6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92DC22-A8C9-41AD-8183-0F222D533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178308-8A26-461B-82DB-ACF12EFB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674269-E411-4623-9EAA-6F5197F1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167759-4CF8-41FF-A24D-984C75BB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7EC477-87ED-4E41-865D-5002FD51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F0F6AF-5177-450D-8465-F1898354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86C54C-511B-4281-8C27-74B010D5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19E206-D87B-4547-B8EB-2E2AC031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Reflect (-6, 2) in the y-axis.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981AA0-50FE-482C-BF46-B6E2DEA8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58E8D9-E69D-4678-BFDD-5642EB68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676FA2-732F-4F06-B118-22704583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A26B8D-EFAF-408D-95F3-273AFEB6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C074E2-BD38-4CC7-913F-ED1AFB98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B6F0FC-0493-4193-9E10-165DCC5A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D96DCB-C8F7-47AD-8754-1ACEC20B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75789B-C790-495B-959B-B59F92CA1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(6, 2).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C65398-691C-48E1-8559-C38988EF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866324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43F7F4-E242-4375-8E3C-8BBF93FD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FC4BB3-EA84-440D-AB48-78A42C3C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EED5DC-92DD-4F6A-82ED-7EF704C7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4204CB-5DAC-40D1-918E-5E3CC147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9C209-2665-494A-B711-CC513E2B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944489-B393-4622-9E39-F1C59B90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B810C7-F906-420B-8296-8AF23EA0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CF1327-B4FC-4CE4-B001-5DFBCBCA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8F407E-B869-4650-9D85-DFA4E21E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8189BD-5010-4758-80F5-BC4E5824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B795B7-A641-4453-8907-A759436F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6C28D4-7792-48B0-BB0A-8B601855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6EFA7B-3EFC-422A-93AA-5C87F8D8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point becomes (7, -4) after moving 9 right and 3 down. Find its start.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AE72EB-0A88-4AE7-A497-C4E535F11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20B613-D0D7-4C83-B219-3FCCC87B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0E6C46-78AA-4898-8549-DCBCE140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0A2239-B082-4A86-96AC-05C89279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F1A7DE-6816-4703-86EB-F638CA3ED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63CC4C-ADFE-4183-96A8-26C8600F2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3B0F9D-6F01-4710-877F-CAECA1E17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E25066-7100-4C92-AF6F-6866AEBCC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6027724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C1E03B-8064-4D09-8B85-62A187A59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6AE93D-9396-4F6F-A7EC-AE3A774A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EAD672-7726-4B94-89D9-9633CF08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E638B7-117F-43E2-9BF5-E7B08021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1F06C-8AAF-4336-82A0-5EEB0B31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E6BC2C-661F-4DAD-8B69-CA69695B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8DF58D-21E0-4395-9894-FAF2B038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C8D2F-9CE7-4F13-9E1A-6582895BE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47569C-2156-4F19-B1B9-D5AEC7AB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E6D84-2DFF-4118-92C5-03B6B484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Plot A(-4, 3). Which quadrant contains A?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5BBCB-3CAB-4BFB-B03D-3084ACE8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F103CA-1999-4E27-92D3-AF92DF04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A153C4-B0D4-4B7F-BDDC-5DEBF95F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Quadrant II.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4590180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200535-47B1-4ACF-8738-70A17095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6A0F8D-197A-4865-A0D2-E81B6195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0BF94-2632-4157-BCDB-37CC25CA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5A2953-7999-4875-AEF1-1FEC7102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999CCA-10B6-41A3-9CF1-0339C5B1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3B4EE-135C-4D59-94B7-F35C4F2C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1890A2-5806-40B7-8208-6140F768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D7917A-4569-4202-8EE3-9ACF40892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3F4D27-9C0B-4D9F-9660-887C6133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FB294F-5900-4BEE-A573-4CF27302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0EF3A-8C5B-420A-A589-69EFD594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3B27FE-11DD-423C-8C07-A10D29CE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point becomes (7, -4) after moving 9 right and 3 down. Find its start.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A0ABBB-69F3-4590-99CD-87D62BB51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9B4608-AB34-40C5-95AA-519D95D2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8DD4E8-7F0A-4917-95C4-14B44CA1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D6984F-35E1-4252-9028-519BB9564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(-2, -1).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9B3F33-8211-4FF9-8FD8-EF00CCBD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DB266C-FF31-4021-959E-EBAB6985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5736836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9AF850-0680-4753-A463-05140867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4BBD5D-98C8-452C-A1CC-D4A5C7F46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10274D-8FDB-4976-9DA7-45CCB22A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472F24-6AFF-48AF-A8FE-9EDD0782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E189B3-9738-4E3E-8462-72EB990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7DFDAC-6EB4-499D-93AE-59EE090E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83B084-7663-48D7-8383-BF7CFD19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101547-16CE-4825-93BE-06DB8EFE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A595FB-2E3D-42D4-A17C-D6B843B5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64DAB9-EC42-47F9-834D-FF308730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FEAB04-DB29-4011-BAF7-58E5B357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08BC28-D5A0-44AE-9274-9F5BB097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D45234-78F3-42CA-869D-AC9FA8487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point becomes (7, -4) after moving 9 right and 3 down. Find its start.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61886D-0EB4-4581-97CE-A057860A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B658FB-33D7-40BE-BE4A-A0415C9C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540297-7E25-4025-8BB5-A6C37A61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5241E1-0E72-4B76-A83F-5A6DB543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x and y in the same way without checking the direction or mirror 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377D80-A249-41CF-84C0-EB6407A0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4881FD-81D5-4C07-B1F1-41317B12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307E30-2B12-44E4-AF0F-FA42F066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AB7829-8C1D-40C2-85C2-80A214AC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84AB40-A0A1-47F2-BEE9-6BC9F679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5255401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2026-09-09T22:14:12.9480000Z</dcterms:created>
  <dcterms:modified xsi:type="dcterms:W3CDTF">2026-09-09T22:14:12.9480000Z</dcterms:modified>
</coreProperties>
</file>