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5240000" cy="85725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Translate shapes. Translate shapes. Introduce the mathematical idea using the first worked example. The lesson can be placed anywhere in the teaching sequence.</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Translate shapes. I do. Read horizontal movement first, then vertical. Reflections keep the distance to the mirror line equal.</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Translate shapes. You do. Pause before clicking. Let pupils try independently, then reveal and discuss every step. Read horizontal movement first, then vertical. Reflections keep the distance to the mirror line equal.</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Translate shapes. I do. Read horizontal movement first, then vertical. Reflections keep the distance to the mirror line equal.</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Translate shapes. You do. Pause before clicking. Let pupils try independently, then reveal and discuss every step. Read horizontal movement first, then vertical. Reflections keep the distance to the mirror line equal.</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Translate shapes. You do. Pause before clicking. Let pupils try independently, then reveal and discuss every step. These are the existing expected-level worksheet questions, in their original order. Do not advance to the answer slide until pupils have had time to finish.</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Translate shapes. Answers. Answers to the preceding complete activity question set, in matching order. Accept mathematically valid alternatives for open questions.</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object-1">
            <a:extLst>
              <a:ext uri="{FF2B5EF4-FFF2-40B4-BE49-F238E27FC236}">
                <a16:creationId xmlns:a16="http://schemas.microsoft.com/office/drawing/2014/main" id="{AB995E73-D6C2-485B-B442-DADA2C29CB21}"/>
              </a:ext>
            </a:extLst>
          </p:cNvPr>
          <p:cNvSpPr>
            <a:spLocks noGrp="1"/>
          </p:cNvSpPr>
          <p:nvPr/>
        </p:nvSpPr>
        <p:spPr>
          <a:xfrm>
            <a:off x="654844" y="357188"/>
            <a:ext cx="13930313" cy="1547813"/>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Translate shapes</a:t>
            </a:r>
          </a:p>
        </p:txBody>
      </p:sp>
      <p:sp>
        <p:nvSpPr>
          <p:cNvPr id="2" name="object-2">
            <a:extLst>
              <a:ext uri="{FF2B5EF4-FFF2-40B4-BE49-F238E27FC236}">
                <a16:creationId xmlns:a16="http://schemas.microsoft.com/office/drawing/2014/main" id="{FA40F65B-D1A6-45BA-9BB1-C21D14DF18E2}"/>
              </a:ext>
            </a:extLst>
          </p:cNvPr>
          <p:cNvSpPr>
            <a:spLocks noGrp="1"/>
          </p:cNvSpPr>
          <p:nvPr/>
        </p:nvSpPr>
        <p:spPr>
          <a:xfrm>
            <a:off x="654844" y="2024063"/>
            <a:ext cx="13930313" cy="1012031"/>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Watch the model. Try the next question. Explain what changes.</a:t>
            </a:r>
          </a:p>
        </p:txBody>
      </p:sp>
      <p:sp>
        <p:nvSpPr>
          <p:cNvPr id="3" name="object-3">
            <a:extLst>
              <a:ext uri="{FF2B5EF4-FFF2-40B4-BE49-F238E27FC236}">
                <a16:creationId xmlns:a16="http://schemas.microsoft.com/office/drawing/2014/main" id="{4AFB5831-6655-4F93-BA8A-8DE7E957BA18}"/>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099DF668-5138-4EEB-8DF7-787E5AFD82BE}"/>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Translate shapes</a:t>
            </a:r>
          </a:p>
        </p:txBody>
      </p:sp>
      <p:sp>
        <p:nvSpPr>
          <p:cNvPr id="5" name="object-5">
            <a:extLst>
              <a:ext uri="{FF2B5EF4-FFF2-40B4-BE49-F238E27FC236}">
                <a16:creationId xmlns:a16="http://schemas.microsoft.com/office/drawing/2014/main" id="{56F42A09-C0C2-4B4D-9587-B360762B5786}"/>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1</a:t>
            </a:r>
          </a:p>
        </p:txBody>
      </p:sp>
      <p:sp>
        <p:nvSpPr>
          <p:cNvPr id="6" name="object-6">
            <a:extLst>
              <a:ext uri="{FF2B5EF4-FFF2-40B4-BE49-F238E27FC236}">
                <a16:creationId xmlns:a16="http://schemas.microsoft.com/office/drawing/2014/main" id="{44BD03FF-05BB-4598-A006-60C09FE692A8}"/>
              </a:ext>
            </a:extLst>
          </p:cNvPr>
          <p:cNvSpPr>
            <a:spLocks noGrp="1"/>
          </p:cNvSpPr>
          <p:nvPr/>
        </p:nvSpPr>
        <p:spPr>
          <a:xfrm>
            <a:off x="1190625" y="3631406"/>
            <a:ext cx="12858750" cy="2143125"/>
          </a:xfrm>
          <a:prstGeom prst="rect">
            <a:avLst/>
          </a:prstGeom>
          <a:noFill/>
          <a:ln w="0">
            <a:noFill/>
          </a:ln>
        </p:spPr>
        <p:txBody>
          <a:bodyPr anchor="ctr">
            <a:noAutofit/>
          </a:bodyPr>
          <a:lstStyle/>
          <a:p>
            <a:pPr algn="ctr">
              <a:defRPr sz="3375" b="1">
                <a:solidFill>
                  <a:srgbClr val="1D4ED8"/>
                </a:solidFill>
                <a:latin typeface="Arial"/>
                <a:ea typeface="Arial"/>
                <a:cs typeface="Arial"/>
              </a:defRPr>
            </a:pPr>
            <a:r>
              <a:rPr sz="3375" b="1">
                <a:solidFill>
                  <a:srgbClr val="1D4ED8"/>
                </a:solidFill>
                <a:latin typeface="Arial"/>
                <a:ea typeface="Arial"/>
                <a:cs typeface="Arial"/>
              </a:rPr>
              <a:t>To translate every vertex by a given vector.</a:t>
            </a:r>
          </a:p>
        </p:txBody>
      </p:sp>
    </p:spTree>
    <p:extLst>
      <p:ext uri="{BB962C8B-B14F-4D97-AF65-F5344CB8AC3E}">
        <p14:creationId xmlns:p14="http://schemas.microsoft.com/office/powerpoint/2010/main" val="8567685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 name="object-1">
            <a:extLst>
              <a:ext uri="{FF2B5EF4-FFF2-40B4-BE49-F238E27FC236}">
                <a16:creationId xmlns:a16="http://schemas.microsoft.com/office/drawing/2014/main" id="{6B310F49-8025-4B85-A6BB-3F8E8B346E4D}"/>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47D13D72-8A2F-491D-8F7E-C9D25763A607}"/>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Move (4, -2) 3 left and 5 up.</a:t>
            </a:r>
          </a:p>
        </p:txBody>
      </p:sp>
      <p:sp>
        <p:nvSpPr>
          <p:cNvPr id="3" name="object-3">
            <a:extLst>
              <a:ext uri="{FF2B5EF4-FFF2-40B4-BE49-F238E27FC236}">
                <a16:creationId xmlns:a16="http://schemas.microsoft.com/office/drawing/2014/main" id="{FCA3577D-BC26-4406-9915-A2275ABB0CBC}"/>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8CF72E12-E320-4EC8-BD9F-9938F7050A23}"/>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Translate shapes</a:t>
            </a:r>
          </a:p>
        </p:txBody>
      </p:sp>
      <p:sp>
        <p:nvSpPr>
          <p:cNvPr id="5" name="object-5">
            <a:extLst>
              <a:ext uri="{FF2B5EF4-FFF2-40B4-BE49-F238E27FC236}">
                <a16:creationId xmlns:a16="http://schemas.microsoft.com/office/drawing/2014/main" id="{88C511D8-19A1-46CA-9C55-AC399A8A4B4C}"/>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2</a:t>
            </a:r>
          </a:p>
        </p:txBody>
      </p:sp>
      <p:sp>
        <p:nvSpPr>
          <p:cNvPr id="6" name="object-6">
            <a:extLst>
              <a:ext uri="{FF2B5EF4-FFF2-40B4-BE49-F238E27FC236}">
                <a16:creationId xmlns:a16="http://schemas.microsoft.com/office/drawing/2014/main" id="{EF716E13-A5D8-4B2B-8B19-BFB162A62BEF}"/>
              </a:ext>
            </a:extLst>
          </p:cNvPr>
          <p:cNvSpPr>
            <a:spLocks noGrp="1"/>
          </p:cNvSpPr>
          <p:nvPr/>
        </p:nvSpPr>
        <p:spPr>
          <a:xfrm>
            <a:off x="2583656" y="2583656"/>
            <a:ext cx="4953000" cy="0"/>
          </a:xfrm>
          <a:prstGeom prst="line">
            <a:avLst/>
          </a:prstGeom>
          <a:noFill/>
          <a:ln w="11906">
            <a:solidFill>
              <a:srgbClr val="BCD0EA"/>
            </a:solidFill>
          </a:ln>
        </p:spPr>
      </p:sp>
      <p:sp>
        <p:nvSpPr>
          <p:cNvPr id="7" name="object-7">
            <a:extLst>
              <a:ext uri="{FF2B5EF4-FFF2-40B4-BE49-F238E27FC236}">
                <a16:creationId xmlns:a16="http://schemas.microsoft.com/office/drawing/2014/main" id="{78E5EE35-AF75-4E66-9CDF-625BA3B92571}"/>
              </a:ext>
            </a:extLst>
          </p:cNvPr>
          <p:cNvSpPr>
            <a:spLocks noGrp="1"/>
          </p:cNvSpPr>
          <p:nvPr/>
        </p:nvSpPr>
        <p:spPr>
          <a:xfrm>
            <a:off x="2583656" y="2583656"/>
            <a:ext cx="0" cy="4953000"/>
          </a:xfrm>
          <a:prstGeom prst="line">
            <a:avLst/>
          </a:prstGeom>
          <a:noFill/>
          <a:ln w="11906">
            <a:solidFill>
              <a:srgbClr val="BCD0EA"/>
            </a:solidFill>
          </a:ln>
        </p:spPr>
      </p:sp>
      <p:sp>
        <p:nvSpPr>
          <p:cNvPr id="8" name="object-8">
            <a:extLst>
              <a:ext uri="{FF2B5EF4-FFF2-40B4-BE49-F238E27FC236}">
                <a16:creationId xmlns:a16="http://schemas.microsoft.com/office/drawing/2014/main" id="{AE321122-D54F-446F-A4F6-547E71F2229A}"/>
              </a:ext>
            </a:extLst>
          </p:cNvPr>
          <p:cNvSpPr>
            <a:spLocks noGrp="1"/>
          </p:cNvSpPr>
          <p:nvPr/>
        </p:nvSpPr>
        <p:spPr>
          <a:xfrm>
            <a:off x="236934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-8</a:t>
            </a:r>
          </a:p>
        </p:txBody>
      </p:sp>
      <p:sp>
        <p:nvSpPr>
          <p:cNvPr id="9" name="object-9">
            <a:extLst>
              <a:ext uri="{FF2B5EF4-FFF2-40B4-BE49-F238E27FC236}">
                <a16:creationId xmlns:a16="http://schemas.microsoft.com/office/drawing/2014/main" id="{E07554CD-1076-4CE8-A7BD-93BF818C5022}"/>
              </a:ext>
            </a:extLst>
          </p:cNvPr>
          <p:cNvSpPr>
            <a:spLocks noGrp="1"/>
          </p:cNvSpPr>
          <p:nvPr/>
        </p:nvSpPr>
        <p:spPr>
          <a:xfrm>
            <a:off x="4560094" y="2393156"/>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8</a:t>
            </a:r>
          </a:p>
        </p:txBody>
      </p:sp>
      <p:sp>
        <p:nvSpPr>
          <p:cNvPr id="10" name="object-10">
            <a:extLst>
              <a:ext uri="{FF2B5EF4-FFF2-40B4-BE49-F238E27FC236}">
                <a16:creationId xmlns:a16="http://schemas.microsoft.com/office/drawing/2014/main" id="{03D8EDC9-E294-4FA1-9B91-CC6A1BC8FCC6}"/>
              </a:ext>
            </a:extLst>
          </p:cNvPr>
          <p:cNvSpPr>
            <a:spLocks noGrp="1"/>
          </p:cNvSpPr>
          <p:nvPr/>
        </p:nvSpPr>
        <p:spPr>
          <a:xfrm>
            <a:off x="2583656" y="2893219"/>
            <a:ext cx="4953000" cy="0"/>
          </a:xfrm>
          <a:prstGeom prst="line">
            <a:avLst/>
          </a:prstGeom>
          <a:noFill/>
          <a:ln w="11906">
            <a:solidFill>
              <a:srgbClr val="BCD0EA"/>
            </a:solidFill>
          </a:ln>
        </p:spPr>
      </p:sp>
      <p:sp>
        <p:nvSpPr>
          <p:cNvPr id="11" name="object-11">
            <a:extLst>
              <a:ext uri="{FF2B5EF4-FFF2-40B4-BE49-F238E27FC236}">
                <a16:creationId xmlns:a16="http://schemas.microsoft.com/office/drawing/2014/main" id="{E91B97EA-0E53-4F73-8482-B9210A4B6F46}"/>
              </a:ext>
            </a:extLst>
          </p:cNvPr>
          <p:cNvSpPr>
            <a:spLocks noGrp="1"/>
          </p:cNvSpPr>
          <p:nvPr/>
        </p:nvSpPr>
        <p:spPr>
          <a:xfrm>
            <a:off x="2893219" y="2583656"/>
            <a:ext cx="0" cy="4953000"/>
          </a:xfrm>
          <a:prstGeom prst="line">
            <a:avLst/>
          </a:prstGeom>
          <a:noFill/>
          <a:ln w="11906">
            <a:solidFill>
              <a:srgbClr val="BCD0EA"/>
            </a:solidFill>
          </a:ln>
        </p:spPr>
      </p:sp>
      <p:sp>
        <p:nvSpPr>
          <p:cNvPr id="12" name="object-12">
            <a:extLst>
              <a:ext uri="{FF2B5EF4-FFF2-40B4-BE49-F238E27FC236}">
                <a16:creationId xmlns:a16="http://schemas.microsoft.com/office/drawing/2014/main" id="{E0F9245E-28F2-4B67-9743-B4655EC583DD}"/>
              </a:ext>
            </a:extLst>
          </p:cNvPr>
          <p:cNvSpPr>
            <a:spLocks noGrp="1"/>
          </p:cNvSpPr>
          <p:nvPr/>
        </p:nvSpPr>
        <p:spPr>
          <a:xfrm>
            <a:off x="2583656" y="3202781"/>
            <a:ext cx="4953000" cy="0"/>
          </a:xfrm>
          <a:prstGeom prst="line">
            <a:avLst/>
          </a:prstGeom>
          <a:noFill/>
          <a:ln w="11906">
            <a:solidFill>
              <a:srgbClr val="BCD0EA"/>
            </a:solidFill>
          </a:ln>
        </p:spPr>
      </p:sp>
      <p:sp>
        <p:nvSpPr>
          <p:cNvPr id="13" name="object-13">
            <a:extLst>
              <a:ext uri="{FF2B5EF4-FFF2-40B4-BE49-F238E27FC236}">
                <a16:creationId xmlns:a16="http://schemas.microsoft.com/office/drawing/2014/main" id="{5EA3645D-4DFF-4AF2-9D93-174A2DEFD4A6}"/>
              </a:ext>
            </a:extLst>
          </p:cNvPr>
          <p:cNvSpPr>
            <a:spLocks noGrp="1"/>
          </p:cNvSpPr>
          <p:nvPr/>
        </p:nvSpPr>
        <p:spPr>
          <a:xfrm>
            <a:off x="3202781" y="2583656"/>
            <a:ext cx="0" cy="4953000"/>
          </a:xfrm>
          <a:prstGeom prst="line">
            <a:avLst/>
          </a:prstGeom>
          <a:noFill/>
          <a:ln w="11906">
            <a:solidFill>
              <a:srgbClr val="BCD0EA"/>
            </a:solidFill>
          </a:ln>
        </p:spPr>
      </p:sp>
      <p:sp>
        <p:nvSpPr>
          <p:cNvPr id="14" name="object-14">
            <a:extLst>
              <a:ext uri="{FF2B5EF4-FFF2-40B4-BE49-F238E27FC236}">
                <a16:creationId xmlns:a16="http://schemas.microsoft.com/office/drawing/2014/main" id="{6D1A7C65-B91D-4F8B-A3C8-F959A69A84F6}"/>
              </a:ext>
            </a:extLst>
          </p:cNvPr>
          <p:cNvSpPr>
            <a:spLocks noGrp="1"/>
          </p:cNvSpPr>
          <p:nvPr/>
        </p:nvSpPr>
        <p:spPr>
          <a:xfrm>
            <a:off x="2988469"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-6</a:t>
            </a:r>
          </a:p>
        </p:txBody>
      </p:sp>
      <p:sp>
        <p:nvSpPr>
          <p:cNvPr id="15" name="object-15">
            <a:extLst>
              <a:ext uri="{FF2B5EF4-FFF2-40B4-BE49-F238E27FC236}">
                <a16:creationId xmlns:a16="http://schemas.microsoft.com/office/drawing/2014/main" id="{20617E72-3ADE-4571-8406-2811E4981ADB}"/>
              </a:ext>
            </a:extLst>
          </p:cNvPr>
          <p:cNvSpPr>
            <a:spLocks noGrp="1"/>
          </p:cNvSpPr>
          <p:nvPr/>
        </p:nvSpPr>
        <p:spPr>
          <a:xfrm>
            <a:off x="4560094" y="3012281"/>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6</a:t>
            </a:r>
          </a:p>
        </p:txBody>
      </p:sp>
      <p:sp>
        <p:nvSpPr>
          <p:cNvPr id="16" name="object-16">
            <a:extLst>
              <a:ext uri="{FF2B5EF4-FFF2-40B4-BE49-F238E27FC236}">
                <a16:creationId xmlns:a16="http://schemas.microsoft.com/office/drawing/2014/main" id="{7145B5E5-EB34-4A17-95C5-64DA5909E099}"/>
              </a:ext>
            </a:extLst>
          </p:cNvPr>
          <p:cNvSpPr>
            <a:spLocks noGrp="1"/>
          </p:cNvSpPr>
          <p:nvPr/>
        </p:nvSpPr>
        <p:spPr>
          <a:xfrm>
            <a:off x="2583656" y="3512344"/>
            <a:ext cx="4953000" cy="0"/>
          </a:xfrm>
          <a:prstGeom prst="line">
            <a:avLst/>
          </a:prstGeom>
          <a:noFill/>
          <a:ln w="11906">
            <a:solidFill>
              <a:srgbClr val="BCD0EA"/>
            </a:solidFill>
          </a:ln>
        </p:spPr>
      </p:sp>
      <p:sp>
        <p:nvSpPr>
          <p:cNvPr id="17" name="object-17">
            <a:extLst>
              <a:ext uri="{FF2B5EF4-FFF2-40B4-BE49-F238E27FC236}">
                <a16:creationId xmlns:a16="http://schemas.microsoft.com/office/drawing/2014/main" id="{9A06D047-2928-4E71-8740-E17F6E135007}"/>
              </a:ext>
            </a:extLst>
          </p:cNvPr>
          <p:cNvSpPr>
            <a:spLocks noGrp="1"/>
          </p:cNvSpPr>
          <p:nvPr/>
        </p:nvSpPr>
        <p:spPr>
          <a:xfrm>
            <a:off x="3512344" y="2583656"/>
            <a:ext cx="0" cy="4953000"/>
          </a:xfrm>
          <a:prstGeom prst="line">
            <a:avLst/>
          </a:prstGeom>
          <a:noFill/>
          <a:ln w="11906">
            <a:solidFill>
              <a:srgbClr val="BCD0EA"/>
            </a:solidFill>
          </a:ln>
        </p:spPr>
      </p:sp>
      <p:sp>
        <p:nvSpPr>
          <p:cNvPr id="18" name="object-18">
            <a:extLst>
              <a:ext uri="{FF2B5EF4-FFF2-40B4-BE49-F238E27FC236}">
                <a16:creationId xmlns:a16="http://schemas.microsoft.com/office/drawing/2014/main" id="{46938DE9-8478-459F-A208-65652D02522B}"/>
              </a:ext>
            </a:extLst>
          </p:cNvPr>
          <p:cNvSpPr>
            <a:spLocks noGrp="1"/>
          </p:cNvSpPr>
          <p:nvPr/>
        </p:nvSpPr>
        <p:spPr>
          <a:xfrm>
            <a:off x="2583656" y="3821906"/>
            <a:ext cx="4953000" cy="0"/>
          </a:xfrm>
          <a:prstGeom prst="line">
            <a:avLst/>
          </a:prstGeom>
          <a:noFill/>
          <a:ln w="11906">
            <a:solidFill>
              <a:srgbClr val="BCD0EA"/>
            </a:solidFill>
          </a:ln>
        </p:spPr>
      </p:sp>
      <p:sp>
        <p:nvSpPr>
          <p:cNvPr id="19" name="object-19">
            <a:extLst>
              <a:ext uri="{FF2B5EF4-FFF2-40B4-BE49-F238E27FC236}">
                <a16:creationId xmlns:a16="http://schemas.microsoft.com/office/drawing/2014/main" id="{868802D1-D71F-4793-B14B-3CE8DDD60B43}"/>
              </a:ext>
            </a:extLst>
          </p:cNvPr>
          <p:cNvSpPr>
            <a:spLocks noGrp="1"/>
          </p:cNvSpPr>
          <p:nvPr/>
        </p:nvSpPr>
        <p:spPr>
          <a:xfrm>
            <a:off x="3821906" y="2583656"/>
            <a:ext cx="0" cy="4953000"/>
          </a:xfrm>
          <a:prstGeom prst="line">
            <a:avLst/>
          </a:prstGeom>
          <a:noFill/>
          <a:ln w="11906">
            <a:solidFill>
              <a:srgbClr val="BCD0EA"/>
            </a:solidFill>
          </a:ln>
        </p:spPr>
      </p:sp>
      <p:sp>
        <p:nvSpPr>
          <p:cNvPr id="20" name="object-20">
            <a:extLst>
              <a:ext uri="{FF2B5EF4-FFF2-40B4-BE49-F238E27FC236}">
                <a16:creationId xmlns:a16="http://schemas.microsoft.com/office/drawing/2014/main" id="{10FC9CA7-3703-456C-9C6B-BAA4C7C98973}"/>
              </a:ext>
            </a:extLst>
          </p:cNvPr>
          <p:cNvSpPr>
            <a:spLocks noGrp="1"/>
          </p:cNvSpPr>
          <p:nvPr/>
        </p:nvSpPr>
        <p:spPr>
          <a:xfrm>
            <a:off x="360759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-4</a:t>
            </a:r>
          </a:p>
        </p:txBody>
      </p:sp>
      <p:sp>
        <p:nvSpPr>
          <p:cNvPr id="21" name="object-21">
            <a:extLst>
              <a:ext uri="{FF2B5EF4-FFF2-40B4-BE49-F238E27FC236}">
                <a16:creationId xmlns:a16="http://schemas.microsoft.com/office/drawing/2014/main" id="{9585F55F-D92F-47C4-9294-6B96F2BF6685}"/>
              </a:ext>
            </a:extLst>
          </p:cNvPr>
          <p:cNvSpPr>
            <a:spLocks noGrp="1"/>
          </p:cNvSpPr>
          <p:nvPr/>
        </p:nvSpPr>
        <p:spPr>
          <a:xfrm>
            <a:off x="4560094" y="3631406"/>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4</a:t>
            </a:r>
          </a:p>
        </p:txBody>
      </p:sp>
      <p:sp>
        <p:nvSpPr>
          <p:cNvPr id="22" name="object-22">
            <a:extLst>
              <a:ext uri="{FF2B5EF4-FFF2-40B4-BE49-F238E27FC236}">
                <a16:creationId xmlns:a16="http://schemas.microsoft.com/office/drawing/2014/main" id="{7A8FD1C8-6A38-436E-A57B-4D49DEEF912A}"/>
              </a:ext>
            </a:extLst>
          </p:cNvPr>
          <p:cNvSpPr>
            <a:spLocks noGrp="1"/>
          </p:cNvSpPr>
          <p:nvPr/>
        </p:nvSpPr>
        <p:spPr>
          <a:xfrm>
            <a:off x="2583656" y="4131469"/>
            <a:ext cx="4953000" cy="0"/>
          </a:xfrm>
          <a:prstGeom prst="line">
            <a:avLst/>
          </a:prstGeom>
          <a:noFill/>
          <a:ln w="11906">
            <a:solidFill>
              <a:srgbClr val="BCD0EA"/>
            </a:solidFill>
          </a:ln>
        </p:spPr>
      </p:sp>
      <p:sp>
        <p:nvSpPr>
          <p:cNvPr id="23" name="object-23">
            <a:extLst>
              <a:ext uri="{FF2B5EF4-FFF2-40B4-BE49-F238E27FC236}">
                <a16:creationId xmlns:a16="http://schemas.microsoft.com/office/drawing/2014/main" id="{AB0C78F6-4228-41E5-B7CC-690DFEB654FD}"/>
              </a:ext>
            </a:extLst>
          </p:cNvPr>
          <p:cNvSpPr>
            <a:spLocks noGrp="1"/>
          </p:cNvSpPr>
          <p:nvPr/>
        </p:nvSpPr>
        <p:spPr>
          <a:xfrm>
            <a:off x="4131469" y="2583656"/>
            <a:ext cx="0" cy="4953000"/>
          </a:xfrm>
          <a:prstGeom prst="line">
            <a:avLst/>
          </a:prstGeom>
          <a:noFill/>
          <a:ln w="11906">
            <a:solidFill>
              <a:srgbClr val="BCD0EA"/>
            </a:solidFill>
          </a:ln>
        </p:spPr>
      </p:sp>
      <p:sp>
        <p:nvSpPr>
          <p:cNvPr id="24" name="object-24">
            <a:extLst>
              <a:ext uri="{FF2B5EF4-FFF2-40B4-BE49-F238E27FC236}">
                <a16:creationId xmlns:a16="http://schemas.microsoft.com/office/drawing/2014/main" id="{4BFDBC11-8732-4A62-86BA-70261288321C}"/>
              </a:ext>
            </a:extLst>
          </p:cNvPr>
          <p:cNvSpPr>
            <a:spLocks noGrp="1"/>
          </p:cNvSpPr>
          <p:nvPr/>
        </p:nvSpPr>
        <p:spPr>
          <a:xfrm>
            <a:off x="2583656" y="4441031"/>
            <a:ext cx="4953000" cy="0"/>
          </a:xfrm>
          <a:prstGeom prst="line">
            <a:avLst/>
          </a:prstGeom>
          <a:noFill/>
          <a:ln w="11906">
            <a:solidFill>
              <a:srgbClr val="BCD0EA"/>
            </a:solidFill>
          </a:ln>
        </p:spPr>
      </p:sp>
      <p:sp>
        <p:nvSpPr>
          <p:cNvPr id="25" name="object-25">
            <a:extLst>
              <a:ext uri="{FF2B5EF4-FFF2-40B4-BE49-F238E27FC236}">
                <a16:creationId xmlns:a16="http://schemas.microsoft.com/office/drawing/2014/main" id="{255D6160-36A3-4AC7-90EE-E41A967B5F4B}"/>
              </a:ext>
            </a:extLst>
          </p:cNvPr>
          <p:cNvSpPr>
            <a:spLocks noGrp="1"/>
          </p:cNvSpPr>
          <p:nvPr/>
        </p:nvSpPr>
        <p:spPr>
          <a:xfrm>
            <a:off x="4441031" y="2583656"/>
            <a:ext cx="0" cy="4953000"/>
          </a:xfrm>
          <a:prstGeom prst="line">
            <a:avLst/>
          </a:prstGeom>
          <a:noFill/>
          <a:ln w="11906">
            <a:solidFill>
              <a:srgbClr val="BCD0EA"/>
            </a:solidFill>
          </a:ln>
        </p:spPr>
      </p:sp>
      <p:sp>
        <p:nvSpPr>
          <p:cNvPr id="26" name="object-26">
            <a:extLst>
              <a:ext uri="{FF2B5EF4-FFF2-40B4-BE49-F238E27FC236}">
                <a16:creationId xmlns:a16="http://schemas.microsoft.com/office/drawing/2014/main" id="{4B36FFF0-EA08-4C91-B6EE-2334217A0994}"/>
              </a:ext>
            </a:extLst>
          </p:cNvPr>
          <p:cNvSpPr>
            <a:spLocks noGrp="1"/>
          </p:cNvSpPr>
          <p:nvPr/>
        </p:nvSpPr>
        <p:spPr>
          <a:xfrm>
            <a:off x="4226719"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-2</a:t>
            </a:r>
          </a:p>
        </p:txBody>
      </p:sp>
      <p:sp>
        <p:nvSpPr>
          <p:cNvPr id="27" name="object-27">
            <a:extLst>
              <a:ext uri="{FF2B5EF4-FFF2-40B4-BE49-F238E27FC236}">
                <a16:creationId xmlns:a16="http://schemas.microsoft.com/office/drawing/2014/main" id="{D756B43E-C16F-4643-8228-3BC5851AE1B0}"/>
              </a:ext>
            </a:extLst>
          </p:cNvPr>
          <p:cNvSpPr>
            <a:spLocks noGrp="1"/>
          </p:cNvSpPr>
          <p:nvPr/>
        </p:nvSpPr>
        <p:spPr>
          <a:xfrm>
            <a:off x="4560094" y="4250531"/>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2</a:t>
            </a:r>
          </a:p>
        </p:txBody>
      </p:sp>
      <p:sp>
        <p:nvSpPr>
          <p:cNvPr id="28" name="object-28">
            <a:extLst>
              <a:ext uri="{FF2B5EF4-FFF2-40B4-BE49-F238E27FC236}">
                <a16:creationId xmlns:a16="http://schemas.microsoft.com/office/drawing/2014/main" id="{3C2083D4-659C-47B4-A070-91936D2ED052}"/>
              </a:ext>
            </a:extLst>
          </p:cNvPr>
          <p:cNvSpPr>
            <a:spLocks noGrp="1"/>
          </p:cNvSpPr>
          <p:nvPr/>
        </p:nvSpPr>
        <p:spPr>
          <a:xfrm>
            <a:off x="2583656" y="4750594"/>
            <a:ext cx="4953000" cy="0"/>
          </a:xfrm>
          <a:prstGeom prst="line">
            <a:avLst/>
          </a:prstGeom>
          <a:noFill/>
          <a:ln w="11906">
            <a:solidFill>
              <a:srgbClr val="BCD0EA"/>
            </a:solidFill>
          </a:ln>
        </p:spPr>
      </p:sp>
      <p:sp>
        <p:nvSpPr>
          <p:cNvPr id="29" name="object-29">
            <a:extLst>
              <a:ext uri="{FF2B5EF4-FFF2-40B4-BE49-F238E27FC236}">
                <a16:creationId xmlns:a16="http://schemas.microsoft.com/office/drawing/2014/main" id="{66102617-77C2-40A0-905B-690FA67F7E53}"/>
              </a:ext>
            </a:extLst>
          </p:cNvPr>
          <p:cNvSpPr>
            <a:spLocks noGrp="1"/>
          </p:cNvSpPr>
          <p:nvPr/>
        </p:nvSpPr>
        <p:spPr>
          <a:xfrm>
            <a:off x="4750594" y="2583656"/>
            <a:ext cx="0" cy="4953000"/>
          </a:xfrm>
          <a:prstGeom prst="line">
            <a:avLst/>
          </a:prstGeom>
          <a:noFill/>
          <a:ln w="11906">
            <a:solidFill>
              <a:srgbClr val="BCD0EA"/>
            </a:solidFill>
          </a:ln>
        </p:spPr>
      </p:sp>
      <p:sp>
        <p:nvSpPr>
          <p:cNvPr id="30" name="object-30">
            <a:extLst>
              <a:ext uri="{FF2B5EF4-FFF2-40B4-BE49-F238E27FC236}">
                <a16:creationId xmlns:a16="http://schemas.microsoft.com/office/drawing/2014/main" id="{BA196EA5-9BE2-4B19-86C5-B3AD616636AC}"/>
              </a:ext>
            </a:extLst>
          </p:cNvPr>
          <p:cNvSpPr>
            <a:spLocks noGrp="1"/>
          </p:cNvSpPr>
          <p:nvPr/>
        </p:nvSpPr>
        <p:spPr>
          <a:xfrm>
            <a:off x="2583656" y="5060156"/>
            <a:ext cx="4953000" cy="0"/>
          </a:xfrm>
          <a:prstGeom prst="line">
            <a:avLst/>
          </a:prstGeom>
          <a:noFill/>
          <a:ln w="11906">
            <a:solidFill>
              <a:srgbClr val="BCD0EA"/>
            </a:solidFill>
          </a:ln>
        </p:spPr>
      </p:sp>
      <p:sp>
        <p:nvSpPr>
          <p:cNvPr id="31" name="object-31">
            <a:extLst>
              <a:ext uri="{FF2B5EF4-FFF2-40B4-BE49-F238E27FC236}">
                <a16:creationId xmlns:a16="http://schemas.microsoft.com/office/drawing/2014/main" id="{9F8CE0C5-1C6B-4B54-9572-110E61B2C677}"/>
              </a:ext>
            </a:extLst>
          </p:cNvPr>
          <p:cNvSpPr>
            <a:spLocks noGrp="1"/>
          </p:cNvSpPr>
          <p:nvPr/>
        </p:nvSpPr>
        <p:spPr>
          <a:xfrm>
            <a:off x="5060156" y="2583656"/>
            <a:ext cx="0" cy="4953000"/>
          </a:xfrm>
          <a:prstGeom prst="line">
            <a:avLst/>
          </a:prstGeom>
          <a:noFill/>
          <a:ln w="11906">
            <a:solidFill>
              <a:srgbClr val="BCD0EA"/>
            </a:solidFill>
          </a:ln>
        </p:spPr>
      </p:sp>
      <p:sp>
        <p:nvSpPr>
          <p:cNvPr id="32" name="object-32">
            <a:extLst>
              <a:ext uri="{FF2B5EF4-FFF2-40B4-BE49-F238E27FC236}">
                <a16:creationId xmlns:a16="http://schemas.microsoft.com/office/drawing/2014/main" id="{0FDED6FB-6BE0-49F0-9584-1484C6896E63}"/>
              </a:ext>
            </a:extLst>
          </p:cNvPr>
          <p:cNvSpPr>
            <a:spLocks noGrp="1"/>
          </p:cNvSpPr>
          <p:nvPr/>
        </p:nvSpPr>
        <p:spPr>
          <a:xfrm>
            <a:off x="484584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0</a:t>
            </a:r>
          </a:p>
        </p:txBody>
      </p:sp>
      <p:sp>
        <p:nvSpPr>
          <p:cNvPr id="33" name="object-33">
            <a:extLst>
              <a:ext uri="{FF2B5EF4-FFF2-40B4-BE49-F238E27FC236}">
                <a16:creationId xmlns:a16="http://schemas.microsoft.com/office/drawing/2014/main" id="{44ECFB25-8998-4EFD-BFD5-ED69A39EA880}"/>
              </a:ext>
            </a:extLst>
          </p:cNvPr>
          <p:cNvSpPr>
            <a:spLocks noGrp="1"/>
          </p:cNvSpPr>
          <p:nvPr/>
        </p:nvSpPr>
        <p:spPr>
          <a:xfrm>
            <a:off x="2583656" y="5369719"/>
            <a:ext cx="4953000" cy="0"/>
          </a:xfrm>
          <a:prstGeom prst="line">
            <a:avLst/>
          </a:prstGeom>
          <a:noFill/>
          <a:ln w="11906">
            <a:solidFill>
              <a:srgbClr val="BCD0EA"/>
            </a:solidFill>
          </a:ln>
        </p:spPr>
      </p:sp>
      <p:sp>
        <p:nvSpPr>
          <p:cNvPr id="34" name="object-34">
            <a:extLst>
              <a:ext uri="{FF2B5EF4-FFF2-40B4-BE49-F238E27FC236}">
                <a16:creationId xmlns:a16="http://schemas.microsoft.com/office/drawing/2014/main" id="{9BC72A7D-11A3-41FB-B8FD-A0B649C6740E}"/>
              </a:ext>
            </a:extLst>
          </p:cNvPr>
          <p:cNvSpPr>
            <a:spLocks noGrp="1"/>
          </p:cNvSpPr>
          <p:nvPr/>
        </p:nvSpPr>
        <p:spPr>
          <a:xfrm>
            <a:off x="5369719" y="2583656"/>
            <a:ext cx="0" cy="4953000"/>
          </a:xfrm>
          <a:prstGeom prst="line">
            <a:avLst/>
          </a:prstGeom>
          <a:noFill/>
          <a:ln w="11906">
            <a:solidFill>
              <a:srgbClr val="BCD0EA"/>
            </a:solidFill>
          </a:ln>
        </p:spPr>
      </p:sp>
      <p:sp>
        <p:nvSpPr>
          <p:cNvPr id="35" name="object-35">
            <a:extLst>
              <a:ext uri="{FF2B5EF4-FFF2-40B4-BE49-F238E27FC236}">
                <a16:creationId xmlns:a16="http://schemas.microsoft.com/office/drawing/2014/main" id="{5E910FD2-ABEB-47C3-A95F-F0D70B0F90F0}"/>
              </a:ext>
            </a:extLst>
          </p:cNvPr>
          <p:cNvSpPr>
            <a:spLocks noGrp="1"/>
          </p:cNvSpPr>
          <p:nvPr/>
        </p:nvSpPr>
        <p:spPr>
          <a:xfrm>
            <a:off x="2583656" y="5679281"/>
            <a:ext cx="4953000" cy="0"/>
          </a:xfrm>
          <a:prstGeom prst="line">
            <a:avLst/>
          </a:prstGeom>
          <a:noFill/>
          <a:ln w="11906">
            <a:solidFill>
              <a:srgbClr val="BCD0EA"/>
            </a:solidFill>
          </a:ln>
        </p:spPr>
      </p:sp>
      <p:sp>
        <p:nvSpPr>
          <p:cNvPr id="36" name="object-36">
            <a:extLst>
              <a:ext uri="{FF2B5EF4-FFF2-40B4-BE49-F238E27FC236}">
                <a16:creationId xmlns:a16="http://schemas.microsoft.com/office/drawing/2014/main" id="{7D395143-5103-4AB4-A005-35E6639F7CAA}"/>
              </a:ext>
            </a:extLst>
          </p:cNvPr>
          <p:cNvSpPr>
            <a:spLocks noGrp="1"/>
          </p:cNvSpPr>
          <p:nvPr/>
        </p:nvSpPr>
        <p:spPr>
          <a:xfrm>
            <a:off x="5679281" y="2583656"/>
            <a:ext cx="0" cy="4953000"/>
          </a:xfrm>
          <a:prstGeom prst="line">
            <a:avLst/>
          </a:prstGeom>
          <a:noFill/>
          <a:ln w="11906">
            <a:solidFill>
              <a:srgbClr val="BCD0EA"/>
            </a:solidFill>
          </a:ln>
        </p:spPr>
      </p:sp>
      <p:sp>
        <p:nvSpPr>
          <p:cNvPr id="37" name="object-37">
            <a:extLst>
              <a:ext uri="{FF2B5EF4-FFF2-40B4-BE49-F238E27FC236}">
                <a16:creationId xmlns:a16="http://schemas.microsoft.com/office/drawing/2014/main" id="{09152091-2F2E-4B25-8F23-4DDC6F2E341D}"/>
              </a:ext>
            </a:extLst>
          </p:cNvPr>
          <p:cNvSpPr>
            <a:spLocks noGrp="1"/>
          </p:cNvSpPr>
          <p:nvPr/>
        </p:nvSpPr>
        <p:spPr>
          <a:xfrm>
            <a:off x="5464969"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2</a:t>
            </a:r>
          </a:p>
        </p:txBody>
      </p:sp>
      <p:sp>
        <p:nvSpPr>
          <p:cNvPr id="38" name="object-38">
            <a:extLst>
              <a:ext uri="{FF2B5EF4-FFF2-40B4-BE49-F238E27FC236}">
                <a16:creationId xmlns:a16="http://schemas.microsoft.com/office/drawing/2014/main" id="{4AE0EE1D-257A-41C5-AF94-42B153E4F9EB}"/>
              </a:ext>
            </a:extLst>
          </p:cNvPr>
          <p:cNvSpPr>
            <a:spLocks noGrp="1"/>
          </p:cNvSpPr>
          <p:nvPr/>
        </p:nvSpPr>
        <p:spPr>
          <a:xfrm>
            <a:off x="4560094" y="5488781"/>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-2</a:t>
            </a:r>
          </a:p>
        </p:txBody>
      </p:sp>
      <p:sp>
        <p:nvSpPr>
          <p:cNvPr id="39" name="object-39">
            <a:extLst>
              <a:ext uri="{FF2B5EF4-FFF2-40B4-BE49-F238E27FC236}">
                <a16:creationId xmlns:a16="http://schemas.microsoft.com/office/drawing/2014/main" id="{B9BF02C7-F266-45DB-B01D-505CCB4F7C7C}"/>
              </a:ext>
            </a:extLst>
          </p:cNvPr>
          <p:cNvSpPr>
            <a:spLocks noGrp="1"/>
          </p:cNvSpPr>
          <p:nvPr/>
        </p:nvSpPr>
        <p:spPr>
          <a:xfrm>
            <a:off x="2583656" y="5988844"/>
            <a:ext cx="4953000" cy="0"/>
          </a:xfrm>
          <a:prstGeom prst="line">
            <a:avLst/>
          </a:prstGeom>
          <a:noFill/>
          <a:ln w="11906">
            <a:solidFill>
              <a:srgbClr val="BCD0EA"/>
            </a:solidFill>
          </a:ln>
        </p:spPr>
      </p:sp>
      <p:sp>
        <p:nvSpPr>
          <p:cNvPr id="40" name="object-40">
            <a:extLst>
              <a:ext uri="{FF2B5EF4-FFF2-40B4-BE49-F238E27FC236}">
                <a16:creationId xmlns:a16="http://schemas.microsoft.com/office/drawing/2014/main" id="{1CD7F113-19E8-49B5-B069-54E0257228EA}"/>
              </a:ext>
            </a:extLst>
          </p:cNvPr>
          <p:cNvSpPr>
            <a:spLocks noGrp="1"/>
          </p:cNvSpPr>
          <p:nvPr/>
        </p:nvSpPr>
        <p:spPr>
          <a:xfrm>
            <a:off x="5988844" y="2583656"/>
            <a:ext cx="0" cy="4953000"/>
          </a:xfrm>
          <a:prstGeom prst="line">
            <a:avLst/>
          </a:prstGeom>
          <a:noFill/>
          <a:ln w="11906">
            <a:solidFill>
              <a:srgbClr val="BCD0EA"/>
            </a:solidFill>
          </a:ln>
        </p:spPr>
      </p:sp>
      <p:sp>
        <p:nvSpPr>
          <p:cNvPr id="41" name="object-41">
            <a:extLst>
              <a:ext uri="{FF2B5EF4-FFF2-40B4-BE49-F238E27FC236}">
                <a16:creationId xmlns:a16="http://schemas.microsoft.com/office/drawing/2014/main" id="{00C7BB38-6D8A-40C7-BFED-A7E48D33BC8A}"/>
              </a:ext>
            </a:extLst>
          </p:cNvPr>
          <p:cNvSpPr>
            <a:spLocks noGrp="1"/>
          </p:cNvSpPr>
          <p:nvPr/>
        </p:nvSpPr>
        <p:spPr>
          <a:xfrm>
            <a:off x="2583656" y="6298406"/>
            <a:ext cx="4953000" cy="0"/>
          </a:xfrm>
          <a:prstGeom prst="line">
            <a:avLst/>
          </a:prstGeom>
          <a:noFill/>
          <a:ln w="11906">
            <a:solidFill>
              <a:srgbClr val="BCD0EA"/>
            </a:solidFill>
          </a:ln>
        </p:spPr>
      </p:sp>
      <p:sp>
        <p:nvSpPr>
          <p:cNvPr id="42" name="object-42">
            <a:extLst>
              <a:ext uri="{FF2B5EF4-FFF2-40B4-BE49-F238E27FC236}">
                <a16:creationId xmlns:a16="http://schemas.microsoft.com/office/drawing/2014/main" id="{48E0585E-1C1F-425C-8583-8AA0C7A5BB66}"/>
              </a:ext>
            </a:extLst>
          </p:cNvPr>
          <p:cNvSpPr>
            <a:spLocks noGrp="1"/>
          </p:cNvSpPr>
          <p:nvPr/>
        </p:nvSpPr>
        <p:spPr>
          <a:xfrm>
            <a:off x="6298406" y="2583656"/>
            <a:ext cx="0" cy="4953000"/>
          </a:xfrm>
          <a:prstGeom prst="line">
            <a:avLst/>
          </a:prstGeom>
          <a:noFill/>
          <a:ln w="11906">
            <a:solidFill>
              <a:srgbClr val="BCD0EA"/>
            </a:solidFill>
          </a:ln>
        </p:spPr>
      </p:sp>
      <p:sp>
        <p:nvSpPr>
          <p:cNvPr id="43" name="object-43">
            <a:extLst>
              <a:ext uri="{FF2B5EF4-FFF2-40B4-BE49-F238E27FC236}">
                <a16:creationId xmlns:a16="http://schemas.microsoft.com/office/drawing/2014/main" id="{E6303B89-FA38-4C33-AD16-41FC91ACC8BC}"/>
              </a:ext>
            </a:extLst>
          </p:cNvPr>
          <p:cNvSpPr>
            <a:spLocks noGrp="1"/>
          </p:cNvSpPr>
          <p:nvPr/>
        </p:nvSpPr>
        <p:spPr>
          <a:xfrm>
            <a:off x="608409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4</a:t>
            </a:r>
          </a:p>
        </p:txBody>
      </p:sp>
      <p:sp>
        <p:nvSpPr>
          <p:cNvPr id="44" name="object-44">
            <a:extLst>
              <a:ext uri="{FF2B5EF4-FFF2-40B4-BE49-F238E27FC236}">
                <a16:creationId xmlns:a16="http://schemas.microsoft.com/office/drawing/2014/main" id="{0C86C424-C0CB-4AF9-813E-8124A704CB88}"/>
              </a:ext>
            </a:extLst>
          </p:cNvPr>
          <p:cNvSpPr>
            <a:spLocks noGrp="1"/>
          </p:cNvSpPr>
          <p:nvPr/>
        </p:nvSpPr>
        <p:spPr>
          <a:xfrm>
            <a:off x="4560094" y="6107906"/>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-4</a:t>
            </a:r>
          </a:p>
        </p:txBody>
      </p:sp>
      <p:sp>
        <p:nvSpPr>
          <p:cNvPr id="45" name="object-45">
            <a:extLst>
              <a:ext uri="{FF2B5EF4-FFF2-40B4-BE49-F238E27FC236}">
                <a16:creationId xmlns:a16="http://schemas.microsoft.com/office/drawing/2014/main" id="{2BFB94D4-F2FD-4589-A0D2-9CC07B3E618F}"/>
              </a:ext>
            </a:extLst>
          </p:cNvPr>
          <p:cNvSpPr>
            <a:spLocks noGrp="1"/>
          </p:cNvSpPr>
          <p:nvPr/>
        </p:nvSpPr>
        <p:spPr>
          <a:xfrm>
            <a:off x="2583656" y="6607969"/>
            <a:ext cx="4953000" cy="0"/>
          </a:xfrm>
          <a:prstGeom prst="line">
            <a:avLst/>
          </a:prstGeom>
          <a:noFill/>
          <a:ln w="11906">
            <a:solidFill>
              <a:srgbClr val="BCD0EA"/>
            </a:solidFill>
          </a:ln>
        </p:spPr>
      </p:sp>
      <p:sp>
        <p:nvSpPr>
          <p:cNvPr id="46" name="object-46">
            <a:extLst>
              <a:ext uri="{FF2B5EF4-FFF2-40B4-BE49-F238E27FC236}">
                <a16:creationId xmlns:a16="http://schemas.microsoft.com/office/drawing/2014/main" id="{7498750D-251C-4FF5-A4AE-90CC4770A802}"/>
              </a:ext>
            </a:extLst>
          </p:cNvPr>
          <p:cNvSpPr>
            <a:spLocks noGrp="1"/>
          </p:cNvSpPr>
          <p:nvPr/>
        </p:nvSpPr>
        <p:spPr>
          <a:xfrm>
            <a:off x="6607969" y="2583656"/>
            <a:ext cx="0" cy="4953000"/>
          </a:xfrm>
          <a:prstGeom prst="line">
            <a:avLst/>
          </a:prstGeom>
          <a:noFill/>
          <a:ln w="11906">
            <a:solidFill>
              <a:srgbClr val="BCD0EA"/>
            </a:solidFill>
          </a:ln>
        </p:spPr>
      </p:sp>
      <p:sp>
        <p:nvSpPr>
          <p:cNvPr id="47" name="object-47">
            <a:extLst>
              <a:ext uri="{FF2B5EF4-FFF2-40B4-BE49-F238E27FC236}">
                <a16:creationId xmlns:a16="http://schemas.microsoft.com/office/drawing/2014/main" id="{FE672301-21BC-4B96-BA24-C303A9620701}"/>
              </a:ext>
            </a:extLst>
          </p:cNvPr>
          <p:cNvSpPr>
            <a:spLocks noGrp="1"/>
          </p:cNvSpPr>
          <p:nvPr/>
        </p:nvSpPr>
        <p:spPr>
          <a:xfrm>
            <a:off x="2583656" y="6917531"/>
            <a:ext cx="4953000" cy="0"/>
          </a:xfrm>
          <a:prstGeom prst="line">
            <a:avLst/>
          </a:prstGeom>
          <a:noFill/>
          <a:ln w="11906">
            <a:solidFill>
              <a:srgbClr val="BCD0EA"/>
            </a:solidFill>
          </a:ln>
        </p:spPr>
      </p:sp>
      <p:sp>
        <p:nvSpPr>
          <p:cNvPr id="48" name="object-48">
            <a:extLst>
              <a:ext uri="{FF2B5EF4-FFF2-40B4-BE49-F238E27FC236}">
                <a16:creationId xmlns:a16="http://schemas.microsoft.com/office/drawing/2014/main" id="{E815FFD7-A48B-4546-8C93-DFEBBEEFAF5F}"/>
              </a:ext>
            </a:extLst>
          </p:cNvPr>
          <p:cNvSpPr>
            <a:spLocks noGrp="1"/>
          </p:cNvSpPr>
          <p:nvPr/>
        </p:nvSpPr>
        <p:spPr>
          <a:xfrm>
            <a:off x="6917531" y="2583656"/>
            <a:ext cx="0" cy="4953000"/>
          </a:xfrm>
          <a:prstGeom prst="line">
            <a:avLst/>
          </a:prstGeom>
          <a:noFill/>
          <a:ln w="11906">
            <a:solidFill>
              <a:srgbClr val="BCD0EA"/>
            </a:solidFill>
          </a:ln>
        </p:spPr>
      </p:sp>
      <p:sp>
        <p:nvSpPr>
          <p:cNvPr id="49" name="object-49">
            <a:extLst>
              <a:ext uri="{FF2B5EF4-FFF2-40B4-BE49-F238E27FC236}">
                <a16:creationId xmlns:a16="http://schemas.microsoft.com/office/drawing/2014/main" id="{2A8FAA9D-BDF0-4B3C-B33A-C64910BC1B2A}"/>
              </a:ext>
            </a:extLst>
          </p:cNvPr>
          <p:cNvSpPr>
            <a:spLocks noGrp="1"/>
          </p:cNvSpPr>
          <p:nvPr/>
        </p:nvSpPr>
        <p:spPr>
          <a:xfrm>
            <a:off x="6703219"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6</a:t>
            </a:r>
          </a:p>
        </p:txBody>
      </p:sp>
      <p:sp>
        <p:nvSpPr>
          <p:cNvPr id="50" name="object-50">
            <a:extLst>
              <a:ext uri="{FF2B5EF4-FFF2-40B4-BE49-F238E27FC236}">
                <a16:creationId xmlns:a16="http://schemas.microsoft.com/office/drawing/2014/main" id="{C5F39A01-8B8B-467B-B154-A68E407FCA60}"/>
              </a:ext>
            </a:extLst>
          </p:cNvPr>
          <p:cNvSpPr>
            <a:spLocks noGrp="1"/>
          </p:cNvSpPr>
          <p:nvPr/>
        </p:nvSpPr>
        <p:spPr>
          <a:xfrm>
            <a:off x="4560094" y="6727031"/>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-6</a:t>
            </a:r>
          </a:p>
        </p:txBody>
      </p:sp>
      <p:sp>
        <p:nvSpPr>
          <p:cNvPr id="51" name="object-51">
            <a:extLst>
              <a:ext uri="{FF2B5EF4-FFF2-40B4-BE49-F238E27FC236}">
                <a16:creationId xmlns:a16="http://schemas.microsoft.com/office/drawing/2014/main" id="{EBE3B4B8-9A7F-4EF3-9F2A-A65CB6CCC3E8}"/>
              </a:ext>
            </a:extLst>
          </p:cNvPr>
          <p:cNvSpPr>
            <a:spLocks noGrp="1"/>
          </p:cNvSpPr>
          <p:nvPr/>
        </p:nvSpPr>
        <p:spPr>
          <a:xfrm>
            <a:off x="2583656" y="7227094"/>
            <a:ext cx="4953000" cy="0"/>
          </a:xfrm>
          <a:prstGeom prst="line">
            <a:avLst/>
          </a:prstGeom>
          <a:noFill/>
          <a:ln w="11906">
            <a:solidFill>
              <a:srgbClr val="BCD0EA"/>
            </a:solidFill>
          </a:ln>
        </p:spPr>
      </p:sp>
      <p:sp>
        <p:nvSpPr>
          <p:cNvPr id="52" name="object-52">
            <a:extLst>
              <a:ext uri="{FF2B5EF4-FFF2-40B4-BE49-F238E27FC236}">
                <a16:creationId xmlns:a16="http://schemas.microsoft.com/office/drawing/2014/main" id="{5C82BAFD-4260-45D1-81B9-8C07C51AAF0B}"/>
              </a:ext>
            </a:extLst>
          </p:cNvPr>
          <p:cNvSpPr>
            <a:spLocks noGrp="1"/>
          </p:cNvSpPr>
          <p:nvPr/>
        </p:nvSpPr>
        <p:spPr>
          <a:xfrm>
            <a:off x="7227094" y="2583656"/>
            <a:ext cx="0" cy="4953000"/>
          </a:xfrm>
          <a:prstGeom prst="line">
            <a:avLst/>
          </a:prstGeom>
          <a:noFill/>
          <a:ln w="11906">
            <a:solidFill>
              <a:srgbClr val="BCD0EA"/>
            </a:solidFill>
          </a:ln>
        </p:spPr>
      </p:sp>
      <p:sp>
        <p:nvSpPr>
          <p:cNvPr id="53" name="object-53">
            <a:extLst>
              <a:ext uri="{FF2B5EF4-FFF2-40B4-BE49-F238E27FC236}">
                <a16:creationId xmlns:a16="http://schemas.microsoft.com/office/drawing/2014/main" id="{02FCCC9E-B59F-477B-BE54-F57C6B706C91}"/>
              </a:ext>
            </a:extLst>
          </p:cNvPr>
          <p:cNvSpPr>
            <a:spLocks noGrp="1"/>
          </p:cNvSpPr>
          <p:nvPr/>
        </p:nvSpPr>
        <p:spPr>
          <a:xfrm>
            <a:off x="2583656" y="7536656"/>
            <a:ext cx="4953000" cy="0"/>
          </a:xfrm>
          <a:prstGeom prst="line">
            <a:avLst/>
          </a:prstGeom>
          <a:noFill/>
          <a:ln w="11906">
            <a:solidFill>
              <a:srgbClr val="BCD0EA"/>
            </a:solidFill>
          </a:ln>
        </p:spPr>
      </p:sp>
      <p:sp>
        <p:nvSpPr>
          <p:cNvPr id="54" name="object-54">
            <a:extLst>
              <a:ext uri="{FF2B5EF4-FFF2-40B4-BE49-F238E27FC236}">
                <a16:creationId xmlns:a16="http://schemas.microsoft.com/office/drawing/2014/main" id="{73FED577-2ED1-4D13-A2C4-A12E48D48141}"/>
              </a:ext>
            </a:extLst>
          </p:cNvPr>
          <p:cNvSpPr>
            <a:spLocks noGrp="1"/>
          </p:cNvSpPr>
          <p:nvPr/>
        </p:nvSpPr>
        <p:spPr>
          <a:xfrm>
            <a:off x="7536656" y="2583656"/>
            <a:ext cx="0" cy="4953000"/>
          </a:xfrm>
          <a:prstGeom prst="line">
            <a:avLst/>
          </a:prstGeom>
          <a:noFill/>
          <a:ln w="11906">
            <a:solidFill>
              <a:srgbClr val="BCD0EA"/>
            </a:solidFill>
          </a:ln>
        </p:spPr>
      </p:sp>
      <p:sp>
        <p:nvSpPr>
          <p:cNvPr id="55" name="object-55">
            <a:extLst>
              <a:ext uri="{FF2B5EF4-FFF2-40B4-BE49-F238E27FC236}">
                <a16:creationId xmlns:a16="http://schemas.microsoft.com/office/drawing/2014/main" id="{736C393B-3718-412D-8B8A-DD1899154711}"/>
              </a:ext>
            </a:extLst>
          </p:cNvPr>
          <p:cNvSpPr>
            <a:spLocks noGrp="1"/>
          </p:cNvSpPr>
          <p:nvPr/>
        </p:nvSpPr>
        <p:spPr>
          <a:xfrm>
            <a:off x="732234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8</a:t>
            </a:r>
          </a:p>
        </p:txBody>
      </p:sp>
      <p:sp>
        <p:nvSpPr>
          <p:cNvPr id="56" name="object-56">
            <a:extLst>
              <a:ext uri="{FF2B5EF4-FFF2-40B4-BE49-F238E27FC236}">
                <a16:creationId xmlns:a16="http://schemas.microsoft.com/office/drawing/2014/main" id="{B605DEB0-F271-40B6-AE0F-FA1E25CF2906}"/>
              </a:ext>
            </a:extLst>
          </p:cNvPr>
          <p:cNvSpPr>
            <a:spLocks noGrp="1"/>
          </p:cNvSpPr>
          <p:nvPr/>
        </p:nvSpPr>
        <p:spPr>
          <a:xfrm>
            <a:off x="4560094" y="7346156"/>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-8</a:t>
            </a:r>
          </a:p>
        </p:txBody>
      </p:sp>
      <p:sp>
        <p:nvSpPr>
          <p:cNvPr id="57" name="object-57">
            <a:extLst>
              <a:ext uri="{FF2B5EF4-FFF2-40B4-BE49-F238E27FC236}">
                <a16:creationId xmlns:a16="http://schemas.microsoft.com/office/drawing/2014/main" id="{A97404D1-5242-4B3D-A5DD-CED542954C11}"/>
              </a:ext>
            </a:extLst>
          </p:cNvPr>
          <p:cNvSpPr>
            <a:spLocks noGrp="1"/>
          </p:cNvSpPr>
          <p:nvPr/>
        </p:nvSpPr>
        <p:spPr>
          <a:xfrm>
            <a:off x="2583656" y="5060156"/>
            <a:ext cx="4953000" cy="0"/>
          </a:xfrm>
          <a:prstGeom prst="line">
            <a:avLst/>
          </a:prstGeom>
          <a:noFill/>
          <a:ln w="23813">
            <a:solidFill>
              <a:srgbClr val="172B4D"/>
            </a:solidFill>
          </a:ln>
        </p:spPr>
      </p:sp>
      <p:sp>
        <p:nvSpPr>
          <p:cNvPr id="58" name="object-58">
            <a:extLst>
              <a:ext uri="{FF2B5EF4-FFF2-40B4-BE49-F238E27FC236}">
                <a16:creationId xmlns:a16="http://schemas.microsoft.com/office/drawing/2014/main" id="{A416258F-A13D-43AB-90B9-81E0C9D2C469}"/>
              </a:ext>
            </a:extLst>
          </p:cNvPr>
          <p:cNvSpPr>
            <a:spLocks noGrp="1"/>
          </p:cNvSpPr>
          <p:nvPr/>
        </p:nvSpPr>
        <p:spPr>
          <a:xfrm>
            <a:off x="5060156" y="2583656"/>
            <a:ext cx="0" cy="4953000"/>
          </a:xfrm>
          <a:prstGeom prst="line">
            <a:avLst/>
          </a:prstGeom>
          <a:noFill/>
          <a:ln w="23813">
            <a:solidFill>
              <a:srgbClr val="172B4D"/>
            </a:solidFill>
          </a:ln>
        </p:spPr>
      </p:sp>
      <p:sp>
        <p:nvSpPr>
          <p:cNvPr id="59" name="object-59">
            <a:extLst>
              <a:ext uri="{FF2B5EF4-FFF2-40B4-BE49-F238E27FC236}">
                <a16:creationId xmlns:a16="http://schemas.microsoft.com/office/drawing/2014/main" id="{2982D10D-4AA9-4A81-B0EA-074636AFA6D9}"/>
              </a:ext>
            </a:extLst>
          </p:cNvPr>
          <p:cNvSpPr>
            <a:spLocks noGrp="1"/>
          </p:cNvSpPr>
          <p:nvPr/>
        </p:nvSpPr>
        <p:spPr>
          <a:xfrm>
            <a:off x="4953000" y="4953000"/>
            <a:ext cx="214313" cy="214313"/>
          </a:xfrm>
          <a:prstGeom prst="ellipse">
            <a:avLst/>
          </a:prstGeom>
          <a:solidFill>
            <a:srgbClr val="1D4ED8"/>
          </a:solidFill>
          <a:ln w="11906">
            <a:solidFill>
              <a:srgbClr val="172B4D"/>
            </a:solidFill>
          </a:ln>
        </p:spPr>
      </p:sp>
      <p:sp>
        <p:nvSpPr>
          <p:cNvPr id="60" name="object-60">
            <a:extLst>
              <a:ext uri="{FF2B5EF4-FFF2-40B4-BE49-F238E27FC236}">
                <a16:creationId xmlns:a16="http://schemas.microsoft.com/office/drawing/2014/main" id="{397B484C-F1E1-4A03-9714-980517EA0344}"/>
              </a:ext>
            </a:extLst>
          </p:cNvPr>
          <p:cNvSpPr>
            <a:spLocks noGrp="1"/>
          </p:cNvSpPr>
          <p:nvPr/>
        </p:nvSpPr>
        <p:spPr>
          <a:xfrm>
            <a:off x="9763125" y="4048125"/>
            <a:ext cx="4345781" cy="1547813"/>
          </a:xfrm>
          <a:prstGeom prst="rect">
            <a:avLst/>
          </a:prstGeom>
          <a:noFill/>
          <a:ln w="0">
            <a:noFill/>
          </a:ln>
        </p:spPr>
        <p:txBody>
          <a:bodyPr anchor="ctr">
            <a:noAutofit/>
          </a:bodyPr>
          <a:lstStyle/>
          <a:p>
            <a:pPr algn="l">
              <a:defRPr sz="4125" b="1">
                <a:solidFill>
                  <a:srgbClr val="11745A"/>
                </a:solidFill>
                <a:latin typeface="Arial"/>
                <a:ea typeface="Arial"/>
                <a:cs typeface="Arial"/>
              </a:defRPr>
            </a:pPr>
            <a:r>
              <a:rPr sz="4125" b="1">
                <a:solidFill>
                  <a:srgbClr val="11745A"/>
                </a:solidFill>
                <a:latin typeface="Arial"/>
                <a:ea typeface="Arial"/>
                <a:cs typeface="Arial"/>
              </a:rPr>
              <a:t>(1, 3)</a:t>
            </a:r>
          </a:p>
        </p:txBody>
      </p:sp>
    </p:spTree>
    <p:extLst>
      <p:ext uri="{BB962C8B-B14F-4D97-AF65-F5344CB8AC3E}">
        <p14:creationId xmlns:p14="http://schemas.microsoft.com/office/powerpoint/2010/main" val="1705786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 0 L 0.08125 0 E" pathEditMode="relative" ptsTypes="">
                                      <p:cBhvr>
                                        <p:cTn id="6" dur="800" fill="hold"/>
                                        <p:tgtEl>
                                          <p:spTgt spid="59"/>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0.08125 0 L 0.08125 0.07222222 E" pathEditMode="relative" ptsTypes="">
                                      <p:cBhvr>
                                        <p:cTn id="10" dur="800" fill="hold"/>
                                        <p:tgtEl>
                                          <p:spTgt spid="59"/>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63" presetClass="path" presetSubtype="0" accel="50000" decel="50000" fill="hold" nodeType="clickEffect">
                                  <p:stCondLst>
                                    <p:cond delay="0"/>
                                  </p:stCondLst>
                                  <p:childTnLst>
                                    <p:animMotion origin="layout" path="M 0.08125 0.07222222 L 0.0203125 0.07222222 E" pathEditMode="relative" ptsTypes="">
                                      <p:cBhvr>
                                        <p:cTn id="14" dur="800" fill="hold"/>
                                        <p:tgtEl>
                                          <p:spTgt spid="59"/>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63" presetClass="path" presetSubtype="0" accel="50000" decel="50000" fill="hold" nodeType="clickEffect">
                                  <p:stCondLst>
                                    <p:cond delay="0"/>
                                  </p:stCondLst>
                                  <p:childTnLst>
                                    <p:animMotion origin="layout" path="M 0.0203125 0.07222222 L 0.0203125 -0.10833333 E" pathEditMode="relative" ptsTypes="">
                                      <p:cBhvr>
                                        <p:cTn id="18" dur="800" fill="hold"/>
                                        <p:tgtEl>
                                          <p:spTgt spid="59"/>
                                        </p:tgtEl>
                                        <p:attrNameLst>
                                          <p:attrName>ppt_x</p:attrName>
                                          <p:attrName>ppt_y</p:attrName>
                                        </p:attrNameLst>
                                      </p:cBhvr>
                                    </p:animMotion>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2" name="object-1">
            <a:extLst>
              <a:ext uri="{FF2B5EF4-FFF2-40B4-BE49-F238E27FC236}">
                <a16:creationId xmlns:a16="http://schemas.microsoft.com/office/drawing/2014/main" id="{579DE25F-DBC5-48C0-BEB0-0164449BEB7F}"/>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B8082AA7-162C-4F26-88D3-7B436DFFD4EF}"/>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019B19A4-7EFB-485D-ADCB-756086F083C5}"/>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Move (4, -3) 3 left and 5 up.</a:t>
            </a:r>
          </a:p>
        </p:txBody>
      </p:sp>
      <p:sp>
        <p:nvSpPr>
          <p:cNvPr id="4" name="object-4">
            <a:extLst>
              <a:ext uri="{FF2B5EF4-FFF2-40B4-BE49-F238E27FC236}">
                <a16:creationId xmlns:a16="http://schemas.microsoft.com/office/drawing/2014/main" id="{27B6E0E8-0B04-46CD-9106-6AC47B0A873D}"/>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B8D3D8A7-1E60-40AD-8530-F5E66CB6C5B3}"/>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Translate shapes</a:t>
            </a:r>
          </a:p>
        </p:txBody>
      </p:sp>
      <p:sp>
        <p:nvSpPr>
          <p:cNvPr id="6" name="object-6">
            <a:extLst>
              <a:ext uri="{FF2B5EF4-FFF2-40B4-BE49-F238E27FC236}">
                <a16:creationId xmlns:a16="http://schemas.microsoft.com/office/drawing/2014/main" id="{4293E8BC-0E24-4089-B06A-B01CB8915472}"/>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3</a:t>
            </a:r>
          </a:p>
        </p:txBody>
      </p:sp>
      <p:sp>
        <p:nvSpPr>
          <p:cNvPr id="7" name="object-7">
            <a:extLst>
              <a:ext uri="{FF2B5EF4-FFF2-40B4-BE49-F238E27FC236}">
                <a16:creationId xmlns:a16="http://schemas.microsoft.com/office/drawing/2014/main" id="{D0C02B28-D450-4C09-9E45-7E0CDD86AFC3}"/>
              </a:ext>
            </a:extLst>
          </p:cNvPr>
          <p:cNvSpPr>
            <a:spLocks noGrp="1"/>
          </p:cNvSpPr>
          <p:nvPr/>
        </p:nvSpPr>
        <p:spPr>
          <a:xfrm>
            <a:off x="2583656" y="2583656"/>
            <a:ext cx="4953000" cy="0"/>
          </a:xfrm>
          <a:prstGeom prst="line">
            <a:avLst/>
          </a:prstGeom>
          <a:noFill/>
          <a:ln w="11906">
            <a:solidFill>
              <a:srgbClr val="BCD0EA"/>
            </a:solidFill>
          </a:ln>
        </p:spPr>
      </p:sp>
      <p:sp>
        <p:nvSpPr>
          <p:cNvPr id="8" name="object-8">
            <a:extLst>
              <a:ext uri="{FF2B5EF4-FFF2-40B4-BE49-F238E27FC236}">
                <a16:creationId xmlns:a16="http://schemas.microsoft.com/office/drawing/2014/main" id="{226872FA-A5B4-439F-B111-946100209133}"/>
              </a:ext>
            </a:extLst>
          </p:cNvPr>
          <p:cNvSpPr>
            <a:spLocks noGrp="1"/>
          </p:cNvSpPr>
          <p:nvPr/>
        </p:nvSpPr>
        <p:spPr>
          <a:xfrm>
            <a:off x="2583656" y="2583656"/>
            <a:ext cx="0" cy="4953000"/>
          </a:xfrm>
          <a:prstGeom prst="line">
            <a:avLst/>
          </a:prstGeom>
          <a:noFill/>
          <a:ln w="11906">
            <a:solidFill>
              <a:srgbClr val="BCD0EA"/>
            </a:solidFill>
          </a:ln>
        </p:spPr>
      </p:sp>
      <p:sp>
        <p:nvSpPr>
          <p:cNvPr id="9" name="object-9">
            <a:extLst>
              <a:ext uri="{FF2B5EF4-FFF2-40B4-BE49-F238E27FC236}">
                <a16:creationId xmlns:a16="http://schemas.microsoft.com/office/drawing/2014/main" id="{C53B036B-660E-4E12-9D66-7914B0FEDBBA}"/>
              </a:ext>
            </a:extLst>
          </p:cNvPr>
          <p:cNvSpPr>
            <a:spLocks noGrp="1"/>
          </p:cNvSpPr>
          <p:nvPr/>
        </p:nvSpPr>
        <p:spPr>
          <a:xfrm>
            <a:off x="236934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-8</a:t>
            </a:r>
          </a:p>
        </p:txBody>
      </p:sp>
      <p:sp>
        <p:nvSpPr>
          <p:cNvPr id="10" name="object-10">
            <a:extLst>
              <a:ext uri="{FF2B5EF4-FFF2-40B4-BE49-F238E27FC236}">
                <a16:creationId xmlns:a16="http://schemas.microsoft.com/office/drawing/2014/main" id="{FD8FA432-B32D-465A-8176-7672F99FE4A1}"/>
              </a:ext>
            </a:extLst>
          </p:cNvPr>
          <p:cNvSpPr>
            <a:spLocks noGrp="1"/>
          </p:cNvSpPr>
          <p:nvPr/>
        </p:nvSpPr>
        <p:spPr>
          <a:xfrm>
            <a:off x="4560094" y="2393156"/>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8</a:t>
            </a:r>
          </a:p>
        </p:txBody>
      </p:sp>
      <p:sp>
        <p:nvSpPr>
          <p:cNvPr id="11" name="object-11">
            <a:extLst>
              <a:ext uri="{FF2B5EF4-FFF2-40B4-BE49-F238E27FC236}">
                <a16:creationId xmlns:a16="http://schemas.microsoft.com/office/drawing/2014/main" id="{338B0E98-5340-46F3-AD93-DA8396C6449A}"/>
              </a:ext>
            </a:extLst>
          </p:cNvPr>
          <p:cNvSpPr>
            <a:spLocks noGrp="1"/>
          </p:cNvSpPr>
          <p:nvPr/>
        </p:nvSpPr>
        <p:spPr>
          <a:xfrm>
            <a:off x="2583656" y="2893219"/>
            <a:ext cx="4953000" cy="0"/>
          </a:xfrm>
          <a:prstGeom prst="line">
            <a:avLst/>
          </a:prstGeom>
          <a:noFill/>
          <a:ln w="11906">
            <a:solidFill>
              <a:srgbClr val="BCD0EA"/>
            </a:solidFill>
          </a:ln>
        </p:spPr>
      </p:sp>
      <p:sp>
        <p:nvSpPr>
          <p:cNvPr id="12" name="object-12">
            <a:extLst>
              <a:ext uri="{FF2B5EF4-FFF2-40B4-BE49-F238E27FC236}">
                <a16:creationId xmlns:a16="http://schemas.microsoft.com/office/drawing/2014/main" id="{36BFA33F-2FFC-4F1C-9EE0-675E666AE488}"/>
              </a:ext>
            </a:extLst>
          </p:cNvPr>
          <p:cNvSpPr>
            <a:spLocks noGrp="1"/>
          </p:cNvSpPr>
          <p:nvPr/>
        </p:nvSpPr>
        <p:spPr>
          <a:xfrm>
            <a:off x="2893219" y="2583656"/>
            <a:ext cx="0" cy="4953000"/>
          </a:xfrm>
          <a:prstGeom prst="line">
            <a:avLst/>
          </a:prstGeom>
          <a:noFill/>
          <a:ln w="11906">
            <a:solidFill>
              <a:srgbClr val="BCD0EA"/>
            </a:solidFill>
          </a:ln>
        </p:spPr>
      </p:sp>
      <p:sp>
        <p:nvSpPr>
          <p:cNvPr id="13" name="object-13">
            <a:extLst>
              <a:ext uri="{FF2B5EF4-FFF2-40B4-BE49-F238E27FC236}">
                <a16:creationId xmlns:a16="http://schemas.microsoft.com/office/drawing/2014/main" id="{EE74FC8B-B641-48F8-BD11-CD49A0072B90}"/>
              </a:ext>
            </a:extLst>
          </p:cNvPr>
          <p:cNvSpPr>
            <a:spLocks noGrp="1"/>
          </p:cNvSpPr>
          <p:nvPr/>
        </p:nvSpPr>
        <p:spPr>
          <a:xfrm>
            <a:off x="2583656" y="3202781"/>
            <a:ext cx="4953000" cy="0"/>
          </a:xfrm>
          <a:prstGeom prst="line">
            <a:avLst/>
          </a:prstGeom>
          <a:noFill/>
          <a:ln w="11906">
            <a:solidFill>
              <a:srgbClr val="BCD0EA"/>
            </a:solidFill>
          </a:ln>
        </p:spPr>
      </p:sp>
      <p:sp>
        <p:nvSpPr>
          <p:cNvPr id="14" name="object-14">
            <a:extLst>
              <a:ext uri="{FF2B5EF4-FFF2-40B4-BE49-F238E27FC236}">
                <a16:creationId xmlns:a16="http://schemas.microsoft.com/office/drawing/2014/main" id="{585051DD-DC90-4156-99BD-66E6A04AF95F}"/>
              </a:ext>
            </a:extLst>
          </p:cNvPr>
          <p:cNvSpPr>
            <a:spLocks noGrp="1"/>
          </p:cNvSpPr>
          <p:nvPr/>
        </p:nvSpPr>
        <p:spPr>
          <a:xfrm>
            <a:off x="3202781" y="2583656"/>
            <a:ext cx="0" cy="4953000"/>
          </a:xfrm>
          <a:prstGeom prst="line">
            <a:avLst/>
          </a:prstGeom>
          <a:noFill/>
          <a:ln w="11906">
            <a:solidFill>
              <a:srgbClr val="BCD0EA"/>
            </a:solidFill>
          </a:ln>
        </p:spPr>
      </p:sp>
      <p:sp>
        <p:nvSpPr>
          <p:cNvPr id="15" name="object-15">
            <a:extLst>
              <a:ext uri="{FF2B5EF4-FFF2-40B4-BE49-F238E27FC236}">
                <a16:creationId xmlns:a16="http://schemas.microsoft.com/office/drawing/2014/main" id="{CD2743E2-09CC-4AB8-8320-CC4FC72799B1}"/>
              </a:ext>
            </a:extLst>
          </p:cNvPr>
          <p:cNvSpPr>
            <a:spLocks noGrp="1"/>
          </p:cNvSpPr>
          <p:nvPr/>
        </p:nvSpPr>
        <p:spPr>
          <a:xfrm>
            <a:off x="2988469"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-6</a:t>
            </a:r>
          </a:p>
        </p:txBody>
      </p:sp>
      <p:sp>
        <p:nvSpPr>
          <p:cNvPr id="16" name="object-16">
            <a:extLst>
              <a:ext uri="{FF2B5EF4-FFF2-40B4-BE49-F238E27FC236}">
                <a16:creationId xmlns:a16="http://schemas.microsoft.com/office/drawing/2014/main" id="{BF7F5CA7-954F-43D3-9655-EEA1F8764501}"/>
              </a:ext>
            </a:extLst>
          </p:cNvPr>
          <p:cNvSpPr>
            <a:spLocks noGrp="1"/>
          </p:cNvSpPr>
          <p:nvPr/>
        </p:nvSpPr>
        <p:spPr>
          <a:xfrm>
            <a:off x="4560094" y="3012281"/>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6</a:t>
            </a:r>
          </a:p>
        </p:txBody>
      </p:sp>
      <p:sp>
        <p:nvSpPr>
          <p:cNvPr id="17" name="object-17">
            <a:extLst>
              <a:ext uri="{FF2B5EF4-FFF2-40B4-BE49-F238E27FC236}">
                <a16:creationId xmlns:a16="http://schemas.microsoft.com/office/drawing/2014/main" id="{26DE3D05-CD03-4206-891A-D282EBBE5105}"/>
              </a:ext>
            </a:extLst>
          </p:cNvPr>
          <p:cNvSpPr>
            <a:spLocks noGrp="1"/>
          </p:cNvSpPr>
          <p:nvPr/>
        </p:nvSpPr>
        <p:spPr>
          <a:xfrm>
            <a:off x="2583656" y="3512344"/>
            <a:ext cx="4953000" cy="0"/>
          </a:xfrm>
          <a:prstGeom prst="line">
            <a:avLst/>
          </a:prstGeom>
          <a:noFill/>
          <a:ln w="11906">
            <a:solidFill>
              <a:srgbClr val="BCD0EA"/>
            </a:solidFill>
          </a:ln>
        </p:spPr>
      </p:sp>
      <p:sp>
        <p:nvSpPr>
          <p:cNvPr id="18" name="object-18">
            <a:extLst>
              <a:ext uri="{FF2B5EF4-FFF2-40B4-BE49-F238E27FC236}">
                <a16:creationId xmlns:a16="http://schemas.microsoft.com/office/drawing/2014/main" id="{68F39815-0ACF-4977-993D-2CE6C11801DE}"/>
              </a:ext>
            </a:extLst>
          </p:cNvPr>
          <p:cNvSpPr>
            <a:spLocks noGrp="1"/>
          </p:cNvSpPr>
          <p:nvPr/>
        </p:nvSpPr>
        <p:spPr>
          <a:xfrm>
            <a:off x="3512344" y="2583656"/>
            <a:ext cx="0" cy="4953000"/>
          </a:xfrm>
          <a:prstGeom prst="line">
            <a:avLst/>
          </a:prstGeom>
          <a:noFill/>
          <a:ln w="11906">
            <a:solidFill>
              <a:srgbClr val="BCD0EA"/>
            </a:solidFill>
          </a:ln>
        </p:spPr>
      </p:sp>
      <p:sp>
        <p:nvSpPr>
          <p:cNvPr id="19" name="object-19">
            <a:extLst>
              <a:ext uri="{FF2B5EF4-FFF2-40B4-BE49-F238E27FC236}">
                <a16:creationId xmlns:a16="http://schemas.microsoft.com/office/drawing/2014/main" id="{8F5E1EB8-D2EA-40A2-8DD2-0AE3BD11FD6D}"/>
              </a:ext>
            </a:extLst>
          </p:cNvPr>
          <p:cNvSpPr>
            <a:spLocks noGrp="1"/>
          </p:cNvSpPr>
          <p:nvPr/>
        </p:nvSpPr>
        <p:spPr>
          <a:xfrm>
            <a:off x="2583656" y="3821906"/>
            <a:ext cx="4953000" cy="0"/>
          </a:xfrm>
          <a:prstGeom prst="line">
            <a:avLst/>
          </a:prstGeom>
          <a:noFill/>
          <a:ln w="11906">
            <a:solidFill>
              <a:srgbClr val="BCD0EA"/>
            </a:solidFill>
          </a:ln>
        </p:spPr>
      </p:sp>
      <p:sp>
        <p:nvSpPr>
          <p:cNvPr id="20" name="object-20">
            <a:extLst>
              <a:ext uri="{FF2B5EF4-FFF2-40B4-BE49-F238E27FC236}">
                <a16:creationId xmlns:a16="http://schemas.microsoft.com/office/drawing/2014/main" id="{937DBEF6-224F-4B43-83A3-48EF98C11727}"/>
              </a:ext>
            </a:extLst>
          </p:cNvPr>
          <p:cNvSpPr>
            <a:spLocks noGrp="1"/>
          </p:cNvSpPr>
          <p:nvPr/>
        </p:nvSpPr>
        <p:spPr>
          <a:xfrm>
            <a:off x="3821906" y="2583656"/>
            <a:ext cx="0" cy="4953000"/>
          </a:xfrm>
          <a:prstGeom prst="line">
            <a:avLst/>
          </a:prstGeom>
          <a:noFill/>
          <a:ln w="11906">
            <a:solidFill>
              <a:srgbClr val="BCD0EA"/>
            </a:solidFill>
          </a:ln>
        </p:spPr>
      </p:sp>
      <p:sp>
        <p:nvSpPr>
          <p:cNvPr id="21" name="object-21">
            <a:extLst>
              <a:ext uri="{FF2B5EF4-FFF2-40B4-BE49-F238E27FC236}">
                <a16:creationId xmlns:a16="http://schemas.microsoft.com/office/drawing/2014/main" id="{EFAA391A-47EC-432A-AFAB-0F0BACFE0E8B}"/>
              </a:ext>
            </a:extLst>
          </p:cNvPr>
          <p:cNvSpPr>
            <a:spLocks noGrp="1"/>
          </p:cNvSpPr>
          <p:nvPr/>
        </p:nvSpPr>
        <p:spPr>
          <a:xfrm>
            <a:off x="360759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-4</a:t>
            </a:r>
          </a:p>
        </p:txBody>
      </p:sp>
      <p:sp>
        <p:nvSpPr>
          <p:cNvPr id="22" name="object-22">
            <a:extLst>
              <a:ext uri="{FF2B5EF4-FFF2-40B4-BE49-F238E27FC236}">
                <a16:creationId xmlns:a16="http://schemas.microsoft.com/office/drawing/2014/main" id="{4946B4AA-D5A2-4DF3-B4E7-596C3A5CDA9A}"/>
              </a:ext>
            </a:extLst>
          </p:cNvPr>
          <p:cNvSpPr>
            <a:spLocks noGrp="1"/>
          </p:cNvSpPr>
          <p:nvPr/>
        </p:nvSpPr>
        <p:spPr>
          <a:xfrm>
            <a:off x="4560094" y="3631406"/>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4</a:t>
            </a:r>
          </a:p>
        </p:txBody>
      </p:sp>
      <p:sp>
        <p:nvSpPr>
          <p:cNvPr id="23" name="object-23">
            <a:extLst>
              <a:ext uri="{FF2B5EF4-FFF2-40B4-BE49-F238E27FC236}">
                <a16:creationId xmlns:a16="http://schemas.microsoft.com/office/drawing/2014/main" id="{D8C3C91E-7C32-430A-9E3C-27DB8816745D}"/>
              </a:ext>
            </a:extLst>
          </p:cNvPr>
          <p:cNvSpPr>
            <a:spLocks noGrp="1"/>
          </p:cNvSpPr>
          <p:nvPr/>
        </p:nvSpPr>
        <p:spPr>
          <a:xfrm>
            <a:off x="2583656" y="4131469"/>
            <a:ext cx="4953000" cy="0"/>
          </a:xfrm>
          <a:prstGeom prst="line">
            <a:avLst/>
          </a:prstGeom>
          <a:noFill/>
          <a:ln w="11906">
            <a:solidFill>
              <a:srgbClr val="BCD0EA"/>
            </a:solidFill>
          </a:ln>
        </p:spPr>
      </p:sp>
      <p:sp>
        <p:nvSpPr>
          <p:cNvPr id="24" name="object-24">
            <a:extLst>
              <a:ext uri="{FF2B5EF4-FFF2-40B4-BE49-F238E27FC236}">
                <a16:creationId xmlns:a16="http://schemas.microsoft.com/office/drawing/2014/main" id="{B7885B08-5B60-4A97-9BC2-5B641C36DA8D}"/>
              </a:ext>
            </a:extLst>
          </p:cNvPr>
          <p:cNvSpPr>
            <a:spLocks noGrp="1"/>
          </p:cNvSpPr>
          <p:nvPr/>
        </p:nvSpPr>
        <p:spPr>
          <a:xfrm>
            <a:off x="4131469" y="2583656"/>
            <a:ext cx="0" cy="4953000"/>
          </a:xfrm>
          <a:prstGeom prst="line">
            <a:avLst/>
          </a:prstGeom>
          <a:noFill/>
          <a:ln w="11906">
            <a:solidFill>
              <a:srgbClr val="BCD0EA"/>
            </a:solidFill>
          </a:ln>
        </p:spPr>
      </p:sp>
      <p:sp>
        <p:nvSpPr>
          <p:cNvPr id="25" name="object-25">
            <a:extLst>
              <a:ext uri="{FF2B5EF4-FFF2-40B4-BE49-F238E27FC236}">
                <a16:creationId xmlns:a16="http://schemas.microsoft.com/office/drawing/2014/main" id="{9767B0EF-D9D0-42B4-BEB5-51C36B23E1C2}"/>
              </a:ext>
            </a:extLst>
          </p:cNvPr>
          <p:cNvSpPr>
            <a:spLocks noGrp="1"/>
          </p:cNvSpPr>
          <p:nvPr/>
        </p:nvSpPr>
        <p:spPr>
          <a:xfrm>
            <a:off x="2583656" y="4441031"/>
            <a:ext cx="4953000" cy="0"/>
          </a:xfrm>
          <a:prstGeom prst="line">
            <a:avLst/>
          </a:prstGeom>
          <a:noFill/>
          <a:ln w="11906">
            <a:solidFill>
              <a:srgbClr val="BCD0EA"/>
            </a:solidFill>
          </a:ln>
        </p:spPr>
      </p:sp>
      <p:sp>
        <p:nvSpPr>
          <p:cNvPr id="26" name="object-26">
            <a:extLst>
              <a:ext uri="{FF2B5EF4-FFF2-40B4-BE49-F238E27FC236}">
                <a16:creationId xmlns:a16="http://schemas.microsoft.com/office/drawing/2014/main" id="{437600BD-8C10-4B66-BABB-A9A21A496AF5}"/>
              </a:ext>
            </a:extLst>
          </p:cNvPr>
          <p:cNvSpPr>
            <a:spLocks noGrp="1"/>
          </p:cNvSpPr>
          <p:nvPr/>
        </p:nvSpPr>
        <p:spPr>
          <a:xfrm>
            <a:off x="4441031" y="2583656"/>
            <a:ext cx="0" cy="4953000"/>
          </a:xfrm>
          <a:prstGeom prst="line">
            <a:avLst/>
          </a:prstGeom>
          <a:noFill/>
          <a:ln w="11906">
            <a:solidFill>
              <a:srgbClr val="BCD0EA"/>
            </a:solidFill>
          </a:ln>
        </p:spPr>
      </p:sp>
      <p:sp>
        <p:nvSpPr>
          <p:cNvPr id="27" name="object-27">
            <a:extLst>
              <a:ext uri="{FF2B5EF4-FFF2-40B4-BE49-F238E27FC236}">
                <a16:creationId xmlns:a16="http://schemas.microsoft.com/office/drawing/2014/main" id="{88D2F69A-DC1B-4E68-A966-4FC1BB9E6EA7}"/>
              </a:ext>
            </a:extLst>
          </p:cNvPr>
          <p:cNvSpPr>
            <a:spLocks noGrp="1"/>
          </p:cNvSpPr>
          <p:nvPr/>
        </p:nvSpPr>
        <p:spPr>
          <a:xfrm>
            <a:off x="4226719"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-2</a:t>
            </a:r>
          </a:p>
        </p:txBody>
      </p:sp>
      <p:sp>
        <p:nvSpPr>
          <p:cNvPr id="28" name="object-28">
            <a:extLst>
              <a:ext uri="{FF2B5EF4-FFF2-40B4-BE49-F238E27FC236}">
                <a16:creationId xmlns:a16="http://schemas.microsoft.com/office/drawing/2014/main" id="{0D45D67E-7C4F-48AF-B692-B220DA65F5AE}"/>
              </a:ext>
            </a:extLst>
          </p:cNvPr>
          <p:cNvSpPr>
            <a:spLocks noGrp="1"/>
          </p:cNvSpPr>
          <p:nvPr/>
        </p:nvSpPr>
        <p:spPr>
          <a:xfrm>
            <a:off x="4560094" y="4250531"/>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2</a:t>
            </a:r>
          </a:p>
        </p:txBody>
      </p:sp>
      <p:sp>
        <p:nvSpPr>
          <p:cNvPr id="29" name="object-29">
            <a:extLst>
              <a:ext uri="{FF2B5EF4-FFF2-40B4-BE49-F238E27FC236}">
                <a16:creationId xmlns:a16="http://schemas.microsoft.com/office/drawing/2014/main" id="{CF6BB0BB-D14C-4457-A7A6-4C53F1A974D8}"/>
              </a:ext>
            </a:extLst>
          </p:cNvPr>
          <p:cNvSpPr>
            <a:spLocks noGrp="1"/>
          </p:cNvSpPr>
          <p:nvPr/>
        </p:nvSpPr>
        <p:spPr>
          <a:xfrm>
            <a:off x="2583656" y="4750594"/>
            <a:ext cx="4953000" cy="0"/>
          </a:xfrm>
          <a:prstGeom prst="line">
            <a:avLst/>
          </a:prstGeom>
          <a:noFill/>
          <a:ln w="11906">
            <a:solidFill>
              <a:srgbClr val="BCD0EA"/>
            </a:solidFill>
          </a:ln>
        </p:spPr>
      </p:sp>
      <p:sp>
        <p:nvSpPr>
          <p:cNvPr id="30" name="object-30">
            <a:extLst>
              <a:ext uri="{FF2B5EF4-FFF2-40B4-BE49-F238E27FC236}">
                <a16:creationId xmlns:a16="http://schemas.microsoft.com/office/drawing/2014/main" id="{8671CFD5-C296-459E-92CF-0B4CB173C900}"/>
              </a:ext>
            </a:extLst>
          </p:cNvPr>
          <p:cNvSpPr>
            <a:spLocks noGrp="1"/>
          </p:cNvSpPr>
          <p:nvPr/>
        </p:nvSpPr>
        <p:spPr>
          <a:xfrm>
            <a:off x="4750594" y="2583656"/>
            <a:ext cx="0" cy="4953000"/>
          </a:xfrm>
          <a:prstGeom prst="line">
            <a:avLst/>
          </a:prstGeom>
          <a:noFill/>
          <a:ln w="11906">
            <a:solidFill>
              <a:srgbClr val="BCD0EA"/>
            </a:solidFill>
          </a:ln>
        </p:spPr>
      </p:sp>
      <p:sp>
        <p:nvSpPr>
          <p:cNvPr id="31" name="object-31">
            <a:extLst>
              <a:ext uri="{FF2B5EF4-FFF2-40B4-BE49-F238E27FC236}">
                <a16:creationId xmlns:a16="http://schemas.microsoft.com/office/drawing/2014/main" id="{CEF26F6A-6D80-4C0D-8A82-A53C10CFE20A}"/>
              </a:ext>
            </a:extLst>
          </p:cNvPr>
          <p:cNvSpPr>
            <a:spLocks noGrp="1"/>
          </p:cNvSpPr>
          <p:nvPr/>
        </p:nvSpPr>
        <p:spPr>
          <a:xfrm>
            <a:off x="2583656" y="5060156"/>
            <a:ext cx="4953000" cy="0"/>
          </a:xfrm>
          <a:prstGeom prst="line">
            <a:avLst/>
          </a:prstGeom>
          <a:noFill/>
          <a:ln w="11906">
            <a:solidFill>
              <a:srgbClr val="BCD0EA"/>
            </a:solidFill>
          </a:ln>
        </p:spPr>
      </p:sp>
      <p:sp>
        <p:nvSpPr>
          <p:cNvPr id="32" name="object-32">
            <a:extLst>
              <a:ext uri="{FF2B5EF4-FFF2-40B4-BE49-F238E27FC236}">
                <a16:creationId xmlns:a16="http://schemas.microsoft.com/office/drawing/2014/main" id="{99D983D5-4476-4824-A4C3-2917DCDD9C1A}"/>
              </a:ext>
            </a:extLst>
          </p:cNvPr>
          <p:cNvSpPr>
            <a:spLocks noGrp="1"/>
          </p:cNvSpPr>
          <p:nvPr/>
        </p:nvSpPr>
        <p:spPr>
          <a:xfrm>
            <a:off x="5060156" y="2583656"/>
            <a:ext cx="0" cy="4953000"/>
          </a:xfrm>
          <a:prstGeom prst="line">
            <a:avLst/>
          </a:prstGeom>
          <a:noFill/>
          <a:ln w="11906">
            <a:solidFill>
              <a:srgbClr val="BCD0EA"/>
            </a:solidFill>
          </a:ln>
        </p:spPr>
      </p:sp>
      <p:sp>
        <p:nvSpPr>
          <p:cNvPr id="33" name="object-33">
            <a:extLst>
              <a:ext uri="{FF2B5EF4-FFF2-40B4-BE49-F238E27FC236}">
                <a16:creationId xmlns:a16="http://schemas.microsoft.com/office/drawing/2014/main" id="{667ABF69-CB9C-4FDE-BD24-3BA5435DFFF5}"/>
              </a:ext>
            </a:extLst>
          </p:cNvPr>
          <p:cNvSpPr>
            <a:spLocks noGrp="1"/>
          </p:cNvSpPr>
          <p:nvPr/>
        </p:nvSpPr>
        <p:spPr>
          <a:xfrm>
            <a:off x="484584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0</a:t>
            </a:r>
          </a:p>
        </p:txBody>
      </p:sp>
      <p:sp>
        <p:nvSpPr>
          <p:cNvPr id="34" name="object-34">
            <a:extLst>
              <a:ext uri="{FF2B5EF4-FFF2-40B4-BE49-F238E27FC236}">
                <a16:creationId xmlns:a16="http://schemas.microsoft.com/office/drawing/2014/main" id="{66212FB1-21FD-4403-9608-8D80F2934514}"/>
              </a:ext>
            </a:extLst>
          </p:cNvPr>
          <p:cNvSpPr>
            <a:spLocks noGrp="1"/>
          </p:cNvSpPr>
          <p:nvPr/>
        </p:nvSpPr>
        <p:spPr>
          <a:xfrm>
            <a:off x="2583656" y="5369719"/>
            <a:ext cx="4953000" cy="0"/>
          </a:xfrm>
          <a:prstGeom prst="line">
            <a:avLst/>
          </a:prstGeom>
          <a:noFill/>
          <a:ln w="11906">
            <a:solidFill>
              <a:srgbClr val="BCD0EA"/>
            </a:solidFill>
          </a:ln>
        </p:spPr>
      </p:sp>
      <p:sp>
        <p:nvSpPr>
          <p:cNvPr id="35" name="object-35">
            <a:extLst>
              <a:ext uri="{FF2B5EF4-FFF2-40B4-BE49-F238E27FC236}">
                <a16:creationId xmlns:a16="http://schemas.microsoft.com/office/drawing/2014/main" id="{2496770A-F001-4980-9150-E4A56132F717}"/>
              </a:ext>
            </a:extLst>
          </p:cNvPr>
          <p:cNvSpPr>
            <a:spLocks noGrp="1"/>
          </p:cNvSpPr>
          <p:nvPr/>
        </p:nvSpPr>
        <p:spPr>
          <a:xfrm>
            <a:off x="5369719" y="2583656"/>
            <a:ext cx="0" cy="4953000"/>
          </a:xfrm>
          <a:prstGeom prst="line">
            <a:avLst/>
          </a:prstGeom>
          <a:noFill/>
          <a:ln w="11906">
            <a:solidFill>
              <a:srgbClr val="BCD0EA"/>
            </a:solidFill>
          </a:ln>
        </p:spPr>
      </p:sp>
      <p:sp>
        <p:nvSpPr>
          <p:cNvPr id="36" name="object-36">
            <a:extLst>
              <a:ext uri="{FF2B5EF4-FFF2-40B4-BE49-F238E27FC236}">
                <a16:creationId xmlns:a16="http://schemas.microsoft.com/office/drawing/2014/main" id="{45B6CA69-39AF-4DBC-A5FD-CD147946F6E7}"/>
              </a:ext>
            </a:extLst>
          </p:cNvPr>
          <p:cNvSpPr>
            <a:spLocks noGrp="1"/>
          </p:cNvSpPr>
          <p:nvPr/>
        </p:nvSpPr>
        <p:spPr>
          <a:xfrm>
            <a:off x="2583656" y="5679281"/>
            <a:ext cx="4953000" cy="0"/>
          </a:xfrm>
          <a:prstGeom prst="line">
            <a:avLst/>
          </a:prstGeom>
          <a:noFill/>
          <a:ln w="11906">
            <a:solidFill>
              <a:srgbClr val="BCD0EA"/>
            </a:solidFill>
          </a:ln>
        </p:spPr>
      </p:sp>
      <p:sp>
        <p:nvSpPr>
          <p:cNvPr id="37" name="object-37">
            <a:extLst>
              <a:ext uri="{FF2B5EF4-FFF2-40B4-BE49-F238E27FC236}">
                <a16:creationId xmlns:a16="http://schemas.microsoft.com/office/drawing/2014/main" id="{AA6F1949-F7A0-4711-A632-3A7880D1E911}"/>
              </a:ext>
            </a:extLst>
          </p:cNvPr>
          <p:cNvSpPr>
            <a:spLocks noGrp="1"/>
          </p:cNvSpPr>
          <p:nvPr/>
        </p:nvSpPr>
        <p:spPr>
          <a:xfrm>
            <a:off x="5679281" y="2583656"/>
            <a:ext cx="0" cy="4953000"/>
          </a:xfrm>
          <a:prstGeom prst="line">
            <a:avLst/>
          </a:prstGeom>
          <a:noFill/>
          <a:ln w="11906">
            <a:solidFill>
              <a:srgbClr val="BCD0EA"/>
            </a:solidFill>
          </a:ln>
        </p:spPr>
      </p:sp>
      <p:sp>
        <p:nvSpPr>
          <p:cNvPr id="38" name="object-38">
            <a:extLst>
              <a:ext uri="{FF2B5EF4-FFF2-40B4-BE49-F238E27FC236}">
                <a16:creationId xmlns:a16="http://schemas.microsoft.com/office/drawing/2014/main" id="{D8268E0A-7E77-4E08-8E24-510F2BD0B1AC}"/>
              </a:ext>
            </a:extLst>
          </p:cNvPr>
          <p:cNvSpPr>
            <a:spLocks noGrp="1"/>
          </p:cNvSpPr>
          <p:nvPr/>
        </p:nvSpPr>
        <p:spPr>
          <a:xfrm>
            <a:off x="5464969"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2</a:t>
            </a:r>
          </a:p>
        </p:txBody>
      </p:sp>
      <p:sp>
        <p:nvSpPr>
          <p:cNvPr id="39" name="object-39">
            <a:extLst>
              <a:ext uri="{FF2B5EF4-FFF2-40B4-BE49-F238E27FC236}">
                <a16:creationId xmlns:a16="http://schemas.microsoft.com/office/drawing/2014/main" id="{3C2B34A0-159F-458D-A3DD-221107144F9C}"/>
              </a:ext>
            </a:extLst>
          </p:cNvPr>
          <p:cNvSpPr>
            <a:spLocks noGrp="1"/>
          </p:cNvSpPr>
          <p:nvPr/>
        </p:nvSpPr>
        <p:spPr>
          <a:xfrm>
            <a:off x="4560094" y="5488781"/>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-2</a:t>
            </a:r>
          </a:p>
        </p:txBody>
      </p:sp>
      <p:sp>
        <p:nvSpPr>
          <p:cNvPr id="40" name="object-40">
            <a:extLst>
              <a:ext uri="{FF2B5EF4-FFF2-40B4-BE49-F238E27FC236}">
                <a16:creationId xmlns:a16="http://schemas.microsoft.com/office/drawing/2014/main" id="{3D3B3497-B40B-4FEE-95D2-3E28CCF6449E}"/>
              </a:ext>
            </a:extLst>
          </p:cNvPr>
          <p:cNvSpPr>
            <a:spLocks noGrp="1"/>
          </p:cNvSpPr>
          <p:nvPr/>
        </p:nvSpPr>
        <p:spPr>
          <a:xfrm>
            <a:off x="2583656" y="5988844"/>
            <a:ext cx="4953000" cy="0"/>
          </a:xfrm>
          <a:prstGeom prst="line">
            <a:avLst/>
          </a:prstGeom>
          <a:noFill/>
          <a:ln w="11906">
            <a:solidFill>
              <a:srgbClr val="BCD0EA"/>
            </a:solidFill>
          </a:ln>
        </p:spPr>
      </p:sp>
      <p:sp>
        <p:nvSpPr>
          <p:cNvPr id="41" name="object-41">
            <a:extLst>
              <a:ext uri="{FF2B5EF4-FFF2-40B4-BE49-F238E27FC236}">
                <a16:creationId xmlns:a16="http://schemas.microsoft.com/office/drawing/2014/main" id="{EBA3036F-763A-462D-ACB3-D6E0E8711FC4}"/>
              </a:ext>
            </a:extLst>
          </p:cNvPr>
          <p:cNvSpPr>
            <a:spLocks noGrp="1"/>
          </p:cNvSpPr>
          <p:nvPr/>
        </p:nvSpPr>
        <p:spPr>
          <a:xfrm>
            <a:off x="5988844" y="2583656"/>
            <a:ext cx="0" cy="4953000"/>
          </a:xfrm>
          <a:prstGeom prst="line">
            <a:avLst/>
          </a:prstGeom>
          <a:noFill/>
          <a:ln w="11906">
            <a:solidFill>
              <a:srgbClr val="BCD0EA"/>
            </a:solidFill>
          </a:ln>
        </p:spPr>
      </p:sp>
      <p:sp>
        <p:nvSpPr>
          <p:cNvPr id="42" name="object-42">
            <a:extLst>
              <a:ext uri="{FF2B5EF4-FFF2-40B4-BE49-F238E27FC236}">
                <a16:creationId xmlns:a16="http://schemas.microsoft.com/office/drawing/2014/main" id="{8E7C8392-F0FA-42CB-80FA-83EBD4330ABA}"/>
              </a:ext>
            </a:extLst>
          </p:cNvPr>
          <p:cNvSpPr>
            <a:spLocks noGrp="1"/>
          </p:cNvSpPr>
          <p:nvPr/>
        </p:nvSpPr>
        <p:spPr>
          <a:xfrm>
            <a:off x="2583656" y="6298406"/>
            <a:ext cx="4953000" cy="0"/>
          </a:xfrm>
          <a:prstGeom prst="line">
            <a:avLst/>
          </a:prstGeom>
          <a:noFill/>
          <a:ln w="11906">
            <a:solidFill>
              <a:srgbClr val="BCD0EA"/>
            </a:solidFill>
          </a:ln>
        </p:spPr>
      </p:sp>
      <p:sp>
        <p:nvSpPr>
          <p:cNvPr id="43" name="object-43">
            <a:extLst>
              <a:ext uri="{FF2B5EF4-FFF2-40B4-BE49-F238E27FC236}">
                <a16:creationId xmlns:a16="http://schemas.microsoft.com/office/drawing/2014/main" id="{FAE9F30C-78C1-45F9-9EDC-7CD2B34E9574}"/>
              </a:ext>
            </a:extLst>
          </p:cNvPr>
          <p:cNvSpPr>
            <a:spLocks noGrp="1"/>
          </p:cNvSpPr>
          <p:nvPr/>
        </p:nvSpPr>
        <p:spPr>
          <a:xfrm>
            <a:off x="6298406" y="2583656"/>
            <a:ext cx="0" cy="4953000"/>
          </a:xfrm>
          <a:prstGeom prst="line">
            <a:avLst/>
          </a:prstGeom>
          <a:noFill/>
          <a:ln w="11906">
            <a:solidFill>
              <a:srgbClr val="BCD0EA"/>
            </a:solidFill>
          </a:ln>
        </p:spPr>
      </p:sp>
      <p:sp>
        <p:nvSpPr>
          <p:cNvPr id="44" name="object-44">
            <a:extLst>
              <a:ext uri="{FF2B5EF4-FFF2-40B4-BE49-F238E27FC236}">
                <a16:creationId xmlns:a16="http://schemas.microsoft.com/office/drawing/2014/main" id="{4C60B9A9-4D57-490E-8B13-8DB96C03197C}"/>
              </a:ext>
            </a:extLst>
          </p:cNvPr>
          <p:cNvSpPr>
            <a:spLocks noGrp="1"/>
          </p:cNvSpPr>
          <p:nvPr/>
        </p:nvSpPr>
        <p:spPr>
          <a:xfrm>
            <a:off x="608409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4</a:t>
            </a:r>
          </a:p>
        </p:txBody>
      </p:sp>
      <p:sp>
        <p:nvSpPr>
          <p:cNvPr id="45" name="object-45">
            <a:extLst>
              <a:ext uri="{FF2B5EF4-FFF2-40B4-BE49-F238E27FC236}">
                <a16:creationId xmlns:a16="http://schemas.microsoft.com/office/drawing/2014/main" id="{99E644F5-ADB1-4036-B517-08CFB6B46DC3}"/>
              </a:ext>
            </a:extLst>
          </p:cNvPr>
          <p:cNvSpPr>
            <a:spLocks noGrp="1"/>
          </p:cNvSpPr>
          <p:nvPr/>
        </p:nvSpPr>
        <p:spPr>
          <a:xfrm>
            <a:off x="4560094" y="6107906"/>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-4</a:t>
            </a:r>
          </a:p>
        </p:txBody>
      </p:sp>
      <p:sp>
        <p:nvSpPr>
          <p:cNvPr id="46" name="object-46">
            <a:extLst>
              <a:ext uri="{FF2B5EF4-FFF2-40B4-BE49-F238E27FC236}">
                <a16:creationId xmlns:a16="http://schemas.microsoft.com/office/drawing/2014/main" id="{033E5883-45A7-4C45-9FC0-A32408BD8327}"/>
              </a:ext>
            </a:extLst>
          </p:cNvPr>
          <p:cNvSpPr>
            <a:spLocks noGrp="1"/>
          </p:cNvSpPr>
          <p:nvPr/>
        </p:nvSpPr>
        <p:spPr>
          <a:xfrm>
            <a:off x="2583656" y="6607969"/>
            <a:ext cx="4953000" cy="0"/>
          </a:xfrm>
          <a:prstGeom prst="line">
            <a:avLst/>
          </a:prstGeom>
          <a:noFill/>
          <a:ln w="11906">
            <a:solidFill>
              <a:srgbClr val="BCD0EA"/>
            </a:solidFill>
          </a:ln>
        </p:spPr>
      </p:sp>
      <p:sp>
        <p:nvSpPr>
          <p:cNvPr id="47" name="object-47">
            <a:extLst>
              <a:ext uri="{FF2B5EF4-FFF2-40B4-BE49-F238E27FC236}">
                <a16:creationId xmlns:a16="http://schemas.microsoft.com/office/drawing/2014/main" id="{2D64DE74-307C-44E6-B3F9-2B7765F1C6D0}"/>
              </a:ext>
            </a:extLst>
          </p:cNvPr>
          <p:cNvSpPr>
            <a:spLocks noGrp="1"/>
          </p:cNvSpPr>
          <p:nvPr/>
        </p:nvSpPr>
        <p:spPr>
          <a:xfrm>
            <a:off x="6607969" y="2583656"/>
            <a:ext cx="0" cy="4953000"/>
          </a:xfrm>
          <a:prstGeom prst="line">
            <a:avLst/>
          </a:prstGeom>
          <a:noFill/>
          <a:ln w="11906">
            <a:solidFill>
              <a:srgbClr val="BCD0EA"/>
            </a:solidFill>
          </a:ln>
        </p:spPr>
      </p:sp>
      <p:sp>
        <p:nvSpPr>
          <p:cNvPr id="48" name="object-48">
            <a:extLst>
              <a:ext uri="{FF2B5EF4-FFF2-40B4-BE49-F238E27FC236}">
                <a16:creationId xmlns:a16="http://schemas.microsoft.com/office/drawing/2014/main" id="{8D4A9872-984C-422D-9577-CDEE16E5C627}"/>
              </a:ext>
            </a:extLst>
          </p:cNvPr>
          <p:cNvSpPr>
            <a:spLocks noGrp="1"/>
          </p:cNvSpPr>
          <p:nvPr/>
        </p:nvSpPr>
        <p:spPr>
          <a:xfrm>
            <a:off x="2583656" y="6917531"/>
            <a:ext cx="4953000" cy="0"/>
          </a:xfrm>
          <a:prstGeom prst="line">
            <a:avLst/>
          </a:prstGeom>
          <a:noFill/>
          <a:ln w="11906">
            <a:solidFill>
              <a:srgbClr val="BCD0EA"/>
            </a:solidFill>
          </a:ln>
        </p:spPr>
      </p:sp>
      <p:sp>
        <p:nvSpPr>
          <p:cNvPr id="49" name="object-49">
            <a:extLst>
              <a:ext uri="{FF2B5EF4-FFF2-40B4-BE49-F238E27FC236}">
                <a16:creationId xmlns:a16="http://schemas.microsoft.com/office/drawing/2014/main" id="{E125AC17-74AB-42BF-A55A-EC5466DA2429}"/>
              </a:ext>
            </a:extLst>
          </p:cNvPr>
          <p:cNvSpPr>
            <a:spLocks noGrp="1"/>
          </p:cNvSpPr>
          <p:nvPr/>
        </p:nvSpPr>
        <p:spPr>
          <a:xfrm>
            <a:off x="6917531" y="2583656"/>
            <a:ext cx="0" cy="4953000"/>
          </a:xfrm>
          <a:prstGeom prst="line">
            <a:avLst/>
          </a:prstGeom>
          <a:noFill/>
          <a:ln w="11906">
            <a:solidFill>
              <a:srgbClr val="BCD0EA"/>
            </a:solidFill>
          </a:ln>
        </p:spPr>
      </p:sp>
      <p:sp>
        <p:nvSpPr>
          <p:cNvPr id="50" name="object-50">
            <a:extLst>
              <a:ext uri="{FF2B5EF4-FFF2-40B4-BE49-F238E27FC236}">
                <a16:creationId xmlns:a16="http://schemas.microsoft.com/office/drawing/2014/main" id="{0706829E-4D04-4E78-8198-A66C6F4A0F6D}"/>
              </a:ext>
            </a:extLst>
          </p:cNvPr>
          <p:cNvSpPr>
            <a:spLocks noGrp="1"/>
          </p:cNvSpPr>
          <p:nvPr/>
        </p:nvSpPr>
        <p:spPr>
          <a:xfrm>
            <a:off x="6703219"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6</a:t>
            </a:r>
          </a:p>
        </p:txBody>
      </p:sp>
      <p:sp>
        <p:nvSpPr>
          <p:cNvPr id="51" name="object-51">
            <a:extLst>
              <a:ext uri="{FF2B5EF4-FFF2-40B4-BE49-F238E27FC236}">
                <a16:creationId xmlns:a16="http://schemas.microsoft.com/office/drawing/2014/main" id="{749EB378-D150-49F2-99CA-B5DCA6F86A3F}"/>
              </a:ext>
            </a:extLst>
          </p:cNvPr>
          <p:cNvSpPr>
            <a:spLocks noGrp="1"/>
          </p:cNvSpPr>
          <p:nvPr/>
        </p:nvSpPr>
        <p:spPr>
          <a:xfrm>
            <a:off x="4560094" y="6727031"/>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-6</a:t>
            </a:r>
          </a:p>
        </p:txBody>
      </p:sp>
      <p:sp>
        <p:nvSpPr>
          <p:cNvPr id="52" name="object-52">
            <a:extLst>
              <a:ext uri="{FF2B5EF4-FFF2-40B4-BE49-F238E27FC236}">
                <a16:creationId xmlns:a16="http://schemas.microsoft.com/office/drawing/2014/main" id="{9856DE2F-DE8B-40EA-AA51-417FFE71D8E1}"/>
              </a:ext>
            </a:extLst>
          </p:cNvPr>
          <p:cNvSpPr>
            <a:spLocks noGrp="1"/>
          </p:cNvSpPr>
          <p:nvPr/>
        </p:nvSpPr>
        <p:spPr>
          <a:xfrm>
            <a:off x="2583656" y="7227094"/>
            <a:ext cx="4953000" cy="0"/>
          </a:xfrm>
          <a:prstGeom prst="line">
            <a:avLst/>
          </a:prstGeom>
          <a:noFill/>
          <a:ln w="11906">
            <a:solidFill>
              <a:srgbClr val="BCD0EA"/>
            </a:solidFill>
          </a:ln>
        </p:spPr>
      </p:sp>
      <p:sp>
        <p:nvSpPr>
          <p:cNvPr id="53" name="object-53">
            <a:extLst>
              <a:ext uri="{FF2B5EF4-FFF2-40B4-BE49-F238E27FC236}">
                <a16:creationId xmlns:a16="http://schemas.microsoft.com/office/drawing/2014/main" id="{43220D0B-B02F-4E51-B15E-8299B6751A0C}"/>
              </a:ext>
            </a:extLst>
          </p:cNvPr>
          <p:cNvSpPr>
            <a:spLocks noGrp="1"/>
          </p:cNvSpPr>
          <p:nvPr/>
        </p:nvSpPr>
        <p:spPr>
          <a:xfrm>
            <a:off x="7227094" y="2583656"/>
            <a:ext cx="0" cy="4953000"/>
          </a:xfrm>
          <a:prstGeom prst="line">
            <a:avLst/>
          </a:prstGeom>
          <a:noFill/>
          <a:ln w="11906">
            <a:solidFill>
              <a:srgbClr val="BCD0EA"/>
            </a:solidFill>
          </a:ln>
        </p:spPr>
      </p:sp>
      <p:sp>
        <p:nvSpPr>
          <p:cNvPr id="54" name="object-54">
            <a:extLst>
              <a:ext uri="{FF2B5EF4-FFF2-40B4-BE49-F238E27FC236}">
                <a16:creationId xmlns:a16="http://schemas.microsoft.com/office/drawing/2014/main" id="{022289B5-04FC-4EAF-9F29-88647EBCD14A}"/>
              </a:ext>
            </a:extLst>
          </p:cNvPr>
          <p:cNvSpPr>
            <a:spLocks noGrp="1"/>
          </p:cNvSpPr>
          <p:nvPr/>
        </p:nvSpPr>
        <p:spPr>
          <a:xfrm>
            <a:off x="2583656" y="7536656"/>
            <a:ext cx="4953000" cy="0"/>
          </a:xfrm>
          <a:prstGeom prst="line">
            <a:avLst/>
          </a:prstGeom>
          <a:noFill/>
          <a:ln w="11906">
            <a:solidFill>
              <a:srgbClr val="BCD0EA"/>
            </a:solidFill>
          </a:ln>
        </p:spPr>
      </p:sp>
      <p:sp>
        <p:nvSpPr>
          <p:cNvPr id="55" name="object-55">
            <a:extLst>
              <a:ext uri="{FF2B5EF4-FFF2-40B4-BE49-F238E27FC236}">
                <a16:creationId xmlns:a16="http://schemas.microsoft.com/office/drawing/2014/main" id="{0EB25B5C-AAEA-484A-8848-D3AA94817B71}"/>
              </a:ext>
            </a:extLst>
          </p:cNvPr>
          <p:cNvSpPr>
            <a:spLocks noGrp="1"/>
          </p:cNvSpPr>
          <p:nvPr/>
        </p:nvSpPr>
        <p:spPr>
          <a:xfrm>
            <a:off x="7536656" y="2583656"/>
            <a:ext cx="0" cy="4953000"/>
          </a:xfrm>
          <a:prstGeom prst="line">
            <a:avLst/>
          </a:prstGeom>
          <a:noFill/>
          <a:ln w="11906">
            <a:solidFill>
              <a:srgbClr val="BCD0EA"/>
            </a:solidFill>
          </a:ln>
        </p:spPr>
      </p:sp>
      <p:sp>
        <p:nvSpPr>
          <p:cNvPr id="56" name="object-56">
            <a:extLst>
              <a:ext uri="{FF2B5EF4-FFF2-40B4-BE49-F238E27FC236}">
                <a16:creationId xmlns:a16="http://schemas.microsoft.com/office/drawing/2014/main" id="{03AB221F-1BFD-479C-A5C1-A1E39C73BB17}"/>
              </a:ext>
            </a:extLst>
          </p:cNvPr>
          <p:cNvSpPr>
            <a:spLocks noGrp="1"/>
          </p:cNvSpPr>
          <p:nvPr/>
        </p:nvSpPr>
        <p:spPr>
          <a:xfrm>
            <a:off x="732234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8</a:t>
            </a:r>
          </a:p>
        </p:txBody>
      </p:sp>
      <p:sp>
        <p:nvSpPr>
          <p:cNvPr id="57" name="object-57">
            <a:extLst>
              <a:ext uri="{FF2B5EF4-FFF2-40B4-BE49-F238E27FC236}">
                <a16:creationId xmlns:a16="http://schemas.microsoft.com/office/drawing/2014/main" id="{03543083-2743-4839-8B56-B20B8AEDF81B}"/>
              </a:ext>
            </a:extLst>
          </p:cNvPr>
          <p:cNvSpPr>
            <a:spLocks noGrp="1"/>
          </p:cNvSpPr>
          <p:nvPr/>
        </p:nvSpPr>
        <p:spPr>
          <a:xfrm>
            <a:off x="4560094" y="7346156"/>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-8</a:t>
            </a:r>
          </a:p>
        </p:txBody>
      </p:sp>
      <p:sp>
        <p:nvSpPr>
          <p:cNvPr id="58" name="object-58">
            <a:extLst>
              <a:ext uri="{FF2B5EF4-FFF2-40B4-BE49-F238E27FC236}">
                <a16:creationId xmlns:a16="http://schemas.microsoft.com/office/drawing/2014/main" id="{1BF073AD-FBDA-4242-A38F-5F8EC1F4608D}"/>
              </a:ext>
            </a:extLst>
          </p:cNvPr>
          <p:cNvSpPr>
            <a:spLocks noGrp="1"/>
          </p:cNvSpPr>
          <p:nvPr/>
        </p:nvSpPr>
        <p:spPr>
          <a:xfrm>
            <a:off x="2583656" y="5060156"/>
            <a:ext cx="4953000" cy="0"/>
          </a:xfrm>
          <a:prstGeom prst="line">
            <a:avLst/>
          </a:prstGeom>
          <a:noFill/>
          <a:ln w="23813">
            <a:solidFill>
              <a:srgbClr val="172B4D"/>
            </a:solidFill>
          </a:ln>
        </p:spPr>
      </p:sp>
      <p:sp>
        <p:nvSpPr>
          <p:cNvPr id="59" name="object-59">
            <a:extLst>
              <a:ext uri="{FF2B5EF4-FFF2-40B4-BE49-F238E27FC236}">
                <a16:creationId xmlns:a16="http://schemas.microsoft.com/office/drawing/2014/main" id="{079FA24B-9CE4-4BAE-8C73-FBD392BD0D5A}"/>
              </a:ext>
            </a:extLst>
          </p:cNvPr>
          <p:cNvSpPr>
            <a:spLocks noGrp="1"/>
          </p:cNvSpPr>
          <p:nvPr/>
        </p:nvSpPr>
        <p:spPr>
          <a:xfrm>
            <a:off x="5060156" y="2583656"/>
            <a:ext cx="0" cy="4953000"/>
          </a:xfrm>
          <a:prstGeom prst="line">
            <a:avLst/>
          </a:prstGeom>
          <a:noFill/>
          <a:ln w="23813">
            <a:solidFill>
              <a:srgbClr val="172B4D"/>
            </a:solidFill>
          </a:ln>
        </p:spPr>
      </p:sp>
      <p:sp>
        <p:nvSpPr>
          <p:cNvPr id="60" name="object-60">
            <a:extLst>
              <a:ext uri="{FF2B5EF4-FFF2-40B4-BE49-F238E27FC236}">
                <a16:creationId xmlns:a16="http://schemas.microsoft.com/office/drawing/2014/main" id="{02983A32-9E4F-4688-BF3E-0691814908D3}"/>
              </a:ext>
            </a:extLst>
          </p:cNvPr>
          <p:cNvSpPr>
            <a:spLocks noGrp="1"/>
          </p:cNvSpPr>
          <p:nvPr/>
        </p:nvSpPr>
        <p:spPr>
          <a:xfrm>
            <a:off x="4953000" y="4953000"/>
            <a:ext cx="214313" cy="214313"/>
          </a:xfrm>
          <a:prstGeom prst="ellipse">
            <a:avLst/>
          </a:prstGeom>
          <a:solidFill>
            <a:srgbClr val="1D4ED8"/>
          </a:solidFill>
          <a:ln w="11906">
            <a:solidFill>
              <a:srgbClr val="172B4D"/>
            </a:solidFill>
          </a:ln>
        </p:spPr>
      </p:sp>
      <p:sp>
        <p:nvSpPr>
          <p:cNvPr id="61" name="object-61">
            <a:extLst>
              <a:ext uri="{FF2B5EF4-FFF2-40B4-BE49-F238E27FC236}">
                <a16:creationId xmlns:a16="http://schemas.microsoft.com/office/drawing/2014/main" id="{819FD0B0-EBA0-4AF9-99FA-047404E2334B}"/>
              </a:ext>
            </a:extLst>
          </p:cNvPr>
          <p:cNvSpPr>
            <a:spLocks noGrp="1"/>
          </p:cNvSpPr>
          <p:nvPr/>
        </p:nvSpPr>
        <p:spPr>
          <a:xfrm>
            <a:off x="9763125" y="4048125"/>
            <a:ext cx="4345781" cy="1547813"/>
          </a:xfrm>
          <a:prstGeom prst="rect">
            <a:avLst/>
          </a:prstGeom>
          <a:noFill/>
          <a:ln w="0">
            <a:noFill/>
          </a:ln>
        </p:spPr>
        <p:txBody>
          <a:bodyPr anchor="ctr">
            <a:noAutofit/>
          </a:bodyPr>
          <a:lstStyle/>
          <a:p>
            <a:pPr algn="l">
              <a:defRPr sz="4125" b="1">
                <a:solidFill>
                  <a:srgbClr val="11745A"/>
                </a:solidFill>
                <a:latin typeface="Arial"/>
                <a:ea typeface="Arial"/>
                <a:cs typeface="Arial"/>
              </a:defRPr>
            </a:pPr>
            <a:r>
              <a:rPr sz="4125" b="1">
                <a:solidFill>
                  <a:srgbClr val="11745A"/>
                </a:solidFill>
                <a:latin typeface="Arial"/>
                <a:ea typeface="Arial"/>
                <a:cs typeface="Arial"/>
              </a:rPr>
              <a:t>(1, 2)</a:t>
            </a:r>
          </a:p>
        </p:txBody>
      </p:sp>
    </p:spTree>
    <p:extLst>
      <p:ext uri="{BB962C8B-B14F-4D97-AF65-F5344CB8AC3E}">
        <p14:creationId xmlns:p14="http://schemas.microsoft.com/office/powerpoint/2010/main" val="1865912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 0 L 0.08125 0 E" pathEditMode="relative" ptsTypes="">
                                      <p:cBhvr>
                                        <p:cTn id="6" dur="800" fill="hold"/>
                                        <p:tgtEl>
                                          <p:spTgt spid="60"/>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0.08125 0 L 0.08125 0.10833333 E" pathEditMode="relative" ptsTypes="">
                                      <p:cBhvr>
                                        <p:cTn id="10" dur="800" fill="hold"/>
                                        <p:tgtEl>
                                          <p:spTgt spid="60"/>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63" presetClass="path" presetSubtype="0" accel="50000" decel="50000" fill="hold" nodeType="clickEffect">
                                  <p:stCondLst>
                                    <p:cond delay="0"/>
                                  </p:stCondLst>
                                  <p:childTnLst>
                                    <p:animMotion origin="layout" path="M 0.08125 0.10833333 L 0.0203125 0.10833333 E" pathEditMode="relative" ptsTypes="">
                                      <p:cBhvr>
                                        <p:cTn id="14" dur="800" fill="hold"/>
                                        <p:tgtEl>
                                          <p:spTgt spid="60"/>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63" presetClass="path" presetSubtype="0" accel="50000" decel="50000" fill="hold" nodeType="clickEffect">
                                  <p:stCondLst>
                                    <p:cond delay="0"/>
                                  </p:stCondLst>
                                  <p:childTnLst>
                                    <p:animMotion origin="layout" path="M 0.0203125 0.10833333 L 0.0203125 -0.07222222 E" pathEditMode="relative" ptsTypes="">
                                      <p:cBhvr>
                                        <p:cTn id="18" dur="800" fill="hold"/>
                                        <p:tgtEl>
                                          <p:spTgt spid="60"/>
                                        </p:tgtEl>
                                        <p:attrNameLst>
                                          <p:attrName>ppt_x</p:attrName>
                                          <p:attrName>ppt_y</p:attrName>
                                        </p:attrNameLst>
                                      </p:cBhvr>
                                    </p:animMotion>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 name="object-1">
            <a:extLst>
              <a:ext uri="{FF2B5EF4-FFF2-40B4-BE49-F238E27FC236}">
                <a16:creationId xmlns:a16="http://schemas.microsoft.com/office/drawing/2014/main" id="{A658D038-8910-4AF8-AA97-8CEF96F22DA5}"/>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3B8AB36C-53EF-4A13-B4F2-EBE792923684}"/>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Move (4, -4) 3 left and 5 up.</a:t>
            </a:r>
          </a:p>
        </p:txBody>
      </p:sp>
      <p:sp>
        <p:nvSpPr>
          <p:cNvPr id="3" name="object-3">
            <a:extLst>
              <a:ext uri="{FF2B5EF4-FFF2-40B4-BE49-F238E27FC236}">
                <a16:creationId xmlns:a16="http://schemas.microsoft.com/office/drawing/2014/main" id="{7A6E21BD-A059-47E8-BF10-4A1E8CCE1332}"/>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AE8F3832-8735-4704-A945-A497138FA890}"/>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Translate shapes</a:t>
            </a:r>
          </a:p>
        </p:txBody>
      </p:sp>
      <p:sp>
        <p:nvSpPr>
          <p:cNvPr id="5" name="object-5">
            <a:extLst>
              <a:ext uri="{FF2B5EF4-FFF2-40B4-BE49-F238E27FC236}">
                <a16:creationId xmlns:a16="http://schemas.microsoft.com/office/drawing/2014/main" id="{415195CE-D6BA-41BF-8C21-20EB78704706}"/>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4</a:t>
            </a:r>
          </a:p>
        </p:txBody>
      </p:sp>
      <p:sp>
        <p:nvSpPr>
          <p:cNvPr id="6" name="object-6">
            <a:extLst>
              <a:ext uri="{FF2B5EF4-FFF2-40B4-BE49-F238E27FC236}">
                <a16:creationId xmlns:a16="http://schemas.microsoft.com/office/drawing/2014/main" id="{4449AD0A-9F08-4B16-987E-2D7D54173E53}"/>
              </a:ext>
            </a:extLst>
          </p:cNvPr>
          <p:cNvSpPr>
            <a:spLocks noGrp="1"/>
          </p:cNvSpPr>
          <p:nvPr/>
        </p:nvSpPr>
        <p:spPr>
          <a:xfrm>
            <a:off x="2583656" y="2583656"/>
            <a:ext cx="4953000" cy="0"/>
          </a:xfrm>
          <a:prstGeom prst="line">
            <a:avLst/>
          </a:prstGeom>
          <a:noFill/>
          <a:ln w="11906">
            <a:solidFill>
              <a:srgbClr val="BCD0EA"/>
            </a:solidFill>
          </a:ln>
        </p:spPr>
      </p:sp>
      <p:sp>
        <p:nvSpPr>
          <p:cNvPr id="7" name="object-7">
            <a:extLst>
              <a:ext uri="{FF2B5EF4-FFF2-40B4-BE49-F238E27FC236}">
                <a16:creationId xmlns:a16="http://schemas.microsoft.com/office/drawing/2014/main" id="{FB728F1A-D547-4070-BF79-0CEAEE318E5C}"/>
              </a:ext>
            </a:extLst>
          </p:cNvPr>
          <p:cNvSpPr>
            <a:spLocks noGrp="1"/>
          </p:cNvSpPr>
          <p:nvPr/>
        </p:nvSpPr>
        <p:spPr>
          <a:xfrm>
            <a:off x="2583656" y="2583656"/>
            <a:ext cx="0" cy="4953000"/>
          </a:xfrm>
          <a:prstGeom prst="line">
            <a:avLst/>
          </a:prstGeom>
          <a:noFill/>
          <a:ln w="11906">
            <a:solidFill>
              <a:srgbClr val="BCD0EA"/>
            </a:solidFill>
          </a:ln>
        </p:spPr>
      </p:sp>
      <p:sp>
        <p:nvSpPr>
          <p:cNvPr id="8" name="object-8">
            <a:extLst>
              <a:ext uri="{FF2B5EF4-FFF2-40B4-BE49-F238E27FC236}">
                <a16:creationId xmlns:a16="http://schemas.microsoft.com/office/drawing/2014/main" id="{1FC7F020-BFD2-47E1-843C-AE68D2DF3F5B}"/>
              </a:ext>
            </a:extLst>
          </p:cNvPr>
          <p:cNvSpPr>
            <a:spLocks noGrp="1"/>
          </p:cNvSpPr>
          <p:nvPr/>
        </p:nvSpPr>
        <p:spPr>
          <a:xfrm>
            <a:off x="236934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-8</a:t>
            </a:r>
          </a:p>
        </p:txBody>
      </p:sp>
      <p:sp>
        <p:nvSpPr>
          <p:cNvPr id="9" name="object-9">
            <a:extLst>
              <a:ext uri="{FF2B5EF4-FFF2-40B4-BE49-F238E27FC236}">
                <a16:creationId xmlns:a16="http://schemas.microsoft.com/office/drawing/2014/main" id="{D70741B4-770C-44E2-953D-15F3E42AAB33}"/>
              </a:ext>
            </a:extLst>
          </p:cNvPr>
          <p:cNvSpPr>
            <a:spLocks noGrp="1"/>
          </p:cNvSpPr>
          <p:nvPr/>
        </p:nvSpPr>
        <p:spPr>
          <a:xfrm>
            <a:off x="4560094" y="2393156"/>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8</a:t>
            </a:r>
          </a:p>
        </p:txBody>
      </p:sp>
      <p:sp>
        <p:nvSpPr>
          <p:cNvPr id="10" name="object-10">
            <a:extLst>
              <a:ext uri="{FF2B5EF4-FFF2-40B4-BE49-F238E27FC236}">
                <a16:creationId xmlns:a16="http://schemas.microsoft.com/office/drawing/2014/main" id="{BECCD550-24D9-4286-9DEB-ABA7721EA8BA}"/>
              </a:ext>
            </a:extLst>
          </p:cNvPr>
          <p:cNvSpPr>
            <a:spLocks noGrp="1"/>
          </p:cNvSpPr>
          <p:nvPr/>
        </p:nvSpPr>
        <p:spPr>
          <a:xfrm>
            <a:off x="2583656" y="2893219"/>
            <a:ext cx="4953000" cy="0"/>
          </a:xfrm>
          <a:prstGeom prst="line">
            <a:avLst/>
          </a:prstGeom>
          <a:noFill/>
          <a:ln w="11906">
            <a:solidFill>
              <a:srgbClr val="BCD0EA"/>
            </a:solidFill>
          </a:ln>
        </p:spPr>
      </p:sp>
      <p:sp>
        <p:nvSpPr>
          <p:cNvPr id="11" name="object-11">
            <a:extLst>
              <a:ext uri="{FF2B5EF4-FFF2-40B4-BE49-F238E27FC236}">
                <a16:creationId xmlns:a16="http://schemas.microsoft.com/office/drawing/2014/main" id="{6D906F70-D028-406A-8DB4-FAC0C612775D}"/>
              </a:ext>
            </a:extLst>
          </p:cNvPr>
          <p:cNvSpPr>
            <a:spLocks noGrp="1"/>
          </p:cNvSpPr>
          <p:nvPr/>
        </p:nvSpPr>
        <p:spPr>
          <a:xfrm>
            <a:off x="2893219" y="2583656"/>
            <a:ext cx="0" cy="4953000"/>
          </a:xfrm>
          <a:prstGeom prst="line">
            <a:avLst/>
          </a:prstGeom>
          <a:noFill/>
          <a:ln w="11906">
            <a:solidFill>
              <a:srgbClr val="BCD0EA"/>
            </a:solidFill>
          </a:ln>
        </p:spPr>
      </p:sp>
      <p:sp>
        <p:nvSpPr>
          <p:cNvPr id="12" name="object-12">
            <a:extLst>
              <a:ext uri="{FF2B5EF4-FFF2-40B4-BE49-F238E27FC236}">
                <a16:creationId xmlns:a16="http://schemas.microsoft.com/office/drawing/2014/main" id="{3AB25B33-BE56-4A18-B893-3047332B5840}"/>
              </a:ext>
            </a:extLst>
          </p:cNvPr>
          <p:cNvSpPr>
            <a:spLocks noGrp="1"/>
          </p:cNvSpPr>
          <p:nvPr/>
        </p:nvSpPr>
        <p:spPr>
          <a:xfrm>
            <a:off x="2583656" y="3202781"/>
            <a:ext cx="4953000" cy="0"/>
          </a:xfrm>
          <a:prstGeom prst="line">
            <a:avLst/>
          </a:prstGeom>
          <a:noFill/>
          <a:ln w="11906">
            <a:solidFill>
              <a:srgbClr val="BCD0EA"/>
            </a:solidFill>
          </a:ln>
        </p:spPr>
      </p:sp>
      <p:sp>
        <p:nvSpPr>
          <p:cNvPr id="13" name="object-13">
            <a:extLst>
              <a:ext uri="{FF2B5EF4-FFF2-40B4-BE49-F238E27FC236}">
                <a16:creationId xmlns:a16="http://schemas.microsoft.com/office/drawing/2014/main" id="{CE92FA1E-EAC8-4696-B420-6C0435F4A7BB}"/>
              </a:ext>
            </a:extLst>
          </p:cNvPr>
          <p:cNvSpPr>
            <a:spLocks noGrp="1"/>
          </p:cNvSpPr>
          <p:nvPr/>
        </p:nvSpPr>
        <p:spPr>
          <a:xfrm>
            <a:off x="3202781" y="2583656"/>
            <a:ext cx="0" cy="4953000"/>
          </a:xfrm>
          <a:prstGeom prst="line">
            <a:avLst/>
          </a:prstGeom>
          <a:noFill/>
          <a:ln w="11906">
            <a:solidFill>
              <a:srgbClr val="BCD0EA"/>
            </a:solidFill>
          </a:ln>
        </p:spPr>
      </p:sp>
      <p:sp>
        <p:nvSpPr>
          <p:cNvPr id="14" name="object-14">
            <a:extLst>
              <a:ext uri="{FF2B5EF4-FFF2-40B4-BE49-F238E27FC236}">
                <a16:creationId xmlns:a16="http://schemas.microsoft.com/office/drawing/2014/main" id="{4CDA6115-FA14-4338-ACE0-70A5A28782F9}"/>
              </a:ext>
            </a:extLst>
          </p:cNvPr>
          <p:cNvSpPr>
            <a:spLocks noGrp="1"/>
          </p:cNvSpPr>
          <p:nvPr/>
        </p:nvSpPr>
        <p:spPr>
          <a:xfrm>
            <a:off x="2988469"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-6</a:t>
            </a:r>
          </a:p>
        </p:txBody>
      </p:sp>
      <p:sp>
        <p:nvSpPr>
          <p:cNvPr id="15" name="object-15">
            <a:extLst>
              <a:ext uri="{FF2B5EF4-FFF2-40B4-BE49-F238E27FC236}">
                <a16:creationId xmlns:a16="http://schemas.microsoft.com/office/drawing/2014/main" id="{C1293DB7-7FFD-478B-8A32-EAFA9FC31A96}"/>
              </a:ext>
            </a:extLst>
          </p:cNvPr>
          <p:cNvSpPr>
            <a:spLocks noGrp="1"/>
          </p:cNvSpPr>
          <p:nvPr/>
        </p:nvSpPr>
        <p:spPr>
          <a:xfrm>
            <a:off x="4560094" y="3012281"/>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6</a:t>
            </a:r>
          </a:p>
        </p:txBody>
      </p:sp>
      <p:sp>
        <p:nvSpPr>
          <p:cNvPr id="16" name="object-16">
            <a:extLst>
              <a:ext uri="{FF2B5EF4-FFF2-40B4-BE49-F238E27FC236}">
                <a16:creationId xmlns:a16="http://schemas.microsoft.com/office/drawing/2014/main" id="{C434C0A3-D934-4EC6-8A52-546D6715CF0A}"/>
              </a:ext>
            </a:extLst>
          </p:cNvPr>
          <p:cNvSpPr>
            <a:spLocks noGrp="1"/>
          </p:cNvSpPr>
          <p:nvPr/>
        </p:nvSpPr>
        <p:spPr>
          <a:xfrm>
            <a:off x="2583656" y="3512344"/>
            <a:ext cx="4953000" cy="0"/>
          </a:xfrm>
          <a:prstGeom prst="line">
            <a:avLst/>
          </a:prstGeom>
          <a:noFill/>
          <a:ln w="11906">
            <a:solidFill>
              <a:srgbClr val="BCD0EA"/>
            </a:solidFill>
          </a:ln>
        </p:spPr>
      </p:sp>
      <p:sp>
        <p:nvSpPr>
          <p:cNvPr id="17" name="object-17">
            <a:extLst>
              <a:ext uri="{FF2B5EF4-FFF2-40B4-BE49-F238E27FC236}">
                <a16:creationId xmlns:a16="http://schemas.microsoft.com/office/drawing/2014/main" id="{8BDB60AA-6D82-42CB-BA84-01521CD74E96}"/>
              </a:ext>
            </a:extLst>
          </p:cNvPr>
          <p:cNvSpPr>
            <a:spLocks noGrp="1"/>
          </p:cNvSpPr>
          <p:nvPr/>
        </p:nvSpPr>
        <p:spPr>
          <a:xfrm>
            <a:off x="3512344" y="2583656"/>
            <a:ext cx="0" cy="4953000"/>
          </a:xfrm>
          <a:prstGeom prst="line">
            <a:avLst/>
          </a:prstGeom>
          <a:noFill/>
          <a:ln w="11906">
            <a:solidFill>
              <a:srgbClr val="BCD0EA"/>
            </a:solidFill>
          </a:ln>
        </p:spPr>
      </p:sp>
      <p:sp>
        <p:nvSpPr>
          <p:cNvPr id="18" name="object-18">
            <a:extLst>
              <a:ext uri="{FF2B5EF4-FFF2-40B4-BE49-F238E27FC236}">
                <a16:creationId xmlns:a16="http://schemas.microsoft.com/office/drawing/2014/main" id="{90C66E10-8A22-4ECA-B6B3-160B3EE7B42F}"/>
              </a:ext>
            </a:extLst>
          </p:cNvPr>
          <p:cNvSpPr>
            <a:spLocks noGrp="1"/>
          </p:cNvSpPr>
          <p:nvPr/>
        </p:nvSpPr>
        <p:spPr>
          <a:xfrm>
            <a:off x="2583656" y="3821906"/>
            <a:ext cx="4953000" cy="0"/>
          </a:xfrm>
          <a:prstGeom prst="line">
            <a:avLst/>
          </a:prstGeom>
          <a:noFill/>
          <a:ln w="11906">
            <a:solidFill>
              <a:srgbClr val="BCD0EA"/>
            </a:solidFill>
          </a:ln>
        </p:spPr>
      </p:sp>
      <p:sp>
        <p:nvSpPr>
          <p:cNvPr id="19" name="object-19">
            <a:extLst>
              <a:ext uri="{FF2B5EF4-FFF2-40B4-BE49-F238E27FC236}">
                <a16:creationId xmlns:a16="http://schemas.microsoft.com/office/drawing/2014/main" id="{0B40D5B9-CE2D-40A8-BC4D-5BF69CACBD36}"/>
              </a:ext>
            </a:extLst>
          </p:cNvPr>
          <p:cNvSpPr>
            <a:spLocks noGrp="1"/>
          </p:cNvSpPr>
          <p:nvPr/>
        </p:nvSpPr>
        <p:spPr>
          <a:xfrm>
            <a:off x="3821906" y="2583656"/>
            <a:ext cx="0" cy="4953000"/>
          </a:xfrm>
          <a:prstGeom prst="line">
            <a:avLst/>
          </a:prstGeom>
          <a:noFill/>
          <a:ln w="11906">
            <a:solidFill>
              <a:srgbClr val="BCD0EA"/>
            </a:solidFill>
          </a:ln>
        </p:spPr>
      </p:sp>
      <p:sp>
        <p:nvSpPr>
          <p:cNvPr id="20" name="object-20">
            <a:extLst>
              <a:ext uri="{FF2B5EF4-FFF2-40B4-BE49-F238E27FC236}">
                <a16:creationId xmlns:a16="http://schemas.microsoft.com/office/drawing/2014/main" id="{FCE346F7-BE57-4921-B1EC-292E23228C53}"/>
              </a:ext>
            </a:extLst>
          </p:cNvPr>
          <p:cNvSpPr>
            <a:spLocks noGrp="1"/>
          </p:cNvSpPr>
          <p:nvPr/>
        </p:nvSpPr>
        <p:spPr>
          <a:xfrm>
            <a:off x="360759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-4</a:t>
            </a:r>
          </a:p>
        </p:txBody>
      </p:sp>
      <p:sp>
        <p:nvSpPr>
          <p:cNvPr id="21" name="object-21">
            <a:extLst>
              <a:ext uri="{FF2B5EF4-FFF2-40B4-BE49-F238E27FC236}">
                <a16:creationId xmlns:a16="http://schemas.microsoft.com/office/drawing/2014/main" id="{1B29F7F9-23F2-4B9F-B947-925D6C621DA6}"/>
              </a:ext>
            </a:extLst>
          </p:cNvPr>
          <p:cNvSpPr>
            <a:spLocks noGrp="1"/>
          </p:cNvSpPr>
          <p:nvPr/>
        </p:nvSpPr>
        <p:spPr>
          <a:xfrm>
            <a:off x="4560094" y="3631406"/>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4</a:t>
            </a:r>
          </a:p>
        </p:txBody>
      </p:sp>
      <p:sp>
        <p:nvSpPr>
          <p:cNvPr id="22" name="object-22">
            <a:extLst>
              <a:ext uri="{FF2B5EF4-FFF2-40B4-BE49-F238E27FC236}">
                <a16:creationId xmlns:a16="http://schemas.microsoft.com/office/drawing/2014/main" id="{ED71CB09-8677-4D37-9C23-6096D39F762C}"/>
              </a:ext>
            </a:extLst>
          </p:cNvPr>
          <p:cNvSpPr>
            <a:spLocks noGrp="1"/>
          </p:cNvSpPr>
          <p:nvPr/>
        </p:nvSpPr>
        <p:spPr>
          <a:xfrm>
            <a:off x="2583656" y="4131469"/>
            <a:ext cx="4953000" cy="0"/>
          </a:xfrm>
          <a:prstGeom prst="line">
            <a:avLst/>
          </a:prstGeom>
          <a:noFill/>
          <a:ln w="11906">
            <a:solidFill>
              <a:srgbClr val="BCD0EA"/>
            </a:solidFill>
          </a:ln>
        </p:spPr>
      </p:sp>
      <p:sp>
        <p:nvSpPr>
          <p:cNvPr id="23" name="object-23">
            <a:extLst>
              <a:ext uri="{FF2B5EF4-FFF2-40B4-BE49-F238E27FC236}">
                <a16:creationId xmlns:a16="http://schemas.microsoft.com/office/drawing/2014/main" id="{9DB28A7F-742A-4DA2-9D3B-22B1E5021DEC}"/>
              </a:ext>
            </a:extLst>
          </p:cNvPr>
          <p:cNvSpPr>
            <a:spLocks noGrp="1"/>
          </p:cNvSpPr>
          <p:nvPr/>
        </p:nvSpPr>
        <p:spPr>
          <a:xfrm>
            <a:off x="4131469" y="2583656"/>
            <a:ext cx="0" cy="4953000"/>
          </a:xfrm>
          <a:prstGeom prst="line">
            <a:avLst/>
          </a:prstGeom>
          <a:noFill/>
          <a:ln w="11906">
            <a:solidFill>
              <a:srgbClr val="BCD0EA"/>
            </a:solidFill>
          </a:ln>
        </p:spPr>
      </p:sp>
      <p:sp>
        <p:nvSpPr>
          <p:cNvPr id="24" name="object-24">
            <a:extLst>
              <a:ext uri="{FF2B5EF4-FFF2-40B4-BE49-F238E27FC236}">
                <a16:creationId xmlns:a16="http://schemas.microsoft.com/office/drawing/2014/main" id="{8C66EF4E-0D56-4380-8276-9C0D9F6A62D7}"/>
              </a:ext>
            </a:extLst>
          </p:cNvPr>
          <p:cNvSpPr>
            <a:spLocks noGrp="1"/>
          </p:cNvSpPr>
          <p:nvPr/>
        </p:nvSpPr>
        <p:spPr>
          <a:xfrm>
            <a:off x="2583656" y="4441031"/>
            <a:ext cx="4953000" cy="0"/>
          </a:xfrm>
          <a:prstGeom prst="line">
            <a:avLst/>
          </a:prstGeom>
          <a:noFill/>
          <a:ln w="11906">
            <a:solidFill>
              <a:srgbClr val="BCD0EA"/>
            </a:solidFill>
          </a:ln>
        </p:spPr>
      </p:sp>
      <p:sp>
        <p:nvSpPr>
          <p:cNvPr id="25" name="object-25">
            <a:extLst>
              <a:ext uri="{FF2B5EF4-FFF2-40B4-BE49-F238E27FC236}">
                <a16:creationId xmlns:a16="http://schemas.microsoft.com/office/drawing/2014/main" id="{AEEDA15A-D31E-4D23-9D00-3C53D4280423}"/>
              </a:ext>
            </a:extLst>
          </p:cNvPr>
          <p:cNvSpPr>
            <a:spLocks noGrp="1"/>
          </p:cNvSpPr>
          <p:nvPr/>
        </p:nvSpPr>
        <p:spPr>
          <a:xfrm>
            <a:off x="4441031" y="2583656"/>
            <a:ext cx="0" cy="4953000"/>
          </a:xfrm>
          <a:prstGeom prst="line">
            <a:avLst/>
          </a:prstGeom>
          <a:noFill/>
          <a:ln w="11906">
            <a:solidFill>
              <a:srgbClr val="BCD0EA"/>
            </a:solidFill>
          </a:ln>
        </p:spPr>
      </p:sp>
      <p:sp>
        <p:nvSpPr>
          <p:cNvPr id="26" name="object-26">
            <a:extLst>
              <a:ext uri="{FF2B5EF4-FFF2-40B4-BE49-F238E27FC236}">
                <a16:creationId xmlns:a16="http://schemas.microsoft.com/office/drawing/2014/main" id="{07589E7F-1025-40E4-B1FD-84B6C69BCC52}"/>
              </a:ext>
            </a:extLst>
          </p:cNvPr>
          <p:cNvSpPr>
            <a:spLocks noGrp="1"/>
          </p:cNvSpPr>
          <p:nvPr/>
        </p:nvSpPr>
        <p:spPr>
          <a:xfrm>
            <a:off x="4226719"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-2</a:t>
            </a:r>
          </a:p>
        </p:txBody>
      </p:sp>
      <p:sp>
        <p:nvSpPr>
          <p:cNvPr id="27" name="object-27">
            <a:extLst>
              <a:ext uri="{FF2B5EF4-FFF2-40B4-BE49-F238E27FC236}">
                <a16:creationId xmlns:a16="http://schemas.microsoft.com/office/drawing/2014/main" id="{DDAAC3D3-3F90-43DF-A951-628BDA617F3B}"/>
              </a:ext>
            </a:extLst>
          </p:cNvPr>
          <p:cNvSpPr>
            <a:spLocks noGrp="1"/>
          </p:cNvSpPr>
          <p:nvPr/>
        </p:nvSpPr>
        <p:spPr>
          <a:xfrm>
            <a:off x="4560094" y="4250531"/>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2</a:t>
            </a:r>
          </a:p>
        </p:txBody>
      </p:sp>
      <p:sp>
        <p:nvSpPr>
          <p:cNvPr id="28" name="object-28">
            <a:extLst>
              <a:ext uri="{FF2B5EF4-FFF2-40B4-BE49-F238E27FC236}">
                <a16:creationId xmlns:a16="http://schemas.microsoft.com/office/drawing/2014/main" id="{5967C9C8-1DD9-4432-BCCE-357758412281}"/>
              </a:ext>
            </a:extLst>
          </p:cNvPr>
          <p:cNvSpPr>
            <a:spLocks noGrp="1"/>
          </p:cNvSpPr>
          <p:nvPr/>
        </p:nvSpPr>
        <p:spPr>
          <a:xfrm>
            <a:off x="2583656" y="4750594"/>
            <a:ext cx="4953000" cy="0"/>
          </a:xfrm>
          <a:prstGeom prst="line">
            <a:avLst/>
          </a:prstGeom>
          <a:noFill/>
          <a:ln w="11906">
            <a:solidFill>
              <a:srgbClr val="BCD0EA"/>
            </a:solidFill>
          </a:ln>
        </p:spPr>
      </p:sp>
      <p:sp>
        <p:nvSpPr>
          <p:cNvPr id="29" name="object-29">
            <a:extLst>
              <a:ext uri="{FF2B5EF4-FFF2-40B4-BE49-F238E27FC236}">
                <a16:creationId xmlns:a16="http://schemas.microsoft.com/office/drawing/2014/main" id="{43B99003-9B82-4193-A19E-151504575DB0}"/>
              </a:ext>
            </a:extLst>
          </p:cNvPr>
          <p:cNvSpPr>
            <a:spLocks noGrp="1"/>
          </p:cNvSpPr>
          <p:nvPr/>
        </p:nvSpPr>
        <p:spPr>
          <a:xfrm>
            <a:off x="4750594" y="2583656"/>
            <a:ext cx="0" cy="4953000"/>
          </a:xfrm>
          <a:prstGeom prst="line">
            <a:avLst/>
          </a:prstGeom>
          <a:noFill/>
          <a:ln w="11906">
            <a:solidFill>
              <a:srgbClr val="BCD0EA"/>
            </a:solidFill>
          </a:ln>
        </p:spPr>
      </p:sp>
      <p:sp>
        <p:nvSpPr>
          <p:cNvPr id="30" name="object-30">
            <a:extLst>
              <a:ext uri="{FF2B5EF4-FFF2-40B4-BE49-F238E27FC236}">
                <a16:creationId xmlns:a16="http://schemas.microsoft.com/office/drawing/2014/main" id="{E358BDFA-CB44-4663-929F-739686502499}"/>
              </a:ext>
            </a:extLst>
          </p:cNvPr>
          <p:cNvSpPr>
            <a:spLocks noGrp="1"/>
          </p:cNvSpPr>
          <p:nvPr/>
        </p:nvSpPr>
        <p:spPr>
          <a:xfrm>
            <a:off x="2583656" y="5060156"/>
            <a:ext cx="4953000" cy="0"/>
          </a:xfrm>
          <a:prstGeom prst="line">
            <a:avLst/>
          </a:prstGeom>
          <a:noFill/>
          <a:ln w="11906">
            <a:solidFill>
              <a:srgbClr val="BCD0EA"/>
            </a:solidFill>
          </a:ln>
        </p:spPr>
      </p:sp>
      <p:sp>
        <p:nvSpPr>
          <p:cNvPr id="31" name="object-31">
            <a:extLst>
              <a:ext uri="{FF2B5EF4-FFF2-40B4-BE49-F238E27FC236}">
                <a16:creationId xmlns:a16="http://schemas.microsoft.com/office/drawing/2014/main" id="{BDAD055B-4182-4807-96B0-7D45374EFD6E}"/>
              </a:ext>
            </a:extLst>
          </p:cNvPr>
          <p:cNvSpPr>
            <a:spLocks noGrp="1"/>
          </p:cNvSpPr>
          <p:nvPr/>
        </p:nvSpPr>
        <p:spPr>
          <a:xfrm>
            <a:off x="5060156" y="2583656"/>
            <a:ext cx="0" cy="4953000"/>
          </a:xfrm>
          <a:prstGeom prst="line">
            <a:avLst/>
          </a:prstGeom>
          <a:noFill/>
          <a:ln w="11906">
            <a:solidFill>
              <a:srgbClr val="BCD0EA"/>
            </a:solidFill>
          </a:ln>
        </p:spPr>
      </p:sp>
      <p:sp>
        <p:nvSpPr>
          <p:cNvPr id="32" name="object-32">
            <a:extLst>
              <a:ext uri="{FF2B5EF4-FFF2-40B4-BE49-F238E27FC236}">
                <a16:creationId xmlns:a16="http://schemas.microsoft.com/office/drawing/2014/main" id="{C22A1EDB-8786-4CBB-8507-77F9348FAB62}"/>
              </a:ext>
            </a:extLst>
          </p:cNvPr>
          <p:cNvSpPr>
            <a:spLocks noGrp="1"/>
          </p:cNvSpPr>
          <p:nvPr/>
        </p:nvSpPr>
        <p:spPr>
          <a:xfrm>
            <a:off x="484584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0</a:t>
            </a:r>
          </a:p>
        </p:txBody>
      </p:sp>
      <p:sp>
        <p:nvSpPr>
          <p:cNvPr id="33" name="object-33">
            <a:extLst>
              <a:ext uri="{FF2B5EF4-FFF2-40B4-BE49-F238E27FC236}">
                <a16:creationId xmlns:a16="http://schemas.microsoft.com/office/drawing/2014/main" id="{A2B77226-306C-4897-99A9-CBE0F2E3E80A}"/>
              </a:ext>
            </a:extLst>
          </p:cNvPr>
          <p:cNvSpPr>
            <a:spLocks noGrp="1"/>
          </p:cNvSpPr>
          <p:nvPr/>
        </p:nvSpPr>
        <p:spPr>
          <a:xfrm>
            <a:off x="2583656" y="5369719"/>
            <a:ext cx="4953000" cy="0"/>
          </a:xfrm>
          <a:prstGeom prst="line">
            <a:avLst/>
          </a:prstGeom>
          <a:noFill/>
          <a:ln w="11906">
            <a:solidFill>
              <a:srgbClr val="BCD0EA"/>
            </a:solidFill>
          </a:ln>
        </p:spPr>
      </p:sp>
      <p:sp>
        <p:nvSpPr>
          <p:cNvPr id="34" name="object-34">
            <a:extLst>
              <a:ext uri="{FF2B5EF4-FFF2-40B4-BE49-F238E27FC236}">
                <a16:creationId xmlns:a16="http://schemas.microsoft.com/office/drawing/2014/main" id="{4286C8C9-ABC1-4611-8ECA-1FDCCF2071AE}"/>
              </a:ext>
            </a:extLst>
          </p:cNvPr>
          <p:cNvSpPr>
            <a:spLocks noGrp="1"/>
          </p:cNvSpPr>
          <p:nvPr/>
        </p:nvSpPr>
        <p:spPr>
          <a:xfrm>
            <a:off x="5369719" y="2583656"/>
            <a:ext cx="0" cy="4953000"/>
          </a:xfrm>
          <a:prstGeom prst="line">
            <a:avLst/>
          </a:prstGeom>
          <a:noFill/>
          <a:ln w="11906">
            <a:solidFill>
              <a:srgbClr val="BCD0EA"/>
            </a:solidFill>
          </a:ln>
        </p:spPr>
      </p:sp>
      <p:sp>
        <p:nvSpPr>
          <p:cNvPr id="35" name="object-35">
            <a:extLst>
              <a:ext uri="{FF2B5EF4-FFF2-40B4-BE49-F238E27FC236}">
                <a16:creationId xmlns:a16="http://schemas.microsoft.com/office/drawing/2014/main" id="{109030EE-A3CA-4099-809F-9D187A6C82E9}"/>
              </a:ext>
            </a:extLst>
          </p:cNvPr>
          <p:cNvSpPr>
            <a:spLocks noGrp="1"/>
          </p:cNvSpPr>
          <p:nvPr/>
        </p:nvSpPr>
        <p:spPr>
          <a:xfrm>
            <a:off x="2583656" y="5679281"/>
            <a:ext cx="4953000" cy="0"/>
          </a:xfrm>
          <a:prstGeom prst="line">
            <a:avLst/>
          </a:prstGeom>
          <a:noFill/>
          <a:ln w="11906">
            <a:solidFill>
              <a:srgbClr val="BCD0EA"/>
            </a:solidFill>
          </a:ln>
        </p:spPr>
      </p:sp>
      <p:sp>
        <p:nvSpPr>
          <p:cNvPr id="36" name="object-36">
            <a:extLst>
              <a:ext uri="{FF2B5EF4-FFF2-40B4-BE49-F238E27FC236}">
                <a16:creationId xmlns:a16="http://schemas.microsoft.com/office/drawing/2014/main" id="{CD882A67-A2BF-474C-B0FB-833719A7BD70}"/>
              </a:ext>
            </a:extLst>
          </p:cNvPr>
          <p:cNvSpPr>
            <a:spLocks noGrp="1"/>
          </p:cNvSpPr>
          <p:nvPr/>
        </p:nvSpPr>
        <p:spPr>
          <a:xfrm>
            <a:off x="5679281" y="2583656"/>
            <a:ext cx="0" cy="4953000"/>
          </a:xfrm>
          <a:prstGeom prst="line">
            <a:avLst/>
          </a:prstGeom>
          <a:noFill/>
          <a:ln w="11906">
            <a:solidFill>
              <a:srgbClr val="BCD0EA"/>
            </a:solidFill>
          </a:ln>
        </p:spPr>
      </p:sp>
      <p:sp>
        <p:nvSpPr>
          <p:cNvPr id="37" name="object-37">
            <a:extLst>
              <a:ext uri="{FF2B5EF4-FFF2-40B4-BE49-F238E27FC236}">
                <a16:creationId xmlns:a16="http://schemas.microsoft.com/office/drawing/2014/main" id="{7C50E303-36B0-49D3-8879-2F0E1023C041}"/>
              </a:ext>
            </a:extLst>
          </p:cNvPr>
          <p:cNvSpPr>
            <a:spLocks noGrp="1"/>
          </p:cNvSpPr>
          <p:nvPr/>
        </p:nvSpPr>
        <p:spPr>
          <a:xfrm>
            <a:off x="5464969"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2</a:t>
            </a:r>
          </a:p>
        </p:txBody>
      </p:sp>
      <p:sp>
        <p:nvSpPr>
          <p:cNvPr id="38" name="object-38">
            <a:extLst>
              <a:ext uri="{FF2B5EF4-FFF2-40B4-BE49-F238E27FC236}">
                <a16:creationId xmlns:a16="http://schemas.microsoft.com/office/drawing/2014/main" id="{5C3A06AE-2BC4-4D62-A7E6-AC5526D20B75}"/>
              </a:ext>
            </a:extLst>
          </p:cNvPr>
          <p:cNvSpPr>
            <a:spLocks noGrp="1"/>
          </p:cNvSpPr>
          <p:nvPr/>
        </p:nvSpPr>
        <p:spPr>
          <a:xfrm>
            <a:off x="4560094" y="5488781"/>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-2</a:t>
            </a:r>
          </a:p>
        </p:txBody>
      </p:sp>
      <p:sp>
        <p:nvSpPr>
          <p:cNvPr id="39" name="object-39">
            <a:extLst>
              <a:ext uri="{FF2B5EF4-FFF2-40B4-BE49-F238E27FC236}">
                <a16:creationId xmlns:a16="http://schemas.microsoft.com/office/drawing/2014/main" id="{A2F0E829-C09E-4981-A965-8135496508B0}"/>
              </a:ext>
            </a:extLst>
          </p:cNvPr>
          <p:cNvSpPr>
            <a:spLocks noGrp="1"/>
          </p:cNvSpPr>
          <p:nvPr/>
        </p:nvSpPr>
        <p:spPr>
          <a:xfrm>
            <a:off x="2583656" y="5988844"/>
            <a:ext cx="4953000" cy="0"/>
          </a:xfrm>
          <a:prstGeom prst="line">
            <a:avLst/>
          </a:prstGeom>
          <a:noFill/>
          <a:ln w="11906">
            <a:solidFill>
              <a:srgbClr val="BCD0EA"/>
            </a:solidFill>
          </a:ln>
        </p:spPr>
      </p:sp>
      <p:sp>
        <p:nvSpPr>
          <p:cNvPr id="40" name="object-40">
            <a:extLst>
              <a:ext uri="{FF2B5EF4-FFF2-40B4-BE49-F238E27FC236}">
                <a16:creationId xmlns:a16="http://schemas.microsoft.com/office/drawing/2014/main" id="{2E5C1A0F-9DC2-44A9-A336-6305DE2731B4}"/>
              </a:ext>
            </a:extLst>
          </p:cNvPr>
          <p:cNvSpPr>
            <a:spLocks noGrp="1"/>
          </p:cNvSpPr>
          <p:nvPr/>
        </p:nvSpPr>
        <p:spPr>
          <a:xfrm>
            <a:off x="5988844" y="2583656"/>
            <a:ext cx="0" cy="4953000"/>
          </a:xfrm>
          <a:prstGeom prst="line">
            <a:avLst/>
          </a:prstGeom>
          <a:noFill/>
          <a:ln w="11906">
            <a:solidFill>
              <a:srgbClr val="BCD0EA"/>
            </a:solidFill>
          </a:ln>
        </p:spPr>
      </p:sp>
      <p:sp>
        <p:nvSpPr>
          <p:cNvPr id="41" name="object-41">
            <a:extLst>
              <a:ext uri="{FF2B5EF4-FFF2-40B4-BE49-F238E27FC236}">
                <a16:creationId xmlns:a16="http://schemas.microsoft.com/office/drawing/2014/main" id="{1732DC04-E070-497F-AA43-9FE72FB00EC8}"/>
              </a:ext>
            </a:extLst>
          </p:cNvPr>
          <p:cNvSpPr>
            <a:spLocks noGrp="1"/>
          </p:cNvSpPr>
          <p:nvPr/>
        </p:nvSpPr>
        <p:spPr>
          <a:xfrm>
            <a:off x="2583656" y="6298406"/>
            <a:ext cx="4953000" cy="0"/>
          </a:xfrm>
          <a:prstGeom prst="line">
            <a:avLst/>
          </a:prstGeom>
          <a:noFill/>
          <a:ln w="11906">
            <a:solidFill>
              <a:srgbClr val="BCD0EA"/>
            </a:solidFill>
          </a:ln>
        </p:spPr>
      </p:sp>
      <p:sp>
        <p:nvSpPr>
          <p:cNvPr id="42" name="object-42">
            <a:extLst>
              <a:ext uri="{FF2B5EF4-FFF2-40B4-BE49-F238E27FC236}">
                <a16:creationId xmlns:a16="http://schemas.microsoft.com/office/drawing/2014/main" id="{F731EE7C-1E42-4AB6-8537-FA2E0A847C3D}"/>
              </a:ext>
            </a:extLst>
          </p:cNvPr>
          <p:cNvSpPr>
            <a:spLocks noGrp="1"/>
          </p:cNvSpPr>
          <p:nvPr/>
        </p:nvSpPr>
        <p:spPr>
          <a:xfrm>
            <a:off x="6298406" y="2583656"/>
            <a:ext cx="0" cy="4953000"/>
          </a:xfrm>
          <a:prstGeom prst="line">
            <a:avLst/>
          </a:prstGeom>
          <a:noFill/>
          <a:ln w="11906">
            <a:solidFill>
              <a:srgbClr val="BCD0EA"/>
            </a:solidFill>
          </a:ln>
        </p:spPr>
      </p:sp>
      <p:sp>
        <p:nvSpPr>
          <p:cNvPr id="43" name="object-43">
            <a:extLst>
              <a:ext uri="{FF2B5EF4-FFF2-40B4-BE49-F238E27FC236}">
                <a16:creationId xmlns:a16="http://schemas.microsoft.com/office/drawing/2014/main" id="{F8721A96-B7C2-434E-884F-2920930C3DCC}"/>
              </a:ext>
            </a:extLst>
          </p:cNvPr>
          <p:cNvSpPr>
            <a:spLocks noGrp="1"/>
          </p:cNvSpPr>
          <p:nvPr/>
        </p:nvSpPr>
        <p:spPr>
          <a:xfrm>
            <a:off x="608409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4</a:t>
            </a:r>
          </a:p>
        </p:txBody>
      </p:sp>
      <p:sp>
        <p:nvSpPr>
          <p:cNvPr id="44" name="object-44">
            <a:extLst>
              <a:ext uri="{FF2B5EF4-FFF2-40B4-BE49-F238E27FC236}">
                <a16:creationId xmlns:a16="http://schemas.microsoft.com/office/drawing/2014/main" id="{33006CA7-1A50-4992-8AA8-517327D7481B}"/>
              </a:ext>
            </a:extLst>
          </p:cNvPr>
          <p:cNvSpPr>
            <a:spLocks noGrp="1"/>
          </p:cNvSpPr>
          <p:nvPr/>
        </p:nvSpPr>
        <p:spPr>
          <a:xfrm>
            <a:off x="4560094" y="6107906"/>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-4</a:t>
            </a:r>
          </a:p>
        </p:txBody>
      </p:sp>
      <p:sp>
        <p:nvSpPr>
          <p:cNvPr id="45" name="object-45">
            <a:extLst>
              <a:ext uri="{FF2B5EF4-FFF2-40B4-BE49-F238E27FC236}">
                <a16:creationId xmlns:a16="http://schemas.microsoft.com/office/drawing/2014/main" id="{39E2354F-5187-430A-AA81-851B6613E5C6}"/>
              </a:ext>
            </a:extLst>
          </p:cNvPr>
          <p:cNvSpPr>
            <a:spLocks noGrp="1"/>
          </p:cNvSpPr>
          <p:nvPr/>
        </p:nvSpPr>
        <p:spPr>
          <a:xfrm>
            <a:off x="2583656" y="6607969"/>
            <a:ext cx="4953000" cy="0"/>
          </a:xfrm>
          <a:prstGeom prst="line">
            <a:avLst/>
          </a:prstGeom>
          <a:noFill/>
          <a:ln w="11906">
            <a:solidFill>
              <a:srgbClr val="BCD0EA"/>
            </a:solidFill>
          </a:ln>
        </p:spPr>
      </p:sp>
      <p:sp>
        <p:nvSpPr>
          <p:cNvPr id="46" name="object-46">
            <a:extLst>
              <a:ext uri="{FF2B5EF4-FFF2-40B4-BE49-F238E27FC236}">
                <a16:creationId xmlns:a16="http://schemas.microsoft.com/office/drawing/2014/main" id="{CAF01920-35E6-4FA2-853D-6F79E0DFC258}"/>
              </a:ext>
            </a:extLst>
          </p:cNvPr>
          <p:cNvSpPr>
            <a:spLocks noGrp="1"/>
          </p:cNvSpPr>
          <p:nvPr/>
        </p:nvSpPr>
        <p:spPr>
          <a:xfrm>
            <a:off x="6607969" y="2583656"/>
            <a:ext cx="0" cy="4953000"/>
          </a:xfrm>
          <a:prstGeom prst="line">
            <a:avLst/>
          </a:prstGeom>
          <a:noFill/>
          <a:ln w="11906">
            <a:solidFill>
              <a:srgbClr val="BCD0EA"/>
            </a:solidFill>
          </a:ln>
        </p:spPr>
      </p:sp>
      <p:sp>
        <p:nvSpPr>
          <p:cNvPr id="47" name="object-47">
            <a:extLst>
              <a:ext uri="{FF2B5EF4-FFF2-40B4-BE49-F238E27FC236}">
                <a16:creationId xmlns:a16="http://schemas.microsoft.com/office/drawing/2014/main" id="{6B5CE3B8-0EE3-4CAC-9B89-2B39BD4A093C}"/>
              </a:ext>
            </a:extLst>
          </p:cNvPr>
          <p:cNvSpPr>
            <a:spLocks noGrp="1"/>
          </p:cNvSpPr>
          <p:nvPr/>
        </p:nvSpPr>
        <p:spPr>
          <a:xfrm>
            <a:off x="2583656" y="6917531"/>
            <a:ext cx="4953000" cy="0"/>
          </a:xfrm>
          <a:prstGeom prst="line">
            <a:avLst/>
          </a:prstGeom>
          <a:noFill/>
          <a:ln w="11906">
            <a:solidFill>
              <a:srgbClr val="BCD0EA"/>
            </a:solidFill>
          </a:ln>
        </p:spPr>
      </p:sp>
      <p:sp>
        <p:nvSpPr>
          <p:cNvPr id="48" name="object-48">
            <a:extLst>
              <a:ext uri="{FF2B5EF4-FFF2-40B4-BE49-F238E27FC236}">
                <a16:creationId xmlns:a16="http://schemas.microsoft.com/office/drawing/2014/main" id="{1E3621E8-8B2E-4EB4-A414-54DC25546BF4}"/>
              </a:ext>
            </a:extLst>
          </p:cNvPr>
          <p:cNvSpPr>
            <a:spLocks noGrp="1"/>
          </p:cNvSpPr>
          <p:nvPr/>
        </p:nvSpPr>
        <p:spPr>
          <a:xfrm>
            <a:off x="6917531" y="2583656"/>
            <a:ext cx="0" cy="4953000"/>
          </a:xfrm>
          <a:prstGeom prst="line">
            <a:avLst/>
          </a:prstGeom>
          <a:noFill/>
          <a:ln w="11906">
            <a:solidFill>
              <a:srgbClr val="BCD0EA"/>
            </a:solidFill>
          </a:ln>
        </p:spPr>
      </p:sp>
      <p:sp>
        <p:nvSpPr>
          <p:cNvPr id="49" name="object-49">
            <a:extLst>
              <a:ext uri="{FF2B5EF4-FFF2-40B4-BE49-F238E27FC236}">
                <a16:creationId xmlns:a16="http://schemas.microsoft.com/office/drawing/2014/main" id="{CE2F7A0E-6692-4D5A-8821-61B57D51ACF4}"/>
              </a:ext>
            </a:extLst>
          </p:cNvPr>
          <p:cNvSpPr>
            <a:spLocks noGrp="1"/>
          </p:cNvSpPr>
          <p:nvPr/>
        </p:nvSpPr>
        <p:spPr>
          <a:xfrm>
            <a:off x="6703219"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6</a:t>
            </a:r>
          </a:p>
        </p:txBody>
      </p:sp>
      <p:sp>
        <p:nvSpPr>
          <p:cNvPr id="50" name="object-50">
            <a:extLst>
              <a:ext uri="{FF2B5EF4-FFF2-40B4-BE49-F238E27FC236}">
                <a16:creationId xmlns:a16="http://schemas.microsoft.com/office/drawing/2014/main" id="{DA337E12-CFE5-41BF-B9A4-3DB714255374}"/>
              </a:ext>
            </a:extLst>
          </p:cNvPr>
          <p:cNvSpPr>
            <a:spLocks noGrp="1"/>
          </p:cNvSpPr>
          <p:nvPr/>
        </p:nvSpPr>
        <p:spPr>
          <a:xfrm>
            <a:off x="4560094" y="6727031"/>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-6</a:t>
            </a:r>
          </a:p>
        </p:txBody>
      </p:sp>
      <p:sp>
        <p:nvSpPr>
          <p:cNvPr id="51" name="object-51">
            <a:extLst>
              <a:ext uri="{FF2B5EF4-FFF2-40B4-BE49-F238E27FC236}">
                <a16:creationId xmlns:a16="http://schemas.microsoft.com/office/drawing/2014/main" id="{2283F9B2-50C5-43C3-8100-2E30AE6D54F9}"/>
              </a:ext>
            </a:extLst>
          </p:cNvPr>
          <p:cNvSpPr>
            <a:spLocks noGrp="1"/>
          </p:cNvSpPr>
          <p:nvPr/>
        </p:nvSpPr>
        <p:spPr>
          <a:xfrm>
            <a:off x="2583656" y="7227094"/>
            <a:ext cx="4953000" cy="0"/>
          </a:xfrm>
          <a:prstGeom prst="line">
            <a:avLst/>
          </a:prstGeom>
          <a:noFill/>
          <a:ln w="11906">
            <a:solidFill>
              <a:srgbClr val="BCD0EA"/>
            </a:solidFill>
          </a:ln>
        </p:spPr>
      </p:sp>
      <p:sp>
        <p:nvSpPr>
          <p:cNvPr id="52" name="object-52">
            <a:extLst>
              <a:ext uri="{FF2B5EF4-FFF2-40B4-BE49-F238E27FC236}">
                <a16:creationId xmlns:a16="http://schemas.microsoft.com/office/drawing/2014/main" id="{ADEA9350-70A4-4EDD-823E-C41655DC71DF}"/>
              </a:ext>
            </a:extLst>
          </p:cNvPr>
          <p:cNvSpPr>
            <a:spLocks noGrp="1"/>
          </p:cNvSpPr>
          <p:nvPr/>
        </p:nvSpPr>
        <p:spPr>
          <a:xfrm>
            <a:off x="7227094" y="2583656"/>
            <a:ext cx="0" cy="4953000"/>
          </a:xfrm>
          <a:prstGeom prst="line">
            <a:avLst/>
          </a:prstGeom>
          <a:noFill/>
          <a:ln w="11906">
            <a:solidFill>
              <a:srgbClr val="BCD0EA"/>
            </a:solidFill>
          </a:ln>
        </p:spPr>
      </p:sp>
      <p:sp>
        <p:nvSpPr>
          <p:cNvPr id="53" name="object-53">
            <a:extLst>
              <a:ext uri="{FF2B5EF4-FFF2-40B4-BE49-F238E27FC236}">
                <a16:creationId xmlns:a16="http://schemas.microsoft.com/office/drawing/2014/main" id="{1C05AD73-2819-4AA7-89A8-17EBD965AEC9}"/>
              </a:ext>
            </a:extLst>
          </p:cNvPr>
          <p:cNvSpPr>
            <a:spLocks noGrp="1"/>
          </p:cNvSpPr>
          <p:nvPr/>
        </p:nvSpPr>
        <p:spPr>
          <a:xfrm>
            <a:off x="2583656" y="7536656"/>
            <a:ext cx="4953000" cy="0"/>
          </a:xfrm>
          <a:prstGeom prst="line">
            <a:avLst/>
          </a:prstGeom>
          <a:noFill/>
          <a:ln w="11906">
            <a:solidFill>
              <a:srgbClr val="BCD0EA"/>
            </a:solidFill>
          </a:ln>
        </p:spPr>
      </p:sp>
      <p:sp>
        <p:nvSpPr>
          <p:cNvPr id="54" name="object-54">
            <a:extLst>
              <a:ext uri="{FF2B5EF4-FFF2-40B4-BE49-F238E27FC236}">
                <a16:creationId xmlns:a16="http://schemas.microsoft.com/office/drawing/2014/main" id="{881E85E3-402C-402C-B0F4-0B53FDB9007C}"/>
              </a:ext>
            </a:extLst>
          </p:cNvPr>
          <p:cNvSpPr>
            <a:spLocks noGrp="1"/>
          </p:cNvSpPr>
          <p:nvPr/>
        </p:nvSpPr>
        <p:spPr>
          <a:xfrm>
            <a:off x="7536656" y="2583656"/>
            <a:ext cx="0" cy="4953000"/>
          </a:xfrm>
          <a:prstGeom prst="line">
            <a:avLst/>
          </a:prstGeom>
          <a:noFill/>
          <a:ln w="11906">
            <a:solidFill>
              <a:srgbClr val="BCD0EA"/>
            </a:solidFill>
          </a:ln>
        </p:spPr>
      </p:sp>
      <p:sp>
        <p:nvSpPr>
          <p:cNvPr id="55" name="object-55">
            <a:extLst>
              <a:ext uri="{FF2B5EF4-FFF2-40B4-BE49-F238E27FC236}">
                <a16:creationId xmlns:a16="http://schemas.microsoft.com/office/drawing/2014/main" id="{729015ED-EF92-45B3-81FF-B452867BA058}"/>
              </a:ext>
            </a:extLst>
          </p:cNvPr>
          <p:cNvSpPr>
            <a:spLocks noGrp="1"/>
          </p:cNvSpPr>
          <p:nvPr/>
        </p:nvSpPr>
        <p:spPr>
          <a:xfrm>
            <a:off x="732234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8</a:t>
            </a:r>
          </a:p>
        </p:txBody>
      </p:sp>
      <p:sp>
        <p:nvSpPr>
          <p:cNvPr id="56" name="object-56">
            <a:extLst>
              <a:ext uri="{FF2B5EF4-FFF2-40B4-BE49-F238E27FC236}">
                <a16:creationId xmlns:a16="http://schemas.microsoft.com/office/drawing/2014/main" id="{D4D75C18-9A48-486D-BF23-FAE98AD4D9C3}"/>
              </a:ext>
            </a:extLst>
          </p:cNvPr>
          <p:cNvSpPr>
            <a:spLocks noGrp="1"/>
          </p:cNvSpPr>
          <p:nvPr/>
        </p:nvSpPr>
        <p:spPr>
          <a:xfrm>
            <a:off x="4560094" y="7346156"/>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-8</a:t>
            </a:r>
          </a:p>
        </p:txBody>
      </p:sp>
      <p:sp>
        <p:nvSpPr>
          <p:cNvPr id="57" name="object-57">
            <a:extLst>
              <a:ext uri="{FF2B5EF4-FFF2-40B4-BE49-F238E27FC236}">
                <a16:creationId xmlns:a16="http://schemas.microsoft.com/office/drawing/2014/main" id="{9DDC8A2B-7BE1-433D-A2A8-C1F7F49D3E8C}"/>
              </a:ext>
            </a:extLst>
          </p:cNvPr>
          <p:cNvSpPr>
            <a:spLocks noGrp="1"/>
          </p:cNvSpPr>
          <p:nvPr/>
        </p:nvSpPr>
        <p:spPr>
          <a:xfrm>
            <a:off x="2583656" y="5060156"/>
            <a:ext cx="4953000" cy="0"/>
          </a:xfrm>
          <a:prstGeom prst="line">
            <a:avLst/>
          </a:prstGeom>
          <a:noFill/>
          <a:ln w="23813">
            <a:solidFill>
              <a:srgbClr val="172B4D"/>
            </a:solidFill>
          </a:ln>
        </p:spPr>
      </p:sp>
      <p:sp>
        <p:nvSpPr>
          <p:cNvPr id="58" name="object-58">
            <a:extLst>
              <a:ext uri="{FF2B5EF4-FFF2-40B4-BE49-F238E27FC236}">
                <a16:creationId xmlns:a16="http://schemas.microsoft.com/office/drawing/2014/main" id="{CC2965FA-7024-4489-BE55-CB54D228522F}"/>
              </a:ext>
            </a:extLst>
          </p:cNvPr>
          <p:cNvSpPr>
            <a:spLocks noGrp="1"/>
          </p:cNvSpPr>
          <p:nvPr/>
        </p:nvSpPr>
        <p:spPr>
          <a:xfrm>
            <a:off x="5060156" y="2583656"/>
            <a:ext cx="0" cy="4953000"/>
          </a:xfrm>
          <a:prstGeom prst="line">
            <a:avLst/>
          </a:prstGeom>
          <a:noFill/>
          <a:ln w="23813">
            <a:solidFill>
              <a:srgbClr val="172B4D"/>
            </a:solidFill>
          </a:ln>
        </p:spPr>
      </p:sp>
      <p:sp>
        <p:nvSpPr>
          <p:cNvPr id="59" name="object-59">
            <a:extLst>
              <a:ext uri="{FF2B5EF4-FFF2-40B4-BE49-F238E27FC236}">
                <a16:creationId xmlns:a16="http://schemas.microsoft.com/office/drawing/2014/main" id="{686EE466-44B3-4902-92CB-7CAAD3277F6A}"/>
              </a:ext>
            </a:extLst>
          </p:cNvPr>
          <p:cNvSpPr>
            <a:spLocks noGrp="1"/>
          </p:cNvSpPr>
          <p:nvPr/>
        </p:nvSpPr>
        <p:spPr>
          <a:xfrm>
            <a:off x="4953000" y="4953000"/>
            <a:ext cx="214313" cy="214313"/>
          </a:xfrm>
          <a:prstGeom prst="ellipse">
            <a:avLst/>
          </a:prstGeom>
          <a:solidFill>
            <a:srgbClr val="1D4ED8"/>
          </a:solidFill>
          <a:ln w="11906">
            <a:solidFill>
              <a:srgbClr val="172B4D"/>
            </a:solidFill>
          </a:ln>
        </p:spPr>
      </p:sp>
      <p:sp>
        <p:nvSpPr>
          <p:cNvPr id="60" name="object-60">
            <a:extLst>
              <a:ext uri="{FF2B5EF4-FFF2-40B4-BE49-F238E27FC236}">
                <a16:creationId xmlns:a16="http://schemas.microsoft.com/office/drawing/2014/main" id="{C7BA1F94-7E53-4075-AB20-699D3FD3C704}"/>
              </a:ext>
            </a:extLst>
          </p:cNvPr>
          <p:cNvSpPr>
            <a:spLocks noGrp="1"/>
          </p:cNvSpPr>
          <p:nvPr/>
        </p:nvSpPr>
        <p:spPr>
          <a:xfrm>
            <a:off x="9763125" y="4048125"/>
            <a:ext cx="4345781" cy="1547813"/>
          </a:xfrm>
          <a:prstGeom prst="rect">
            <a:avLst/>
          </a:prstGeom>
          <a:noFill/>
          <a:ln w="0">
            <a:noFill/>
          </a:ln>
        </p:spPr>
        <p:txBody>
          <a:bodyPr anchor="ctr">
            <a:noAutofit/>
          </a:bodyPr>
          <a:lstStyle/>
          <a:p>
            <a:pPr algn="l">
              <a:defRPr sz="4125" b="1">
                <a:solidFill>
                  <a:srgbClr val="11745A"/>
                </a:solidFill>
                <a:latin typeface="Arial"/>
                <a:ea typeface="Arial"/>
                <a:cs typeface="Arial"/>
              </a:defRPr>
            </a:pPr>
            <a:r>
              <a:rPr sz="4125" b="1">
                <a:solidFill>
                  <a:srgbClr val="11745A"/>
                </a:solidFill>
                <a:latin typeface="Arial"/>
                <a:ea typeface="Arial"/>
                <a:cs typeface="Arial"/>
              </a:rPr>
              <a:t>(1, 1)</a:t>
            </a:r>
          </a:p>
        </p:txBody>
      </p:sp>
    </p:spTree>
    <p:extLst>
      <p:ext uri="{BB962C8B-B14F-4D97-AF65-F5344CB8AC3E}">
        <p14:creationId xmlns:p14="http://schemas.microsoft.com/office/powerpoint/2010/main" val="587371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 0 L 0.08125 0 E" pathEditMode="relative" ptsTypes="">
                                      <p:cBhvr>
                                        <p:cTn id="6" dur="800" fill="hold"/>
                                        <p:tgtEl>
                                          <p:spTgt spid="59"/>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0.08125 0 L 0.08125 0.14444444 E" pathEditMode="relative" ptsTypes="">
                                      <p:cBhvr>
                                        <p:cTn id="10" dur="800" fill="hold"/>
                                        <p:tgtEl>
                                          <p:spTgt spid="59"/>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63" presetClass="path" presetSubtype="0" accel="50000" decel="50000" fill="hold" nodeType="clickEffect">
                                  <p:stCondLst>
                                    <p:cond delay="0"/>
                                  </p:stCondLst>
                                  <p:childTnLst>
                                    <p:animMotion origin="layout" path="M 0.08125 0.14444444 L 0.0203125 0.14444444 E" pathEditMode="relative" ptsTypes="">
                                      <p:cBhvr>
                                        <p:cTn id="14" dur="800" fill="hold"/>
                                        <p:tgtEl>
                                          <p:spTgt spid="59"/>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63" presetClass="path" presetSubtype="0" accel="50000" decel="50000" fill="hold" nodeType="clickEffect">
                                  <p:stCondLst>
                                    <p:cond delay="0"/>
                                  </p:stCondLst>
                                  <p:childTnLst>
                                    <p:animMotion origin="layout" path="M 0.0203125 0.14444444 L 0.0203125 -0.03611111 E" pathEditMode="relative" ptsTypes="">
                                      <p:cBhvr>
                                        <p:cTn id="18" dur="800" fill="hold"/>
                                        <p:tgtEl>
                                          <p:spTgt spid="59"/>
                                        </p:tgtEl>
                                        <p:attrNameLst>
                                          <p:attrName>ppt_x</p:attrName>
                                          <p:attrName>ppt_y</p:attrName>
                                        </p:attrNameLst>
                                      </p:cBhvr>
                                    </p:animMotion>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2" name="object-1">
            <a:extLst>
              <a:ext uri="{FF2B5EF4-FFF2-40B4-BE49-F238E27FC236}">
                <a16:creationId xmlns:a16="http://schemas.microsoft.com/office/drawing/2014/main" id="{E59FDB05-DFFA-4D93-A74F-3F5817B650A5}"/>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F6CECA35-24F4-40F7-A4CA-D364D731187F}"/>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C6500EAD-2EF0-404C-879A-9C93BCC34264}"/>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Move (4, -5) 3 left and 5 up.</a:t>
            </a:r>
          </a:p>
        </p:txBody>
      </p:sp>
      <p:sp>
        <p:nvSpPr>
          <p:cNvPr id="4" name="object-4">
            <a:extLst>
              <a:ext uri="{FF2B5EF4-FFF2-40B4-BE49-F238E27FC236}">
                <a16:creationId xmlns:a16="http://schemas.microsoft.com/office/drawing/2014/main" id="{88272C43-4EE1-488A-AF91-303D931F590B}"/>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1F34B1F1-F25C-4A27-B137-740B2510317A}"/>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Translate shapes</a:t>
            </a:r>
          </a:p>
        </p:txBody>
      </p:sp>
      <p:sp>
        <p:nvSpPr>
          <p:cNvPr id="6" name="object-6">
            <a:extLst>
              <a:ext uri="{FF2B5EF4-FFF2-40B4-BE49-F238E27FC236}">
                <a16:creationId xmlns:a16="http://schemas.microsoft.com/office/drawing/2014/main" id="{68956B22-3DCA-40D6-BFCC-431780C21BBB}"/>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5</a:t>
            </a:r>
          </a:p>
        </p:txBody>
      </p:sp>
      <p:sp>
        <p:nvSpPr>
          <p:cNvPr id="7" name="object-7">
            <a:extLst>
              <a:ext uri="{FF2B5EF4-FFF2-40B4-BE49-F238E27FC236}">
                <a16:creationId xmlns:a16="http://schemas.microsoft.com/office/drawing/2014/main" id="{58DF558A-784D-4A2F-91EF-595FFE47BA02}"/>
              </a:ext>
            </a:extLst>
          </p:cNvPr>
          <p:cNvSpPr>
            <a:spLocks noGrp="1"/>
          </p:cNvSpPr>
          <p:nvPr/>
        </p:nvSpPr>
        <p:spPr>
          <a:xfrm>
            <a:off x="2583656" y="2583656"/>
            <a:ext cx="4953000" cy="0"/>
          </a:xfrm>
          <a:prstGeom prst="line">
            <a:avLst/>
          </a:prstGeom>
          <a:noFill/>
          <a:ln w="11906">
            <a:solidFill>
              <a:srgbClr val="BCD0EA"/>
            </a:solidFill>
          </a:ln>
        </p:spPr>
      </p:sp>
      <p:sp>
        <p:nvSpPr>
          <p:cNvPr id="8" name="object-8">
            <a:extLst>
              <a:ext uri="{FF2B5EF4-FFF2-40B4-BE49-F238E27FC236}">
                <a16:creationId xmlns:a16="http://schemas.microsoft.com/office/drawing/2014/main" id="{6314D82D-2470-4215-A38A-F1606C64CB1D}"/>
              </a:ext>
            </a:extLst>
          </p:cNvPr>
          <p:cNvSpPr>
            <a:spLocks noGrp="1"/>
          </p:cNvSpPr>
          <p:nvPr/>
        </p:nvSpPr>
        <p:spPr>
          <a:xfrm>
            <a:off x="2583656" y="2583656"/>
            <a:ext cx="0" cy="4953000"/>
          </a:xfrm>
          <a:prstGeom prst="line">
            <a:avLst/>
          </a:prstGeom>
          <a:noFill/>
          <a:ln w="11906">
            <a:solidFill>
              <a:srgbClr val="BCD0EA"/>
            </a:solidFill>
          </a:ln>
        </p:spPr>
      </p:sp>
      <p:sp>
        <p:nvSpPr>
          <p:cNvPr id="9" name="object-9">
            <a:extLst>
              <a:ext uri="{FF2B5EF4-FFF2-40B4-BE49-F238E27FC236}">
                <a16:creationId xmlns:a16="http://schemas.microsoft.com/office/drawing/2014/main" id="{C0E83686-DE5A-41AE-8C34-6EF29FF020DC}"/>
              </a:ext>
            </a:extLst>
          </p:cNvPr>
          <p:cNvSpPr>
            <a:spLocks noGrp="1"/>
          </p:cNvSpPr>
          <p:nvPr/>
        </p:nvSpPr>
        <p:spPr>
          <a:xfrm>
            <a:off x="236934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-8</a:t>
            </a:r>
          </a:p>
        </p:txBody>
      </p:sp>
      <p:sp>
        <p:nvSpPr>
          <p:cNvPr id="10" name="object-10">
            <a:extLst>
              <a:ext uri="{FF2B5EF4-FFF2-40B4-BE49-F238E27FC236}">
                <a16:creationId xmlns:a16="http://schemas.microsoft.com/office/drawing/2014/main" id="{738CCADD-AE72-4B33-BCC0-F895B455FFAF}"/>
              </a:ext>
            </a:extLst>
          </p:cNvPr>
          <p:cNvSpPr>
            <a:spLocks noGrp="1"/>
          </p:cNvSpPr>
          <p:nvPr/>
        </p:nvSpPr>
        <p:spPr>
          <a:xfrm>
            <a:off x="4560094" y="2393156"/>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8</a:t>
            </a:r>
          </a:p>
        </p:txBody>
      </p:sp>
      <p:sp>
        <p:nvSpPr>
          <p:cNvPr id="11" name="object-11">
            <a:extLst>
              <a:ext uri="{FF2B5EF4-FFF2-40B4-BE49-F238E27FC236}">
                <a16:creationId xmlns:a16="http://schemas.microsoft.com/office/drawing/2014/main" id="{7A4332B4-B20E-451F-B995-489EEB1BECFB}"/>
              </a:ext>
            </a:extLst>
          </p:cNvPr>
          <p:cNvSpPr>
            <a:spLocks noGrp="1"/>
          </p:cNvSpPr>
          <p:nvPr/>
        </p:nvSpPr>
        <p:spPr>
          <a:xfrm>
            <a:off x="2583656" y="2893219"/>
            <a:ext cx="4953000" cy="0"/>
          </a:xfrm>
          <a:prstGeom prst="line">
            <a:avLst/>
          </a:prstGeom>
          <a:noFill/>
          <a:ln w="11906">
            <a:solidFill>
              <a:srgbClr val="BCD0EA"/>
            </a:solidFill>
          </a:ln>
        </p:spPr>
      </p:sp>
      <p:sp>
        <p:nvSpPr>
          <p:cNvPr id="12" name="object-12">
            <a:extLst>
              <a:ext uri="{FF2B5EF4-FFF2-40B4-BE49-F238E27FC236}">
                <a16:creationId xmlns:a16="http://schemas.microsoft.com/office/drawing/2014/main" id="{EA439269-3EB4-457A-9345-573CDDD19577}"/>
              </a:ext>
            </a:extLst>
          </p:cNvPr>
          <p:cNvSpPr>
            <a:spLocks noGrp="1"/>
          </p:cNvSpPr>
          <p:nvPr/>
        </p:nvSpPr>
        <p:spPr>
          <a:xfrm>
            <a:off x="2893219" y="2583656"/>
            <a:ext cx="0" cy="4953000"/>
          </a:xfrm>
          <a:prstGeom prst="line">
            <a:avLst/>
          </a:prstGeom>
          <a:noFill/>
          <a:ln w="11906">
            <a:solidFill>
              <a:srgbClr val="BCD0EA"/>
            </a:solidFill>
          </a:ln>
        </p:spPr>
      </p:sp>
      <p:sp>
        <p:nvSpPr>
          <p:cNvPr id="13" name="object-13">
            <a:extLst>
              <a:ext uri="{FF2B5EF4-FFF2-40B4-BE49-F238E27FC236}">
                <a16:creationId xmlns:a16="http://schemas.microsoft.com/office/drawing/2014/main" id="{62830231-645A-4472-B9EF-FBD59794D244}"/>
              </a:ext>
            </a:extLst>
          </p:cNvPr>
          <p:cNvSpPr>
            <a:spLocks noGrp="1"/>
          </p:cNvSpPr>
          <p:nvPr/>
        </p:nvSpPr>
        <p:spPr>
          <a:xfrm>
            <a:off x="2583656" y="3202781"/>
            <a:ext cx="4953000" cy="0"/>
          </a:xfrm>
          <a:prstGeom prst="line">
            <a:avLst/>
          </a:prstGeom>
          <a:noFill/>
          <a:ln w="11906">
            <a:solidFill>
              <a:srgbClr val="BCD0EA"/>
            </a:solidFill>
          </a:ln>
        </p:spPr>
      </p:sp>
      <p:sp>
        <p:nvSpPr>
          <p:cNvPr id="14" name="object-14">
            <a:extLst>
              <a:ext uri="{FF2B5EF4-FFF2-40B4-BE49-F238E27FC236}">
                <a16:creationId xmlns:a16="http://schemas.microsoft.com/office/drawing/2014/main" id="{75E77A26-A43B-472F-98A9-1F39AE39BA11}"/>
              </a:ext>
            </a:extLst>
          </p:cNvPr>
          <p:cNvSpPr>
            <a:spLocks noGrp="1"/>
          </p:cNvSpPr>
          <p:nvPr/>
        </p:nvSpPr>
        <p:spPr>
          <a:xfrm>
            <a:off x="3202781" y="2583656"/>
            <a:ext cx="0" cy="4953000"/>
          </a:xfrm>
          <a:prstGeom prst="line">
            <a:avLst/>
          </a:prstGeom>
          <a:noFill/>
          <a:ln w="11906">
            <a:solidFill>
              <a:srgbClr val="BCD0EA"/>
            </a:solidFill>
          </a:ln>
        </p:spPr>
      </p:sp>
      <p:sp>
        <p:nvSpPr>
          <p:cNvPr id="15" name="object-15">
            <a:extLst>
              <a:ext uri="{FF2B5EF4-FFF2-40B4-BE49-F238E27FC236}">
                <a16:creationId xmlns:a16="http://schemas.microsoft.com/office/drawing/2014/main" id="{BA721CD3-8D51-4665-A8A8-DD71A49BDDEE}"/>
              </a:ext>
            </a:extLst>
          </p:cNvPr>
          <p:cNvSpPr>
            <a:spLocks noGrp="1"/>
          </p:cNvSpPr>
          <p:nvPr/>
        </p:nvSpPr>
        <p:spPr>
          <a:xfrm>
            <a:off x="2988469"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-6</a:t>
            </a:r>
          </a:p>
        </p:txBody>
      </p:sp>
      <p:sp>
        <p:nvSpPr>
          <p:cNvPr id="16" name="object-16">
            <a:extLst>
              <a:ext uri="{FF2B5EF4-FFF2-40B4-BE49-F238E27FC236}">
                <a16:creationId xmlns:a16="http://schemas.microsoft.com/office/drawing/2014/main" id="{0BC24504-16E3-47E8-BDAE-9468861774E6}"/>
              </a:ext>
            </a:extLst>
          </p:cNvPr>
          <p:cNvSpPr>
            <a:spLocks noGrp="1"/>
          </p:cNvSpPr>
          <p:nvPr/>
        </p:nvSpPr>
        <p:spPr>
          <a:xfrm>
            <a:off x="4560094" y="3012281"/>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6</a:t>
            </a:r>
          </a:p>
        </p:txBody>
      </p:sp>
      <p:sp>
        <p:nvSpPr>
          <p:cNvPr id="17" name="object-17">
            <a:extLst>
              <a:ext uri="{FF2B5EF4-FFF2-40B4-BE49-F238E27FC236}">
                <a16:creationId xmlns:a16="http://schemas.microsoft.com/office/drawing/2014/main" id="{293D3FE0-04F8-496C-91B8-C1A5F795A82E}"/>
              </a:ext>
            </a:extLst>
          </p:cNvPr>
          <p:cNvSpPr>
            <a:spLocks noGrp="1"/>
          </p:cNvSpPr>
          <p:nvPr/>
        </p:nvSpPr>
        <p:spPr>
          <a:xfrm>
            <a:off x="2583656" y="3512344"/>
            <a:ext cx="4953000" cy="0"/>
          </a:xfrm>
          <a:prstGeom prst="line">
            <a:avLst/>
          </a:prstGeom>
          <a:noFill/>
          <a:ln w="11906">
            <a:solidFill>
              <a:srgbClr val="BCD0EA"/>
            </a:solidFill>
          </a:ln>
        </p:spPr>
      </p:sp>
      <p:sp>
        <p:nvSpPr>
          <p:cNvPr id="18" name="object-18">
            <a:extLst>
              <a:ext uri="{FF2B5EF4-FFF2-40B4-BE49-F238E27FC236}">
                <a16:creationId xmlns:a16="http://schemas.microsoft.com/office/drawing/2014/main" id="{E169E675-E759-470E-AD46-BBBEB9DE82FF}"/>
              </a:ext>
            </a:extLst>
          </p:cNvPr>
          <p:cNvSpPr>
            <a:spLocks noGrp="1"/>
          </p:cNvSpPr>
          <p:nvPr/>
        </p:nvSpPr>
        <p:spPr>
          <a:xfrm>
            <a:off x="3512344" y="2583656"/>
            <a:ext cx="0" cy="4953000"/>
          </a:xfrm>
          <a:prstGeom prst="line">
            <a:avLst/>
          </a:prstGeom>
          <a:noFill/>
          <a:ln w="11906">
            <a:solidFill>
              <a:srgbClr val="BCD0EA"/>
            </a:solidFill>
          </a:ln>
        </p:spPr>
      </p:sp>
      <p:sp>
        <p:nvSpPr>
          <p:cNvPr id="19" name="object-19">
            <a:extLst>
              <a:ext uri="{FF2B5EF4-FFF2-40B4-BE49-F238E27FC236}">
                <a16:creationId xmlns:a16="http://schemas.microsoft.com/office/drawing/2014/main" id="{E6216CBF-E18E-4EF5-BAEA-27ED5E229D05}"/>
              </a:ext>
            </a:extLst>
          </p:cNvPr>
          <p:cNvSpPr>
            <a:spLocks noGrp="1"/>
          </p:cNvSpPr>
          <p:nvPr/>
        </p:nvSpPr>
        <p:spPr>
          <a:xfrm>
            <a:off x="2583656" y="3821906"/>
            <a:ext cx="4953000" cy="0"/>
          </a:xfrm>
          <a:prstGeom prst="line">
            <a:avLst/>
          </a:prstGeom>
          <a:noFill/>
          <a:ln w="11906">
            <a:solidFill>
              <a:srgbClr val="BCD0EA"/>
            </a:solidFill>
          </a:ln>
        </p:spPr>
      </p:sp>
      <p:sp>
        <p:nvSpPr>
          <p:cNvPr id="20" name="object-20">
            <a:extLst>
              <a:ext uri="{FF2B5EF4-FFF2-40B4-BE49-F238E27FC236}">
                <a16:creationId xmlns:a16="http://schemas.microsoft.com/office/drawing/2014/main" id="{BFEFB748-BC08-47AD-8D51-6B4B522BC7D5}"/>
              </a:ext>
            </a:extLst>
          </p:cNvPr>
          <p:cNvSpPr>
            <a:spLocks noGrp="1"/>
          </p:cNvSpPr>
          <p:nvPr/>
        </p:nvSpPr>
        <p:spPr>
          <a:xfrm>
            <a:off x="3821906" y="2583656"/>
            <a:ext cx="0" cy="4953000"/>
          </a:xfrm>
          <a:prstGeom prst="line">
            <a:avLst/>
          </a:prstGeom>
          <a:noFill/>
          <a:ln w="11906">
            <a:solidFill>
              <a:srgbClr val="BCD0EA"/>
            </a:solidFill>
          </a:ln>
        </p:spPr>
      </p:sp>
      <p:sp>
        <p:nvSpPr>
          <p:cNvPr id="21" name="object-21">
            <a:extLst>
              <a:ext uri="{FF2B5EF4-FFF2-40B4-BE49-F238E27FC236}">
                <a16:creationId xmlns:a16="http://schemas.microsoft.com/office/drawing/2014/main" id="{2F924BD5-A61A-49CD-A392-B6FF75D5181B}"/>
              </a:ext>
            </a:extLst>
          </p:cNvPr>
          <p:cNvSpPr>
            <a:spLocks noGrp="1"/>
          </p:cNvSpPr>
          <p:nvPr/>
        </p:nvSpPr>
        <p:spPr>
          <a:xfrm>
            <a:off x="360759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-4</a:t>
            </a:r>
          </a:p>
        </p:txBody>
      </p:sp>
      <p:sp>
        <p:nvSpPr>
          <p:cNvPr id="22" name="object-22">
            <a:extLst>
              <a:ext uri="{FF2B5EF4-FFF2-40B4-BE49-F238E27FC236}">
                <a16:creationId xmlns:a16="http://schemas.microsoft.com/office/drawing/2014/main" id="{4BBACFBB-F79F-45EF-A55B-1F7BBBEA8901}"/>
              </a:ext>
            </a:extLst>
          </p:cNvPr>
          <p:cNvSpPr>
            <a:spLocks noGrp="1"/>
          </p:cNvSpPr>
          <p:nvPr/>
        </p:nvSpPr>
        <p:spPr>
          <a:xfrm>
            <a:off x="4560094" y="3631406"/>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4</a:t>
            </a:r>
          </a:p>
        </p:txBody>
      </p:sp>
      <p:sp>
        <p:nvSpPr>
          <p:cNvPr id="23" name="object-23">
            <a:extLst>
              <a:ext uri="{FF2B5EF4-FFF2-40B4-BE49-F238E27FC236}">
                <a16:creationId xmlns:a16="http://schemas.microsoft.com/office/drawing/2014/main" id="{AC03C146-6B6B-4E46-A684-3B463380A6DE}"/>
              </a:ext>
            </a:extLst>
          </p:cNvPr>
          <p:cNvSpPr>
            <a:spLocks noGrp="1"/>
          </p:cNvSpPr>
          <p:nvPr/>
        </p:nvSpPr>
        <p:spPr>
          <a:xfrm>
            <a:off x="2583656" y="4131469"/>
            <a:ext cx="4953000" cy="0"/>
          </a:xfrm>
          <a:prstGeom prst="line">
            <a:avLst/>
          </a:prstGeom>
          <a:noFill/>
          <a:ln w="11906">
            <a:solidFill>
              <a:srgbClr val="BCD0EA"/>
            </a:solidFill>
          </a:ln>
        </p:spPr>
      </p:sp>
      <p:sp>
        <p:nvSpPr>
          <p:cNvPr id="24" name="object-24">
            <a:extLst>
              <a:ext uri="{FF2B5EF4-FFF2-40B4-BE49-F238E27FC236}">
                <a16:creationId xmlns:a16="http://schemas.microsoft.com/office/drawing/2014/main" id="{872BBB99-7E5B-4DEE-BE91-D94E555A13BF}"/>
              </a:ext>
            </a:extLst>
          </p:cNvPr>
          <p:cNvSpPr>
            <a:spLocks noGrp="1"/>
          </p:cNvSpPr>
          <p:nvPr/>
        </p:nvSpPr>
        <p:spPr>
          <a:xfrm>
            <a:off x="4131469" y="2583656"/>
            <a:ext cx="0" cy="4953000"/>
          </a:xfrm>
          <a:prstGeom prst="line">
            <a:avLst/>
          </a:prstGeom>
          <a:noFill/>
          <a:ln w="11906">
            <a:solidFill>
              <a:srgbClr val="BCD0EA"/>
            </a:solidFill>
          </a:ln>
        </p:spPr>
      </p:sp>
      <p:sp>
        <p:nvSpPr>
          <p:cNvPr id="25" name="object-25">
            <a:extLst>
              <a:ext uri="{FF2B5EF4-FFF2-40B4-BE49-F238E27FC236}">
                <a16:creationId xmlns:a16="http://schemas.microsoft.com/office/drawing/2014/main" id="{C5161400-1063-4388-A94D-492B3C9C2126}"/>
              </a:ext>
            </a:extLst>
          </p:cNvPr>
          <p:cNvSpPr>
            <a:spLocks noGrp="1"/>
          </p:cNvSpPr>
          <p:nvPr/>
        </p:nvSpPr>
        <p:spPr>
          <a:xfrm>
            <a:off x="2583656" y="4441031"/>
            <a:ext cx="4953000" cy="0"/>
          </a:xfrm>
          <a:prstGeom prst="line">
            <a:avLst/>
          </a:prstGeom>
          <a:noFill/>
          <a:ln w="11906">
            <a:solidFill>
              <a:srgbClr val="BCD0EA"/>
            </a:solidFill>
          </a:ln>
        </p:spPr>
      </p:sp>
      <p:sp>
        <p:nvSpPr>
          <p:cNvPr id="26" name="object-26">
            <a:extLst>
              <a:ext uri="{FF2B5EF4-FFF2-40B4-BE49-F238E27FC236}">
                <a16:creationId xmlns:a16="http://schemas.microsoft.com/office/drawing/2014/main" id="{606D0177-1346-40F1-B4ED-CF2664FB0F5A}"/>
              </a:ext>
            </a:extLst>
          </p:cNvPr>
          <p:cNvSpPr>
            <a:spLocks noGrp="1"/>
          </p:cNvSpPr>
          <p:nvPr/>
        </p:nvSpPr>
        <p:spPr>
          <a:xfrm>
            <a:off x="4441031" y="2583656"/>
            <a:ext cx="0" cy="4953000"/>
          </a:xfrm>
          <a:prstGeom prst="line">
            <a:avLst/>
          </a:prstGeom>
          <a:noFill/>
          <a:ln w="11906">
            <a:solidFill>
              <a:srgbClr val="BCD0EA"/>
            </a:solidFill>
          </a:ln>
        </p:spPr>
      </p:sp>
      <p:sp>
        <p:nvSpPr>
          <p:cNvPr id="27" name="object-27">
            <a:extLst>
              <a:ext uri="{FF2B5EF4-FFF2-40B4-BE49-F238E27FC236}">
                <a16:creationId xmlns:a16="http://schemas.microsoft.com/office/drawing/2014/main" id="{5B7689CB-3A3B-48F2-B428-B568C9D261ED}"/>
              </a:ext>
            </a:extLst>
          </p:cNvPr>
          <p:cNvSpPr>
            <a:spLocks noGrp="1"/>
          </p:cNvSpPr>
          <p:nvPr/>
        </p:nvSpPr>
        <p:spPr>
          <a:xfrm>
            <a:off x="4226719"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-2</a:t>
            </a:r>
          </a:p>
        </p:txBody>
      </p:sp>
      <p:sp>
        <p:nvSpPr>
          <p:cNvPr id="28" name="object-28">
            <a:extLst>
              <a:ext uri="{FF2B5EF4-FFF2-40B4-BE49-F238E27FC236}">
                <a16:creationId xmlns:a16="http://schemas.microsoft.com/office/drawing/2014/main" id="{CC8BB8E2-1A95-40E0-9301-DE7126A22952}"/>
              </a:ext>
            </a:extLst>
          </p:cNvPr>
          <p:cNvSpPr>
            <a:spLocks noGrp="1"/>
          </p:cNvSpPr>
          <p:nvPr/>
        </p:nvSpPr>
        <p:spPr>
          <a:xfrm>
            <a:off x="4560094" y="4250531"/>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2</a:t>
            </a:r>
          </a:p>
        </p:txBody>
      </p:sp>
      <p:sp>
        <p:nvSpPr>
          <p:cNvPr id="29" name="object-29">
            <a:extLst>
              <a:ext uri="{FF2B5EF4-FFF2-40B4-BE49-F238E27FC236}">
                <a16:creationId xmlns:a16="http://schemas.microsoft.com/office/drawing/2014/main" id="{CD64CA90-A042-45F2-95BB-2CEAB4126052}"/>
              </a:ext>
            </a:extLst>
          </p:cNvPr>
          <p:cNvSpPr>
            <a:spLocks noGrp="1"/>
          </p:cNvSpPr>
          <p:nvPr/>
        </p:nvSpPr>
        <p:spPr>
          <a:xfrm>
            <a:off x="2583656" y="4750594"/>
            <a:ext cx="4953000" cy="0"/>
          </a:xfrm>
          <a:prstGeom prst="line">
            <a:avLst/>
          </a:prstGeom>
          <a:noFill/>
          <a:ln w="11906">
            <a:solidFill>
              <a:srgbClr val="BCD0EA"/>
            </a:solidFill>
          </a:ln>
        </p:spPr>
      </p:sp>
      <p:sp>
        <p:nvSpPr>
          <p:cNvPr id="30" name="object-30">
            <a:extLst>
              <a:ext uri="{FF2B5EF4-FFF2-40B4-BE49-F238E27FC236}">
                <a16:creationId xmlns:a16="http://schemas.microsoft.com/office/drawing/2014/main" id="{4BE32DE6-EF01-4690-BEA7-CFE91F3D150B}"/>
              </a:ext>
            </a:extLst>
          </p:cNvPr>
          <p:cNvSpPr>
            <a:spLocks noGrp="1"/>
          </p:cNvSpPr>
          <p:nvPr/>
        </p:nvSpPr>
        <p:spPr>
          <a:xfrm>
            <a:off x="4750594" y="2583656"/>
            <a:ext cx="0" cy="4953000"/>
          </a:xfrm>
          <a:prstGeom prst="line">
            <a:avLst/>
          </a:prstGeom>
          <a:noFill/>
          <a:ln w="11906">
            <a:solidFill>
              <a:srgbClr val="BCD0EA"/>
            </a:solidFill>
          </a:ln>
        </p:spPr>
      </p:sp>
      <p:sp>
        <p:nvSpPr>
          <p:cNvPr id="31" name="object-31">
            <a:extLst>
              <a:ext uri="{FF2B5EF4-FFF2-40B4-BE49-F238E27FC236}">
                <a16:creationId xmlns:a16="http://schemas.microsoft.com/office/drawing/2014/main" id="{6136F53C-506C-448B-A390-21CD3E1ED203}"/>
              </a:ext>
            </a:extLst>
          </p:cNvPr>
          <p:cNvSpPr>
            <a:spLocks noGrp="1"/>
          </p:cNvSpPr>
          <p:nvPr/>
        </p:nvSpPr>
        <p:spPr>
          <a:xfrm>
            <a:off x="2583656" y="5060156"/>
            <a:ext cx="4953000" cy="0"/>
          </a:xfrm>
          <a:prstGeom prst="line">
            <a:avLst/>
          </a:prstGeom>
          <a:noFill/>
          <a:ln w="11906">
            <a:solidFill>
              <a:srgbClr val="BCD0EA"/>
            </a:solidFill>
          </a:ln>
        </p:spPr>
      </p:sp>
      <p:sp>
        <p:nvSpPr>
          <p:cNvPr id="32" name="object-32">
            <a:extLst>
              <a:ext uri="{FF2B5EF4-FFF2-40B4-BE49-F238E27FC236}">
                <a16:creationId xmlns:a16="http://schemas.microsoft.com/office/drawing/2014/main" id="{2078F805-D2BE-4888-A34C-16837AB2C7CE}"/>
              </a:ext>
            </a:extLst>
          </p:cNvPr>
          <p:cNvSpPr>
            <a:spLocks noGrp="1"/>
          </p:cNvSpPr>
          <p:nvPr/>
        </p:nvSpPr>
        <p:spPr>
          <a:xfrm>
            <a:off x="5060156" y="2583656"/>
            <a:ext cx="0" cy="4953000"/>
          </a:xfrm>
          <a:prstGeom prst="line">
            <a:avLst/>
          </a:prstGeom>
          <a:noFill/>
          <a:ln w="11906">
            <a:solidFill>
              <a:srgbClr val="BCD0EA"/>
            </a:solidFill>
          </a:ln>
        </p:spPr>
      </p:sp>
      <p:sp>
        <p:nvSpPr>
          <p:cNvPr id="33" name="object-33">
            <a:extLst>
              <a:ext uri="{FF2B5EF4-FFF2-40B4-BE49-F238E27FC236}">
                <a16:creationId xmlns:a16="http://schemas.microsoft.com/office/drawing/2014/main" id="{D1F810FC-6BF6-46D4-8F31-AFFDAE8A9F80}"/>
              </a:ext>
            </a:extLst>
          </p:cNvPr>
          <p:cNvSpPr>
            <a:spLocks noGrp="1"/>
          </p:cNvSpPr>
          <p:nvPr/>
        </p:nvSpPr>
        <p:spPr>
          <a:xfrm>
            <a:off x="484584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0</a:t>
            </a:r>
          </a:p>
        </p:txBody>
      </p:sp>
      <p:sp>
        <p:nvSpPr>
          <p:cNvPr id="34" name="object-34">
            <a:extLst>
              <a:ext uri="{FF2B5EF4-FFF2-40B4-BE49-F238E27FC236}">
                <a16:creationId xmlns:a16="http://schemas.microsoft.com/office/drawing/2014/main" id="{00F49D7F-1C13-48E4-9D9B-56C196173AD3}"/>
              </a:ext>
            </a:extLst>
          </p:cNvPr>
          <p:cNvSpPr>
            <a:spLocks noGrp="1"/>
          </p:cNvSpPr>
          <p:nvPr/>
        </p:nvSpPr>
        <p:spPr>
          <a:xfrm>
            <a:off x="2583656" y="5369719"/>
            <a:ext cx="4953000" cy="0"/>
          </a:xfrm>
          <a:prstGeom prst="line">
            <a:avLst/>
          </a:prstGeom>
          <a:noFill/>
          <a:ln w="11906">
            <a:solidFill>
              <a:srgbClr val="BCD0EA"/>
            </a:solidFill>
          </a:ln>
        </p:spPr>
      </p:sp>
      <p:sp>
        <p:nvSpPr>
          <p:cNvPr id="35" name="object-35">
            <a:extLst>
              <a:ext uri="{FF2B5EF4-FFF2-40B4-BE49-F238E27FC236}">
                <a16:creationId xmlns:a16="http://schemas.microsoft.com/office/drawing/2014/main" id="{B9A7C8B6-FD88-4E7E-ACC2-6EB31C3A6A21}"/>
              </a:ext>
            </a:extLst>
          </p:cNvPr>
          <p:cNvSpPr>
            <a:spLocks noGrp="1"/>
          </p:cNvSpPr>
          <p:nvPr/>
        </p:nvSpPr>
        <p:spPr>
          <a:xfrm>
            <a:off x="5369719" y="2583656"/>
            <a:ext cx="0" cy="4953000"/>
          </a:xfrm>
          <a:prstGeom prst="line">
            <a:avLst/>
          </a:prstGeom>
          <a:noFill/>
          <a:ln w="11906">
            <a:solidFill>
              <a:srgbClr val="BCD0EA"/>
            </a:solidFill>
          </a:ln>
        </p:spPr>
      </p:sp>
      <p:sp>
        <p:nvSpPr>
          <p:cNvPr id="36" name="object-36">
            <a:extLst>
              <a:ext uri="{FF2B5EF4-FFF2-40B4-BE49-F238E27FC236}">
                <a16:creationId xmlns:a16="http://schemas.microsoft.com/office/drawing/2014/main" id="{3F58CDB2-1219-4D99-8DFD-05675C15CA37}"/>
              </a:ext>
            </a:extLst>
          </p:cNvPr>
          <p:cNvSpPr>
            <a:spLocks noGrp="1"/>
          </p:cNvSpPr>
          <p:nvPr/>
        </p:nvSpPr>
        <p:spPr>
          <a:xfrm>
            <a:off x="2583656" y="5679281"/>
            <a:ext cx="4953000" cy="0"/>
          </a:xfrm>
          <a:prstGeom prst="line">
            <a:avLst/>
          </a:prstGeom>
          <a:noFill/>
          <a:ln w="11906">
            <a:solidFill>
              <a:srgbClr val="BCD0EA"/>
            </a:solidFill>
          </a:ln>
        </p:spPr>
      </p:sp>
      <p:sp>
        <p:nvSpPr>
          <p:cNvPr id="37" name="object-37">
            <a:extLst>
              <a:ext uri="{FF2B5EF4-FFF2-40B4-BE49-F238E27FC236}">
                <a16:creationId xmlns:a16="http://schemas.microsoft.com/office/drawing/2014/main" id="{52A2E4AF-2AA8-4DC7-90CF-743AF26BE049}"/>
              </a:ext>
            </a:extLst>
          </p:cNvPr>
          <p:cNvSpPr>
            <a:spLocks noGrp="1"/>
          </p:cNvSpPr>
          <p:nvPr/>
        </p:nvSpPr>
        <p:spPr>
          <a:xfrm>
            <a:off x="5679281" y="2583656"/>
            <a:ext cx="0" cy="4953000"/>
          </a:xfrm>
          <a:prstGeom prst="line">
            <a:avLst/>
          </a:prstGeom>
          <a:noFill/>
          <a:ln w="11906">
            <a:solidFill>
              <a:srgbClr val="BCD0EA"/>
            </a:solidFill>
          </a:ln>
        </p:spPr>
      </p:sp>
      <p:sp>
        <p:nvSpPr>
          <p:cNvPr id="38" name="object-38">
            <a:extLst>
              <a:ext uri="{FF2B5EF4-FFF2-40B4-BE49-F238E27FC236}">
                <a16:creationId xmlns:a16="http://schemas.microsoft.com/office/drawing/2014/main" id="{E5AEA3C7-D820-43BE-838A-806344E4556D}"/>
              </a:ext>
            </a:extLst>
          </p:cNvPr>
          <p:cNvSpPr>
            <a:spLocks noGrp="1"/>
          </p:cNvSpPr>
          <p:nvPr/>
        </p:nvSpPr>
        <p:spPr>
          <a:xfrm>
            <a:off x="5464969"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2</a:t>
            </a:r>
          </a:p>
        </p:txBody>
      </p:sp>
      <p:sp>
        <p:nvSpPr>
          <p:cNvPr id="39" name="object-39">
            <a:extLst>
              <a:ext uri="{FF2B5EF4-FFF2-40B4-BE49-F238E27FC236}">
                <a16:creationId xmlns:a16="http://schemas.microsoft.com/office/drawing/2014/main" id="{A72AE852-A6B0-4277-833E-E144A6AE8ADA}"/>
              </a:ext>
            </a:extLst>
          </p:cNvPr>
          <p:cNvSpPr>
            <a:spLocks noGrp="1"/>
          </p:cNvSpPr>
          <p:nvPr/>
        </p:nvSpPr>
        <p:spPr>
          <a:xfrm>
            <a:off x="4560094" y="5488781"/>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-2</a:t>
            </a:r>
          </a:p>
        </p:txBody>
      </p:sp>
      <p:sp>
        <p:nvSpPr>
          <p:cNvPr id="40" name="object-40">
            <a:extLst>
              <a:ext uri="{FF2B5EF4-FFF2-40B4-BE49-F238E27FC236}">
                <a16:creationId xmlns:a16="http://schemas.microsoft.com/office/drawing/2014/main" id="{7367F075-F086-417A-A519-C72BA2BE9F42}"/>
              </a:ext>
            </a:extLst>
          </p:cNvPr>
          <p:cNvSpPr>
            <a:spLocks noGrp="1"/>
          </p:cNvSpPr>
          <p:nvPr/>
        </p:nvSpPr>
        <p:spPr>
          <a:xfrm>
            <a:off x="2583656" y="5988844"/>
            <a:ext cx="4953000" cy="0"/>
          </a:xfrm>
          <a:prstGeom prst="line">
            <a:avLst/>
          </a:prstGeom>
          <a:noFill/>
          <a:ln w="11906">
            <a:solidFill>
              <a:srgbClr val="BCD0EA"/>
            </a:solidFill>
          </a:ln>
        </p:spPr>
      </p:sp>
      <p:sp>
        <p:nvSpPr>
          <p:cNvPr id="41" name="object-41">
            <a:extLst>
              <a:ext uri="{FF2B5EF4-FFF2-40B4-BE49-F238E27FC236}">
                <a16:creationId xmlns:a16="http://schemas.microsoft.com/office/drawing/2014/main" id="{AF593246-C7DF-4D60-9F81-47C6EEA63747}"/>
              </a:ext>
            </a:extLst>
          </p:cNvPr>
          <p:cNvSpPr>
            <a:spLocks noGrp="1"/>
          </p:cNvSpPr>
          <p:nvPr/>
        </p:nvSpPr>
        <p:spPr>
          <a:xfrm>
            <a:off x="5988844" y="2583656"/>
            <a:ext cx="0" cy="4953000"/>
          </a:xfrm>
          <a:prstGeom prst="line">
            <a:avLst/>
          </a:prstGeom>
          <a:noFill/>
          <a:ln w="11906">
            <a:solidFill>
              <a:srgbClr val="BCD0EA"/>
            </a:solidFill>
          </a:ln>
        </p:spPr>
      </p:sp>
      <p:sp>
        <p:nvSpPr>
          <p:cNvPr id="42" name="object-42">
            <a:extLst>
              <a:ext uri="{FF2B5EF4-FFF2-40B4-BE49-F238E27FC236}">
                <a16:creationId xmlns:a16="http://schemas.microsoft.com/office/drawing/2014/main" id="{A8C85CE3-2B0F-4B66-9F0B-38F982C0D67D}"/>
              </a:ext>
            </a:extLst>
          </p:cNvPr>
          <p:cNvSpPr>
            <a:spLocks noGrp="1"/>
          </p:cNvSpPr>
          <p:nvPr/>
        </p:nvSpPr>
        <p:spPr>
          <a:xfrm>
            <a:off x="2583656" y="6298406"/>
            <a:ext cx="4953000" cy="0"/>
          </a:xfrm>
          <a:prstGeom prst="line">
            <a:avLst/>
          </a:prstGeom>
          <a:noFill/>
          <a:ln w="11906">
            <a:solidFill>
              <a:srgbClr val="BCD0EA"/>
            </a:solidFill>
          </a:ln>
        </p:spPr>
      </p:sp>
      <p:sp>
        <p:nvSpPr>
          <p:cNvPr id="43" name="object-43">
            <a:extLst>
              <a:ext uri="{FF2B5EF4-FFF2-40B4-BE49-F238E27FC236}">
                <a16:creationId xmlns:a16="http://schemas.microsoft.com/office/drawing/2014/main" id="{F7E8FFE0-2874-45D7-A4AA-ABF3B942B454}"/>
              </a:ext>
            </a:extLst>
          </p:cNvPr>
          <p:cNvSpPr>
            <a:spLocks noGrp="1"/>
          </p:cNvSpPr>
          <p:nvPr/>
        </p:nvSpPr>
        <p:spPr>
          <a:xfrm>
            <a:off x="6298406" y="2583656"/>
            <a:ext cx="0" cy="4953000"/>
          </a:xfrm>
          <a:prstGeom prst="line">
            <a:avLst/>
          </a:prstGeom>
          <a:noFill/>
          <a:ln w="11906">
            <a:solidFill>
              <a:srgbClr val="BCD0EA"/>
            </a:solidFill>
          </a:ln>
        </p:spPr>
      </p:sp>
      <p:sp>
        <p:nvSpPr>
          <p:cNvPr id="44" name="object-44">
            <a:extLst>
              <a:ext uri="{FF2B5EF4-FFF2-40B4-BE49-F238E27FC236}">
                <a16:creationId xmlns:a16="http://schemas.microsoft.com/office/drawing/2014/main" id="{4F002A49-C0AC-46A8-8940-E660BFD630F2}"/>
              </a:ext>
            </a:extLst>
          </p:cNvPr>
          <p:cNvSpPr>
            <a:spLocks noGrp="1"/>
          </p:cNvSpPr>
          <p:nvPr/>
        </p:nvSpPr>
        <p:spPr>
          <a:xfrm>
            <a:off x="608409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4</a:t>
            </a:r>
          </a:p>
        </p:txBody>
      </p:sp>
      <p:sp>
        <p:nvSpPr>
          <p:cNvPr id="45" name="object-45">
            <a:extLst>
              <a:ext uri="{FF2B5EF4-FFF2-40B4-BE49-F238E27FC236}">
                <a16:creationId xmlns:a16="http://schemas.microsoft.com/office/drawing/2014/main" id="{90DBB3CE-FF31-494B-A80F-951521A77CDF}"/>
              </a:ext>
            </a:extLst>
          </p:cNvPr>
          <p:cNvSpPr>
            <a:spLocks noGrp="1"/>
          </p:cNvSpPr>
          <p:nvPr/>
        </p:nvSpPr>
        <p:spPr>
          <a:xfrm>
            <a:off x="4560094" y="6107906"/>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-4</a:t>
            </a:r>
          </a:p>
        </p:txBody>
      </p:sp>
      <p:sp>
        <p:nvSpPr>
          <p:cNvPr id="46" name="object-46">
            <a:extLst>
              <a:ext uri="{FF2B5EF4-FFF2-40B4-BE49-F238E27FC236}">
                <a16:creationId xmlns:a16="http://schemas.microsoft.com/office/drawing/2014/main" id="{A72C7D04-3F68-406F-A8EE-8E48EDF71EE9}"/>
              </a:ext>
            </a:extLst>
          </p:cNvPr>
          <p:cNvSpPr>
            <a:spLocks noGrp="1"/>
          </p:cNvSpPr>
          <p:nvPr/>
        </p:nvSpPr>
        <p:spPr>
          <a:xfrm>
            <a:off x="2583656" y="6607969"/>
            <a:ext cx="4953000" cy="0"/>
          </a:xfrm>
          <a:prstGeom prst="line">
            <a:avLst/>
          </a:prstGeom>
          <a:noFill/>
          <a:ln w="11906">
            <a:solidFill>
              <a:srgbClr val="BCD0EA"/>
            </a:solidFill>
          </a:ln>
        </p:spPr>
      </p:sp>
      <p:sp>
        <p:nvSpPr>
          <p:cNvPr id="47" name="object-47">
            <a:extLst>
              <a:ext uri="{FF2B5EF4-FFF2-40B4-BE49-F238E27FC236}">
                <a16:creationId xmlns:a16="http://schemas.microsoft.com/office/drawing/2014/main" id="{7B5799C7-E6CD-495C-8079-4CBF9F31CA12}"/>
              </a:ext>
            </a:extLst>
          </p:cNvPr>
          <p:cNvSpPr>
            <a:spLocks noGrp="1"/>
          </p:cNvSpPr>
          <p:nvPr/>
        </p:nvSpPr>
        <p:spPr>
          <a:xfrm>
            <a:off x="6607969" y="2583656"/>
            <a:ext cx="0" cy="4953000"/>
          </a:xfrm>
          <a:prstGeom prst="line">
            <a:avLst/>
          </a:prstGeom>
          <a:noFill/>
          <a:ln w="11906">
            <a:solidFill>
              <a:srgbClr val="BCD0EA"/>
            </a:solidFill>
          </a:ln>
        </p:spPr>
      </p:sp>
      <p:sp>
        <p:nvSpPr>
          <p:cNvPr id="48" name="object-48">
            <a:extLst>
              <a:ext uri="{FF2B5EF4-FFF2-40B4-BE49-F238E27FC236}">
                <a16:creationId xmlns:a16="http://schemas.microsoft.com/office/drawing/2014/main" id="{0D559482-E110-4FF0-BEDF-03CBF1CB21FB}"/>
              </a:ext>
            </a:extLst>
          </p:cNvPr>
          <p:cNvSpPr>
            <a:spLocks noGrp="1"/>
          </p:cNvSpPr>
          <p:nvPr/>
        </p:nvSpPr>
        <p:spPr>
          <a:xfrm>
            <a:off x="2583656" y="6917531"/>
            <a:ext cx="4953000" cy="0"/>
          </a:xfrm>
          <a:prstGeom prst="line">
            <a:avLst/>
          </a:prstGeom>
          <a:noFill/>
          <a:ln w="11906">
            <a:solidFill>
              <a:srgbClr val="BCD0EA"/>
            </a:solidFill>
          </a:ln>
        </p:spPr>
      </p:sp>
      <p:sp>
        <p:nvSpPr>
          <p:cNvPr id="49" name="object-49">
            <a:extLst>
              <a:ext uri="{FF2B5EF4-FFF2-40B4-BE49-F238E27FC236}">
                <a16:creationId xmlns:a16="http://schemas.microsoft.com/office/drawing/2014/main" id="{DAD42BD3-9337-4D80-84E1-EDDCAD41AAF2}"/>
              </a:ext>
            </a:extLst>
          </p:cNvPr>
          <p:cNvSpPr>
            <a:spLocks noGrp="1"/>
          </p:cNvSpPr>
          <p:nvPr/>
        </p:nvSpPr>
        <p:spPr>
          <a:xfrm>
            <a:off x="6917531" y="2583656"/>
            <a:ext cx="0" cy="4953000"/>
          </a:xfrm>
          <a:prstGeom prst="line">
            <a:avLst/>
          </a:prstGeom>
          <a:noFill/>
          <a:ln w="11906">
            <a:solidFill>
              <a:srgbClr val="BCD0EA"/>
            </a:solidFill>
          </a:ln>
        </p:spPr>
      </p:sp>
      <p:sp>
        <p:nvSpPr>
          <p:cNvPr id="50" name="object-50">
            <a:extLst>
              <a:ext uri="{FF2B5EF4-FFF2-40B4-BE49-F238E27FC236}">
                <a16:creationId xmlns:a16="http://schemas.microsoft.com/office/drawing/2014/main" id="{B450A3A5-6C90-4BE2-A359-1A4CDC926BBD}"/>
              </a:ext>
            </a:extLst>
          </p:cNvPr>
          <p:cNvSpPr>
            <a:spLocks noGrp="1"/>
          </p:cNvSpPr>
          <p:nvPr/>
        </p:nvSpPr>
        <p:spPr>
          <a:xfrm>
            <a:off x="6703219"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6</a:t>
            </a:r>
          </a:p>
        </p:txBody>
      </p:sp>
      <p:sp>
        <p:nvSpPr>
          <p:cNvPr id="51" name="object-51">
            <a:extLst>
              <a:ext uri="{FF2B5EF4-FFF2-40B4-BE49-F238E27FC236}">
                <a16:creationId xmlns:a16="http://schemas.microsoft.com/office/drawing/2014/main" id="{9F4D0841-B269-4627-9FDD-E0CC49D00543}"/>
              </a:ext>
            </a:extLst>
          </p:cNvPr>
          <p:cNvSpPr>
            <a:spLocks noGrp="1"/>
          </p:cNvSpPr>
          <p:nvPr/>
        </p:nvSpPr>
        <p:spPr>
          <a:xfrm>
            <a:off x="4560094" y="6727031"/>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-6</a:t>
            </a:r>
          </a:p>
        </p:txBody>
      </p:sp>
      <p:sp>
        <p:nvSpPr>
          <p:cNvPr id="52" name="object-52">
            <a:extLst>
              <a:ext uri="{FF2B5EF4-FFF2-40B4-BE49-F238E27FC236}">
                <a16:creationId xmlns:a16="http://schemas.microsoft.com/office/drawing/2014/main" id="{41A687D9-58F1-4BCB-B0B9-F891B438E339}"/>
              </a:ext>
            </a:extLst>
          </p:cNvPr>
          <p:cNvSpPr>
            <a:spLocks noGrp="1"/>
          </p:cNvSpPr>
          <p:nvPr/>
        </p:nvSpPr>
        <p:spPr>
          <a:xfrm>
            <a:off x="2583656" y="7227094"/>
            <a:ext cx="4953000" cy="0"/>
          </a:xfrm>
          <a:prstGeom prst="line">
            <a:avLst/>
          </a:prstGeom>
          <a:noFill/>
          <a:ln w="11906">
            <a:solidFill>
              <a:srgbClr val="BCD0EA"/>
            </a:solidFill>
          </a:ln>
        </p:spPr>
      </p:sp>
      <p:sp>
        <p:nvSpPr>
          <p:cNvPr id="53" name="object-53">
            <a:extLst>
              <a:ext uri="{FF2B5EF4-FFF2-40B4-BE49-F238E27FC236}">
                <a16:creationId xmlns:a16="http://schemas.microsoft.com/office/drawing/2014/main" id="{A9246C3F-293F-4458-9172-F071C954CE1A}"/>
              </a:ext>
            </a:extLst>
          </p:cNvPr>
          <p:cNvSpPr>
            <a:spLocks noGrp="1"/>
          </p:cNvSpPr>
          <p:nvPr/>
        </p:nvSpPr>
        <p:spPr>
          <a:xfrm>
            <a:off x="7227094" y="2583656"/>
            <a:ext cx="0" cy="4953000"/>
          </a:xfrm>
          <a:prstGeom prst="line">
            <a:avLst/>
          </a:prstGeom>
          <a:noFill/>
          <a:ln w="11906">
            <a:solidFill>
              <a:srgbClr val="BCD0EA"/>
            </a:solidFill>
          </a:ln>
        </p:spPr>
      </p:sp>
      <p:sp>
        <p:nvSpPr>
          <p:cNvPr id="54" name="object-54">
            <a:extLst>
              <a:ext uri="{FF2B5EF4-FFF2-40B4-BE49-F238E27FC236}">
                <a16:creationId xmlns:a16="http://schemas.microsoft.com/office/drawing/2014/main" id="{7882517A-49EE-4652-AD0B-4BD20B85EDD7}"/>
              </a:ext>
            </a:extLst>
          </p:cNvPr>
          <p:cNvSpPr>
            <a:spLocks noGrp="1"/>
          </p:cNvSpPr>
          <p:nvPr/>
        </p:nvSpPr>
        <p:spPr>
          <a:xfrm>
            <a:off x="2583656" y="7536656"/>
            <a:ext cx="4953000" cy="0"/>
          </a:xfrm>
          <a:prstGeom prst="line">
            <a:avLst/>
          </a:prstGeom>
          <a:noFill/>
          <a:ln w="11906">
            <a:solidFill>
              <a:srgbClr val="BCD0EA"/>
            </a:solidFill>
          </a:ln>
        </p:spPr>
      </p:sp>
      <p:sp>
        <p:nvSpPr>
          <p:cNvPr id="55" name="object-55">
            <a:extLst>
              <a:ext uri="{FF2B5EF4-FFF2-40B4-BE49-F238E27FC236}">
                <a16:creationId xmlns:a16="http://schemas.microsoft.com/office/drawing/2014/main" id="{B39384FD-4DAB-466D-B808-DC0FE547401C}"/>
              </a:ext>
            </a:extLst>
          </p:cNvPr>
          <p:cNvSpPr>
            <a:spLocks noGrp="1"/>
          </p:cNvSpPr>
          <p:nvPr/>
        </p:nvSpPr>
        <p:spPr>
          <a:xfrm>
            <a:off x="7536656" y="2583656"/>
            <a:ext cx="0" cy="4953000"/>
          </a:xfrm>
          <a:prstGeom prst="line">
            <a:avLst/>
          </a:prstGeom>
          <a:noFill/>
          <a:ln w="11906">
            <a:solidFill>
              <a:srgbClr val="BCD0EA"/>
            </a:solidFill>
          </a:ln>
        </p:spPr>
      </p:sp>
      <p:sp>
        <p:nvSpPr>
          <p:cNvPr id="56" name="object-56">
            <a:extLst>
              <a:ext uri="{FF2B5EF4-FFF2-40B4-BE49-F238E27FC236}">
                <a16:creationId xmlns:a16="http://schemas.microsoft.com/office/drawing/2014/main" id="{D27CECB5-2ED9-4BBB-A119-A9B446877C59}"/>
              </a:ext>
            </a:extLst>
          </p:cNvPr>
          <p:cNvSpPr>
            <a:spLocks noGrp="1"/>
          </p:cNvSpPr>
          <p:nvPr/>
        </p:nvSpPr>
        <p:spPr>
          <a:xfrm>
            <a:off x="732234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8</a:t>
            </a:r>
          </a:p>
        </p:txBody>
      </p:sp>
      <p:sp>
        <p:nvSpPr>
          <p:cNvPr id="57" name="object-57">
            <a:extLst>
              <a:ext uri="{FF2B5EF4-FFF2-40B4-BE49-F238E27FC236}">
                <a16:creationId xmlns:a16="http://schemas.microsoft.com/office/drawing/2014/main" id="{9A04932B-DE0A-425F-81CA-A0CA702D2B9C}"/>
              </a:ext>
            </a:extLst>
          </p:cNvPr>
          <p:cNvSpPr>
            <a:spLocks noGrp="1"/>
          </p:cNvSpPr>
          <p:nvPr/>
        </p:nvSpPr>
        <p:spPr>
          <a:xfrm>
            <a:off x="4560094" y="7346156"/>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-8</a:t>
            </a:r>
          </a:p>
        </p:txBody>
      </p:sp>
      <p:sp>
        <p:nvSpPr>
          <p:cNvPr id="58" name="object-58">
            <a:extLst>
              <a:ext uri="{FF2B5EF4-FFF2-40B4-BE49-F238E27FC236}">
                <a16:creationId xmlns:a16="http://schemas.microsoft.com/office/drawing/2014/main" id="{FC399382-6F5E-4335-A29E-10E59705D937}"/>
              </a:ext>
            </a:extLst>
          </p:cNvPr>
          <p:cNvSpPr>
            <a:spLocks noGrp="1"/>
          </p:cNvSpPr>
          <p:nvPr/>
        </p:nvSpPr>
        <p:spPr>
          <a:xfrm>
            <a:off x="2583656" y="5060156"/>
            <a:ext cx="4953000" cy="0"/>
          </a:xfrm>
          <a:prstGeom prst="line">
            <a:avLst/>
          </a:prstGeom>
          <a:noFill/>
          <a:ln w="23813">
            <a:solidFill>
              <a:srgbClr val="172B4D"/>
            </a:solidFill>
          </a:ln>
        </p:spPr>
      </p:sp>
      <p:sp>
        <p:nvSpPr>
          <p:cNvPr id="59" name="object-59">
            <a:extLst>
              <a:ext uri="{FF2B5EF4-FFF2-40B4-BE49-F238E27FC236}">
                <a16:creationId xmlns:a16="http://schemas.microsoft.com/office/drawing/2014/main" id="{360C8633-9667-42CB-BA8B-00F6B907384F}"/>
              </a:ext>
            </a:extLst>
          </p:cNvPr>
          <p:cNvSpPr>
            <a:spLocks noGrp="1"/>
          </p:cNvSpPr>
          <p:nvPr/>
        </p:nvSpPr>
        <p:spPr>
          <a:xfrm>
            <a:off x="5060156" y="2583656"/>
            <a:ext cx="0" cy="4953000"/>
          </a:xfrm>
          <a:prstGeom prst="line">
            <a:avLst/>
          </a:prstGeom>
          <a:noFill/>
          <a:ln w="23813">
            <a:solidFill>
              <a:srgbClr val="172B4D"/>
            </a:solidFill>
          </a:ln>
        </p:spPr>
      </p:sp>
      <p:sp>
        <p:nvSpPr>
          <p:cNvPr id="60" name="object-60">
            <a:extLst>
              <a:ext uri="{FF2B5EF4-FFF2-40B4-BE49-F238E27FC236}">
                <a16:creationId xmlns:a16="http://schemas.microsoft.com/office/drawing/2014/main" id="{47133456-4F2B-4A3D-8EDF-A2A012E021B8}"/>
              </a:ext>
            </a:extLst>
          </p:cNvPr>
          <p:cNvSpPr>
            <a:spLocks noGrp="1"/>
          </p:cNvSpPr>
          <p:nvPr/>
        </p:nvSpPr>
        <p:spPr>
          <a:xfrm>
            <a:off x="4953000" y="4953000"/>
            <a:ext cx="214313" cy="214313"/>
          </a:xfrm>
          <a:prstGeom prst="ellipse">
            <a:avLst/>
          </a:prstGeom>
          <a:solidFill>
            <a:srgbClr val="1D4ED8"/>
          </a:solidFill>
          <a:ln w="11906">
            <a:solidFill>
              <a:srgbClr val="172B4D"/>
            </a:solidFill>
          </a:ln>
        </p:spPr>
      </p:sp>
      <p:sp>
        <p:nvSpPr>
          <p:cNvPr id="61" name="object-61">
            <a:extLst>
              <a:ext uri="{FF2B5EF4-FFF2-40B4-BE49-F238E27FC236}">
                <a16:creationId xmlns:a16="http://schemas.microsoft.com/office/drawing/2014/main" id="{9DC04B04-FF76-47A5-88AF-D23BA795B541}"/>
              </a:ext>
            </a:extLst>
          </p:cNvPr>
          <p:cNvSpPr>
            <a:spLocks noGrp="1"/>
          </p:cNvSpPr>
          <p:nvPr/>
        </p:nvSpPr>
        <p:spPr>
          <a:xfrm>
            <a:off x="9763125" y="4048125"/>
            <a:ext cx="4345781" cy="1547813"/>
          </a:xfrm>
          <a:prstGeom prst="rect">
            <a:avLst/>
          </a:prstGeom>
          <a:noFill/>
          <a:ln w="0">
            <a:noFill/>
          </a:ln>
        </p:spPr>
        <p:txBody>
          <a:bodyPr anchor="ctr">
            <a:noAutofit/>
          </a:bodyPr>
          <a:lstStyle/>
          <a:p>
            <a:pPr algn="l">
              <a:defRPr sz="4125" b="1">
                <a:solidFill>
                  <a:srgbClr val="11745A"/>
                </a:solidFill>
                <a:latin typeface="Arial"/>
                <a:ea typeface="Arial"/>
                <a:cs typeface="Arial"/>
              </a:defRPr>
            </a:pPr>
            <a:r>
              <a:rPr sz="4125" b="1">
                <a:solidFill>
                  <a:srgbClr val="11745A"/>
                </a:solidFill>
                <a:latin typeface="Arial"/>
                <a:ea typeface="Arial"/>
                <a:cs typeface="Arial"/>
              </a:rPr>
              <a:t>(1, 0)</a:t>
            </a:r>
          </a:p>
        </p:txBody>
      </p:sp>
    </p:spTree>
    <p:extLst>
      <p:ext uri="{BB962C8B-B14F-4D97-AF65-F5344CB8AC3E}">
        <p14:creationId xmlns:p14="http://schemas.microsoft.com/office/powerpoint/2010/main" val="222921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 0 L 0.08125 0 E" pathEditMode="relative" ptsTypes="">
                                      <p:cBhvr>
                                        <p:cTn id="6" dur="800" fill="hold"/>
                                        <p:tgtEl>
                                          <p:spTgt spid="60"/>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0.08125 0 L 0.08125 0.18055556 E" pathEditMode="relative" ptsTypes="">
                                      <p:cBhvr>
                                        <p:cTn id="10" dur="800" fill="hold"/>
                                        <p:tgtEl>
                                          <p:spTgt spid="60"/>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63" presetClass="path" presetSubtype="0" accel="50000" decel="50000" fill="hold" nodeType="clickEffect">
                                  <p:stCondLst>
                                    <p:cond delay="0"/>
                                  </p:stCondLst>
                                  <p:childTnLst>
                                    <p:animMotion origin="layout" path="M 0.08125 0.18055556 L 0.0203125 0.18055556 E" pathEditMode="relative" ptsTypes="">
                                      <p:cBhvr>
                                        <p:cTn id="14" dur="800" fill="hold"/>
                                        <p:tgtEl>
                                          <p:spTgt spid="60"/>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63" presetClass="path" presetSubtype="0" accel="50000" decel="50000" fill="hold" nodeType="clickEffect">
                                  <p:stCondLst>
                                    <p:cond delay="0"/>
                                  </p:stCondLst>
                                  <p:childTnLst>
                                    <p:animMotion origin="layout" path="M 0.0203125 0.18055556 L 0.0203125 0 E" pathEditMode="relative" ptsTypes="">
                                      <p:cBhvr>
                                        <p:cTn id="18" dur="800" fill="hold"/>
                                        <p:tgtEl>
                                          <p:spTgt spid="60"/>
                                        </p:tgtEl>
                                        <p:attrNameLst>
                                          <p:attrName>ppt_x</p:attrName>
                                          <p:attrName>ppt_y</p:attrName>
                                        </p:attrNameLst>
                                      </p:cBhvr>
                                    </p:animMotion>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object-1">
            <a:extLst>
              <a:ext uri="{FF2B5EF4-FFF2-40B4-BE49-F238E27FC236}">
                <a16:creationId xmlns:a16="http://schemas.microsoft.com/office/drawing/2014/main" id="{1167D67F-DB9C-4FC9-A452-BA730F7083AD}"/>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0A9E1AD4-5328-48F4-B22F-DB6B87175D79}"/>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9B24F35F-8140-463B-9B66-F0B0C9E6CB8D}"/>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Try these questions.</a:t>
            </a:r>
          </a:p>
        </p:txBody>
      </p:sp>
      <p:sp>
        <p:nvSpPr>
          <p:cNvPr id="4" name="object-4">
            <a:extLst>
              <a:ext uri="{FF2B5EF4-FFF2-40B4-BE49-F238E27FC236}">
                <a16:creationId xmlns:a16="http://schemas.microsoft.com/office/drawing/2014/main" id="{A17B8D1E-9E0A-4AA9-99FA-D2E2A00E8712}"/>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0F18B738-6666-4C8E-9BBD-11F48517411A}"/>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Translate shapes</a:t>
            </a:r>
          </a:p>
        </p:txBody>
      </p:sp>
      <p:sp>
        <p:nvSpPr>
          <p:cNvPr id="6" name="object-6">
            <a:extLst>
              <a:ext uri="{FF2B5EF4-FFF2-40B4-BE49-F238E27FC236}">
                <a16:creationId xmlns:a16="http://schemas.microsoft.com/office/drawing/2014/main" id="{79DF9EFA-45DA-400C-93DA-4972F1144670}"/>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6</a:t>
            </a:r>
          </a:p>
        </p:txBody>
      </p:sp>
      <p:sp>
        <p:nvSpPr>
          <p:cNvPr id="7" name="object-7">
            <a:extLst>
              <a:ext uri="{FF2B5EF4-FFF2-40B4-BE49-F238E27FC236}">
                <a16:creationId xmlns:a16="http://schemas.microsoft.com/office/drawing/2014/main" id="{683002EB-9F9B-4ACC-B4AE-9D2A06E89074}"/>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8" name="object-8">
            <a:extLst>
              <a:ext uri="{FF2B5EF4-FFF2-40B4-BE49-F238E27FC236}">
                <a16:creationId xmlns:a16="http://schemas.microsoft.com/office/drawing/2014/main" id="{8C38344E-2801-4356-B872-2CFD25E05A2E}"/>
              </a:ext>
            </a:extLst>
          </p:cNvPr>
          <p:cNvSpPr>
            <a:spLocks noGrp="1"/>
          </p:cNvSpPr>
          <p:nvPr/>
        </p:nvSpPr>
        <p:spPr>
          <a:xfrm>
            <a:off x="1464469" y="2512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Translate (4, -2) by 3 left and 5 up.</a:t>
            </a:r>
          </a:p>
        </p:txBody>
      </p:sp>
      <p:sp>
        <p:nvSpPr>
          <p:cNvPr id="9" name="object-9">
            <a:extLst>
              <a:ext uri="{FF2B5EF4-FFF2-40B4-BE49-F238E27FC236}">
                <a16:creationId xmlns:a16="http://schemas.microsoft.com/office/drawing/2014/main" id="{40B11D30-7367-4BFC-8378-2D284E6AA3DF}"/>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10" name="object-10">
            <a:extLst>
              <a:ext uri="{FF2B5EF4-FFF2-40B4-BE49-F238E27FC236}">
                <a16:creationId xmlns:a16="http://schemas.microsoft.com/office/drawing/2014/main" id="{16F19BDA-0D42-403B-B0F5-43E32427BF19}"/>
              </a:ext>
            </a:extLst>
          </p:cNvPr>
          <p:cNvSpPr>
            <a:spLocks noGrp="1"/>
          </p:cNvSpPr>
          <p:nvPr/>
        </p:nvSpPr>
        <p:spPr>
          <a:xfrm>
            <a:off x="1464469" y="35599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Reflect (-6, 2) in the y-axis.</a:t>
            </a:r>
          </a:p>
        </p:txBody>
      </p:sp>
      <p:sp>
        <p:nvSpPr>
          <p:cNvPr id="11" name="object-11">
            <a:extLst>
              <a:ext uri="{FF2B5EF4-FFF2-40B4-BE49-F238E27FC236}">
                <a16:creationId xmlns:a16="http://schemas.microsoft.com/office/drawing/2014/main" id="{325B5B5A-7F50-46C5-BEE9-ADBA939E1C10}"/>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2" name="object-12">
            <a:extLst>
              <a:ext uri="{FF2B5EF4-FFF2-40B4-BE49-F238E27FC236}">
                <a16:creationId xmlns:a16="http://schemas.microsoft.com/office/drawing/2014/main" id="{44BA9F91-14D2-4572-BF38-3CBD3610ADDD}"/>
              </a:ext>
            </a:extLst>
          </p:cNvPr>
          <p:cNvSpPr>
            <a:spLocks noGrp="1"/>
          </p:cNvSpPr>
          <p:nvPr/>
        </p:nvSpPr>
        <p:spPr>
          <a:xfrm>
            <a:off x="1464469" y="46077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A point becomes (7, -4) after moving 9 right and 3 down. Find its start.</a:t>
            </a:r>
          </a:p>
        </p:txBody>
      </p:sp>
      <p:sp>
        <p:nvSpPr>
          <p:cNvPr id="13" name="object-13">
            <a:extLst>
              <a:ext uri="{FF2B5EF4-FFF2-40B4-BE49-F238E27FC236}">
                <a16:creationId xmlns:a16="http://schemas.microsoft.com/office/drawing/2014/main" id="{6B3BD613-B4F0-476D-878F-AFBFAAE68D6B}"/>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4" name="object-14">
            <a:extLst>
              <a:ext uri="{FF2B5EF4-FFF2-40B4-BE49-F238E27FC236}">
                <a16:creationId xmlns:a16="http://schemas.microsoft.com/office/drawing/2014/main" id="{C689B0A1-5175-44AC-BF7F-1487AB4AF19A}"/>
              </a:ext>
            </a:extLst>
          </p:cNvPr>
          <p:cNvSpPr>
            <a:spLocks noGrp="1"/>
          </p:cNvSpPr>
          <p:nvPr/>
        </p:nvSpPr>
        <p:spPr>
          <a:xfrm>
            <a:off x="1464469" y="56554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Solve this independently and show every stage: Translate (4, -2) by 3 left and 5 up.</a:t>
            </a:r>
          </a:p>
        </p:txBody>
      </p:sp>
      <p:sp>
        <p:nvSpPr>
          <p:cNvPr id="15" name="object-15">
            <a:extLst>
              <a:ext uri="{FF2B5EF4-FFF2-40B4-BE49-F238E27FC236}">
                <a16:creationId xmlns:a16="http://schemas.microsoft.com/office/drawing/2014/main" id="{1B69601B-CCE2-4FB5-8C6D-48F54024E6DD}"/>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6" name="object-16">
            <a:extLst>
              <a:ext uri="{FF2B5EF4-FFF2-40B4-BE49-F238E27FC236}">
                <a16:creationId xmlns:a16="http://schemas.microsoft.com/office/drawing/2014/main" id="{1AAC56E7-3F19-4662-80DB-8B64FF3582FD}"/>
              </a:ext>
            </a:extLst>
          </p:cNvPr>
          <p:cNvSpPr>
            <a:spLocks noGrp="1"/>
          </p:cNvSpPr>
          <p:nvPr/>
        </p:nvSpPr>
        <p:spPr>
          <a:xfrm>
            <a:off x="1464469" y="6703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Use a second method or representation for: Reflect (-6, 2) in the y-axis.</a:t>
            </a:r>
          </a:p>
        </p:txBody>
      </p:sp>
      <p:sp>
        <p:nvSpPr>
          <p:cNvPr id="17" name="object-17">
            <a:extLst>
              <a:ext uri="{FF2B5EF4-FFF2-40B4-BE49-F238E27FC236}">
                <a16:creationId xmlns:a16="http://schemas.microsoft.com/office/drawing/2014/main" id="{D7135B85-EEE7-4FA0-862E-5A0E1AA2A44B}"/>
              </a:ext>
            </a:extLst>
          </p:cNvPr>
          <p:cNvSpPr>
            <a:spLocks noGrp="1"/>
          </p:cNvSpPr>
          <p:nvPr/>
        </p:nvSpPr>
        <p:spPr>
          <a:xfrm>
            <a:off x="8215313"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6.</a:t>
            </a:r>
          </a:p>
        </p:txBody>
      </p:sp>
      <p:sp>
        <p:nvSpPr>
          <p:cNvPr id="18" name="object-18">
            <a:extLst>
              <a:ext uri="{FF2B5EF4-FFF2-40B4-BE49-F238E27FC236}">
                <a16:creationId xmlns:a16="http://schemas.microsoft.com/office/drawing/2014/main" id="{98C49386-5AC0-40A0-B9F2-ABC10E66A555}"/>
              </a:ext>
            </a:extLst>
          </p:cNvPr>
          <p:cNvSpPr>
            <a:spLocks noGrp="1"/>
          </p:cNvSpPr>
          <p:nvPr/>
        </p:nvSpPr>
        <p:spPr>
          <a:xfrm>
            <a:off x="8905875" y="2512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Check this result using an inverse, estimate or known fact: A point becomes (7, -4) after moving 9 right and 3 down. Find its start.</a:t>
            </a:r>
          </a:p>
        </p:txBody>
      </p:sp>
      <p:sp>
        <p:nvSpPr>
          <p:cNvPr id="19" name="object-19">
            <a:extLst>
              <a:ext uri="{FF2B5EF4-FFF2-40B4-BE49-F238E27FC236}">
                <a16:creationId xmlns:a16="http://schemas.microsoft.com/office/drawing/2014/main" id="{68347886-1B4F-44E9-88E7-75622C112EF7}"/>
              </a:ext>
            </a:extLst>
          </p:cNvPr>
          <p:cNvSpPr>
            <a:spLocks noGrp="1"/>
          </p:cNvSpPr>
          <p:nvPr/>
        </p:nvSpPr>
        <p:spPr>
          <a:xfrm>
            <a:off x="8215313"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7.</a:t>
            </a:r>
          </a:p>
        </p:txBody>
      </p:sp>
      <p:sp>
        <p:nvSpPr>
          <p:cNvPr id="20" name="object-20">
            <a:extLst>
              <a:ext uri="{FF2B5EF4-FFF2-40B4-BE49-F238E27FC236}">
                <a16:creationId xmlns:a16="http://schemas.microsoft.com/office/drawing/2014/main" id="{BD787064-1DAE-4C66-AD78-6D29CF6A110F}"/>
              </a:ext>
            </a:extLst>
          </p:cNvPr>
          <p:cNvSpPr>
            <a:spLocks noGrp="1"/>
          </p:cNvSpPr>
          <p:nvPr/>
        </p:nvSpPr>
        <p:spPr>
          <a:xfrm>
            <a:off x="8905875" y="35599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Prove or explain your reasoning: Plot A(-4, 3). Which quadrant contains A?</a:t>
            </a:r>
          </a:p>
        </p:txBody>
      </p:sp>
      <p:sp>
        <p:nvSpPr>
          <p:cNvPr id="21" name="object-21">
            <a:extLst>
              <a:ext uri="{FF2B5EF4-FFF2-40B4-BE49-F238E27FC236}">
                <a16:creationId xmlns:a16="http://schemas.microsoft.com/office/drawing/2014/main" id="{B15665E0-2C17-4D6D-AA98-39309665F776}"/>
              </a:ext>
            </a:extLst>
          </p:cNvPr>
          <p:cNvSpPr>
            <a:spLocks noGrp="1"/>
          </p:cNvSpPr>
          <p:nvPr/>
        </p:nvSpPr>
        <p:spPr>
          <a:xfrm>
            <a:off x="8215313"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8.</a:t>
            </a:r>
          </a:p>
        </p:txBody>
      </p:sp>
      <p:sp>
        <p:nvSpPr>
          <p:cNvPr id="22" name="object-22">
            <a:extLst>
              <a:ext uri="{FF2B5EF4-FFF2-40B4-BE49-F238E27FC236}">
                <a16:creationId xmlns:a16="http://schemas.microsoft.com/office/drawing/2014/main" id="{C2B68727-5879-459D-AF33-8BB1078780B9}"/>
              </a:ext>
            </a:extLst>
          </p:cNvPr>
          <p:cNvSpPr>
            <a:spLocks noGrp="1"/>
          </p:cNvSpPr>
          <p:nvPr/>
        </p:nvSpPr>
        <p:spPr>
          <a:xfrm>
            <a:off x="8905875" y="46077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Identify and correct this misconception: Miro changes x and y in the same way without checking the direction or mirror line.</a:t>
            </a:r>
          </a:p>
        </p:txBody>
      </p:sp>
      <p:sp>
        <p:nvSpPr>
          <p:cNvPr id="23" name="object-23">
            <a:extLst>
              <a:ext uri="{FF2B5EF4-FFF2-40B4-BE49-F238E27FC236}">
                <a16:creationId xmlns:a16="http://schemas.microsoft.com/office/drawing/2014/main" id="{40817623-EC8F-4628-9526-0792019FD525}"/>
              </a:ext>
            </a:extLst>
          </p:cNvPr>
          <p:cNvSpPr>
            <a:spLocks noGrp="1"/>
          </p:cNvSpPr>
          <p:nvPr/>
        </p:nvSpPr>
        <p:spPr>
          <a:xfrm>
            <a:off x="8215313"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9.</a:t>
            </a:r>
          </a:p>
        </p:txBody>
      </p:sp>
      <p:sp>
        <p:nvSpPr>
          <p:cNvPr id="24" name="object-24">
            <a:extLst>
              <a:ext uri="{FF2B5EF4-FFF2-40B4-BE49-F238E27FC236}">
                <a16:creationId xmlns:a16="http://schemas.microsoft.com/office/drawing/2014/main" id="{B5613EE5-611C-4B7B-B10A-2222B3A90072}"/>
              </a:ext>
            </a:extLst>
          </p:cNvPr>
          <p:cNvSpPr>
            <a:spLocks noGrp="1"/>
          </p:cNvSpPr>
          <p:nvPr/>
        </p:nvSpPr>
        <p:spPr>
          <a:xfrm>
            <a:off x="8905875" y="56554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a complete sentence explaining how you checked one answer.</a:t>
            </a:r>
          </a:p>
        </p:txBody>
      </p:sp>
      <p:sp>
        <p:nvSpPr>
          <p:cNvPr id="25" name="object-25">
            <a:extLst>
              <a:ext uri="{FF2B5EF4-FFF2-40B4-BE49-F238E27FC236}">
                <a16:creationId xmlns:a16="http://schemas.microsoft.com/office/drawing/2014/main" id="{E1DACA62-81B5-4E15-8E2F-CAC671922987}"/>
              </a:ext>
            </a:extLst>
          </p:cNvPr>
          <p:cNvSpPr>
            <a:spLocks noGrp="1"/>
          </p:cNvSpPr>
          <p:nvPr/>
        </p:nvSpPr>
        <p:spPr>
          <a:xfrm>
            <a:off x="8215313"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10.</a:t>
            </a:r>
          </a:p>
        </p:txBody>
      </p:sp>
      <p:sp>
        <p:nvSpPr>
          <p:cNvPr id="26" name="object-26">
            <a:extLst>
              <a:ext uri="{FF2B5EF4-FFF2-40B4-BE49-F238E27FC236}">
                <a16:creationId xmlns:a16="http://schemas.microsoft.com/office/drawing/2014/main" id="{CAC666CD-4F24-46D9-898E-B9C1975FDC49}"/>
              </a:ext>
            </a:extLst>
          </p:cNvPr>
          <p:cNvSpPr>
            <a:spLocks noGrp="1"/>
          </p:cNvSpPr>
          <p:nvPr/>
        </p:nvSpPr>
        <p:spPr>
          <a:xfrm>
            <a:off x="8905875" y="6703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and solve a similar question to: A point becomes (7, -4) after moving 9 right and 3 down. Find its start.</a:t>
            </a:r>
          </a:p>
        </p:txBody>
      </p:sp>
    </p:spTree>
    <p:extLst>
      <p:ext uri="{BB962C8B-B14F-4D97-AF65-F5344CB8AC3E}">
        <p14:creationId xmlns:p14="http://schemas.microsoft.com/office/powerpoint/2010/main" val="19482669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object-1">
            <a:extLst>
              <a:ext uri="{FF2B5EF4-FFF2-40B4-BE49-F238E27FC236}">
                <a16:creationId xmlns:a16="http://schemas.microsoft.com/office/drawing/2014/main" id="{03795C5E-0780-4E04-8956-A2D24463F7CF}"/>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Answers</a:t>
            </a:r>
          </a:p>
        </p:txBody>
      </p:sp>
      <p:sp>
        <p:nvSpPr>
          <p:cNvPr id="2" name="object-2">
            <a:extLst>
              <a:ext uri="{FF2B5EF4-FFF2-40B4-BE49-F238E27FC236}">
                <a16:creationId xmlns:a16="http://schemas.microsoft.com/office/drawing/2014/main" id="{413A1330-7CF3-406B-94E4-0B40702E15A2}"/>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Check your answers. Explain any corrections.</a:t>
            </a:r>
          </a:p>
        </p:txBody>
      </p:sp>
      <p:sp>
        <p:nvSpPr>
          <p:cNvPr id="3" name="object-3">
            <a:extLst>
              <a:ext uri="{FF2B5EF4-FFF2-40B4-BE49-F238E27FC236}">
                <a16:creationId xmlns:a16="http://schemas.microsoft.com/office/drawing/2014/main" id="{85915C68-1D3E-4343-8E9D-C9A3C532138C}"/>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C4A32EDB-94AF-44B5-9C1B-96B83D17E85F}"/>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Translate shapes</a:t>
            </a:r>
          </a:p>
        </p:txBody>
      </p:sp>
      <p:sp>
        <p:nvSpPr>
          <p:cNvPr id="5" name="object-5">
            <a:extLst>
              <a:ext uri="{FF2B5EF4-FFF2-40B4-BE49-F238E27FC236}">
                <a16:creationId xmlns:a16="http://schemas.microsoft.com/office/drawing/2014/main" id="{18EEF3FE-291F-4A7D-8E7F-E2638FAED04F}"/>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7</a:t>
            </a:r>
          </a:p>
        </p:txBody>
      </p:sp>
      <p:sp>
        <p:nvSpPr>
          <p:cNvPr id="6" name="object-6">
            <a:extLst>
              <a:ext uri="{FF2B5EF4-FFF2-40B4-BE49-F238E27FC236}">
                <a16:creationId xmlns:a16="http://schemas.microsoft.com/office/drawing/2014/main" id="{16E0617F-0CD7-487A-9FC7-784F48E378F4}"/>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7" name="object-7">
            <a:extLst>
              <a:ext uri="{FF2B5EF4-FFF2-40B4-BE49-F238E27FC236}">
                <a16:creationId xmlns:a16="http://schemas.microsoft.com/office/drawing/2014/main" id="{4AD5D17B-CDDB-4376-951B-D11EF37E6642}"/>
              </a:ext>
            </a:extLst>
          </p:cNvPr>
          <p:cNvSpPr>
            <a:spLocks noGrp="1"/>
          </p:cNvSpPr>
          <p:nvPr/>
        </p:nvSpPr>
        <p:spPr>
          <a:xfrm>
            <a:off x="1464469" y="2512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(1, 3).</a:t>
            </a:r>
          </a:p>
        </p:txBody>
      </p:sp>
      <p:sp>
        <p:nvSpPr>
          <p:cNvPr id="8" name="object-8">
            <a:extLst>
              <a:ext uri="{FF2B5EF4-FFF2-40B4-BE49-F238E27FC236}">
                <a16:creationId xmlns:a16="http://schemas.microsoft.com/office/drawing/2014/main" id="{EF422383-051C-44EF-BA49-946FD6248082}"/>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9" name="object-9">
            <a:extLst>
              <a:ext uri="{FF2B5EF4-FFF2-40B4-BE49-F238E27FC236}">
                <a16:creationId xmlns:a16="http://schemas.microsoft.com/office/drawing/2014/main" id="{EEF40526-0313-4131-BF49-C9A136A4AD29}"/>
              </a:ext>
            </a:extLst>
          </p:cNvPr>
          <p:cNvSpPr>
            <a:spLocks noGrp="1"/>
          </p:cNvSpPr>
          <p:nvPr/>
        </p:nvSpPr>
        <p:spPr>
          <a:xfrm>
            <a:off x="1464469" y="35599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(6, 2).</a:t>
            </a:r>
          </a:p>
        </p:txBody>
      </p:sp>
      <p:sp>
        <p:nvSpPr>
          <p:cNvPr id="10" name="object-10">
            <a:extLst>
              <a:ext uri="{FF2B5EF4-FFF2-40B4-BE49-F238E27FC236}">
                <a16:creationId xmlns:a16="http://schemas.microsoft.com/office/drawing/2014/main" id="{A8911EB4-684D-4142-A87E-E5BC657D8D81}"/>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1" name="object-11">
            <a:extLst>
              <a:ext uri="{FF2B5EF4-FFF2-40B4-BE49-F238E27FC236}">
                <a16:creationId xmlns:a16="http://schemas.microsoft.com/office/drawing/2014/main" id="{2E2856E7-0351-4DA9-9F0A-87D3C48FF39D}"/>
              </a:ext>
            </a:extLst>
          </p:cNvPr>
          <p:cNvSpPr>
            <a:spLocks noGrp="1"/>
          </p:cNvSpPr>
          <p:nvPr/>
        </p:nvSpPr>
        <p:spPr>
          <a:xfrm>
            <a:off x="1464469" y="46077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(-2, -1).</a:t>
            </a:r>
          </a:p>
        </p:txBody>
      </p:sp>
      <p:sp>
        <p:nvSpPr>
          <p:cNvPr id="12" name="object-12">
            <a:extLst>
              <a:ext uri="{FF2B5EF4-FFF2-40B4-BE49-F238E27FC236}">
                <a16:creationId xmlns:a16="http://schemas.microsoft.com/office/drawing/2014/main" id="{ECC452B5-D638-45CD-9634-B7B9C765BA5E}"/>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3" name="object-13">
            <a:extLst>
              <a:ext uri="{FF2B5EF4-FFF2-40B4-BE49-F238E27FC236}">
                <a16:creationId xmlns:a16="http://schemas.microsoft.com/office/drawing/2014/main" id="{42C7D16F-CF69-45A7-BEDA-A4BAF3ABC217}"/>
              </a:ext>
            </a:extLst>
          </p:cNvPr>
          <p:cNvSpPr>
            <a:spLocks noGrp="1"/>
          </p:cNvSpPr>
          <p:nvPr/>
        </p:nvSpPr>
        <p:spPr>
          <a:xfrm>
            <a:off x="1464469" y="56554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(1, 3).</a:t>
            </a:r>
          </a:p>
        </p:txBody>
      </p:sp>
      <p:sp>
        <p:nvSpPr>
          <p:cNvPr id="14" name="object-14">
            <a:extLst>
              <a:ext uri="{FF2B5EF4-FFF2-40B4-BE49-F238E27FC236}">
                <a16:creationId xmlns:a16="http://schemas.microsoft.com/office/drawing/2014/main" id="{6F2FE01E-955D-4099-8DE7-0FCBE8EDEEF5}"/>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5" name="object-15">
            <a:extLst>
              <a:ext uri="{FF2B5EF4-FFF2-40B4-BE49-F238E27FC236}">
                <a16:creationId xmlns:a16="http://schemas.microsoft.com/office/drawing/2014/main" id="{A0E154F7-AE24-44CA-93EE-F13C26C384A5}"/>
              </a:ext>
            </a:extLst>
          </p:cNvPr>
          <p:cNvSpPr>
            <a:spLocks noGrp="1"/>
          </p:cNvSpPr>
          <p:nvPr/>
        </p:nvSpPr>
        <p:spPr>
          <a:xfrm>
            <a:off x="1464469" y="6703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Expected result: (6, 2). Method or representation may vary.</a:t>
            </a:r>
          </a:p>
        </p:txBody>
      </p:sp>
      <p:sp>
        <p:nvSpPr>
          <p:cNvPr id="16" name="object-16">
            <a:extLst>
              <a:ext uri="{FF2B5EF4-FFF2-40B4-BE49-F238E27FC236}">
                <a16:creationId xmlns:a16="http://schemas.microsoft.com/office/drawing/2014/main" id="{09875D0A-A5CB-4EB1-9303-AF962800499F}"/>
              </a:ext>
            </a:extLst>
          </p:cNvPr>
          <p:cNvSpPr>
            <a:spLocks noGrp="1"/>
          </p:cNvSpPr>
          <p:nvPr/>
        </p:nvSpPr>
        <p:spPr>
          <a:xfrm>
            <a:off x="8215313"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6.</a:t>
            </a:r>
          </a:p>
        </p:txBody>
      </p:sp>
      <p:sp>
        <p:nvSpPr>
          <p:cNvPr id="17" name="object-17">
            <a:extLst>
              <a:ext uri="{FF2B5EF4-FFF2-40B4-BE49-F238E27FC236}">
                <a16:creationId xmlns:a16="http://schemas.microsoft.com/office/drawing/2014/main" id="{F523BDA4-821D-4B21-AA8D-43281DB09D98}"/>
              </a:ext>
            </a:extLst>
          </p:cNvPr>
          <p:cNvSpPr>
            <a:spLocks noGrp="1"/>
          </p:cNvSpPr>
          <p:nvPr/>
        </p:nvSpPr>
        <p:spPr>
          <a:xfrm>
            <a:off x="8905875" y="2512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Expected result: (-2, -1). A valid check must be shown.</a:t>
            </a:r>
          </a:p>
        </p:txBody>
      </p:sp>
      <p:sp>
        <p:nvSpPr>
          <p:cNvPr id="18" name="object-18">
            <a:extLst>
              <a:ext uri="{FF2B5EF4-FFF2-40B4-BE49-F238E27FC236}">
                <a16:creationId xmlns:a16="http://schemas.microsoft.com/office/drawing/2014/main" id="{6FD96452-90C0-4829-B80B-44B6BD3C856A}"/>
              </a:ext>
            </a:extLst>
          </p:cNvPr>
          <p:cNvSpPr>
            <a:spLocks noGrp="1"/>
          </p:cNvSpPr>
          <p:nvPr/>
        </p:nvSpPr>
        <p:spPr>
          <a:xfrm>
            <a:off x="8215313"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7.</a:t>
            </a:r>
          </a:p>
        </p:txBody>
      </p:sp>
      <p:sp>
        <p:nvSpPr>
          <p:cNvPr id="19" name="object-19">
            <a:extLst>
              <a:ext uri="{FF2B5EF4-FFF2-40B4-BE49-F238E27FC236}">
                <a16:creationId xmlns:a16="http://schemas.microsoft.com/office/drawing/2014/main" id="{DEF3D027-7070-4DBE-92D9-9097C04C1ED1}"/>
              </a:ext>
            </a:extLst>
          </p:cNvPr>
          <p:cNvSpPr>
            <a:spLocks noGrp="1"/>
          </p:cNvSpPr>
          <p:nvPr/>
        </p:nvSpPr>
        <p:spPr>
          <a:xfrm>
            <a:off x="8905875" y="35599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Quadrant II. The explanation must show why the method works.</a:t>
            </a:r>
          </a:p>
        </p:txBody>
      </p:sp>
      <p:sp>
        <p:nvSpPr>
          <p:cNvPr id="20" name="object-20">
            <a:extLst>
              <a:ext uri="{FF2B5EF4-FFF2-40B4-BE49-F238E27FC236}">
                <a16:creationId xmlns:a16="http://schemas.microsoft.com/office/drawing/2014/main" id="{FC65C189-1FF8-4D35-A7E9-E97C230E3E04}"/>
              </a:ext>
            </a:extLst>
          </p:cNvPr>
          <p:cNvSpPr>
            <a:spLocks noGrp="1"/>
          </p:cNvSpPr>
          <p:nvPr/>
        </p:nvSpPr>
        <p:spPr>
          <a:xfrm>
            <a:off x="8215313"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8.</a:t>
            </a:r>
          </a:p>
        </p:txBody>
      </p:sp>
      <p:sp>
        <p:nvSpPr>
          <p:cNvPr id="21" name="object-21">
            <a:extLst>
              <a:ext uri="{FF2B5EF4-FFF2-40B4-BE49-F238E27FC236}">
                <a16:creationId xmlns:a16="http://schemas.microsoft.com/office/drawing/2014/main" id="{6DEC0EE5-2E3E-41BA-81B3-5AEAB66F3B3B}"/>
              </a:ext>
            </a:extLst>
          </p:cNvPr>
          <p:cNvSpPr>
            <a:spLocks noGrp="1"/>
          </p:cNvSpPr>
          <p:nvPr/>
        </p:nvSpPr>
        <p:spPr>
          <a:xfrm>
            <a:off x="8905875" y="46077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Track horizontal and vertical changes separately and apply the exact transformation to every point.</a:t>
            </a:r>
          </a:p>
        </p:txBody>
      </p:sp>
      <p:sp>
        <p:nvSpPr>
          <p:cNvPr id="22" name="object-22">
            <a:extLst>
              <a:ext uri="{FF2B5EF4-FFF2-40B4-BE49-F238E27FC236}">
                <a16:creationId xmlns:a16="http://schemas.microsoft.com/office/drawing/2014/main" id="{7B845DF3-D038-4415-B38C-980AC6CB5A5C}"/>
              </a:ext>
            </a:extLst>
          </p:cNvPr>
          <p:cNvSpPr>
            <a:spLocks noGrp="1"/>
          </p:cNvSpPr>
          <p:nvPr/>
        </p:nvSpPr>
        <p:spPr>
          <a:xfrm>
            <a:off x="8215313"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9.</a:t>
            </a:r>
          </a:p>
        </p:txBody>
      </p:sp>
      <p:sp>
        <p:nvSpPr>
          <p:cNvPr id="23" name="object-23">
            <a:extLst>
              <a:ext uri="{FF2B5EF4-FFF2-40B4-BE49-F238E27FC236}">
                <a16:creationId xmlns:a16="http://schemas.microsoft.com/office/drawing/2014/main" id="{E26EA3D5-AD4B-4B7D-B28C-3BF680A2507A}"/>
              </a:ext>
            </a:extLst>
          </p:cNvPr>
          <p:cNvSpPr>
            <a:spLocks noGrp="1"/>
          </p:cNvSpPr>
          <p:nvPr/>
        </p:nvSpPr>
        <p:spPr>
          <a:xfrm>
            <a:off x="8905875" y="56554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 should name an inverse, estimate, boundary, known fact or equivalent representation.</a:t>
            </a:r>
          </a:p>
        </p:txBody>
      </p:sp>
      <p:sp>
        <p:nvSpPr>
          <p:cNvPr id="24" name="object-24">
            <a:extLst>
              <a:ext uri="{FF2B5EF4-FFF2-40B4-BE49-F238E27FC236}">
                <a16:creationId xmlns:a16="http://schemas.microsoft.com/office/drawing/2014/main" id="{7FCA4D9F-D987-43A8-AFA3-442ED097104B}"/>
              </a:ext>
            </a:extLst>
          </p:cNvPr>
          <p:cNvSpPr>
            <a:spLocks noGrp="1"/>
          </p:cNvSpPr>
          <p:nvPr/>
        </p:nvSpPr>
        <p:spPr>
          <a:xfrm>
            <a:off x="8215313"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10.</a:t>
            </a:r>
          </a:p>
        </p:txBody>
      </p:sp>
      <p:sp>
        <p:nvSpPr>
          <p:cNvPr id="25" name="object-25">
            <a:extLst>
              <a:ext uri="{FF2B5EF4-FFF2-40B4-BE49-F238E27FC236}">
                <a16:creationId xmlns:a16="http://schemas.microsoft.com/office/drawing/2014/main" id="{595E6066-EB89-4E0B-A2C5-DA3D0836C6EF}"/>
              </a:ext>
            </a:extLst>
          </p:cNvPr>
          <p:cNvSpPr>
            <a:spLocks noGrp="1"/>
          </p:cNvSpPr>
          <p:nvPr/>
        </p:nvSpPr>
        <p:spPr>
          <a:xfrm>
            <a:off x="8905875" y="6703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Answers vary. The new question must use the same mathematical structure and include a correct solution.</a:t>
            </a:r>
          </a:p>
        </p:txBody>
      </p:sp>
    </p:spTree>
    <p:extLst>
      <p:ext uri="{BB962C8B-B14F-4D97-AF65-F5344CB8AC3E}">
        <p14:creationId xmlns:p14="http://schemas.microsoft.com/office/powerpoint/2010/main" val="67166070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1027</Words>
  <Application>Microsoft Office PowerPoint</Application>
  <DocSecurity>0</DocSecurity>
  <PresentationFormat>Custom</PresentationFormat>
  <Paragraphs>158</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Garima Sharma</cp:lastModifiedBy>
  <cp:revision>1</cp:revision>
  <dcterms:created xsi:type="dcterms:W3CDTF">2026-09-14T13:19:21Z</dcterms:created>
  <dcterms:modified xsi:type="dcterms:W3CDTF">2026-09-14T13:21:05Z</dcterms:modified>
</cp:coreProperties>
</file>