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1bf7db837844d44" /><Relationship Type="http://schemas.openxmlformats.org/officeDocument/2006/relationships/extended-properties" Target="/docProps/app.xml" Id="Re93f11ecd8f84b55" /><Relationship Type="http://schemas.openxmlformats.org/officeDocument/2006/relationships/officeDocument" Target="/ppt/presentation.xml" Id="Rc26ab676d4614f6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55a7532f6b2433a"/>
  </p:sldMasterIdLst>
  <p:notesMasterIdLst>
    <p:notesMasterId xmlns:r="http://schemas.openxmlformats.org/officeDocument/2006/relationships" r:id="R7034f8e22a0d4a50"/>
  </p:notesMasterIdLst>
  <p:sldIdLst>
    <p:sldId xmlns:r="http://schemas.openxmlformats.org/officeDocument/2006/relationships" id="256" r:id="R5768664bb212458a"/>
    <p:sldId xmlns:r="http://schemas.openxmlformats.org/officeDocument/2006/relationships" id="257" r:id="R23f78854266840f4"/>
    <p:sldId xmlns:r="http://schemas.openxmlformats.org/officeDocument/2006/relationships" id="258" r:id="R1d81c57338bc4e41"/>
    <p:sldId xmlns:r="http://schemas.openxmlformats.org/officeDocument/2006/relationships" id="259" r:id="R3e16cbf34c164881"/>
    <p:sldId xmlns:r="http://schemas.openxmlformats.org/officeDocument/2006/relationships" id="260" r:id="Rf2c2d2ddd2dc432c"/>
    <p:sldId xmlns:r="http://schemas.openxmlformats.org/officeDocument/2006/relationships" id="261" r:id="R3e1dfe30cd254959"/>
    <p:sldId xmlns:r="http://schemas.openxmlformats.org/officeDocument/2006/relationships" id="262" r:id="R71d6e2caa7a64fdf"/>
    <p:sldId xmlns:r="http://schemas.openxmlformats.org/officeDocument/2006/relationships" id="263" r:id="Ra8b04471a57c4484"/>
    <p:sldId xmlns:r="http://schemas.openxmlformats.org/officeDocument/2006/relationships" id="264" r:id="R6899bf9e58e2463f"/>
    <p:sldId xmlns:r="http://schemas.openxmlformats.org/officeDocument/2006/relationships" id="265" r:id="R6ed3b9543f30432a"/>
    <p:sldId xmlns:r="http://schemas.openxmlformats.org/officeDocument/2006/relationships" id="266" r:id="Rb541d237c8754775"/>
    <p:sldId xmlns:r="http://schemas.openxmlformats.org/officeDocument/2006/relationships" id="267" r:id="Re7a36876b17e4b44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d67e434eb1143a2" /><Relationship Type="http://schemas.openxmlformats.org/officeDocument/2006/relationships/slideMaster" Target="/ppt/slideMasters/slideMaster1.xml" Id="R855a7532f6b2433a" /><Relationship Type="http://schemas.openxmlformats.org/officeDocument/2006/relationships/notesMaster" Target="/ppt/notesMasters/notesMaster1.xml" Id="R7034f8e22a0d4a50" /><Relationship Type="http://schemas.openxmlformats.org/officeDocument/2006/relationships/presProps" Target="/ppt/presProps.xml" Id="R00bb575ca41c49fe" /><Relationship Type="http://schemas.openxmlformats.org/officeDocument/2006/relationships/tableStyles" Target="/ppt/tableStyles.xml" Id="Rc5e985f4c19f4f6b" /><Relationship Type="http://schemas.openxmlformats.org/officeDocument/2006/relationships/slide" Target="/ppt/slides/slide1.xml" Id="R5768664bb212458a" /><Relationship Type="http://schemas.openxmlformats.org/officeDocument/2006/relationships/slide" Target="/ppt/slides/slide2.xml" Id="R23f78854266840f4" /><Relationship Type="http://schemas.openxmlformats.org/officeDocument/2006/relationships/slide" Target="/ppt/slides/slide3.xml" Id="R1d81c57338bc4e41" /><Relationship Type="http://schemas.openxmlformats.org/officeDocument/2006/relationships/slide" Target="/ppt/slides/slide4.xml" Id="R3e16cbf34c164881" /><Relationship Type="http://schemas.openxmlformats.org/officeDocument/2006/relationships/slide" Target="/ppt/slides/slide5.xml" Id="Rf2c2d2ddd2dc432c" /><Relationship Type="http://schemas.openxmlformats.org/officeDocument/2006/relationships/slide" Target="/ppt/slides/slide6.xml" Id="R3e1dfe30cd254959" /><Relationship Type="http://schemas.openxmlformats.org/officeDocument/2006/relationships/slide" Target="/ppt/slides/slide7.xml" Id="R71d6e2caa7a64fdf" /><Relationship Type="http://schemas.openxmlformats.org/officeDocument/2006/relationships/slide" Target="/ppt/slides/slide8.xml" Id="Ra8b04471a57c4484" /><Relationship Type="http://schemas.openxmlformats.org/officeDocument/2006/relationships/slide" Target="/ppt/slides/slide9.xml" Id="R6899bf9e58e2463f" /><Relationship Type="http://schemas.openxmlformats.org/officeDocument/2006/relationships/slide" Target="/ppt/slides/slide10.xml" Id="R6ed3b9543f30432a" /><Relationship Type="http://schemas.openxmlformats.org/officeDocument/2006/relationships/slide" Target="/ppt/slides/slide11.xml" Id="Rb541d237c8754775" /><Relationship Type="http://schemas.openxmlformats.org/officeDocument/2006/relationships/slide" Target="/ppt/slides/slide12.xml" Id="Re7a36876b17e4b4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5eef60e21a746a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4a36b399c244ef0" /><Relationship Type="http://schemas.openxmlformats.org/officeDocument/2006/relationships/notesMaster" Target="/ppt/notesMasters/notesMaster1.xml" Id="Ra0c5c12e0a50488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84ebab417d34783" /><Relationship Type="http://schemas.openxmlformats.org/officeDocument/2006/relationships/notesMaster" Target="/ppt/notesMasters/notesMaster1.xml" Id="R1be76336b0cb4c1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47915cb61c9497b" /><Relationship Type="http://schemas.openxmlformats.org/officeDocument/2006/relationships/notesMaster" Target="/ppt/notesMasters/notesMaster1.xml" Id="R9d0a12017536478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16d1d29e929434b" /><Relationship Type="http://schemas.openxmlformats.org/officeDocument/2006/relationships/notesMaster" Target="/ppt/notesMasters/notesMaster1.xml" Id="Ra961869be5a545e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f75427158714849" /><Relationship Type="http://schemas.openxmlformats.org/officeDocument/2006/relationships/notesMaster" Target="/ppt/notesMasters/notesMaster1.xml" Id="Rea75c24c5645496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667815d306443c7" /><Relationship Type="http://schemas.openxmlformats.org/officeDocument/2006/relationships/notesMaster" Target="/ppt/notesMasters/notesMaster1.xml" Id="R14c05b17cdfd42f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fa2115b97174f69" /><Relationship Type="http://schemas.openxmlformats.org/officeDocument/2006/relationships/notesMaster" Target="/ppt/notesMasters/notesMaster1.xml" Id="Rb641c8651fde4af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7bbcca127534717" /><Relationship Type="http://schemas.openxmlformats.org/officeDocument/2006/relationships/notesMaster" Target="/ppt/notesMasters/notesMaster1.xml" Id="R4d06d5bc0ec7424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5c16cf671bff4463" /><Relationship Type="http://schemas.openxmlformats.org/officeDocument/2006/relationships/notesMaster" Target="/ppt/notesMasters/notesMaster1.xml" Id="R21508046a337424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3ecf50b142e14539" /><Relationship Type="http://schemas.openxmlformats.org/officeDocument/2006/relationships/notesMaster" Target="/ppt/notesMasters/notesMaster1.xml" Id="R467a60a831704352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45515292a0be4579" /><Relationship Type="http://schemas.openxmlformats.org/officeDocument/2006/relationships/notesMaster" Target="/ppt/notesMasters/notesMaster1.xml" Id="R9ff5bc89d7794317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d9c0bd3846564e3d" /><Relationship Type="http://schemas.openxmlformats.org/officeDocument/2006/relationships/notesMaster" Target="/ppt/notesMasters/notesMaster1.xml" Id="R34ac2961ac4b400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Change the date before teaching. Check resources. Read the learning intention aloud and clarify success. Resources: Four-quadrant grids, tracing paper, mirrors, coordinate cards, mini whiteboards.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each prompt on click. Use responses to identify pupils who need immediate rehearsal. Suggested responses: Pupil identifies a relevant fact, representation or method. | (6, 2). | Read or record x before y and note the quadrant. | Track horizontal and vertical changes separately and apply the exact transformation to every point.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the mathematical idea before asking pupils to solve. Define the vocabulary in context: coordinate, quadrant, x-axis, y-axis, translate, reflect. Reveal the three statements one at a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do. Reveal the question, setup and each calculation stage one click at a time. Pupils watch before copying. Model answer: (1, 3).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do. Give silent thinking time before paired talk. Take one step at a time. Do not reveal the answer until every pupil has committed. Answer: (6, 2).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Miro is a deliberate misconception prompt. Reveal his claim, let pupils identify the error, then reveal the correction. Do not present Miro as lacking ability. Correction: Track horizontal and vertical changes separately and apply the exact transformation to every point.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whole-class response routines. Reveal each prompt separately. Expected answer: (6, 2).. Insist on a reason, not only a numerical response.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do. Pupils complete the core question independently before discussion. Answer: (-2, -1).. Circulate and note methods as well as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after secure fluency or as the higher worksheet route. Accept different correct approaches when fully justified. Expected response: Quadrant II. The explanation must show why the method works.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the core independent-practice example. Give pupils time to solve and check before revealing the answer at the side. Answer: (-2, -1).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one exit question at a time. Answers: (-2, -1). | Track horizontal and vertical changes separately and apply the exact transformation to every point.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59896e122b04b7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4e8b2ccf01a445d" /><Relationship Type="http://schemas.openxmlformats.org/officeDocument/2006/relationships/slideLayout" Target="/ppt/slideLayouts/slideLayout1.xml" Id="Rf6fedbdb76804ea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6fedbdb76804ea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b3bf9936d8d4142" /><Relationship Type="http://schemas.openxmlformats.org/officeDocument/2006/relationships/notesSlide" Target="/ppt/notesSlides/notesSlide1.xml" Id="R6b24148339c54f6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6e95755e9294503" /><Relationship Type="http://schemas.openxmlformats.org/officeDocument/2006/relationships/notesSlide" Target="/ppt/notesSlides/notesSlide2.xml" Id="R037d73722d014df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1f1cbc73f024f62" /><Relationship Type="http://schemas.openxmlformats.org/officeDocument/2006/relationships/notesSlide" Target="/ppt/notesSlides/notesSlide3.xml" Id="Rdc6359b94a61453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22d4a2656004c9d" /><Relationship Type="http://schemas.openxmlformats.org/officeDocument/2006/relationships/notesSlide" Target="/ppt/notesSlides/notesSlide4.xml" Id="Ref5933e51d3b49d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a4d80a6d4f348f0" /><Relationship Type="http://schemas.openxmlformats.org/officeDocument/2006/relationships/notesSlide" Target="/ppt/notesSlides/notesSlide5.xml" Id="R8efc70a96b4146e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c81dca78b964e52" /><Relationship Type="http://schemas.openxmlformats.org/officeDocument/2006/relationships/notesSlide" Target="/ppt/notesSlides/notesSlide6.xml" Id="Raefa67ba0ffa43f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b36f4cfe40241e7" /><Relationship Type="http://schemas.openxmlformats.org/officeDocument/2006/relationships/image" Target="/ppt/media/image.png" Id="R4400651d4e544b48" /><Relationship Type="http://schemas.openxmlformats.org/officeDocument/2006/relationships/notesSlide" Target="/ppt/notesSlides/notesSlide7.xml" Id="R4fd76577d0124b0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b53d08590da48ab" /><Relationship Type="http://schemas.openxmlformats.org/officeDocument/2006/relationships/notesSlide" Target="/ppt/notesSlides/notesSlide8.xml" Id="R88f35ade5b254f5e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42f9ab0b9074fbf" /><Relationship Type="http://schemas.openxmlformats.org/officeDocument/2006/relationships/notesSlide" Target="/ppt/notesSlides/notesSlide9.xml" Id="Rbc7f8746dd1f4e67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2d769bb893741c7" /><Relationship Type="http://schemas.openxmlformats.org/officeDocument/2006/relationships/notesSlide" Target="/ppt/notesSlides/notesSlide10.xml" Id="Re2530a9c3e4e4886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17df1a68f94055" /><Relationship Type="http://schemas.openxmlformats.org/officeDocument/2006/relationships/notesSlide" Target="/ppt/notesSlides/notesSlide11.xml" Id="R048661adf7144b02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418ed55fb64860" /><Relationship Type="http://schemas.openxmlformats.org/officeDocument/2006/relationships/notesSlide" Target="/ppt/notesSlides/notesSlide12.xml" Id="R1059c16f02bf48dc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5D84736-63B4-4121-BC6D-C00AFEFB4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07DE7C2-B09F-4043-9230-2A3C3EE7E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C486D2B-A9BD-483C-A687-98E5760F3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"/>
            <a:ext cx="2952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324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4AB24E9-7093-4992-B256-62DBCCB88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38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452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F397EFA-10D0-437D-9120-9BA84498E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Translate shapes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74984FA-4F85-48B9-9FA1-16EA7B3CD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8096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24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8F295A5-052C-412D-8050-6E26D1683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B7EA817-3CF1-4AD4-83A3-E83BF902F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translate every vertex by a given vector.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FCAD02D-9488-41FE-A093-73410D3A5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E44096F-E843-4588-8A09-ADFE4C839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Four-quadrant grids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648CD2C-15A0-4928-93D4-409B2FAB2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162076155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77E2F34-444E-471D-9614-F7242F15B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8220CEC-3445-496C-97A8-54FA16507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6A1E0CF-033E-442F-B9A4-BBC43216B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E19C340-27FF-481D-9E9A-607B2C762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DB64C42-B0A9-43BE-92DD-F513D715A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5FD25AC-2EB2-462E-8285-9E92BE86B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97BC9C1-EF17-44D7-A8FE-A121A2AA8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2091F97-AFDA-451E-AF8A-A8F2FCABA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E7F6A95-B50E-4199-BBE9-A43DD8180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Translate shapes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ADD63BD-EE2A-4C9C-B7D8-E5E1DC2E4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D1C533C-3513-4FA1-8602-430D89E23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6F22356-B778-4099-A6FF-4D272EE05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21567EB-2CB8-4C23-B0F3-96F22EFC0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Describe positions in four quadrants and transform shapes on coordinate grids.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7C514B1-5CEB-4903-8931-CD17DF930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8A4CDA3-6A57-44B3-AC20-FBE289BE0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A2E6313-291B-44C5-81EC-76EEBA524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5360A06-0E99-46BF-AAE4-F9079BFE9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Reflect (-6, 2) in the y-axis.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07D19B9-6CF6-4169-9ABD-2237E7DA3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DCBE9B3-5005-4FDF-B2C9-CDA39E5FC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2924E5F-1CA4-4CD8-8E3B-884080047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1941EFD-993D-40F0-8233-D51F2D306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Translate (4, -2) by 3 left and 5 up.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63BF434-D7D1-49C3-80B2-B8BCFF222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198685424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F9B1167-306C-42A0-BB6E-BFA4D8103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D29FB81-3B74-4692-A074-F4526D8F7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F147D75-A532-4B96-9CEE-7F3564F6A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2CD39DF-A43D-4087-B245-192C48866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095E368-DD1E-43DB-A41E-F532E0BA5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52CBFF6-671F-4A8E-8637-F108E2CBA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D4ECD5A-9A35-4D2B-8DF5-A81EF64E1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146DF65-2291-4265-B320-8974BD8FE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A0FC5F5-425C-4259-A14D-A3AD37957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Translate shapes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16B0514-51F8-40FF-9D9A-6CE1B69D2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translate every vertex by a given vector.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32C6284-FAB4-43EA-9A79-8A1631A15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0619C37-510D-41CE-B343-6C5ED11EA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670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Read or record x before y and note the quadrant.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0483DA4-9B13-41B4-A58F-7AA5671A9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71875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Apply the same vector or mirror line to every vertex.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C4E99E7-2B6A-47C3-8780-B8D5068D6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Check side lengths and orientation after the transformation.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E846A9C-01E1-49C0-AF0E-9902FB7C6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coordinate  |  quadrant  |  x-axis  |  y-axis  |  translate  |  reflect</a:t>
            </a:r>
          </a:p>
        </p:txBody>
      </p:sp>
    </p:spTree>
    <p:extLst>
      <p:ext uri="{BB962C8B-B14F-4D97-AF65-F5344CB8AC3E}">
        <p14:creationId xmlns:p14="http://schemas.microsoft.com/office/powerpoint/2010/main" val="171472483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6618A24-2D3E-4CC2-96A3-CCD398506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A2267F8-3C29-4845-A26C-75B0F60C3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E2CAAD1-FB6E-40B0-B73D-A1716B2FE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CA071AD-BAA0-4D19-AD4D-DE5E9CE4D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E447126-6473-42D1-A1F7-64F3057CB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E8A786-3A69-46F0-BBF8-4DBD62913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DDE016D-010F-4105-95C2-594BC205F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20A6264-EE89-4D8B-89DD-02A49D32E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B1648CD-2F40-436C-AE27-91E5E8576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Translate shapes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061CB71-AAA5-4C54-A3C8-3DC688DAE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257300"/>
            <a:ext cx="103632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Translate (4, -2) by 3 left and 5 up.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40C28A2-E941-4C90-90F0-B1AA1E104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479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EB1F93F-CE6F-480B-8F04-D2A1E2813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764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7967C60-C7CA-4413-A194-44C7CBBC6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812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Identify the structure: Read or record x before y and note the quadrant.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C9B03A6-3C52-4594-837C-3E3C322E5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990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4F76253-4806-4749-A8D9-B732A518C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0194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9F34FE3-2389-4851-8BDD-0311F03C5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241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Set up the method: Apply the same vector or mirror line to every vertex.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8533571-EA4A-484D-A444-4DB709737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338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532FD4D-7CE4-4DD8-BDDD-CC58A1636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623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3D20462-1AFB-4610-98E1-91C55C8B1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6671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Complete the calculation: (1, 3).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A198CFA-3A52-47AB-B9AB-A99A066A6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4767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1EF4FB0-36E8-4E38-A5AC-2785CF4D8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5053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1A4B7A2-9EC8-41E9-BEA6-FE3D22B9E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100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 the result: Check side lengths and orientation after the transformation.</a:t>
            </a:r>
          </a:p>
        </p:txBody>
      </p:sp>
    </p:spTree>
    <p:extLst>
      <p:ext uri="{BB962C8B-B14F-4D97-AF65-F5344CB8AC3E}">
        <p14:creationId xmlns:p14="http://schemas.microsoft.com/office/powerpoint/2010/main" val="106435644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9" grpId="0"/>
      <p:bldP spid="22" grpId="0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2B1F019-8E60-407C-9307-AEBC2522D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BBB7270-C570-48A3-A983-3A20910B9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CB290D5-284C-487F-BBBD-35CB51774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54195FF-FBBA-447B-BCD7-85206C9CA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F35B684-BD99-4056-A17C-7E676CFA6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AA0C61-50C3-42BA-A775-BD3750B79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2F07F7D-9E86-4E7E-8D62-1424F5008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D00B6C4-E2CA-469E-9002-FB25CE375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6A05DAA-B7EE-4EA2-A059-92DF2272A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Translate shapes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931E803-B31D-4EB7-9F75-77C14CEEB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B517815-61AC-405B-925C-A8D7E076D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47875"/>
            <a:ext cx="10191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(1, 3).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ABE2FCB-3647-4B34-9F7B-BA65C25ED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9D944E6-F0A7-45DE-98B8-50F225B09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00500"/>
            <a:ext cx="942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Check side lengths and orientation after the transformation.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E281D65-4B38-42F6-BEBE-5022A00AF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00625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</a:p>
        </p:txBody>
      </p:sp>
    </p:spTree>
    <p:extLst>
      <p:ext uri="{BB962C8B-B14F-4D97-AF65-F5344CB8AC3E}">
        <p14:creationId xmlns:p14="http://schemas.microsoft.com/office/powerpoint/2010/main" val="160493313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DFB6EEC-4DC1-451A-87D1-E52D625DE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444E38D-DD97-4B9E-8BA9-FDEB5EFA8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EFC9988-6F5E-4DA0-B453-8B5799885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A506498-FBDE-4A9F-AD32-0A586139F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7FF1BDB-C4BE-40B9-AD74-E35ED28AB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78FE35F-B037-4C0D-83F5-6C9851773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92A7DA4-2F36-43AC-9CE8-2BE1B2047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9C9CA17-A09A-40E8-90CF-CDA213897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272E0C6-1480-4F07-AD67-DB37E4393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Translate shapes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33EBFC0-15C7-48C5-B39F-126072AB1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Reflect (-6, 2) in the y-axis.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D2C9648-A5EB-4085-8A84-6C391FF62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DE82F20-AEC2-4A51-86DE-CF8A6BAC1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F84CBF6-12A3-4360-AB29-21AA18722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701519A-59AB-4D28-80F8-272A036F8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6673337-142A-465D-B1ED-EF4DB8C8A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0125"/>
            <a:ext cx="8763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(6, 2).</a:t>
            </a:r>
          </a:p>
        </p:txBody>
      </p:sp>
    </p:spTree>
    <p:extLst>
      <p:ext uri="{BB962C8B-B14F-4D97-AF65-F5344CB8AC3E}">
        <p14:creationId xmlns:p14="http://schemas.microsoft.com/office/powerpoint/2010/main" val="208429138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B2F94F3-E797-4BC2-BEAF-94BCC5ADC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0B24984-CDC6-41AA-9FE5-CE1F7E896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59DF3C6-4BD8-4FB5-B13A-5ECF52567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E5180DB-340E-4152-986F-AD3BF6490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EFD013B-E4FF-4E32-806C-BAFAF71B9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3D40ED2-2E7B-4892-ADC9-3061AE57E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C101C5A-1FE4-47DB-BEFA-530E82631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C089C9C-B7FB-47B2-B922-6B34FCB1F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5248508-9332-47FD-BACA-3181ED6F9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Translate shapes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400651d4e544b48"/>
          <a:stretch xmlns:a="http://schemas.openxmlformats.org/drawingml/2006/main"/>
        </p:blipFill>
        <p:spPr>
          <a:xfrm xmlns:a="http://schemas.openxmlformats.org/drawingml/2006/main">
            <a:off x="8056563" y="1381125"/>
            <a:ext cx="2984500" cy="4476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7EC6A75-C014-482F-A1F8-E78E53B5F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24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1251245-D1EB-4DA5-9ACD-601481F86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changes x and y in the same way without checking the direction or mirror line.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168EB7D-BE18-44F0-A5C0-FE4D216E1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57625"/>
            <a:ext cx="647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F2C1171-1D93-4F06-A3D5-7EF2BE194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719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9AA9B8A-5378-4B45-AC01-2F539E9ED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14875"/>
            <a:ext cx="647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Track horizontal and vertical changes separately and apply the exact transformation to every point.</a:t>
            </a:r>
          </a:p>
        </p:txBody>
      </p:sp>
    </p:spTree>
    <p:extLst>
      <p:ext uri="{BB962C8B-B14F-4D97-AF65-F5344CB8AC3E}">
        <p14:creationId xmlns:p14="http://schemas.microsoft.com/office/powerpoint/2010/main" val="74090191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28BDF78-1F36-4607-8091-FC4FA24FE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79BCAE-9B95-4F06-873A-3022BDA70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23220C4-8AF0-4671-BEA0-190E2A579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883DC88-0B1E-4C1C-A88E-74E4B7893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66A9510-736A-4978-9F99-E0D0B0462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2A0C04E-035F-4BDC-9B4B-7C711AF35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CAE76F7-BB03-492E-9BA8-4F6DE16BE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9F31434-2943-41C2-99D9-AE9FFE4CB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2B260E9-25E2-4215-98E7-F946A11F4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Translate shapes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E5AD2EB-DA6F-4789-AAC7-2757C3148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D2454B4-E9B6-4E62-9E8D-5C59CC104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D87B670-194C-4EA3-B181-2F98DCB0B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8D51F2A-1A42-423D-A321-49CCF58F2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Reflect (-6, 2) in the y-axis.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2A2FF38-97BC-4C83-BE11-F6FDD3E6C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C6AD831-3AB8-4333-A705-88A3AE3D9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76CC697-0EAA-4EB0-9100-139836E8D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4ECB540-AE20-4621-A96C-93C25BEE3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D8771B8-5839-4B60-B617-DF328C8F4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00CE210-1564-4BB4-9C70-4FDB87F4A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C98DAAB-3ED3-472E-9F59-DA4132AB5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7779F4C-9413-414D-B7DB-507930918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(6, 2).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EAFFD37-9CBA-43DE-8CC8-D5AEB456F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175177764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38C2A5B-8C86-4E73-8B61-5ED6EB229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89BA65D-60F9-4467-AE4A-79A2992FF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EC7207B-F22F-42E9-83D1-9F3B87CBF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AEA105F-BA8E-4F16-8D24-8EC575C46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295C82C-6ECB-4004-991A-3891EE4C6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82A9FD0-4C13-4E85-9BE5-974888E0E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F6506D9-F8DC-4A96-974A-775F121BD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143F8B5-15B1-4FC0-982B-208C572FA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D1854DE-A3B3-41E8-91E7-290E7831B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Translate shapes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81F985F-88BF-421C-A5A8-082EF22F3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DEAF968-16DE-4023-8482-9748521F6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6972CED-B761-4AE7-8677-E2EB13BAC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96B1762-BEB1-4952-8D71-6AD8DB7C1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point becomes (7, -4) after moving 9 right and 3 down. Find its start.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6C4060C-D6EB-40BC-9C29-7F3DC925D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32C72E5-16FC-46F2-BF01-A238B3FC4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DA08323-29EF-4D44-99CF-055F6437A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2F6FC31-E413-4BDF-B182-4C24DE88F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03EF159-0C64-426D-8147-69040B6CA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8AFA760-E06C-45C4-AFB3-9918D3BD4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690DFE7-3430-41DE-BF78-7FD3CE8E5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51DC2B7-48D7-4E05-828A-2B920C435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</a:p>
        </p:txBody>
      </p:sp>
    </p:spTree>
    <p:extLst>
      <p:ext uri="{BB962C8B-B14F-4D97-AF65-F5344CB8AC3E}">
        <p14:creationId xmlns:p14="http://schemas.microsoft.com/office/powerpoint/2010/main" val="67478242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769B9C3-80B0-4DA3-9419-5846FA30D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F8172F1-25F7-4C27-AE16-B5B0BA47E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16BFF4A-258E-4161-8FAF-D5F5EF644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CE98083-9060-477E-AEB1-50C91694C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2C0D75E-7422-487B-A161-0CA256590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EE2F37A-5B0F-422D-89A3-B34DBAB2B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4EE13F2-5836-490F-8539-725C38E6F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89B297-EDCA-47EA-AD20-E258C2A5B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673BBB6-F65D-4678-A086-32B3885CA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Translate shapes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A13BF70-B3C3-4048-BAA5-A6C15B09A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1019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Prove or explain your reasoning: Plot A(-4, 3). Which quadrant contains A?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E092B81-2158-43E2-9E17-D034A4EB0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3FAC7AC-E53F-49AD-986E-03DB940CA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43375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7009B4A-9994-4F27-B19E-B53F19971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Quadrant II. The explanation must show why the method works.</a:t>
            </a:r>
          </a:p>
        </p:txBody>
      </p:sp>
    </p:spTree>
    <p:extLst>
      <p:ext uri="{BB962C8B-B14F-4D97-AF65-F5344CB8AC3E}">
        <p14:creationId xmlns:p14="http://schemas.microsoft.com/office/powerpoint/2010/main" val="112164070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0CF57E0-C947-4050-8DEF-18C94F569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E2B13F2-9DAA-410D-8B77-9710B3137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865548E-BFAB-4716-9D3C-98624DAD8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CD0B188-FB87-46BA-8618-837DF1FED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923D37D-5AB8-4CED-B6D4-026FB32E5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9488FDA-21F0-48CF-859F-2B61FBB33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61E5495-3A70-49E0-A66B-A805141AB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2B44DA5-EA97-4755-A53C-4D387FFAA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55545DE-6B30-47EF-9AF3-8EAA83D93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Translate shapes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D27CAE7-3240-4074-8EC6-10AE6776C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B6B420B-C4A1-4F0E-B7CC-7F364AF1F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6858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AD7BC94-CB6D-4989-B74C-4DFCE81E3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61150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point becomes (7, -4) after moving 9 right and 3 down. Find its start.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90FD7DB-C98F-428C-90D3-241099729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50D937F-8650-42D0-BC07-1DE9A48A4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66875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CA17BD4-4ABE-439C-94E2-47B1A2B19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048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4288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574A11D-6619-43FF-A298-FD3905D89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19375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(-2, -1).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A10BAF5-939C-416C-B032-10616E099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005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825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E565F88-9A8F-47E2-A6A5-A236E0719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3400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66191273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D8019EC-37E7-48A7-B208-FFC30FDFC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14CBCE6-0408-4A8D-8347-19EABBDE2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65C8D71-919B-4D1F-9173-E682C1452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9FE7EC1-1639-476C-AEAD-235537368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4B38C52-A915-460D-9F2C-4ACB23402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2C7EB6B-1465-467D-B266-BD36146C3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40D8416-297D-4AFC-B9B9-ECE726F42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679D0E8-DC96-4629-B654-12924EE67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093FE3E-4CB0-4D9B-8C4C-1003B5C82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Translate shapes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F4F4357-2C5F-47B9-A8AB-3DC16EDFF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881D23C-B3A3-4F99-BBFA-03E5A5273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E9C9613-318F-487B-898F-703647D20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DBE2830-FE61-40BE-8752-298D5FFBA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point becomes (7, -4) after moving 9 right and 3 down. Find its start.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B62D470-C61C-4D1F-957F-BD7694551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9664016-4851-4F7F-8650-15BDC53B9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1FC1492-0C19-4509-80F5-CE0BD8884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47D4A2F-E712-4EBB-B78F-82089A69A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changes x and y in the same way without checking the direction or mirror line.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E454978-40AC-42B5-86D9-905067B2A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D7721E2-4F5A-46B5-BB59-3BB577F5E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F9F9CDC-7BF6-4668-B6DA-C83B54CA8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BCE506E-95BF-4AC4-8C6E-3398F868A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377E2F5-7235-46D4-B37D-6BF9E8460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91005968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2026-09-09T20:50:18.3580000Z</dcterms:created>
  <dcterms:modified xsi:type="dcterms:W3CDTF">2026-09-09T20:50:18.3580000Z</dcterms:modified>
</coreProperties>
</file>