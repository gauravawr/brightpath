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7fd4f6c2594c3b" /><Relationship Type="http://schemas.openxmlformats.org/officeDocument/2006/relationships/extended-properties" Target="/docProps/app.xml" Id="R6f2f7c19d6344b9f" /><Relationship Type="http://schemas.openxmlformats.org/officeDocument/2006/relationships/officeDocument" Target="/ppt/presentation.xml" Id="Ra9c90a75d59345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a4858a98c84514"/>
  </p:sldMasterIdLst>
  <p:notesMasterIdLst>
    <p:notesMasterId xmlns:r="http://schemas.openxmlformats.org/officeDocument/2006/relationships" r:id="Raa6a7154f8d54ad5"/>
  </p:notesMasterIdLst>
  <p:sldIdLst>
    <p:sldId xmlns:r="http://schemas.openxmlformats.org/officeDocument/2006/relationships" id="256" r:id="Rb7d5b949d60f4d29"/>
    <p:sldId xmlns:r="http://schemas.openxmlformats.org/officeDocument/2006/relationships" id="257" r:id="R37e7edcafcbb41d2"/>
    <p:sldId xmlns:r="http://schemas.openxmlformats.org/officeDocument/2006/relationships" id="258" r:id="R227afbd5b32b48b8"/>
    <p:sldId xmlns:r="http://schemas.openxmlformats.org/officeDocument/2006/relationships" id="259" r:id="R3aabb2c0db71485d"/>
    <p:sldId xmlns:r="http://schemas.openxmlformats.org/officeDocument/2006/relationships" id="260" r:id="R253260996f834eb8"/>
    <p:sldId xmlns:r="http://schemas.openxmlformats.org/officeDocument/2006/relationships" id="261" r:id="R6119724727d348e5"/>
    <p:sldId xmlns:r="http://schemas.openxmlformats.org/officeDocument/2006/relationships" id="262" r:id="R796c22f5949741c7"/>
    <p:sldId xmlns:r="http://schemas.openxmlformats.org/officeDocument/2006/relationships" id="263" r:id="R9ce68a9b7f734626"/>
    <p:sldId xmlns:r="http://schemas.openxmlformats.org/officeDocument/2006/relationships" id="264" r:id="R05f837ec97374673"/>
    <p:sldId xmlns:r="http://schemas.openxmlformats.org/officeDocument/2006/relationships" id="265" r:id="R6644b8867cc64cb1"/>
    <p:sldId xmlns:r="http://schemas.openxmlformats.org/officeDocument/2006/relationships" id="266" r:id="R763eca1b02b6460d"/>
    <p:sldId xmlns:r="http://schemas.openxmlformats.org/officeDocument/2006/relationships" id="267" r:id="R7dbaa7fd383e4ca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c959f9de9144c4" /><Relationship Type="http://schemas.openxmlformats.org/officeDocument/2006/relationships/slideMaster" Target="/ppt/slideMasters/slideMaster1.xml" Id="R4fa4858a98c84514" /><Relationship Type="http://schemas.openxmlformats.org/officeDocument/2006/relationships/notesMaster" Target="/ppt/notesMasters/notesMaster1.xml" Id="Raa6a7154f8d54ad5" /><Relationship Type="http://schemas.openxmlformats.org/officeDocument/2006/relationships/presProps" Target="/ppt/presProps.xml" Id="R4a218b9ffd41464a" /><Relationship Type="http://schemas.openxmlformats.org/officeDocument/2006/relationships/tableStyles" Target="/ppt/tableStyles.xml" Id="Re87f66bf87054ba2" /><Relationship Type="http://schemas.openxmlformats.org/officeDocument/2006/relationships/slide" Target="/ppt/slides/slide1.xml" Id="Rb7d5b949d60f4d29" /><Relationship Type="http://schemas.openxmlformats.org/officeDocument/2006/relationships/slide" Target="/ppt/slides/slide2.xml" Id="R37e7edcafcbb41d2" /><Relationship Type="http://schemas.openxmlformats.org/officeDocument/2006/relationships/slide" Target="/ppt/slides/slide3.xml" Id="R227afbd5b32b48b8" /><Relationship Type="http://schemas.openxmlformats.org/officeDocument/2006/relationships/slide" Target="/ppt/slides/slide4.xml" Id="R3aabb2c0db71485d" /><Relationship Type="http://schemas.openxmlformats.org/officeDocument/2006/relationships/slide" Target="/ppt/slides/slide5.xml" Id="R253260996f834eb8" /><Relationship Type="http://schemas.openxmlformats.org/officeDocument/2006/relationships/slide" Target="/ppt/slides/slide6.xml" Id="R6119724727d348e5" /><Relationship Type="http://schemas.openxmlformats.org/officeDocument/2006/relationships/slide" Target="/ppt/slides/slide7.xml" Id="R796c22f5949741c7" /><Relationship Type="http://schemas.openxmlformats.org/officeDocument/2006/relationships/slide" Target="/ppt/slides/slide8.xml" Id="R9ce68a9b7f734626" /><Relationship Type="http://schemas.openxmlformats.org/officeDocument/2006/relationships/slide" Target="/ppt/slides/slide9.xml" Id="R05f837ec97374673" /><Relationship Type="http://schemas.openxmlformats.org/officeDocument/2006/relationships/slide" Target="/ppt/slides/slide10.xml" Id="R6644b8867cc64cb1" /><Relationship Type="http://schemas.openxmlformats.org/officeDocument/2006/relationships/slide" Target="/ppt/slides/slide11.xml" Id="R763eca1b02b6460d" /><Relationship Type="http://schemas.openxmlformats.org/officeDocument/2006/relationships/slide" Target="/ppt/slides/slide12.xml" Id="R7dbaa7fd383e4c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e0023b905341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d5bc084a554bb4" /><Relationship Type="http://schemas.openxmlformats.org/officeDocument/2006/relationships/notesMaster" Target="/ppt/notesMasters/notesMaster1.xml" Id="R738f40ef002e4f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ac8dda902844bc" /><Relationship Type="http://schemas.openxmlformats.org/officeDocument/2006/relationships/notesMaster" Target="/ppt/notesMasters/notesMaster1.xml" Id="Rdb059cf1ea8e4f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289627f6c1487c" /><Relationship Type="http://schemas.openxmlformats.org/officeDocument/2006/relationships/notesMaster" Target="/ppt/notesMasters/notesMaster1.xml" Id="Ra72352d1088447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cc7fb4cf75442e" /><Relationship Type="http://schemas.openxmlformats.org/officeDocument/2006/relationships/notesMaster" Target="/ppt/notesMasters/notesMaster1.xml" Id="Rb40caa91b24148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81e84a75ce4fae" /><Relationship Type="http://schemas.openxmlformats.org/officeDocument/2006/relationships/notesMaster" Target="/ppt/notesMasters/notesMaster1.xml" Id="R55c8dc34a6fa46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141012cd8c4667" /><Relationship Type="http://schemas.openxmlformats.org/officeDocument/2006/relationships/notesMaster" Target="/ppt/notesMasters/notesMaster1.xml" Id="Re0dc56991ded4d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120da672994f60" /><Relationship Type="http://schemas.openxmlformats.org/officeDocument/2006/relationships/notesMaster" Target="/ppt/notesMasters/notesMaster1.xml" Id="R9dcfeb0ad96b47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7080abfc374dd2" /><Relationship Type="http://schemas.openxmlformats.org/officeDocument/2006/relationships/notesMaster" Target="/ppt/notesMasters/notesMaster1.xml" Id="Rca70001146e04b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eb57263deb4670" /><Relationship Type="http://schemas.openxmlformats.org/officeDocument/2006/relationships/notesMaster" Target="/ppt/notesMasters/notesMaster1.xml" Id="Rdc00501d9e4a4f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4c2e3b33744268" /><Relationship Type="http://schemas.openxmlformats.org/officeDocument/2006/relationships/notesMaster" Target="/ppt/notesMasters/notesMaster1.xml" Id="Re731d5cff74743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f8e0affd1340dd" /><Relationship Type="http://schemas.openxmlformats.org/officeDocument/2006/relationships/notesMaster" Target="/ppt/notesMasters/notesMaster1.xml" Id="Rcbb284a785a645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2f2f61ae824cac" /><Relationship Type="http://schemas.openxmlformats.org/officeDocument/2006/relationships/notesMaster" Target="/ppt/notesMasters/notesMaster1.xml" Id="R94ca2c6e273f41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Quadrant II.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(-2, -1).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Quadrant 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Quadrant II..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 left and 6 up..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(1, 3).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 left and 6 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 left and 6 up.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500a4e08c4b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b99a170a4644f8" /><Relationship Type="http://schemas.openxmlformats.org/officeDocument/2006/relationships/slideLayout" Target="/ppt/slideLayouts/slideLayout1.xml" Id="R42096df3ced649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096df3ced649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1e880b9a64d5f" /><Relationship Type="http://schemas.openxmlformats.org/officeDocument/2006/relationships/notesSlide" Target="/ppt/notesSlides/notesSlide1.xml" Id="R25249f29315d46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8fc382f5e47ed" /><Relationship Type="http://schemas.openxmlformats.org/officeDocument/2006/relationships/notesSlide" Target="/ppt/notesSlides/notesSlide2.xml" Id="R3a19c8c6a6f542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6f960b2b845d6" /><Relationship Type="http://schemas.openxmlformats.org/officeDocument/2006/relationships/notesSlide" Target="/ppt/notesSlides/notesSlide3.xml" Id="Rb245ae78010f4c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9b19a98ca641dc" /><Relationship Type="http://schemas.openxmlformats.org/officeDocument/2006/relationships/notesSlide" Target="/ppt/notesSlides/notesSlide4.xml" Id="Rf827cf41906a4f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6655bfc804e09" /><Relationship Type="http://schemas.openxmlformats.org/officeDocument/2006/relationships/notesSlide" Target="/ppt/notesSlides/notesSlide5.xml" Id="R0bff2f3a63cc41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ac5fdee9d4ad6" /><Relationship Type="http://schemas.openxmlformats.org/officeDocument/2006/relationships/notesSlide" Target="/ppt/notesSlides/notesSlide6.xml" Id="R0f9e0161122c4f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ea966d50a4a9e" /><Relationship Type="http://schemas.openxmlformats.org/officeDocument/2006/relationships/image" Target="/ppt/media/image.png" Id="R25e2223436474b9f" /><Relationship Type="http://schemas.openxmlformats.org/officeDocument/2006/relationships/notesSlide" Target="/ppt/notesSlides/notesSlide7.xml" Id="Rd6944e8445d545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3d44be65e4017" /><Relationship Type="http://schemas.openxmlformats.org/officeDocument/2006/relationships/notesSlide" Target="/ppt/notesSlides/notesSlide8.xml" Id="R1aef3e509dbd4b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3587e1a264b4d" /><Relationship Type="http://schemas.openxmlformats.org/officeDocument/2006/relationships/notesSlide" Target="/ppt/notesSlides/notesSlide9.xml" Id="Rbeb28e72c6a446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876a986894743" /><Relationship Type="http://schemas.openxmlformats.org/officeDocument/2006/relationships/notesSlide" Target="/ppt/notesSlides/notesSlide10.xml" Id="R7a0e2af2c07e4c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08bb028dc4b54" /><Relationship Type="http://schemas.openxmlformats.org/officeDocument/2006/relationships/notesSlide" Target="/ppt/notesSlides/notesSlide11.xml" Id="R5dc3b46c8bcc4d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f35fd92834e5d" /><Relationship Type="http://schemas.openxmlformats.org/officeDocument/2006/relationships/notesSlide" Target="/ppt/notesSlides/notesSlide12.xml" Id="R9a576e4684c34b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5A5A1B-37E7-4682-882D-1B3D98A1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EAF23-7A49-4679-A0C9-E156BFEB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00D0F-83F0-4BCB-A9B1-0907BC8E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010B4-EA56-4CBA-8C52-AE310ED3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8B692-965E-44E3-9205-9F6B2453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83824-03B3-4B1F-85BD-39CF86A7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A01A37-AD1F-4746-BBC0-E3C8D869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EF4C5-A0AE-4175-B76A-1908A1B0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determine missing coordinates after transformations.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07E2CA-CC1A-4600-B775-D0436B90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06EC4-BF4B-4680-ACF2-E5CA8C6D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60C53F-D9D4-4DD6-8DE7-5B5B7B17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562102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D55869-2418-4F8C-8307-222CDCAE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A3D96-C71D-4C1B-99BE-8AB30A8B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E60BC-549E-407A-A15A-F1C5630B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E6265-8543-4B1B-A7DD-79E4CF3C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C5875-AC58-485B-8C8B-A8BC780C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3845C-A9BC-4D17-93EF-ED3A3EA1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C0B5A-1C1E-41D2-8A30-AEDB4861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A5E55-71C0-4612-814A-8F6F4EB3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7DD83-5F7C-4AFE-ABBA-99C2DBD7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379337-D5E1-4C47-85E7-769B25B8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087465-6028-42C4-98CD-0215FA91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D538F6-3F44-4F6E-AE40-94B27955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41E33D-112E-4EB9-8895-A4C26524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208DA-ACCD-4E54-8740-127244E1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F43CB7-0723-4DB3-8215-CA8A8E7A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9FD9F4-3E18-467B-BFD7-BDE06B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41F92-8BC5-491A-97C7-536C03FC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AD49A4-2407-40C0-8E62-88D1AA33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18EB8-DC60-4EFC-B30E-62652AA5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EBC2E5-5AA0-4445-9145-561815D0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D0B988-68DA-4852-A4F4-3F4AC2F5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point becomes (7, -4) after moving 9 right and 3 down. Find its start.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73B1A5-E387-4E3A-876A-7342CED5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510102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B458C-09DF-459D-A567-1EFBB66E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F924D4-560C-49FA-8ABE-F805B655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D1B3E-A70C-45AC-8EFD-8684352D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131B4-5699-4144-9781-66D4F845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D2AA4-6CD7-461D-AB81-97316130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7DB5D-8931-411C-B0CD-3E7BF835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32FC1-C96B-461E-A8BE-8796683C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F8C5D-102E-4BB0-8305-8685BDB6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FFBA9-A0BD-491A-8999-3EAB5523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AF7486-E7E5-40DC-A63F-7DB1E57A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determine missing coordinates after transformations.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620310-0FCE-470B-9CC1-D9A4320D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BD33-4F1E-438F-B110-24D4CBFF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0E267-5F29-4AC8-B4E7-BFB47A5D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E082F-2CBA-4DBC-BCA1-9FB5DE41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B90FF-B72A-4052-8862-49A7D19D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4353017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28AC1-60DF-41AF-8BC5-1E7CAA41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E6FEB-DE54-40A3-A658-AC80A61B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8CFFC-CF9F-4EAA-B86B-0FAC3C70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A8B60-C00C-42A4-AE69-6436788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32A23-6826-43A5-BD64-8A0FA636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0977C-919A-471B-8481-36D26735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6AEE53-B7C7-4FBE-A9E9-101BD736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6611C9-0F07-4EC2-A294-993273DC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3AF5E4-0728-46F1-A752-111FF948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28013-8742-4515-85E8-BAD3C544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A5C64-8E5A-49EC-892C-97A3ADF1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33F1E-73A8-4BFD-B2C2-8DDD648C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D87E85-112D-448C-85A4-2EB4EA34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End point (7, -4)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4E62CE-2473-425D-B6E4-28891DCE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F1FD4-E9CF-46AB-A991-C5E69AC3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12F38-A824-4951-BDF6-B8204E90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Reverse 9 right: 7 - 9 = -2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F0EB0-74C9-4EF3-BA51-91B00D05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301EC7-595D-4489-B0D1-0CAC7EF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6F48E-D75A-4331-8BA3-C3A6F5D5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Reverse 3 down: -4 + 3 = -1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835F24-6CBD-4A2D-9BBD-DC890A2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5682C4-2417-4DE1-A048-55942B74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A1975-0039-4EBC-8AC2-DA516F3D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Start point = (-2, -1)</a:t>
            </a:r>
          </a:p>
        </p:txBody>
      </p:sp>
    </p:spTree>
    <p:extLst>
      <p:ext uri="{BB962C8B-B14F-4D97-AF65-F5344CB8AC3E}">
        <p14:creationId xmlns:p14="http://schemas.microsoft.com/office/powerpoint/2010/main" val="18015924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7DEAE-B257-473B-8FA9-15FAEAF3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532AE-EA86-4C44-AAB2-0A86E6C8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5C4A8-7513-4992-8357-CBB02496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205C6-6BC8-4DBF-A8FA-7F881664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DD2CB-6DC9-491E-AE0F-8CB7F449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E955E-BF4B-43A5-A81C-C24F5AC8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8D5B6-17E1-4EAE-B195-593D6196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B015C-44D3-4BF8-89D0-9E96290A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4C5D3-420E-4729-9750-17A25CA1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117EC-300D-439E-9FD0-7FF16B42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72A38D-1E94-49A6-AFD1-7C993B10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(-2, -1).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54253-D308-4E93-91C9-55F24463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88194-3B38-4C8F-8239-24C7C7E3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51BCB-3158-4D3B-B9B9-E56E079C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850655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3C2299-DD7B-4DA3-BB23-7091CD07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7962F-ABE0-4DEE-8448-50FC8341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79272-4C77-45CF-B314-2369C547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F5418-FF04-47ED-AD09-66B07D8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60E1C-5543-48A7-B6B9-0DD69579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B6F46-8DC5-44C8-A4BF-A6F5961E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92809-C4BF-4ECF-9E46-B19D4D4F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7691A-1CCC-4D8C-926A-404D97F4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4F50D-718C-4208-B9CA-831277B6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40D00-16BC-4386-95F3-69D15669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B030F-6E67-49FF-80D0-7EFE4C7D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98096-DA8D-4CCA-B61E-0A6C4CFA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0635D-7F00-4199-97FE-D911FC30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497910-6566-472A-B883-68F02E48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7D4A68-98E7-433A-934A-FAF930F2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Quadrant II.</a:t>
            </a:r>
          </a:p>
        </p:txBody>
      </p:sp>
    </p:spTree>
    <p:extLst>
      <p:ext uri="{BB962C8B-B14F-4D97-AF65-F5344CB8AC3E}">
        <p14:creationId xmlns:p14="http://schemas.microsoft.com/office/powerpoint/2010/main" val="19131628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C99BA-9406-4093-9C47-2EB35CD6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E8894-1DC1-4B26-B5FA-21D1AF3D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C2161-98DF-4242-A53D-424A4837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5F4A36-1EC5-4AAB-B63B-463E5892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B5335-982E-458D-A7B6-64F91C59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01213-6201-402E-83E2-3DA46122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A871B-0095-4A93-97B5-A62A6CDC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4A92E-D4FA-4743-BBF1-17ECC42D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870DA-10E6-4C81-84D7-B68EA493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2223436474b9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53936C-8044-4E75-A1B7-4503233E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3A2A2-B8D0-4023-BEE3-8DF822C3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610DCD-3E6F-4754-9145-4CF482B7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E86483-5EB3-4C94-A058-E3B8CBD0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17EAC-82FA-4EE6-AECE-1373F9DF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7703774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AF2F5-FB87-45FC-8067-440DF492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D332E-58AB-443B-95D2-BEE260A6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65105-EC2C-4089-A1D3-2E3C1DD8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23163-27D7-4BAE-B436-F4D421EC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11B41-620B-418D-99FA-EA5CA075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6C57-DFD2-4687-8DDD-F5DF7D42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0C3B0-C539-4471-B771-A9ED2D86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A12C2-DF4C-4555-B9DD-3E809B11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0D5CC-D0CC-45EF-AEE6-AAB61267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1CF55-0972-4C64-BA3A-2185F0BA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B1846-ED9F-4717-9EC8-58908254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10A4C9-913E-4BC3-BB10-7541C8D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C5D9B-4023-49E4-BA39-6A023382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483CA-37E6-4B68-BA43-C3F13534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7CE54-48D5-4075-AD69-C850FD96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7E6DB-CA72-4BA9-8D8D-DC34FB6A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5D3DCA-B1E8-4D3C-91B2-6026A3E6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7E0A3-F281-4318-A5D7-4E447191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518277-36D2-44F0-BD66-E23D9892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905786-089B-43B6-B21E-52E85DDE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6F4045-3003-4DDE-A9A5-A98D3239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Quadrant II.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8BCF9F-7FBD-4C1D-AD2E-A6D2C0CC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667792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A10606-7A94-4665-9FA0-5C9FFC91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54401-CCDB-4B5D-8B43-3910AD2E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E5FCDB-F652-4CB5-AD16-2D1D4A84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DD19A-4A52-481D-82F9-D93C3734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82EB7-A43B-4B1C-93E5-EBC08F8B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8B887-158C-47C7-A51F-32F0336A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4869E-EFB8-4FD6-8682-7C6830BE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6607B6-9BBD-488A-9A11-61E483EC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32E02-F90F-45D8-B285-768E1231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ED6CD5-7257-457E-A07E-DC76A0F6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F47D8-F33B-4F57-8457-ADA53A71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DB587B-5C88-4A55-80EE-6FCD7143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4177B7-B986-4FF1-A9F1-DC8C669C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24366-0363-4DA1-A08A-0BA69E90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2091C-13AC-4DEA-B735-8497B6CB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8C5172-EC93-4F27-A72B-43ADE22E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45CE6-277E-4CF3-84C0-CC53C14E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855E77-03BB-4F21-BABA-94A0F8BC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1D327-7BB2-4FE0-90E4-2597AB8A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11093D-4A92-4388-80EC-59A7E37E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84F7F4-C144-4531-AC49-00CB1D0C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788708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CF6E44-26AA-4142-A865-4BC5397F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82930-E1AD-42D1-84A0-EE2AFB99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F17DC-B1DC-4634-A428-987E2895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76889-3D26-4AE7-AD30-B92262E9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58725-3D9D-4A19-B8C0-DD14E792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F1B43D-48FA-4D38-B0E5-76F973A2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C4C751-22F5-4C0C-9AB6-41FAC884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07886-CA8D-4F7E-89EE-D0B93B3E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96A03-DC75-4149-84BC-A626A622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F8D38-4F34-462F-B050-38A56C1C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Translate (4, -2) by 3 left and 5 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643BBF-9D26-4034-A506-0A94445A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CB4EB-2126-4416-8B94-610F5133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5A52A7-7C26-421F-B8AB-C5649743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(1, 3).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818611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6984D3-6FA5-4CEF-B839-7AAAA823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94EDE-10BD-4CA8-979A-01D88C9F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F39F4-A308-43A0-8952-A94EF2E8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182CE-1582-49C0-9671-4938DE5C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B5B57-6B08-4239-8B20-22249FD0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9AC33-6403-4322-A1BB-73DC1422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43F57-FFB8-4C6F-9A1C-F84066E8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2C0B7-0F2E-4572-8A0A-7195E8D3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43AE8-C6E0-44A5-BF75-0D4A8298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FBBA1-DB68-43D6-BD74-B13A8A95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18890-047C-4C65-8F95-80E4D41B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FF29D6-359E-4F5F-AB9D-88FA7822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33303-CE41-4F7B-B9A8-C338F5A3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81FDC2-E91E-4DC7-BF1E-B10CB7FB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4D2D0D-C202-4856-B62F-D3E9DEF9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3616D-B464-4BA4-BB93-6DA2BD4F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 left and 6 up.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730A7-5329-4937-ADF6-45B8726D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BB451-FE11-44C7-9874-9879D039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756668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CD2546-41FD-4B4D-9D54-E3740D14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F1606-201B-4182-A952-3E66F4EB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76AA1-5B1D-4058-9929-9B0BEB01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47296-FE51-4860-BDFD-BC162E63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9E4CA-98FB-496E-9C7C-64FCB087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B7566-C389-4F4E-9549-372EEA06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015EC-015D-4460-856A-BDA87AC6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EE76A-2DEE-4638-97F0-82774B3F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6F24E0-C380-4D66-B90E-41C782F9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89F48-0AA5-4FB4-8EAE-51FD0614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DFBD6-0A98-4A19-B9B4-ED46B65B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6586D-24EB-44B8-8D89-AC119967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2B3687-A75A-4F59-BCB3-766090B0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DE33A-34E2-4283-BC2C-D24F5169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4AAD8-2B7A-4F4F-A814-77920B42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3E5C17-757F-4D7E-84DA-58D54DC6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1823C1-300D-40F9-B4CB-379F0834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2B970-F656-404E-8500-27C16101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10A82-600B-42EC-98B6-20575A28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F817DE-C403-4C8B-8E92-6A3CE455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C55E96-CB7C-4D13-AFB0-0239755A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7905EC-E788-4213-8C18-C8202C7B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491790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2026-09-09T22:14:15.6680000Z</dcterms:created>
  <dcterms:modified xsi:type="dcterms:W3CDTF">2026-09-09T22:14:15.6680000Z</dcterms:modified>
</coreProperties>
</file>