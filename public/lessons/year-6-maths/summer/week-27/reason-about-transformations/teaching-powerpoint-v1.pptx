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transformations. Reason about transformations.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transformations. I do.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transformations. You do. Pause before clicking. Let pupils try independently, then reveal and discuss every step.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transformations. I do.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transformations. You do. Pause before clicking. Let pupils try independently, then reveal and discuss every step.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transformations.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transformations.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C8DC924E-087E-4EC4-A595-BB98D64997D7}"/>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Reason about transformations</a:t>
            </a:r>
          </a:p>
        </p:txBody>
      </p:sp>
      <p:sp>
        <p:nvSpPr>
          <p:cNvPr id="2" name="object-2">
            <a:extLst>
              <a:ext uri="{FF2B5EF4-FFF2-40B4-BE49-F238E27FC236}">
                <a16:creationId xmlns:a16="http://schemas.microsoft.com/office/drawing/2014/main" id="{A5478727-1292-4D65-A99B-26A762D183E3}"/>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24D16F91-A912-4943-BF30-643D8A4E270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50D3EAD-C328-4CB0-8EBD-09286253ABD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transformations</a:t>
            </a:r>
          </a:p>
        </p:txBody>
      </p:sp>
      <p:sp>
        <p:nvSpPr>
          <p:cNvPr id="5" name="object-5">
            <a:extLst>
              <a:ext uri="{FF2B5EF4-FFF2-40B4-BE49-F238E27FC236}">
                <a16:creationId xmlns:a16="http://schemas.microsoft.com/office/drawing/2014/main" id="{3E8B63A5-52AF-480A-8E2A-9491B9A09A0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F52A23AC-F6CB-4D8A-B6A1-87B5115A294B}"/>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determine missing coordinates after transformations.</a:t>
            </a:r>
          </a:p>
        </p:txBody>
      </p:sp>
    </p:spTree>
    <p:extLst>
      <p:ext uri="{BB962C8B-B14F-4D97-AF65-F5344CB8AC3E}">
        <p14:creationId xmlns:p14="http://schemas.microsoft.com/office/powerpoint/2010/main" val="1868163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object-1">
            <a:extLst>
              <a:ext uri="{FF2B5EF4-FFF2-40B4-BE49-F238E27FC236}">
                <a16:creationId xmlns:a16="http://schemas.microsoft.com/office/drawing/2014/main" id="{8363065D-1349-49CA-96A5-5C26ECBB494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4B467C35-B8B3-4500-8203-A5B67CCB896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After moving 9 right and 3 down, a point is (7, -4). Find its start.</a:t>
            </a:r>
          </a:p>
        </p:txBody>
      </p:sp>
      <p:sp>
        <p:nvSpPr>
          <p:cNvPr id="3" name="object-3">
            <a:extLst>
              <a:ext uri="{FF2B5EF4-FFF2-40B4-BE49-F238E27FC236}">
                <a16:creationId xmlns:a16="http://schemas.microsoft.com/office/drawing/2014/main" id="{D169859E-E43B-4562-8DF0-EB764AE21315}"/>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E275680-3CC9-4B98-81BB-9BFFFCA090F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transformations</a:t>
            </a:r>
          </a:p>
        </p:txBody>
      </p:sp>
      <p:sp>
        <p:nvSpPr>
          <p:cNvPr id="5" name="object-5">
            <a:extLst>
              <a:ext uri="{FF2B5EF4-FFF2-40B4-BE49-F238E27FC236}">
                <a16:creationId xmlns:a16="http://schemas.microsoft.com/office/drawing/2014/main" id="{C7369731-843F-4A71-8AEF-1246008E897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FC645617-C69A-4265-99EA-AB8169701C73}"/>
              </a:ext>
            </a:extLst>
          </p:cNvPr>
          <p:cNvSpPr>
            <a:spLocks noGrp="1"/>
          </p:cNvSpPr>
          <p:nvPr/>
        </p:nvSpPr>
        <p:spPr>
          <a:xfrm>
            <a:off x="2583656" y="2583656"/>
            <a:ext cx="4953000" cy="0"/>
          </a:xfrm>
          <a:prstGeom prst="line">
            <a:avLst/>
          </a:prstGeom>
          <a:noFill/>
          <a:ln w="11906">
            <a:solidFill>
              <a:srgbClr val="BCD0EA"/>
            </a:solidFill>
          </a:ln>
        </p:spPr>
      </p:sp>
      <p:sp>
        <p:nvSpPr>
          <p:cNvPr id="7" name="object-7">
            <a:extLst>
              <a:ext uri="{FF2B5EF4-FFF2-40B4-BE49-F238E27FC236}">
                <a16:creationId xmlns:a16="http://schemas.microsoft.com/office/drawing/2014/main" id="{B60E421B-D2DE-4B22-A411-8F98585F79FA}"/>
              </a:ext>
            </a:extLst>
          </p:cNvPr>
          <p:cNvSpPr>
            <a:spLocks noGrp="1"/>
          </p:cNvSpPr>
          <p:nvPr/>
        </p:nvSpPr>
        <p:spPr>
          <a:xfrm>
            <a:off x="2583656" y="2583656"/>
            <a:ext cx="0" cy="4953000"/>
          </a:xfrm>
          <a:prstGeom prst="line">
            <a:avLst/>
          </a:prstGeom>
          <a:noFill/>
          <a:ln w="11906">
            <a:solidFill>
              <a:srgbClr val="BCD0EA"/>
            </a:solidFill>
          </a:ln>
        </p:spPr>
      </p:sp>
      <p:sp>
        <p:nvSpPr>
          <p:cNvPr id="8" name="object-8">
            <a:extLst>
              <a:ext uri="{FF2B5EF4-FFF2-40B4-BE49-F238E27FC236}">
                <a16:creationId xmlns:a16="http://schemas.microsoft.com/office/drawing/2014/main" id="{0E679B50-EB33-4B26-82AB-C69D40E08608}"/>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9" name="object-9">
            <a:extLst>
              <a:ext uri="{FF2B5EF4-FFF2-40B4-BE49-F238E27FC236}">
                <a16:creationId xmlns:a16="http://schemas.microsoft.com/office/drawing/2014/main" id="{50D81739-87CE-45B6-A445-4BCE2DB3939A}"/>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77C3D3DE-E07C-44D4-B761-80AF879BB407}"/>
              </a:ext>
            </a:extLst>
          </p:cNvPr>
          <p:cNvSpPr>
            <a:spLocks noGrp="1"/>
          </p:cNvSpPr>
          <p:nvPr/>
        </p:nvSpPr>
        <p:spPr>
          <a:xfrm>
            <a:off x="2583656" y="2893219"/>
            <a:ext cx="4953000" cy="0"/>
          </a:xfrm>
          <a:prstGeom prst="line">
            <a:avLst/>
          </a:prstGeom>
          <a:noFill/>
          <a:ln w="11906">
            <a:solidFill>
              <a:srgbClr val="BCD0EA"/>
            </a:solidFill>
          </a:ln>
        </p:spPr>
      </p:sp>
      <p:sp>
        <p:nvSpPr>
          <p:cNvPr id="11" name="object-11">
            <a:extLst>
              <a:ext uri="{FF2B5EF4-FFF2-40B4-BE49-F238E27FC236}">
                <a16:creationId xmlns:a16="http://schemas.microsoft.com/office/drawing/2014/main" id="{8E9E5961-ADE1-4D10-B9E9-72867B1D38D3}"/>
              </a:ext>
            </a:extLst>
          </p:cNvPr>
          <p:cNvSpPr>
            <a:spLocks noGrp="1"/>
          </p:cNvSpPr>
          <p:nvPr/>
        </p:nvSpPr>
        <p:spPr>
          <a:xfrm>
            <a:off x="2893219" y="2583656"/>
            <a:ext cx="0" cy="4953000"/>
          </a:xfrm>
          <a:prstGeom prst="line">
            <a:avLst/>
          </a:prstGeom>
          <a:noFill/>
          <a:ln w="11906">
            <a:solidFill>
              <a:srgbClr val="BCD0EA"/>
            </a:solidFill>
          </a:ln>
        </p:spPr>
      </p:sp>
      <p:sp>
        <p:nvSpPr>
          <p:cNvPr id="12" name="object-12">
            <a:extLst>
              <a:ext uri="{FF2B5EF4-FFF2-40B4-BE49-F238E27FC236}">
                <a16:creationId xmlns:a16="http://schemas.microsoft.com/office/drawing/2014/main" id="{3CF64F42-80EB-4B3C-AD89-0771B1A172E0}"/>
              </a:ext>
            </a:extLst>
          </p:cNvPr>
          <p:cNvSpPr>
            <a:spLocks noGrp="1"/>
          </p:cNvSpPr>
          <p:nvPr/>
        </p:nvSpPr>
        <p:spPr>
          <a:xfrm>
            <a:off x="2583656" y="3202781"/>
            <a:ext cx="4953000" cy="0"/>
          </a:xfrm>
          <a:prstGeom prst="line">
            <a:avLst/>
          </a:prstGeom>
          <a:noFill/>
          <a:ln w="11906">
            <a:solidFill>
              <a:srgbClr val="BCD0EA"/>
            </a:solidFill>
          </a:ln>
        </p:spPr>
      </p:sp>
      <p:sp>
        <p:nvSpPr>
          <p:cNvPr id="13" name="object-13">
            <a:extLst>
              <a:ext uri="{FF2B5EF4-FFF2-40B4-BE49-F238E27FC236}">
                <a16:creationId xmlns:a16="http://schemas.microsoft.com/office/drawing/2014/main" id="{E7683089-0E75-490D-A2BB-7D7A2DDA20E3}"/>
              </a:ext>
            </a:extLst>
          </p:cNvPr>
          <p:cNvSpPr>
            <a:spLocks noGrp="1"/>
          </p:cNvSpPr>
          <p:nvPr/>
        </p:nvSpPr>
        <p:spPr>
          <a:xfrm>
            <a:off x="3202781" y="2583656"/>
            <a:ext cx="0" cy="4953000"/>
          </a:xfrm>
          <a:prstGeom prst="line">
            <a:avLst/>
          </a:prstGeom>
          <a:noFill/>
          <a:ln w="11906">
            <a:solidFill>
              <a:srgbClr val="BCD0EA"/>
            </a:solidFill>
          </a:ln>
        </p:spPr>
      </p:sp>
      <p:sp>
        <p:nvSpPr>
          <p:cNvPr id="14" name="object-14">
            <a:extLst>
              <a:ext uri="{FF2B5EF4-FFF2-40B4-BE49-F238E27FC236}">
                <a16:creationId xmlns:a16="http://schemas.microsoft.com/office/drawing/2014/main" id="{DAFFE509-AC12-470F-8FEE-F7EFAFD5BA80}"/>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5" name="object-15">
            <a:extLst>
              <a:ext uri="{FF2B5EF4-FFF2-40B4-BE49-F238E27FC236}">
                <a16:creationId xmlns:a16="http://schemas.microsoft.com/office/drawing/2014/main" id="{A92F6E64-1AEB-4324-A9F4-99BAE306763D}"/>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F77DB69A-AA44-423D-A7F2-AF1B24C75986}"/>
              </a:ext>
            </a:extLst>
          </p:cNvPr>
          <p:cNvSpPr>
            <a:spLocks noGrp="1"/>
          </p:cNvSpPr>
          <p:nvPr/>
        </p:nvSpPr>
        <p:spPr>
          <a:xfrm>
            <a:off x="2583656" y="3512344"/>
            <a:ext cx="4953000" cy="0"/>
          </a:xfrm>
          <a:prstGeom prst="line">
            <a:avLst/>
          </a:prstGeom>
          <a:noFill/>
          <a:ln w="11906">
            <a:solidFill>
              <a:srgbClr val="BCD0EA"/>
            </a:solidFill>
          </a:ln>
        </p:spPr>
      </p:sp>
      <p:sp>
        <p:nvSpPr>
          <p:cNvPr id="17" name="object-17">
            <a:extLst>
              <a:ext uri="{FF2B5EF4-FFF2-40B4-BE49-F238E27FC236}">
                <a16:creationId xmlns:a16="http://schemas.microsoft.com/office/drawing/2014/main" id="{48C515C6-8535-4D4C-B68A-4DCD7F929B7D}"/>
              </a:ext>
            </a:extLst>
          </p:cNvPr>
          <p:cNvSpPr>
            <a:spLocks noGrp="1"/>
          </p:cNvSpPr>
          <p:nvPr/>
        </p:nvSpPr>
        <p:spPr>
          <a:xfrm>
            <a:off x="3512344" y="2583656"/>
            <a:ext cx="0" cy="4953000"/>
          </a:xfrm>
          <a:prstGeom prst="line">
            <a:avLst/>
          </a:prstGeom>
          <a:noFill/>
          <a:ln w="11906">
            <a:solidFill>
              <a:srgbClr val="BCD0EA"/>
            </a:solidFill>
          </a:ln>
        </p:spPr>
      </p:sp>
      <p:sp>
        <p:nvSpPr>
          <p:cNvPr id="18" name="object-18">
            <a:extLst>
              <a:ext uri="{FF2B5EF4-FFF2-40B4-BE49-F238E27FC236}">
                <a16:creationId xmlns:a16="http://schemas.microsoft.com/office/drawing/2014/main" id="{8C26D566-2D88-4A4E-B613-59994A055951}"/>
              </a:ext>
            </a:extLst>
          </p:cNvPr>
          <p:cNvSpPr>
            <a:spLocks noGrp="1"/>
          </p:cNvSpPr>
          <p:nvPr/>
        </p:nvSpPr>
        <p:spPr>
          <a:xfrm>
            <a:off x="2583656" y="3821906"/>
            <a:ext cx="4953000" cy="0"/>
          </a:xfrm>
          <a:prstGeom prst="line">
            <a:avLst/>
          </a:prstGeom>
          <a:noFill/>
          <a:ln w="11906">
            <a:solidFill>
              <a:srgbClr val="BCD0EA"/>
            </a:solidFill>
          </a:ln>
        </p:spPr>
      </p:sp>
      <p:sp>
        <p:nvSpPr>
          <p:cNvPr id="19" name="object-19">
            <a:extLst>
              <a:ext uri="{FF2B5EF4-FFF2-40B4-BE49-F238E27FC236}">
                <a16:creationId xmlns:a16="http://schemas.microsoft.com/office/drawing/2014/main" id="{CBE33C85-FFE6-4920-B113-D34E402B72FE}"/>
              </a:ext>
            </a:extLst>
          </p:cNvPr>
          <p:cNvSpPr>
            <a:spLocks noGrp="1"/>
          </p:cNvSpPr>
          <p:nvPr/>
        </p:nvSpPr>
        <p:spPr>
          <a:xfrm>
            <a:off x="3821906" y="2583656"/>
            <a:ext cx="0" cy="4953000"/>
          </a:xfrm>
          <a:prstGeom prst="line">
            <a:avLst/>
          </a:prstGeom>
          <a:noFill/>
          <a:ln w="11906">
            <a:solidFill>
              <a:srgbClr val="BCD0EA"/>
            </a:solidFill>
          </a:ln>
        </p:spPr>
      </p:sp>
      <p:sp>
        <p:nvSpPr>
          <p:cNvPr id="20" name="object-20">
            <a:extLst>
              <a:ext uri="{FF2B5EF4-FFF2-40B4-BE49-F238E27FC236}">
                <a16:creationId xmlns:a16="http://schemas.microsoft.com/office/drawing/2014/main" id="{9CE7689D-AAB5-40CE-A416-B610BE088719}"/>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1" name="object-21">
            <a:extLst>
              <a:ext uri="{FF2B5EF4-FFF2-40B4-BE49-F238E27FC236}">
                <a16:creationId xmlns:a16="http://schemas.microsoft.com/office/drawing/2014/main" id="{071D5BC2-9DE8-4452-8D2E-4EA954E913D0}"/>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BAFCBFB7-B02B-4952-A6EE-EEB120E8A860}"/>
              </a:ext>
            </a:extLst>
          </p:cNvPr>
          <p:cNvSpPr>
            <a:spLocks noGrp="1"/>
          </p:cNvSpPr>
          <p:nvPr/>
        </p:nvSpPr>
        <p:spPr>
          <a:xfrm>
            <a:off x="2583656" y="4131469"/>
            <a:ext cx="4953000" cy="0"/>
          </a:xfrm>
          <a:prstGeom prst="line">
            <a:avLst/>
          </a:prstGeom>
          <a:noFill/>
          <a:ln w="11906">
            <a:solidFill>
              <a:srgbClr val="BCD0EA"/>
            </a:solidFill>
          </a:ln>
        </p:spPr>
      </p:sp>
      <p:sp>
        <p:nvSpPr>
          <p:cNvPr id="23" name="object-23">
            <a:extLst>
              <a:ext uri="{FF2B5EF4-FFF2-40B4-BE49-F238E27FC236}">
                <a16:creationId xmlns:a16="http://schemas.microsoft.com/office/drawing/2014/main" id="{F51CD07A-4831-4C98-9666-D6C41F2A2386}"/>
              </a:ext>
            </a:extLst>
          </p:cNvPr>
          <p:cNvSpPr>
            <a:spLocks noGrp="1"/>
          </p:cNvSpPr>
          <p:nvPr/>
        </p:nvSpPr>
        <p:spPr>
          <a:xfrm>
            <a:off x="4131469" y="2583656"/>
            <a:ext cx="0" cy="4953000"/>
          </a:xfrm>
          <a:prstGeom prst="line">
            <a:avLst/>
          </a:prstGeom>
          <a:noFill/>
          <a:ln w="11906">
            <a:solidFill>
              <a:srgbClr val="BCD0EA"/>
            </a:solidFill>
          </a:ln>
        </p:spPr>
      </p:sp>
      <p:sp>
        <p:nvSpPr>
          <p:cNvPr id="24" name="object-24">
            <a:extLst>
              <a:ext uri="{FF2B5EF4-FFF2-40B4-BE49-F238E27FC236}">
                <a16:creationId xmlns:a16="http://schemas.microsoft.com/office/drawing/2014/main" id="{0AA33D68-2ED9-4448-B64F-D06FD6DBF248}"/>
              </a:ext>
            </a:extLst>
          </p:cNvPr>
          <p:cNvSpPr>
            <a:spLocks noGrp="1"/>
          </p:cNvSpPr>
          <p:nvPr/>
        </p:nvSpPr>
        <p:spPr>
          <a:xfrm>
            <a:off x="2583656" y="4441031"/>
            <a:ext cx="4953000" cy="0"/>
          </a:xfrm>
          <a:prstGeom prst="line">
            <a:avLst/>
          </a:prstGeom>
          <a:noFill/>
          <a:ln w="11906">
            <a:solidFill>
              <a:srgbClr val="BCD0EA"/>
            </a:solidFill>
          </a:ln>
        </p:spPr>
      </p:sp>
      <p:sp>
        <p:nvSpPr>
          <p:cNvPr id="25" name="object-25">
            <a:extLst>
              <a:ext uri="{FF2B5EF4-FFF2-40B4-BE49-F238E27FC236}">
                <a16:creationId xmlns:a16="http://schemas.microsoft.com/office/drawing/2014/main" id="{E1F33086-843B-4D60-8D1C-75048B45AB72}"/>
              </a:ext>
            </a:extLst>
          </p:cNvPr>
          <p:cNvSpPr>
            <a:spLocks noGrp="1"/>
          </p:cNvSpPr>
          <p:nvPr/>
        </p:nvSpPr>
        <p:spPr>
          <a:xfrm>
            <a:off x="4441031" y="2583656"/>
            <a:ext cx="0" cy="4953000"/>
          </a:xfrm>
          <a:prstGeom prst="line">
            <a:avLst/>
          </a:prstGeom>
          <a:noFill/>
          <a:ln w="11906">
            <a:solidFill>
              <a:srgbClr val="BCD0EA"/>
            </a:solidFill>
          </a:ln>
        </p:spPr>
      </p:sp>
      <p:sp>
        <p:nvSpPr>
          <p:cNvPr id="26" name="object-26">
            <a:extLst>
              <a:ext uri="{FF2B5EF4-FFF2-40B4-BE49-F238E27FC236}">
                <a16:creationId xmlns:a16="http://schemas.microsoft.com/office/drawing/2014/main" id="{98A6A660-45E2-4993-8B69-2813C3AB9048}"/>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7" name="object-27">
            <a:extLst>
              <a:ext uri="{FF2B5EF4-FFF2-40B4-BE49-F238E27FC236}">
                <a16:creationId xmlns:a16="http://schemas.microsoft.com/office/drawing/2014/main" id="{7BE2F187-CBC2-455D-A14D-D451EDC6EBC7}"/>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51A4E7E7-6FB8-4AD2-BDE5-34331203EB6F}"/>
              </a:ext>
            </a:extLst>
          </p:cNvPr>
          <p:cNvSpPr>
            <a:spLocks noGrp="1"/>
          </p:cNvSpPr>
          <p:nvPr/>
        </p:nvSpPr>
        <p:spPr>
          <a:xfrm>
            <a:off x="2583656" y="4750594"/>
            <a:ext cx="4953000" cy="0"/>
          </a:xfrm>
          <a:prstGeom prst="line">
            <a:avLst/>
          </a:prstGeom>
          <a:noFill/>
          <a:ln w="11906">
            <a:solidFill>
              <a:srgbClr val="BCD0EA"/>
            </a:solidFill>
          </a:ln>
        </p:spPr>
      </p:sp>
      <p:sp>
        <p:nvSpPr>
          <p:cNvPr id="29" name="object-29">
            <a:extLst>
              <a:ext uri="{FF2B5EF4-FFF2-40B4-BE49-F238E27FC236}">
                <a16:creationId xmlns:a16="http://schemas.microsoft.com/office/drawing/2014/main" id="{DE3E49E7-47A0-4F14-8F41-5854A838B1D9}"/>
              </a:ext>
            </a:extLst>
          </p:cNvPr>
          <p:cNvSpPr>
            <a:spLocks noGrp="1"/>
          </p:cNvSpPr>
          <p:nvPr/>
        </p:nvSpPr>
        <p:spPr>
          <a:xfrm>
            <a:off x="4750594" y="2583656"/>
            <a:ext cx="0" cy="4953000"/>
          </a:xfrm>
          <a:prstGeom prst="line">
            <a:avLst/>
          </a:prstGeom>
          <a:noFill/>
          <a:ln w="11906">
            <a:solidFill>
              <a:srgbClr val="BCD0EA"/>
            </a:solidFill>
          </a:ln>
        </p:spPr>
      </p:sp>
      <p:sp>
        <p:nvSpPr>
          <p:cNvPr id="30" name="object-30">
            <a:extLst>
              <a:ext uri="{FF2B5EF4-FFF2-40B4-BE49-F238E27FC236}">
                <a16:creationId xmlns:a16="http://schemas.microsoft.com/office/drawing/2014/main" id="{DB412255-090A-4088-A29B-4D3D80FC25AF}"/>
              </a:ext>
            </a:extLst>
          </p:cNvPr>
          <p:cNvSpPr>
            <a:spLocks noGrp="1"/>
          </p:cNvSpPr>
          <p:nvPr/>
        </p:nvSpPr>
        <p:spPr>
          <a:xfrm>
            <a:off x="2583656" y="5060156"/>
            <a:ext cx="4953000" cy="0"/>
          </a:xfrm>
          <a:prstGeom prst="line">
            <a:avLst/>
          </a:prstGeom>
          <a:noFill/>
          <a:ln w="11906">
            <a:solidFill>
              <a:srgbClr val="BCD0EA"/>
            </a:solidFill>
          </a:ln>
        </p:spPr>
      </p:sp>
      <p:sp>
        <p:nvSpPr>
          <p:cNvPr id="31" name="object-31">
            <a:extLst>
              <a:ext uri="{FF2B5EF4-FFF2-40B4-BE49-F238E27FC236}">
                <a16:creationId xmlns:a16="http://schemas.microsoft.com/office/drawing/2014/main" id="{42D64851-2308-465E-8F7B-3AB3170953F0}"/>
              </a:ext>
            </a:extLst>
          </p:cNvPr>
          <p:cNvSpPr>
            <a:spLocks noGrp="1"/>
          </p:cNvSpPr>
          <p:nvPr/>
        </p:nvSpPr>
        <p:spPr>
          <a:xfrm>
            <a:off x="5060156" y="2583656"/>
            <a:ext cx="0" cy="4953000"/>
          </a:xfrm>
          <a:prstGeom prst="line">
            <a:avLst/>
          </a:prstGeom>
          <a:noFill/>
          <a:ln w="11906">
            <a:solidFill>
              <a:srgbClr val="BCD0EA"/>
            </a:solidFill>
          </a:ln>
        </p:spPr>
      </p:sp>
      <p:sp>
        <p:nvSpPr>
          <p:cNvPr id="32" name="object-32">
            <a:extLst>
              <a:ext uri="{FF2B5EF4-FFF2-40B4-BE49-F238E27FC236}">
                <a16:creationId xmlns:a16="http://schemas.microsoft.com/office/drawing/2014/main" id="{456CC262-2BDC-41D1-8F15-F4D130D6E0B7}"/>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3" name="object-33">
            <a:extLst>
              <a:ext uri="{FF2B5EF4-FFF2-40B4-BE49-F238E27FC236}">
                <a16:creationId xmlns:a16="http://schemas.microsoft.com/office/drawing/2014/main" id="{1AECF0F2-6AD3-476F-ABCF-6BD1F8B77601}"/>
              </a:ext>
            </a:extLst>
          </p:cNvPr>
          <p:cNvSpPr>
            <a:spLocks noGrp="1"/>
          </p:cNvSpPr>
          <p:nvPr/>
        </p:nvSpPr>
        <p:spPr>
          <a:xfrm>
            <a:off x="2583656" y="5369719"/>
            <a:ext cx="4953000" cy="0"/>
          </a:xfrm>
          <a:prstGeom prst="line">
            <a:avLst/>
          </a:prstGeom>
          <a:noFill/>
          <a:ln w="11906">
            <a:solidFill>
              <a:srgbClr val="BCD0EA"/>
            </a:solidFill>
          </a:ln>
        </p:spPr>
      </p:sp>
      <p:sp>
        <p:nvSpPr>
          <p:cNvPr id="34" name="object-34">
            <a:extLst>
              <a:ext uri="{FF2B5EF4-FFF2-40B4-BE49-F238E27FC236}">
                <a16:creationId xmlns:a16="http://schemas.microsoft.com/office/drawing/2014/main" id="{5C0446CC-1002-4B98-BB3A-A9AC865AE918}"/>
              </a:ext>
            </a:extLst>
          </p:cNvPr>
          <p:cNvSpPr>
            <a:spLocks noGrp="1"/>
          </p:cNvSpPr>
          <p:nvPr/>
        </p:nvSpPr>
        <p:spPr>
          <a:xfrm>
            <a:off x="5369719" y="2583656"/>
            <a:ext cx="0" cy="4953000"/>
          </a:xfrm>
          <a:prstGeom prst="line">
            <a:avLst/>
          </a:prstGeom>
          <a:noFill/>
          <a:ln w="11906">
            <a:solidFill>
              <a:srgbClr val="BCD0EA"/>
            </a:solidFill>
          </a:ln>
        </p:spPr>
      </p:sp>
      <p:sp>
        <p:nvSpPr>
          <p:cNvPr id="35" name="object-35">
            <a:extLst>
              <a:ext uri="{FF2B5EF4-FFF2-40B4-BE49-F238E27FC236}">
                <a16:creationId xmlns:a16="http://schemas.microsoft.com/office/drawing/2014/main" id="{1327DD09-8A3A-45E5-B902-FBF5C9CB202D}"/>
              </a:ext>
            </a:extLst>
          </p:cNvPr>
          <p:cNvSpPr>
            <a:spLocks noGrp="1"/>
          </p:cNvSpPr>
          <p:nvPr/>
        </p:nvSpPr>
        <p:spPr>
          <a:xfrm>
            <a:off x="2583656" y="5679281"/>
            <a:ext cx="4953000" cy="0"/>
          </a:xfrm>
          <a:prstGeom prst="line">
            <a:avLst/>
          </a:prstGeom>
          <a:noFill/>
          <a:ln w="11906">
            <a:solidFill>
              <a:srgbClr val="BCD0EA"/>
            </a:solidFill>
          </a:ln>
        </p:spPr>
      </p:sp>
      <p:sp>
        <p:nvSpPr>
          <p:cNvPr id="36" name="object-36">
            <a:extLst>
              <a:ext uri="{FF2B5EF4-FFF2-40B4-BE49-F238E27FC236}">
                <a16:creationId xmlns:a16="http://schemas.microsoft.com/office/drawing/2014/main" id="{471F2B44-205E-4844-B252-457984D1D54B}"/>
              </a:ext>
            </a:extLst>
          </p:cNvPr>
          <p:cNvSpPr>
            <a:spLocks noGrp="1"/>
          </p:cNvSpPr>
          <p:nvPr/>
        </p:nvSpPr>
        <p:spPr>
          <a:xfrm>
            <a:off x="5679281" y="2583656"/>
            <a:ext cx="0" cy="4953000"/>
          </a:xfrm>
          <a:prstGeom prst="line">
            <a:avLst/>
          </a:prstGeom>
          <a:noFill/>
          <a:ln w="11906">
            <a:solidFill>
              <a:srgbClr val="BCD0EA"/>
            </a:solidFill>
          </a:ln>
        </p:spPr>
      </p:sp>
      <p:sp>
        <p:nvSpPr>
          <p:cNvPr id="37" name="object-37">
            <a:extLst>
              <a:ext uri="{FF2B5EF4-FFF2-40B4-BE49-F238E27FC236}">
                <a16:creationId xmlns:a16="http://schemas.microsoft.com/office/drawing/2014/main" id="{D869F231-74B3-4964-80B2-798C559EC6C5}"/>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8" name="object-38">
            <a:extLst>
              <a:ext uri="{FF2B5EF4-FFF2-40B4-BE49-F238E27FC236}">
                <a16:creationId xmlns:a16="http://schemas.microsoft.com/office/drawing/2014/main" id="{101AD048-4EF1-45D2-948A-BA8989D316A3}"/>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B81AC589-754F-41AC-B0BD-044B071A3FE1}"/>
              </a:ext>
            </a:extLst>
          </p:cNvPr>
          <p:cNvSpPr>
            <a:spLocks noGrp="1"/>
          </p:cNvSpPr>
          <p:nvPr/>
        </p:nvSpPr>
        <p:spPr>
          <a:xfrm>
            <a:off x="2583656" y="5988844"/>
            <a:ext cx="4953000" cy="0"/>
          </a:xfrm>
          <a:prstGeom prst="line">
            <a:avLst/>
          </a:prstGeom>
          <a:noFill/>
          <a:ln w="11906">
            <a:solidFill>
              <a:srgbClr val="BCD0EA"/>
            </a:solidFill>
          </a:ln>
        </p:spPr>
      </p:sp>
      <p:sp>
        <p:nvSpPr>
          <p:cNvPr id="40" name="object-40">
            <a:extLst>
              <a:ext uri="{FF2B5EF4-FFF2-40B4-BE49-F238E27FC236}">
                <a16:creationId xmlns:a16="http://schemas.microsoft.com/office/drawing/2014/main" id="{C4BAAC70-AAB2-41CD-9E52-5D2D7CC451BF}"/>
              </a:ext>
            </a:extLst>
          </p:cNvPr>
          <p:cNvSpPr>
            <a:spLocks noGrp="1"/>
          </p:cNvSpPr>
          <p:nvPr/>
        </p:nvSpPr>
        <p:spPr>
          <a:xfrm>
            <a:off x="5988844" y="2583656"/>
            <a:ext cx="0" cy="4953000"/>
          </a:xfrm>
          <a:prstGeom prst="line">
            <a:avLst/>
          </a:prstGeom>
          <a:noFill/>
          <a:ln w="11906">
            <a:solidFill>
              <a:srgbClr val="BCD0EA"/>
            </a:solidFill>
          </a:ln>
        </p:spPr>
      </p:sp>
      <p:sp>
        <p:nvSpPr>
          <p:cNvPr id="41" name="object-41">
            <a:extLst>
              <a:ext uri="{FF2B5EF4-FFF2-40B4-BE49-F238E27FC236}">
                <a16:creationId xmlns:a16="http://schemas.microsoft.com/office/drawing/2014/main" id="{129D4544-2135-4CF1-B8DD-4932A81F8324}"/>
              </a:ext>
            </a:extLst>
          </p:cNvPr>
          <p:cNvSpPr>
            <a:spLocks noGrp="1"/>
          </p:cNvSpPr>
          <p:nvPr/>
        </p:nvSpPr>
        <p:spPr>
          <a:xfrm>
            <a:off x="2583656" y="6298406"/>
            <a:ext cx="4953000" cy="0"/>
          </a:xfrm>
          <a:prstGeom prst="line">
            <a:avLst/>
          </a:prstGeom>
          <a:noFill/>
          <a:ln w="11906">
            <a:solidFill>
              <a:srgbClr val="BCD0EA"/>
            </a:solidFill>
          </a:ln>
        </p:spPr>
      </p:sp>
      <p:sp>
        <p:nvSpPr>
          <p:cNvPr id="42" name="object-42">
            <a:extLst>
              <a:ext uri="{FF2B5EF4-FFF2-40B4-BE49-F238E27FC236}">
                <a16:creationId xmlns:a16="http://schemas.microsoft.com/office/drawing/2014/main" id="{E78C76EC-0991-4E1F-A4DE-F3A2E2E76B14}"/>
              </a:ext>
            </a:extLst>
          </p:cNvPr>
          <p:cNvSpPr>
            <a:spLocks noGrp="1"/>
          </p:cNvSpPr>
          <p:nvPr/>
        </p:nvSpPr>
        <p:spPr>
          <a:xfrm>
            <a:off x="6298406" y="2583656"/>
            <a:ext cx="0" cy="4953000"/>
          </a:xfrm>
          <a:prstGeom prst="line">
            <a:avLst/>
          </a:prstGeom>
          <a:noFill/>
          <a:ln w="11906">
            <a:solidFill>
              <a:srgbClr val="BCD0EA"/>
            </a:solidFill>
          </a:ln>
        </p:spPr>
      </p:sp>
      <p:sp>
        <p:nvSpPr>
          <p:cNvPr id="43" name="object-43">
            <a:extLst>
              <a:ext uri="{FF2B5EF4-FFF2-40B4-BE49-F238E27FC236}">
                <a16:creationId xmlns:a16="http://schemas.microsoft.com/office/drawing/2014/main" id="{CA56F45B-2134-49B2-AE54-6BAF0AD43C5B}"/>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4" name="object-44">
            <a:extLst>
              <a:ext uri="{FF2B5EF4-FFF2-40B4-BE49-F238E27FC236}">
                <a16:creationId xmlns:a16="http://schemas.microsoft.com/office/drawing/2014/main" id="{2011E8B1-48A7-437F-9F81-8BD54CA40799}"/>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DA4C907F-8C4A-471B-B354-1F2F35C40398}"/>
              </a:ext>
            </a:extLst>
          </p:cNvPr>
          <p:cNvSpPr>
            <a:spLocks noGrp="1"/>
          </p:cNvSpPr>
          <p:nvPr/>
        </p:nvSpPr>
        <p:spPr>
          <a:xfrm>
            <a:off x="2583656" y="6607969"/>
            <a:ext cx="4953000" cy="0"/>
          </a:xfrm>
          <a:prstGeom prst="line">
            <a:avLst/>
          </a:prstGeom>
          <a:noFill/>
          <a:ln w="11906">
            <a:solidFill>
              <a:srgbClr val="BCD0EA"/>
            </a:solidFill>
          </a:ln>
        </p:spPr>
      </p:sp>
      <p:sp>
        <p:nvSpPr>
          <p:cNvPr id="46" name="object-46">
            <a:extLst>
              <a:ext uri="{FF2B5EF4-FFF2-40B4-BE49-F238E27FC236}">
                <a16:creationId xmlns:a16="http://schemas.microsoft.com/office/drawing/2014/main" id="{58E76EA9-BD8F-4AF6-9166-9D9CD83DA106}"/>
              </a:ext>
            </a:extLst>
          </p:cNvPr>
          <p:cNvSpPr>
            <a:spLocks noGrp="1"/>
          </p:cNvSpPr>
          <p:nvPr/>
        </p:nvSpPr>
        <p:spPr>
          <a:xfrm>
            <a:off x="6607969" y="2583656"/>
            <a:ext cx="0" cy="4953000"/>
          </a:xfrm>
          <a:prstGeom prst="line">
            <a:avLst/>
          </a:prstGeom>
          <a:noFill/>
          <a:ln w="11906">
            <a:solidFill>
              <a:srgbClr val="BCD0EA"/>
            </a:solidFill>
          </a:ln>
        </p:spPr>
      </p:sp>
      <p:sp>
        <p:nvSpPr>
          <p:cNvPr id="47" name="object-47">
            <a:extLst>
              <a:ext uri="{FF2B5EF4-FFF2-40B4-BE49-F238E27FC236}">
                <a16:creationId xmlns:a16="http://schemas.microsoft.com/office/drawing/2014/main" id="{9A789533-F980-47CC-93DE-EA15A1D95485}"/>
              </a:ext>
            </a:extLst>
          </p:cNvPr>
          <p:cNvSpPr>
            <a:spLocks noGrp="1"/>
          </p:cNvSpPr>
          <p:nvPr/>
        </p:nvSpPr>
        <p:spPr>
          <a:xfrm>
            <a:off x="2583656" y="6917531"/>
            <a:ext cx="4953000" cy="0"/>
          </a:xfrm>
          <a:prstGeom prst="line">
            <a:avLst/>
          </a:prstGeom>
          <a:noFill/>
          <a:ln w="11906">
            <a:solidFill>
              <a:srgbClr val="BCD0EA"/>
            </a:solidFill>
          </a:ln>
        </p:spPr>
      </p:sp>
      <p:sp>
        <p:nvSpPr>
          <p:cNvPr id="48" name="object-48">
            <a:extLst>
              <a:ext uri="{FF2B5EF4-FFF2-40B4-BE49-F238E27FC236}">
                <a16:creationId xmlns:a16="http://schemas.microsoft.com/office/drawing/2014/main" id="{86000CB9-BC72-4239-95B0-136E8934CB0D}"/>
              </a:ext>
            </a:extLst>
          </p:cNvPr>
          <p:cNvSpPr>
            <a:spLocks noGrp="1"/>
          </p:cNvSpPr>
          <p:nvPr/>
        </p:nvSpPr>
        <p:spPr>
          <a:xfrm>
            <a:off x="6917531" y="2583656"/>
            <a:ext cx="0" cy="4953000"/>
          </a:xfrm>
          <a:prstGeom prst="line">
            <a:avLst/>
          </a:prstGeom>
          <a:noFill/>
          <a:ln w="11906">
            <a:solidFill>
              <a:srgbClr val="BCD0EA"/>
            </a:solidFill>
          </a:ln>
        </p:spPr>
      </p:sp>
      <p:sp>
        <p:nvSpPr>
          <p:cNvPr id="49" name="object-49">
            <a:extLst>
              <a:ext uri="{FF2B5EF4-FFF2-40B4-BE49-F238E27FC236}">
                <a16:creationId xmlns:a16="http://schemas.microsoft.com/office/drawing/2014/main" id="{62A837A9-6D5F-42B9-AB7D-34DCD6ECBEAB}"/>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0" name="object-50">
            <a:extLst>
              <a:ext uri="{FF2B5EF4-FFF2-40B4-BE49-F238E27FC236}">
                <a16:creationId xmlns:a16="http://schemas.microsoft.com/office/drawing/2014/main" id="{2143F705-D3D4-4ED0-9DDE-EA07406D66E1}"/>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0C8B9B49-935B-4D8A-91F0-CB40CBD63DB6}"/>
              </a:ext>
            </a:extLst>
          </p:cNvPr>
          <p:cNvSpPr>
            <a:spLocks noGrp="1"/>
          </p:cNvSpPr>
          <p:nvPr/>
        </p:nvSpPr>
        <p:spPr>
          <a:xfrm>
            <a:off x="2583656" y="7227094"/>
            <a:ext cx="4953000" cy="0"/>
          </a:xfrm>
          <a:prstGeom prst="line">
            <a:avLst/>
          </a:prstGeom>
          <a:noFill/>
          <a:ln w="11906">
            <a:solidFill>
              <a:srgbClr val="BCD0EA"/>
            </a:solidFill>
          </a:ln>
        </p:spPr>
      </p:sp>
      <p:sp>
        <p:nvSpPr>
          <p:cNvPr id="52" name="object-52">
            <a:extLst>
              <a:ext uri="{FF2B5EF4-FFF2-40B4-BE49-F238E27FC236}">
                <a16:creationId xmlns:a16="http://schemas.microsoft.com/office/drawing/2014/main" id="{0480A9DB-9F36-47B3-ABBA-820AA22EE096}"/>
              </a:ext>
            </a:extLst>
          </p:cNvPr>
          <p:cNvSpPr>
            <a:spLocks noGrp="1"/>
          </p:cNvSpPr>
          <p:nvPr/>
        </p:nvSpPr>
        <p:spPr>
          <a:xfrm>
            <a:off x="7227094" y="2583656"/>
            <a:ext cx="0" cy="4953000"/>
          </a:xfrm>
          <a:prstGeom prst="line">
            <a:avLst/>
          </a:prstGeom>
          <a:noFill/>
          <a:ln w="11906">
            <a:solidFill>
              <a:srgbClr val="BCD0EA"/>
            </a:solidFill>
          </a:ln>
        </p:spPr>
      </p:sp>
      <p:sp>
        <p:nvSpPr>
          <p:cNvPr id="53" name="object-53">
            <a:extLst>
              <a:ext uri="{FF2B5EF4-FFF2-40B4-BE49-F238E27FC236}">
                <a16:creationId xmlns:a16="http://schemas.microsoft.com/office/drawing/2014/main" id="{9184EE9F-FA70-4486-81DE-541275267112}"/>
              </a:ext>
            </a:extLst>
          </p:cNvPr>
          <p:cNvSpPr>
            <a:spLocks noGrp="1"/>
          </p:cNvSpPr>
          <p:nvPr/>
        </p:nvSpPr>
        <p:spPr>
          <a:xfrm>
            <a:off x="2583656" y="7536656"/>
            <a:ext cx="4953000" cy="0"/>
          </a:xfrm>
          <a:prstGeom prst="line">
            <a:avLst/>
          </a:prstGeom>
          <a:noFill/>
          <a:ln w="11906">
            <a:solidFill>
              <a:srgbClr val="BCD0EA"/>
            </a:solidFill>
          </a:ln>
        </p:spPr>
      </p:sp>
      <p:sp>
        <p:nvSpPr>
          <p:cNvPr id="54" name="object-54">
            <a:extLst>
              <a:ext uri="{FF2B5EF4-FFF2-40B4-BE49-F238E27FC236}">
                <a16:creationId xmlns:a16="http://schemas.microsoft.com/office/drawing/2014/main" id="{3E482726-C852-4471-A196-1C59B96A72DD}"/>
              </a:ext>
            </a:extLst>
          </p:cNvPr>
          <p:cNvSpPr>
            <a:spLocks noGrp="1"/>
          </p:cNvSpPr>
          <p:nvPr/>
        </p:nvSpPr>
        <p:spPr>
          <a:xfrm>
            <a:off x="7536656" y="2583656"/>
            <a:ext cx="0" cy="4953000"/>
          </a:xfrm>
          <a:prstGeom prst="line">
            <a:avLst/>
          </a:prstGeom>
          <a:noFill/>
          <a:ln w="11906">
            <a:solidFill>
              <a:srgbClr val="BCD0EA"/>
            </a:solidFill>
          </a:ln>
        </p:spPr>
      </p:sp>
      <p:sp>
        <p:nvSpPr>
          <p:cNvPr id="55" name="object-55">
            <a:extLst>
              <a:ext uri="{FF2B5EF4-FFF2-40B4-BE49-F238E27FC236}">
                <a16:creationId xmlns:a16="http://schemas.microsoft.com/office/drawing/2014/main" id="{94DD7007-7847-4A52-9ED1-82613FB4DD16}"/>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6" name="object-56">
            <a:extLst>
              <a:ext uri="{FF2B5EF4-FFF2-40B4-BE49-F238E27FC236}">
                <a16:creationId xmlns:a16="http://schemas.microsoft.com/office/drawing/2014/main" id="{E3CB05CA-4272-4575-B3DD-13EF485A1F29}"/>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9E841C35-D232-4B81-A1E6-AC132108BF7C}"/>
              </a:ext>
            </a:extLst>
          </p:cNvPr>
          <p:cNvSpPr>
            <a:spLocks noGrp="1"/>
          </p:cNvSpPr>
          <p:nvPr/>
        </p:nvSpPr>
        <p:spPr>
          <a:xfrm>
            <a:off x="2583656" y="5060156"/>
            <a:ext cx="4953000" cy="0"/>
          </a:xfrm>
          <a:prstGeom prst="line">
            <a:avLst/>
          </a:prstGeom>
          <a:noFill/>
          <a:ln w="23813">
            <a:solidFill>
              <a:srgbClr val="172B4D"/>
            </a:solidFill>
          </a:ln>
        </p:spPr>
      </p:sp>
      <p:sp>
        <p:nvSpPr>
          <p:cNvPr id="58" name="object-58">
            <a:extLst>
              <a:ext uri="{FF2B5EF4-FFF2-40B4-BE49-F238E27FC236}">
                <a16:creationId xmlns:a16="http://schemas.microsoft.com/office/drawing/2014/main" id="{9420117D-2F9A-45AC-B116-30AD3E713A02}"/>
              </a:ext>
            </a:extLst>
          </p:cNvPr>
          <p:cNvSpPr>
            <a:spLocks noGrp="1"/>
          </p:cNvSpPr>
          <p:nvPr/>
        </p:nvSpPr>
        <p:spPr>
          <a:xfrm>
            <a:off x="5060156" y="2583656"/>
            <a:ext cx="0" cy="4953000"/>
          </a:xfrm>
          <a:prstGeom prst="line">
            <a:avLst/>
          </a:prstGeom>
          <a:noFill/>
          <a:ln w="23813">
            <a:solidFill>
              <a:srgbClr val="172B4D"/>
            </a:solidFill>
          </a:ln>
        </p:spPr>
      </p:sp>
      <p:sp>
        <p:nvSpPr>
          <p:cNvPr id="59" name="object-59">
            <a:extLst>
              <a:ext uri="{FF2B5EF4-FFF2-40B4-BE49-F238E27FC236}">
                <a16:creationId xmlns:a16="http://schemas.microsoft.com/office/drawing/2014/main" id="{9C4DD489-81B9-43D2-BB42-5CD2E216D0D0}"/>
              </a:ext>
            </a:extLst>
          </p:cNvPr>
          <p:cNvSpPr>
            <a:spLocks noGrp="1"/>
          </p:cNvSpPr>
          <p:nvPr/>
        </p:nvSpPr>
        <p:spPr>
          <a:xfrm>
            <a:off x="7119938" y="6191250"/>
            <a:ext cx="214313" cy="214313"/>
          </a:xfrm>
          <a:prstGeom prst="ellipse">
            <a:avLst/>
          </a:prstGeom>
          <a:solidFill>
            <a:srgbClr val="1D4ED8"/>
          </a:solidFill>
          <a:ln w="11906">
            <a:solidFill>
              <a:srgbClr val="172B4D"/>
            </a:solidFill>
          </a:ln>
        </p:spPr>
      </p:sp>
      <p:sp>
        <p:nvSpPr>
          <p:cNvPr id="60" name="object-60">
            <a:extLst>
              <a:ext uri="{FF2B5EF4-FFF2-40B4-BE49-F238E27FC236}">
                <a16:creationId xmlns:a16="http://schemas.microsoft.com/office/drawing/2014/main" id="{BBE56D10-2928-4D4A-A037-FFE0AFD72E49}"/>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Start: (-2, -1)</a:t>
            </a:r>
          </a:p>
        </p:txBody>
      </p:sp>
    </p:spTree>
    <p:extLst>
      <p:ext uri="{BB962C8B-B14F-4D97-AF65-F5344CB8AC3E}">
        <p14:creationId xmlns:p14="http://schemas.microsoft.com/office/powerpoint/2010/main" val="80810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828125 0 E" pathEditMode="relative" ptsTypes="">
                                      <p:cBhvr>
                                        <p:cTn id="6" dur="800" fill="hold"/>
                                        <p:tgtEl>
                                          <p:spTgt spid="5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1828125 0 L -0.1828125 -0.10833333 E" pathEditMode="relative" ptsTypes="">
                                      <p:cBhvr>
                                        <p:cTn id="10" dur="800" fill="hold"/>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object-1">
            <a:extLst>
              <a:ext uri="{FF2B5EF4-FFF2-40B4-BE49-F238E27FC236}">
                <a16:creationId xmlns:a16="http://schemas.microsoft.com/office/drawing/2014/main" id="{83DED68E-1036-4A38-A4EB-C54BCB7B051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9AAC9B81-D495-4531-9DA7-D298A4578A92}"/>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A0E757C4-34DB-49D4-8C04-26080E469BF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After moving 9 right and 3 down, a point is (7, -5). Find its start.</a:t>
            </a:r>
          </a:p>
        </p:txBody>
      </p:sp>
      <p:sp>
        <p:nvSpPr>
          <p:cNvPr id="4" name="object-4">
            <a:extLst>
              <a:ext uri="{FF2B5EF4-FFF2-40B4-BE49-F238E27FC236}">
                <a16:creationId xmlns:a16="http://schemas.microsoft.com/office/drawing/2014/main" id="{C5B7C180-5704-4425-AF2D-0D1BAF0635D3}"/>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8A722D4-C6D3-4326-979A-5AA876F4EC4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transformations</a:t>
            </a:r>
          </a:p>
        </p:txBody>
      </p:sp>
      <p:sp>
        <p:nvSpPr>
          <p:cNvPr id="6" name="object-6">
            <a:extLst>
              <a:ext uri="{FF2B5EF4-FFF2-40B4-BE49-F238E27FC236}">
                <a16:creationId xmlns:a16="http://schemas.microsoft.com/office/drawing/2014/main" id="{0129DF19-8A20-407A-A635-0A0CA9E79D5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19597561-E2FC-4289-A21B-21049D782ACB}"/>
              </a:ext>
            </a:extLst>
          </p:cNvPr>
          <p:cNvSpPr>
            <a:spLocks noGrp="1"/>
          </p:cNvSpPr>
          <p:nvPr/>
        </p:nvSpPr>
        <p:spPr>
          <a:xfrm>
            <a:off x="2583656" y="2583656"/>
            <a:ext cx="4953000" cy="0"/>
          </a:xfrm>
          <a:prstGeom prst="line">
            <a:avLst/>
          </a:prstGeom>
          <a:noFill/>
          <a:ln w="11906">
            <a:solidFill>
              <a:srgbClr val="BCD0EA"/>
            </a:solidFill>
          </a:ln>
        </p:spPr>
      </p:sp>
      <p:sp>
        <p:nvSpPr>
          <p:cNvPr id="8" name="object-8">
            <a:extLst>
              <a:ext uri="{FF2B5EF4-FFF2-40B4-BE49-F238E27FC236}">
                <a16:creationId xmlns:a16="http://schemas.microsoft.com/office/drawing/2014/main" id="{E7D30D5B-CA90-4502-87AA-2BB4651B573E}"/>
              </a:ext>
            </a:extLst>
          </p:cNvPr>
          <p:cNvSpPr>
            <a:spLocks noGrp="1"/>
          </p:cNvSpPr>
          <p:nvPr/>
        </p:nvSpPr>
        <p:spPr>
          <a:xfrm>
            <a:off x="2583656" y="2583656"/>
            <a:ext cx="0" cy="4953000"/>
          </a:xfrm>
          <a:prstGeom prst="line">
            <a:avLst/>
          </a:prstGeom>
          <a:noFill/>
          <a:ln w="11906">
            <a:solidFill>
              <a:srgbClr val="BCD0EA"/>
            </a:solidFill>
          </a:ln>
        </p:spPr>
      </p:sp>
      <p:sp>
        <p:nvSpPr>
          <p:cNvPr id="9" name="object-9">
            <a:extLst>
              <a:ext uri="{FF2B5EF4-FFF2-40B4-BE49-F238E27FC236}">
                <a16:creationId xmlns:a16="http://schemas.microsoft.com/office/drawing/2014/main" id="{A280CD9B-0D81-4D88-ACCE-58DB56F68AEA}"/>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9B4636D3-BCDC-4670-A1F2-C2F50F6DD188}"/>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1" name="object-11">
            <a:extLst>
              <a:ext uri="{FF2B5EF4-FFF2-40B4-BE49-F238E27FC236}">
                <a16:creationId xmlns:a16="http://schemas.microsoft.com/office/drawing/2014/main" id="{B6DB1A14-D705-45A2-AF15-EC9AA963BA4E}"/>
              </a:ext>
            </a:extLst>
          </p:cNvPr>
          <p:cNvSpPr>
            <a:spLocks noGrp="1"/>
          </p:cNvSpPr>
          <p:nvPr/>
        </p:nvSpPr>
        <p:spPr>
          <a:xfrm>
            <a:off x="2583656" y="2893219"/>
            <a:ext cx="4953000" cy="0"/>
          </a:xfrm>
          <a:prstGeom prst="line">
            <a:avLst/>
          </a:prstGeom>
          <a:noFill/>
          <a:ln w="11906">
            <a:solidFill>
              <a:srgbClr val="BCD0EA"/>
            </a:solidFill>
          </a:ln>
        </p:spPr>
      </p:sp>
      <p:sp>
        <p:nvSpPr>
          <p:cNvPr id="12" name="object-12">
            <a:extLst>
              <a:ext uri="{FF2B5EF4-FFF2-40B4-BE49-F238E27FC236}">
                <a16:creationId xmlns:a16="http://schemas.microsoft.com/office/drawing/2014/main" id="{B4C34C8D-4377-40EE-B8F1-331107B454F2}"/>
              </a:ext>
            </a:extLst>
          </p:cNvPr>
          <p:cNvSpPr>
            <a:spLocks noGrp="1"/>
          </p:cNvSpPr>
          <p:nvPr/>
        </p:nvSpPr>
        <p:spPr>
          <a:xfrm>
            <a:off x="2893219" y="2583656"/>
            <a:ext cx="0" cy="4953000"/>
          </a:xfrm>
          <a:prstGeom prst="line">
            <a:avLst/>
          </a:prstGeom>
          <a:noFill/>
          <a:ln w="11906">
            <a:solidFill>
              <a:srgbClr val="BCD0EA"/>
            </a:solidFill>
          </a:ln>
        </p:spPr>
      </p:sp>
      <p:sp>
        <p:nvSpPr>
          <p:cNvPr id="13" name="object-13">
            <a:extLst>
              <a:ext uri="{FF2B5EF4-FFF2-40B4-BE49-F238E27FC236}">
                <a16:creationId xmlns:a16="http://schemas.microsoft.com/office/drawing/2014/main" id="{EF5451B8-A5F2-422C-B33C-E72644A000FE}"/>
              </a:ext>
            </a:extLst>
          </p:cNvPr>
          <p:cNvSpPr>
            <a:spLocks noGrp="1"/>
          </p:cNvSpPr>
          <p:nvPr/>
        </p:nvSpPr>
        <p:spPr>
          <a:xfrm>
            <a:off x="2583656" y="3202781"/>
            <a:ext cx="4953000" cy="0"/>
          </a:xfrm>
          <a:prstGeom prst="line">
            <a:avLst/>
          </a:prstGeom>
          <a:noFill/>
          <a:ln w="11906">
            <a:solidFill>
              <a:srgbClr val="BCD0EA"/>
            </a:solidFill>
          </a:ln>
        </p:spPr>
      </p:sp>
      <p:sp>
        <p:nvSpPr>
          <p:cNvPr id="14" name="object-14">
            <a:extLst>
              <a:ext uri="{FF2B5EF4-FFF2-40B4-BE49-F238E27FC236}">
                <a16:creationId xmlns:a16="http://schemas.microsoft.com/office/drawing/2014/main" id="{F3E79282-730F-43A3-B1B2-EF69692047EC}"/>
              </a:ext>
            </a:extLst>
          </p:cNvPr>
          <p:cNvSpPr>
            <a:spLocks noGrp="1"/>
          </p:cNvSpPr>
          <p:nvPr/>
        </p:nvSpPr>
        <p:spPr>
          <a:xfrm>
            <a:off x="3202781" y="2583656"/>
            <a:ext cx="0" cy="4953000"/>
          </a:xfrm>
          <a:prstGeom prst="line">
            <a:avLst/>
          </a:prstGeom>
          <a:noFill/>
          <a:ln w="11906">
            <a:solidFill>
              <a:srgbClr val="BCD0EA"/>
            </a:solidFill>
          </a:ln>
        </p:spPr>
      </p:sp>
      <p:sp>
        <p:nvSpPr>
          <p:cNvPr id="15" name="object-15">
            <a:extLst>
              <a:ext uri="{FF2B5EF4-FFF2-40B4-BE49-F238E27FC236}">
                <a16:creationId xmlns:a16="http://schemas.microsoft.com/office/drawing/2014/main" id="{DCF7B263-DD50-4039-867C-DDEBB2846108}"/>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E23F16D9-130F-4C4B-AE25-FA160AEE378F}"/>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7" name="object-17">
            <a:extLst>
              <a:ext uri="{FF2B5EF4-FFF2-40B4-BE49-F238E27FC236}">
                <a16:creationId xmlns:a16="http://schemas.microsoft.com/office/drawing/2014/main" id="{2DC55539-B8F3-4609-B62B-79C5A09B7681}"/>
              </a:ext>
            </a:extLst>
          </p:cNvPr>
          <p:cNvSpPr>
            <a:spLocks noGrp="1"/>
          </p:cNvSpPr>
          <p:nvPr/>
        </p:nvSpPr>
        <p:spPr>
          <a:xfrm>
            <a:off x="2583656" y="3512344"/>
            <a:ext cx="4953000" cy="0"/>
          </a:xfrm>
          <a:prstGeom prst="line">
            <a:avLst/>
          </a:prstGeom>
          <a:noFill/>
          <a:ln w="11906">
            <a:solidFill>
              <a:srgbClr val="BCD0EA"/>
            </a:solidFill>
          </a:ln>
        </p:spPr>
      </p:sp>
      <p:sp>
        <p:nvSpPr>
          <p:cNvPr id="18" name="object-18">
            <a:extLst>
              <a:ext uri="{FF2B5EF4-FFF2-40B4-BE49-F238E27FC236}">
                <a16:creationId xmlns:a16="http://schemas.microsoft.com/office/drawing/2014/main" id="{61FD7C35-8977-4E08-A28D-03598879DA4B}"/>
              </a:ext>
            </a:extLst>
          </p:cNvPr>
          <p:cNvSpPr>
            <a:spLocks noGrp="1"/>
          </p:cNvSpPr>
          <p:nvPr/>
        </p:nvSpPr>
        <p:spPr>
          <a:xfrm>
            <a:off x="3512344" y="2583656"/>
            <a:ext cx="0" cy="4953000"/>
          </a:xfrm>
          <a:prstGeom prst="line">
            <a:avLst/>
          </a:prstGeom>
          <a:noFill/>
          <a:ln w="11906">
            <a:solidFill>
              <a:srgbClr val="BCD0EA"/>
            </a:solidFill>
          </a:ln>
        </p:spPr>
      </p:sp>
      <p:sp>
        <p:nvSpPr>
          <p:cNvPr id="19" name="object-19">
            <a:extLst>
              <a:ext uri="{FF2B5EF4-FFF2-40B4-BE49-F238E27FC236}">
                <a16:creationId xmlns:a16="http://schemas.microsoft.com/office/drawing/2014/main" id="{1EF00137-FBDA-4617-B38F-DBCB01584C19}"/>
              </a:ext>
            </a:extLst>
          </p:cNvPr>
          <p:cNvSpPr>
            <a:spLocks noGrp="1"/>
          </p:cNvSpPr>
          <p:nvPr/>
        </p:nvSpPr>
        <p:spPr>
          <a:xfrm>
            <a:off x="2583656" y="3821906"/>
            <a:ext cx="4953000" cy="0"/>
          </a:xfrm>
          <a:prstGeom prst="line">
            <a:avLst/>
          </a:prstGeom>
          <a:noFill/>
          <a:ln w="11906">
            <a:solidFill>
              <a:srgbClr val="BCD0EA"/>
            </a:solidFill>
          </a:ln>
        </p:spPr>
      </p:sp>
      <p:sp>
        <p:nvSpPr>
          <p:cNvPr id="20" name="object-20">
            <a:extLst>
              <a:ext uri="{FF2B5EF4-FFF2-40B4-BE49-F238E27FC236}">
                <a16:creationId xmlns:a16="http://schemas.microsoft.com/office/drawing/2014/main" id="{8FA72F17-7459-4EAE-8B4C-9B1F1F70FFD3}"/>
              </a:ext>
            </a:extLst>
          </p:cNvPr>
          <p:cNvSpPr>
            <a:spLocks noGrp="1"/>
          </p:cNvSpPr>
          <p:nvPr/>
        </p:nvSpPr>
        <p:spPr>
          <a:xfrm>
            <a:off x="3821906" y="2583656"/>
            <a:ext cx="0" cy="4953000"/>
          </a:xfrm>
          <a:prstGeom prst="line">
            <a:avLst/>
          </a:prstGeom>
          <a:noFill/>
          <a:ln w="11906">
            <a:solidFill>
              <a:srgbClr val="BCD0EA"/>
            </a:solidFill>
          </a:ln>
        </p:spPr>
      </p:sp>
      <p:sp>
        <p:nvSpPr>
          <p:cNvPr id="21" name="object-21">
            <a:extLst>
              <a:ext uri="{FF2B5EF4-FFF2-40B4-BE49-F238E27FC236}">
                <a16:creationId xmlns:a16="http://schemas.microsoft.com/office/drawing/2014/main" id="{A782B1B2-F74F-4D1F-BE40-5DD517301952}"/>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226268AC-4F27-475D-8A56-663F0E0C1370}"/>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3" name="object-23">
            <a:extLst>
              <a:ext uri="{FF2B5EF4-FFF2-40B4-BE49-F238E27FC236}">
                <a16:creationId xmlns:a16="http://schemas.microsoft.com/office/drawing/2014/main" id="{0000ED95-5B81-4497-B142-84FAC6322234}"/>
              </a:ext>
            </a:extLst>
          </p:cNvPr>
          <p:cNvSpPr>
            <a:spLocks noGrp="1"/>
          </p:cNvSpPr>
          <p:nvPr/>
        </p:nvSpPr>
        <p:spPr>
          <a:xfrm>
            <a:off x="2583656" y="4131469"/>
            <a:ext cx="4953000" cy="0"/>
          </a:xfrm>
          <a:prstGeom prst="line">
            <a:avLst/>
          </a:prstGeom>
          <a:noFill/>
          <a:ln w="11906">
            <a:solidFill>
              <a:srgbClr val="BCD0EA"/>
            </a:solidFill>
          </a:ln>
        </p:spPr>
      </p:sp>
      <p:sp>
        <p:nvSpPr>
          <p:cNvPr id="24" name="object-24">
            <a:extLst>
              <a:ext uri="{FF2B5EF4-FFF2-40B4-BE49-F238E27FC236}">
                <a16:creationId xmlns:a16="http://schemas.microsoft.com/office/drawing/2014/main" id="{484AB87F-2B02-409E-B294-DC29EF9FEF45}"/>
              </a:ext>
            </a:extLst>
          </p:cNvPr>
          <p:cNvSpPr>
            <a:spLocks noGrp="1"/>
          </p:cNvSpPr>
          <p:nvPr/>
        </p:nvSpPr>
        <p:spPr>
          <a:xfrm>
            <a:off x="4131469" y="2583656"/>
            <a:ext cx="0" cy="4953000"/>
          </a:xfrm>
          <a:prstGeom prst="line">
            <a:avLst/>
          </a:prstGeom>
          <a:noFill/>
          <a:ln w="11906">
            <a:solidFill>
              <a:srgbClr val="BCD0EA"/>
            </a:solidFill>
          </a:ln>
        </p:spPr>
      </p:sp>
      <p:sp>
        <p:nvSpPr>
          <p:cNvPr id="25" name="object-25">
            <a:extLst>
              <a:ext uri="{FF2B5EF4-FFF2-40B4-BE49-F238E27FC236}">
                <a16:creationId xmlns:a16="http://schemas.microsoft.com/office/drawing/2014/main" id="{A7E450E1-C9EA-4714-B5B6-A1B5E2145972}"/>
              </a:ext>
            </a:extLst>
          </p:cNvPr>
          <p:cNvSpPr>
            <a:spLocks noGrp="1"/>
          </p:cNvSpPr>
          <p:nvPr/>
        </p:nvSpPr>
        <p:spPr>
          <a:xfrm>
            <a:off x="2583656" y="4441031"/>
            <a:ext cx="4953000" cy="0"/>
          </a:xfrm>
          <a:prstGeom prst="line">
            <a:avLst/>
          </a:prstGeom>
          <a:noFill/>
          <a:ln w="11906">
            <a:solidFill>
              <a:srgbClr val="BCD0EA"/>
            </a:solidFill>
          </a:ln>
        </p:spPr>
      </p:sp>
      <p:sp>
        <p:nvSpPr>
          <p:cNvPr id="26" name="object-26">
            <a:extLst>
              <a:ext uri="{FF2B5EF4-FFF2-40B4-BE49-F238E27FC236}">
                <a16:creationId xmlns:a16="http://schemas.microsoft.com/office/drawing/2014/main" id="{143CAC9D-2F2E-42F8-9885-AD5858B71A70}"/>
              </a:ext>
            </a:extLst>
          </p:cNvPr>
          <p:cNvSpPr>
            <a:spLocks noGrp="1"/>
          </p:cNvSpPr>
          <p:nvPr/>
        </p:nvSpPr>
        <p:spPr>
          <a:xfrm>
            <a:off x="4441031" y="2583656"/>
            <a:ext cx="0" cy="4953000"/>
          </a:xfrm>
          <a:prstGeom prst="line">
            <a:avLst/>
          </a:prstGeom>
          <a:noFill/>
          <a:ln w="11906">
            <a:solidFill>
              <a:srgbClr val="BCD0EA"/>
            </a:solidFill>
          </a:ln>
        </p:spPr>
      </p:sp>
      <p:sp>
        <p:nvSpPr>
          <p:cNvPr id="27" name="object-27">
            <a:extLst>
              <a:ext uri="{FF2B5EF4-FFF2-40B4-BE49-F238E27FC236}">
                <a16:creationId xmlns:a16="http://schemas.microsoft.com/office/drawing/2014/main" id="{C373592D-D2FE-4E9F-A8E8-9C79BF704DBD}"/>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1FBCB521-1DBD-47B8-ABF7-ABECDDAFD9F8}"/>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9" name="object-29">
            <a:extLst>
              <a:ext uri="{FF2B5EF4-FFF2-40B4-BE49-F238E27FC236}">
                <a16:creationId xmlns:a16="http://schemas.microsoft.com/office/drawing/2014/main" id="{BE017E6F-07E7-4EAA-973E-D907ADEEEF6B}"/>
              </a:ext>
            </a:extLst>
          </p:cNvPr>
          <p:cNvSpPr>
            <a:spLocks noGrp="1"/>
          </p:cNvSpPr>
          <p:nvPr/>
        </p:nvSpPr>
        <p:spPr>
          <a:xfrm>
            <a:off x="2583656" y="4750594"/>
            <a:ext cx="4953000" cy="0"/>
          </a:xfrm>
          <a:prstGeom prst="line">
            <a:avLst/>
          </a:prstGeom>
          <a:noFill/>
          <a:ln w="11906">
            <a:solidFill>
              <a:srgbClr val="BCD0EA"/>
            </a:solidFill>
          </a:ln>
        </p:spPr>
      </p:sp>
      <p:sp>
        <p:nvSpPr>
          <p:cNvPr id="30" name="object-30">
            <a:extLst>
              <a:ext uri="{FF2B5EF4-FFF2-40B4-BE49-F238E27FC236}">
                <a16:creationId xmlns:a16="http://schemas.microsoft.com/office/drawing/2014/main" id="{7305DCD4-4877-4090-98EB-2F3B9AFB0FCF}"/>
              </a:ext>
            </a:extLst>
          </p:cNvPr>
          <p:cNvSpPr>
            <a:spLocks noGrp="1"/>
          </p:cNvSpPr>
          <p:nvPr/>
        </p:nvSpPr>
        <p:spPr>
          <a:xfrm>
            <a:off x="4750594" y="2583656"/>
            <a:ext cx="0" cy="4953000"/>
          </a:xfrm>
          <a:prstGeom prst="line">
            <a:avLst/>
          </a:prstGeom>
          <a:noFill/>
          <a:ln w="11906">
            <a:solidFill>
              <a:srgbClr val="BCD0EA"/>
            </a:solidFill>
          </a:ln>
        </p:spPr>
      </p:sp>
      <p:sp>
        <p:nvSpPr>
          <p:cNvPr id="31" name="object-31">
            <a:extLst>
              <a:ext uri="{FF2B5EF4-FFF2-40B4-BE49-F238E27FC236}">
                <a16:creationId xmlns:a16="http://schemas.microsoft.com/office/drawing/2014/main" id="{55E86C1C-2B4D-499C-B4EA-92865631FF66}"/>
              </a:ext>
            </a:extLst>
          </p:cNvPr>
          <p:cNvSpPr>
            <a:spLocks noGrp="1"/>
          </p:cNvSpPr>
          <p:nvPr/>
        </p:nvSpPr>
        <p:spPr>
          <a:xfrm>
            <a:off x="2583656" y="5060156"/>
            <a:ext cx="4953000" cy="0"/>
          </a:xfrm>
          <a:prstGeom prst="line">
            <a:avLst/>
          </a:prstGeom>
          <a:noFill/>
          <a:ln w="11906">
            <a:solidFill>
              <a:srgbClr val="BCD0EA"/>
            </a:solidFill>
          </a:ln>
        </p:spPr>
      </p:sp>
      <p:sp>
        <p:nvSpPr>
          <p:cNvPr id="32" name="object-32">
            <a:extLst>
              <a:ext uri="{FF2B5EF4-FFF2-40B4-BE49-F238E27FC236}">
                <a16:creationId xmlns:a16="http://schemas.microsoft.com/office/drawing/2014/main" id="{DCC3556E-B3BB-4EF5-BB8B-2FB888D52268}"/>
              </a:ext>
            </a:extLst>
          </p:cNvPr>
          <p:cNvSpPr>
            <a:spLocks noGrp="1"/>
          </p:cNvSpPr>
          <p:nvPr/>
        </p:nvSpPr>
        <p:spPr>
          <a:xfrm>
            <a:off x="5060156" y="2583656"/>
            <a:ext cx="0" cy="4953000"/>
          </a:xfrm>
          <a:prstGeom prst="line">
            <a:avLst/>
          </a:prstGeom>
          <a:noFill/>
          <a:ln w="11906">
            <a:solidFill>
              <a:srgbClr val="BCD0EA"/>
            </a:solidFill>
          </a:ln>
        </p:spPr>
      </p:sp>
      <p:sp>
        <p:nvSpPr>
          <p:cNvPr id="33" name="object-33">
            <a:extLst>
              <a:ext uri="{FF2B5EF4-FFF2-40B4-BE49-F238E27FC236}">
                <a16:creationId xmlns:a16="http://schemas.microsoft.com/office/drawing/2014/main" id="{FDCD952D-C405-4F79-83CC-7145A6CEADD4}"/>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4" name="object-34">
            <a:extLst>
              <a:ext uri="{FF2B5EF4-FFF2-40B4-BE49-F238E27FC236}">
                <a16:creationId xmlns:a16="http://schemas.microsoft.com/office/drawing/2014/main" id="{685E6FFB-6FEF-41E5-8760-DC658C3447B7}"/>
              </a:ext>
            </a:extLst>
          </p:cNvPr>
          <p:cNvSpPr>
            <a:spLocks noGrp="1"/>
          </p:cNvSpPr>
          <p:nvPr/>
        </p:nvSpPr>
        <p:spPr>
          <a:xfrm>
            <a:off x="2583656" y="5369719"/>
            <a:ext cx="4953000" cy="0"/>
          </a:xfrm>
          <a:prstGeom prst="line">
            <a:avLst/>
          </a:prstGeom>
          <a:noFill/>
          <a:ln w="11906">
            <a:solidFill>
              <a:srgbClr val="BCD0EA"/>
            </a:solidFill>
          </a:ln>
        </p:spPr>
      </p:sp>
      <p:sp>
        <p:nvSpPr>
          <p:cNvPr id="35" name="object-35">
            <a:extLst>
              <a:ext uri="{FF2B5EF4-FFF2-40B4-BE49-F238E27FC236}">
                <a16:creationId xmlns:a16="http://schemas.microsoft.com/office/drawing/2014/main" id="{7401E435-67CE-4A62-B1FA-34B89BFD8407}"/>
              </a:ext>
            </a:extLst>
          </p:cNvPr>
          <p:cNvSpPr>
            <a:spLocks noGrp="1"/>
          </p:cNvSpPr>
          <p:nvPr/>
        </p:nvSpPr>
        <p:spPr>
          <a:xfrm>
            <a:off x="5369719" y="2583656"/>
            <a:ext cx="0" cy="4953000"/>
          </a:xfrm>
          <a:prstGeom prst="line">
            <a:avLst/>
          </a:prstGeom>
          <a:noFill/>
          <a:ln w="11906">
            <a:solidFill>
              <a:srgbClr val="BCD0EA"/>
            </a:solidFill>
          </a:ln>
        </p:spPr>
      </p:sp>
      <p:sp>
        <p:nvSpPr>
          <p:cNvPr id="36" name="object-36">
            <a:extLst>
              <a:ext uri="{FF2B5EF4-FFF2-40B4-BE49-F238E27FC236}">
                <a16:creationId xmlns:a16="http://schemas.microsoft.com/office/drawing/2014/main" id="{E15A35A7-7333-4603-85F7-AF84FE86B9FE}"/>
              </a:ext>
            </a:extLst>
          </p:cNvPr>
          <p:cNvSpPr>
            <a:spLocks noGrp="1"/>
          </p:cNvSpPr>
          <p:nvPr/>
        </p:nvSpPr>
        <p:spPr>
          <a:xfrm>
            <a:off x="2583656" y="5679281"/>
            <a:ext cx="4953000" cy="0"/>
          </a:xfrm>
          <a:prstGeom prst="line">
            <a:avLst/>
          </a:prstGeom>
          <a:noFill/>
          <a:ln w="11906">
            <a:solidFill>
              <a:srgbClr val="BCD0EA"/>
            </a:solidFill>
          </a:ln>
        </p:spPr>
      </p:sp>
      <p:sp>
        <p:nvSpPr>
          <p:cNvPr id="37" name="object-37">
            <a:extLst>
              <a:ext uri="{FF2B5EF4-FFF2-40B4-BE49-F238E27FC236}">
                <a16:creationId xmlns:a16="http://schemas.microsoft.com/office/drawing/2014/main" id="{454D1FD1-6DF3-4D2A-B3A0-73E75D965EF6}"/>
              </a:ext>
            </a:extLst>
          </p:cNvPr>
          <p:cNvSpPr>
            <a:spLocks noGrp="1"/>
          </p:cNvSpPr>
          <p:nvPr/>
        </p:nvSpPr>
        <p:spPr>
          <a:xfrm>
            <a:off x="5679281" y="2583656"/>
            <a:ext cx="0" cy="4953000"/>
          </a:xfrm>
          <a:prstGeom prst="line">
            <a:avLst/>
          </a:prstGeom>
          <a:noFill/>
          <a:ln w="11906">
            <a:solidFill>
              <a:srgbClr val="BCD0EA"/>
            </a:solidFill>
          </a:ln>
        </p:spPr>
      </p:sp>
      <p:sp>
        <p:nvSpPr>
          <p:cNvPr id="38" name="object-38">
            <a:extLst>
              <a:ext uri="{FF2B5EF4-FFF2-40B4-BE49-F238E27FC236}">
                <a16:creationId xmlns:a16="http://schemas.microsoft.com/office/drawing/2014/main" id="{1F7CE71E-0FA5-46DA-A573-622501A42385}"/>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23728E65-9243-4F4C-9AAA-6F5018B382C5}"/>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40" name="object-40">
            <a:extLst>
              <a:ext uri="{FF2B5EF4-FFF2-40B4-BE49-F238E27FC236}">
                <a16:creationId xmlns:a16="http://schemas.microsoft.com/office/drawing/2014/main" id="{EE5B493E-D852-4407-B68D-06F5E5FEA5C7}"/>
              </a:ext>
            </a:extLst>
          </p:cNvPr>
          <p:cNvSpPr>
            <a:spLocks noGrp="1"/>
          </p:cNvSpPr>
          <p:nvPr/>
        </p:nvSpPr>
        <p:spPr>
          <a:xfrm>
            <a:off x="2583656" y="5988844"/>
            <a:ext cx="4953000" cy="0"/>
          </a:xfrm>
          <a:prstGeom prst="line">
            <a:avLst/>
          </a:prstGeom>
          <a:noFill/>
          <a:ln w="11906">
            <a:solidFill>
              <a:srgbClr val="BCD0EA"/>
            </a:solidFill>
          </a:ln>
        </p:spPr>
      </p:sp>
      <p:sp>
        <p:nvSpPr>
          <p:cNvPr id="41" name="object-41">
            <a:extLst>
              <a:ext uri="{FF2B5EF4-FFF2-40B4-BE49-F238E27FC236}">
                <a16:creationId xmlns:a16="http://schemas.microsoft.com/office/drawing/2014/main" id="{3747D8D6-83E8-4CC3-A688-1704E23E1F4F}"/>
              </a:ext>
            </a:extLst>
          </p:cNvPr>
          <p:cNvSpPr>
            <a:spLocks noGrp="1"/>
          </p:cNvSpPr>
          <p:nvPr/>
        </p:nvSpPr>
        <p:spPr>
          <a:xfrm>
            <a:off x="5988844" y="2583656"/>
            <a:ext cx="0" cy="4953000"/>
          </a:xfrm>
          <a:prstGeom prst="line">
            <a:avLst/>
          </a:prstGeom>
          <a:noFill/>
          <a:ln w="11906">
            <a:solidFill>
              <a:srgbClr val="BCD0EA"/>
            </a:solidFill>
          </a:ln>
        </p:spPr>
      </p:sp>
      <p:sp>
        <p:nvSpPr>
          <p:cNvPr id="42" name="object-42">
            <a:extLst>
              <a:ext uri="{FF2B5EF4-FFF2-40B4-BE49-F238E27FC236}">
                <a16:creationId xmlns:a16="http://schemas.microsoft.com/office/drawing/2014/main" id="{D1F18615-F0D4-48C7-8652-9CC46028CF06}"/>
              </a:ext>
            </a:extLst>
          </p:cNvPr>
          <p:cNvSpPr>
            <a:spLocks noGrp="1"/>
          </p:cNvSpPr>
          <p:nvPr/>
        </p:nvSpPr>
        <p:spPr>
          <a:xfrm>
            <a:off x="2583656" y="6298406"/>
            <a:ext cx="4953000" cy="0"/>
          </a:xfrm>
          <a:prstGeom prst="line">
            <a:avLst/>
          </a:prstGeom>
          <a:noFill/>
          <a:ln w="11906">
            <a:solidFill>
              <a:srgbClr val="BCD0EA"/>
            </a:solidFill>
          </a:ln>
        </p:spPr>
      </p:sp>
      <p:sp>
        <p:nvSpPr>
          <p:cNvPr id="43" name="object-43">
            <a:extLst>
              <a:ext uri="{FF2B5EF4-FFF2-40B4-BE49-F238E27FC236}">
                <a16:creationId xmlns:a16="http://schemas.microsoft.com/office/drawing/2014/main" id="{1FC7D8C5-2183-4E41-AA12-E5EFE93921F7}"/>
              </a:ext>
            </a:extLst>
          </p:cNvPr>
          <p:cNvSpPr>
            <a:spLocks noGrp="1"/>
          </p:cNvSpPr>
          <p:nvPr/>
        </p:nvSpPr>
        <p:spPr>
          <a:xfrm>
            <a:off x="6298406" y="2583656"/>
            <a:ext cx="0" cy="4953000"/>
          </a:xfrm>
          <a:prstGeom prst="line">
            <a:avLst/>
          </a:prstGeom>
          <a:noFill/>
          <a:ln w="11906">
            <a:solidFill>
              <a:srgbClr val="BCD0EA"/>
            </a:solidFill>
          </a:ln>
        </p:spPr>
      </p:sp>
      <p:sp>
        <p:nvSpPr>
          <p:cNvPr id="44" name="object-44">
            <a:extLst>
              <a:ext uri="{FF2B5EF4-FFF2-40B4-BE49-F238E27FC236}">
                <a16:creationId xmlns:a16="http://schemas.microsoft.com/office/drawing/2014/main" id="{D2E5F181-4AF3-443C-ACD5-F38DABD3C076}"/>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0F6EDE89-CB5F-47D8-BC6D-5C84B55E6A8C}"/>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6" name="object-46">
            <a:extLst>
              <a:ext uri="{FF2B5EF4-FFF2-40B4-BE49-F238E27FC236}">
                <a16:creationId xmlns:a16="http://schemas.microsoft.com/office/drawing/2014/main" id="{B8FFD2E5-EC06-4B42-93E1-7A2AD456DF31}"/>
              </a:ext>
            </a:extLst>
          </p:cNvPr>
          <p:cNvSpPr>
            <a:spLocks noGrp="1"/>
          </p:cNvSpPr>
          <p:nvPr/>
        </p:nvSpPr>
        <p:spPr>
          <a:xfrm>
            <a:off x="2583656" y="6607969"/>
            <a:ext cx="4953000" cy="0"/>
          </a:xfrm>
          <a:prstGeom prst="line">
            <a:avLst/>
          </a:prstGeom>
          <a:noFill/>
          <a:ln w="11906">
            <a:solidFill>
              <a:srgbClr val="BCD0EA"/>
            </a:solidFill>
          </a:ln>
        </p:spPr>
      </p:sp>
      <p:sp>
        <p:nvSpPr>
          <p:cNvPr id="47" name="object-47">
            <a:extLst>
              <a:ext uri="{FF2B5EF4-FFF2-40B4-BE49-F238E27FC236}">
                <a16:creationId xmlns:a16="http://schemas.microsoft.com/office/drawing/2014/main" id="{CDB8072E-DD73-46BB-A487-1A7CB9D61015}"/>
              </a:ext>
            </a:extLst>
          </p:cNvPr>
          <p:cNvSpPr>
            <a:spLocks noGrp="1"/>
          </p:cNvSpPr>
          <p:nvPr/>
        </p:nvSpPr>
        <p:spPr>
          <a:xfrm>
            <a:off x="6607969" y="2583656"/>
            <a:ext cx="0" cy="4953000"/>
          </a:xfrm>
          <a:prstGeom prst="line">
            <a:avLst/>
          </a:prstGeom>
          <a:noFill/>
          <a:ln w="11906">
            <a:solidFill>
              <a:srgbClr val="BCD0EA"/>
            </a:solidFill>
          </a:ln>
        </p:spPr>
      </p:sp>
      <p:sp>
        <p:nvSpPr>
          <p:cNvPr id="48" name="object-48">
            <a:extLst>
              <a:ext uri="{FF2B5EF4-FFF2-40B4-BE49-F238E27FC236}">
                <a16:creationId xmlns:a16="http://schemas.microsoft.com/office/drawing/2014/main" id="{249D6CB9-76DC-4A9D-A739-D0C385CF17CC}"/>
              </a:ext>
            </a:extLst>
          </p:cNvPr>
          <p:cNvSpPr>
            <a:spLocks noGrp="1"/>
          </p:cNvSpPr>
          <p:nvPr/>
        </p:nvSpPr>
        <p:spPr>
          <a:xfrm>
            <a:off x="2583656" y="6917531"/>
            <a:ext cx="4953000" cy="0"/>
          </a:xfrm>
          <a:prstGeom prst="line">
            <a:avLst/>
          </a:prstGeom>
          <a:noFill/>
          <a:ln w="11906">
            <a:solidFill>
              <a:srgbClr val="BCD0EA"/>
            </a:solidFill>
          </a:ln>
        </p:spPr>
      </p:sp>
      <p:sp>
        <p:nvSpPr>
          <p:cNvPr id="49" name="object-49">
            <a:extLst>
              <a:ext uri="{FF2B5EF4-FFF2-40B4-BE49-F238E27FC236}">
                <a16:creationId xmlns:a16="http://schemas.microsoft.com/office/drawing/2014/main" id="{ED68849E-5AB8-4817-B40D-865E4B522C65}"/>
              </a:ext>
            </a:extLst>
          </p:cNvPr>
          <p:cNvSpPr>
            <a:spLocks noGrp="1"/>
          </p:cNvSpPr>
          <p:nvPr/>
        </p:nvSpPr>
        <p:spPr>
          <a:xfrm>
            <a:off x="6917531" y="2583656"/>
            <a:ext cx="0" cy="4953000"/>
          </a:xfrm>
          <a:prstGeom prst="line">
            <a:avLst/>
          </a:prstGeom>
          <a:noFill/>
          <a:ln w="11906">
            <a:solidFill>
              <a:srgbClr val="BCD0EA"/>
            </a:solidFill>
          </a:ln>
        </p:spPr>
      </p:sp>
      <p:sp>
        <p:nvSpPr>
          <p:cNvPr id="50" name="object-50">
            <a:extLst>
              <a:ext uri="{FF2B5EF4-FFF2-40B4-BE49-F238E27FC236}">
                <a16:creationId xmlns:a16="http://schemas.microsoft.com/office/drawing/2014/main" id="{7C362566-2107-4DC1-A965-BB27F73DFB3C}"/>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7DFD9B82-AA4F-4D49-922A-BA8C8C12E9A6}"/>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2" name="object-52">
            <a:extLst>
              <a:ext uri="{FF2B5EF4-FFF2-40B4-BE49-F238E27FC236}">
                <a16:creationId xmlns:a16="http://schemas.microsoft.com/office/drawing/2014/main" id="{D596C2C8-A7B0-43B4-ACF9-C0BA4562276C}"/>
              </a:ext>
            </a:extLst>
          </p:cNvPr>
          <p:cNvSpPr>
            <a:spLocks noGrp="1"/>
          </p:cNvSpPr>
          <p:nvPr/>
        </p:nvSpPr>
        <p:spPr>
          <a:xfrm>
            <a:off x="2583656" y="7227094"/>
            <a:ext cx="4953000" cy="0"/>
          </a:xfrm>
          <a:prstGeom prst="line">
            <a:avLst/>
          </a:prstGeom>
          <a:noFill/>
          <a:ln w="11906">
            <a:solidFill>
              <a:srgbClr val="BCD0EA"/>
            </a:solidFill>
          </a:ln>
        </p:spPr>
      </p:sp>
      <p:sp>
        <p:nvSpPr>
          <p:cNvPr id="53" name="object-53">
            <a:extLst>
              <a:ext uri="{FF2B5EF4-FFF2-40B4-BE49-F238E27FC236}">
                <a16:creationId xmlns:a16="http://schemas.microsoft.com/office/drawing/2014/main" id="{5264076F-46CD-47DD-8A6E-C9FA58B379B8}"/>
              </a:ext>
            </a:extLst>
          </p:cNvPr>
          <p:cNvSpPr>
            <a:spLocks noGrp="1"/>
          </p:cNvSpPr>
          <p:nvPr/>
        </p:nvSpPr>
        <p:spPr>
          <a:xfrm>
            <a:off x="7227094" y="2583656"/>
            <a:ext cx="0" cy="4953000"/>
          </a:xfrm>
          <a:prstGeom prst="line">
            <a:avLst/>
          </a:prstGeom>
          <a:noFill/>
          <a:ln w="11906">
            <a:solidFill>
              <a:srgbClr val="BCD0EA"/>
            </a:solidFill>
          </a:ln>
        </p:spPr>
      </p:sp>
      <p:sp>
        <p:nvSpPr>
          <p:cNvPr id="54" name="object-54">
            <a:extLst>
              <a:ext uri="{FF2B5EF4-FFF2-40B4-BE49-F238E27FC236}">
                <a16:creationId xmlns:a16="http://schemas.microsoft.com/office/drawing/2014/main" id="{AB5EDD4C-E659-4896-B3F6-3EAE4EFE830B}"/>
              </a:ext>
            </a:extLst>
          </p:cNvPr>
          <p:cNvSpPr>
            <a:spLocks noGrp="1"/>
          </p:cNvSpPr>
          <p:nvPr/>
        </p:nvSpPr>
        <p:spPr>
          <a:xfrm>
            <a:off x="2583656" y="7536656"/>
            <a:ext cx="4953000" cy="0"/>
          </a:xfrm>
          <a:prstGeom prst="line">
            <a:avLst/>
          </a:prstGeom>
          <a:noFill/>
          <a:ln w="11906">
            <a:solidFill>
              <a:srgbClr val="BCD0EA"/>
            </a:solidFill>
          </a:ln>
        </p:spPr>
      </p:sp>
      <p:sp>
        <p:nvSpPr>
          <p:cNvPr id="55" name="object-55">
            <a:extLst>
              <a:ext uri="{FF2B5EF4-FFF2-40B4-BE49-F238E27FC236}">
                <a16:creationId xmlns:a16="http://schemas.microsoft.com/office/drawing/2014/main" id="{8036711A-F785-467D-AB9C-42ECEAF1252A}"/>
              </a:ext>
            </a:extLst>
          </p:cNvPr>
          <p:cNvSpPr>
            <a:spLocks noGrp="1"/>
          </p:cNvSpPr>
          <p:nvPr/>
        </p:nvSpPr>
        <p:spPr>
          <a:xfrm>
            <a:off x="7536656" y="2583656"/>
            <a:ext cx="0" cy="4953000"/>
          </a:xfrm>
          <a:prstGeom prst="line">
            <a:avLst/>
          </a:prstGeom>
          <a:noFill/>
          <a:ln w="11906">
            <a:solidFill>
              <a:srgbClr val="BCD0EA"/>
            </a:solidFill>
          </a:ln>
        </p:spPr>
      </p:sp>
      <p:sp>
        <p:nvSpPr>
          <p:cNvPr id="56" name="object-56">
            <a:extLst>
              <a:ext uri="{FF2B5EF4-FFF2-40B4-BE49-F238E27FC236}">
                <a16:creationId xmlns:a16="http://schemas.microsoft.com/office/drawing/2014/main" id="{A3269640-95AB-40D9-80FF-06BE6B096637}"/>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41D30E4D-2E71-454A-800D-32C78CFAB98A}"/>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8" name="object-58">
            <a:extLst>
              <a:ext uri="{FF2B5EF4-FFF2-40B4-BE49-F238E27FC236}">
                <a16:creationId xmlns:a16="http://schemas.microsoft.com/office/drawing/2014/main" id="{B4BD7583-4448-46CA-8B69-F6A704BE32ED}"/>
              </a:ext>
            </a:extLst>
          </p:cNvPr>
          <p:cNvSpPr>
            <a:spLocks noGrp="1"/>
          </p:cNvSpPr>
          <p:nvPr/>
        </p:nvSpPr>
        <p:spPr>
          <a:xfrm>
            <a:off x="2583656" y="5060156"/>
            <a:ext cx="4953000" cy="0"/>
          </a:xfrm>
          <a:prstGeom prst="line">
            <a:avLst/>
          </a:prstGeom>
          <a:noFill/>
          <a:ln w="23813">
            <a:solidFill>
              <a:srgbClr val="172B4D"/>
            </a:solidFill>
          </a:ln>
        </p:spPr>
      </p:sp>
      <p:sp>
        <p:nvSpPr>
          <p:cNvPr id="59" name="object-59">
            <a:extLst>
              <a:ext uri="{FF2B5EF4-FFF2-40B4-BE49-F238E27FC236}">
                <a16:creationId xmlns:a16="http://schemas.microsoft.com/office/drawing/2014/main" id="{401D3D0A-A5FA-4A57-A172-8883614E4D84}"/>
              </a:ext>
            </a:extLst>
          </p:cNvPr>
          <p:cNvSpPr>
            <a:spLocks noGrp="1"/>
          </p:cNvSpPr>
          <p:nvPr/>
        </p:nvSpPr>
        <p:spPr>
          <a:xfrm>
            <a:off x="5060156" y="2583656"/>
            <a:ext cx="0" cy="4953000"/>
          </a:xfrm>
          <a:prstGeom prst="line">
            <a:avLst/>
          </a:prstGeom>
          <a:noFill/>
          <a:ln w="23813">
            <a:solidFill>
              <a:srgbClr val="172B4D"/>
            </a:solidFill>
          </a:ln>
        </p:spPr>
      </p:sp>
      <p:sp>
        <p:nvSpPr>
          <p:cNvPr id="60" name="object-60">
            <a:extLst>
              <a:ext uri="{FF2B5EF4-FFF2-40B4-BE49-F238E27FC236}">
                <a16:creationId xmlns:a16="http://schemas.microsoft.com/office/drawing/2014/main" id="{095A8197-A76B-4277-AF7B-D1E059CBB170}"/>
              </a:ext>
            </a:extLst>
          </p:cNvPr>
          <p:cNvSpPr>
            <a:spLocks noGrp="1"/>
          </p:cNvSpPr>
          <p:nvPr/>
        </p:nvSpPr>
        <p:spPr>
          <a:xfrm>
            <a:off x="7119938" y="6500813"/>
            <a:ext cx="214313" cy="214313"/>
          </a:xfrm>
          <a:prstGeom prst="ellipse">
            <a:avLst/>
          </a:prstGeom>
          <a:solidFill>
            <a:srgbClr val="1D4ED8"/>
          </a:solidFill>
          <a:ln w="11906">
            <a:solidFill>
              <a:srgbClr val="172B4D"/>
            </a:solidFill>
          </a:ln>
        </p:spPr>
      </p:sp>
      <p:sp>
        <p:nvSpPr>
          <p:cNvPr id="61" name="object-61">
            <a:extLst>
              <a:ext uri="{FF2B5EF4-FFF2-40B4-BE49-F238E27FC236}">
                <a16:creationId xmlns:a16="http://schemas.microsoft.com/office/drawing/2014/main" id="{CED934FE-FF21-4F01-923F-ED7593B36427}"/>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Start: (-2, -2)</a:t>
            </a:r>
          </a:p>
        </p:txBody>
      </p:sp>
    </p:spTree>
    <p:extLst>
      <p:ext uri="{BB962C8B-B14F-4D97-AF65-F5344CB8AC3E}">
        <p14:creationId xmlns:p14="http://schemas.microsoft.com/office/powerpoint/2010/main" val="45976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828125 0 E" pathEditMode="relative" ptsTypes="">
                                      <p:cBhvr>
                                        <p:cTn id="6" dur="800" fill="hold"/>
                                        <p:tgtEl>
                                          <p:spTgt spid="6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1828125 0 L -0.1828125 -0.10833333 E" pathEditMode="relative" ptsTypes="">
                                      <p:cBhvr>
                                        <p:cTn id="10" dur="800" fill="hold"/>
                                        <p:tgtEl>
                                          <p:spTgt spid="6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object-1">
            <a:extLst>
              <a:ext uri="{FF2B5EF4-FFF2-40B4-BE49-F238E27FC236}">
                <a16:creationId xmlns:a16="http://schemas.microsoft.com/office/drawing/2014/main" id="{3833009A-D07B-4D72-BCB1-3789181FA43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322CE73B-3E35-4FDB-B9B4-5B8A1C560F4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After moving 9 right and 3 down, a point is (7, -6). Find its start.</a:t>
            </a:r>
          </a:p>
        </p:txBody>
      </p:sp>
      <p:sp>
        <p:nvSpPr>
          <p:cNvPr id="3" name="object-3">
            <a:extLst>
              <a:ext uri="{FF2B5EF4-FFF2-40B4-BE49-F238E27FC236}">
                <a16:creationId xmlns:a16="http://schemas.microsoft.com/office/drawing/2014/main" id="{586DEC8A-C165-4C23-A082-8E9EBEC2833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982E21B-81C9-4F5C-907D-5685FA34474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transformations</a:t>
            </a:r>
          </a:p>
        </p:txBody>
      </p:sp>
      <p:sp>
        <p:nvSpPr>
          <p:cNvPr id="5" name="object-5">
            <a:extLst>
              <a:ext uri="{FF2B5EF4-FFF2-40B4-BE49-F238E27FC236}">
                <a16:creationId xmlns:a16="http://schemas.microsoft.com/office/drawing/2014/main" id="{F1BA1779-8B60-40F9-B0D5-A65AC06B2EA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69AEBD2E-8270-4B11-9735-F706EB2FDB0F}"/>
              </a:ext>
            </a:extLst>
          </p:cNvPr>
          <p:cNvSpPr>
            <a:spLocks noGrp="1"/>
          </p:cNvSpPr>
          <p:nvPr/>
        </p:nvSpPr>
        <p:spPr>
          <a:xfrm>
            <a:off x="2583656" y="2583656"/>
            <a:ext cx="4953000" cy="0"/>
          </a:xfrm>
          <a:prstGeom prst="line">
            <a:avLst/>
          </a:prstGeom>
          <a:noFill/>
          <a:ln w="11906">
            <a:solidFill>
              <a:srgbClr val="BCD0EA"/>
            </a:solidFill>
          </a:ln>
        </p:spPr>
      </p:sp>
      <p:sp>
        <p:nvSpPr>
          <p:cNvPr id="7" name="object-7">
            <a:extLst>
              <a:ext uri="{FF2B5EF4-FFF2-40B4-BE49-F238E27FC236}">
                <a16:creationId xmlns:a16="http://schemas.microsoft.com/office/drawing/2014/main" id="{8E04B05C-E0A3-4F3A-A9F9-25674FCC4283}"/>
              </a:ext>
            </a:extLst>
          </p:cNvPr>
          <p:cNvSpPr>
            <a:spLocks noGrp="1"/>
          </p:cNvSpPr>
          <p:nvPr/>
        </p:nvSpPr>
        <p:spPr>
          <a:xfrm>
            <a:off x="2583656" y="2583656"/>
            <a:ext cx="0" cy="4953000"/>
          </a:xfrm>
          <a:prstGeom prst="line">
            <a:avLst/>
          </a:prstGeom>
          <a:noFill/>
          <a:ln w="11906">
            <a:solidFill>
              <a:srgbClr val="BCD0EA"/>
            </a:solidFill>
          </a:ln>
        </p:spPr>
      </p:sp>
      <p:sp>
        <p:nvSpPr>
          <p:cNvPr id="8" name="object-8">
            <a:extLst>
              <a:ext uri="{FF2B5EF4-FFF2-40B4-BE49-F238E27FC236}">
                <a16:creationId xmlns:a16="http://schemas.microsoft.com/office/drawing/2014/main" id="{EDB5C230-61E0-45EC-A69C-AFE41A4BA328}"/>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9" name="object-9">
            <a:extLst>
              <a:ext uri="{FF2B5EF4-FFF2-40B4-BE49-F238E27FC236}">
                <a16:creationId xmlns:a16="http://schemas.microsoft.com/office/drawing/2014/main" id="{EECCD8EC-059A-4B0D-BE11-8A7950581BA3}"/>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5A606BA1-88F2-466C-BB93-2ADC5CB0A0B5}"/>
              </a:ext>
            </a:extLst>
          </p:cNvPr>
          <p:cNvSpPr>
            <a:spLocks noGrp="1"/>
          </p:cNvSpPr>
          <p:nvPr/>
        </p:nvSpPr>
        <p:spPr>
          <a:xfrm>
            <a:off x="2583656" y="2893219"/>
            <a:ext cx="4953000" cy="0"/>
          </a:xfrm>
          <a:prstGeom prst="line">
            <a:avLst/>
          </a:prstGeom>
          <a:noFill/>
          <a:ln w="11906">
            <a:solidFill>
              <a:srgbClr val="BCD0EA"/>
            </a:solidFill>
          </a:ln>
        </p:spPr>
      </p:sp>
      <p:sp>
        <p:nvSpPr>
          <p:cNvPr id="11" name="object-11">
            <a:extLst>
              <a:ext uri="{FF2B5EF4-FFF2-40B4-BE49-F238E27FC236}">
                <a16:creationId xmlns:a16="http://schemas.microsoft.com/office/drawing/2014/main" id="{174EE28B-4485-4FA1-A487-1972CF2C78A9}"/>
              </a:ext>
            </a:extLst>
          </p:cNvPr>
          <p:cNvSpPr>
            <a:spLocks noGrp="1"/>
          </p:cNvSpPr>
          <p:nvPr/>
        </p:nvSpPr>
        <p:spPr>
          <a:xfrm>
            <a:off x="2893219" y="2583656"/>
            <a:ext cx="0" cy="4953000"/>
          </a:xfrm>
          <a:prstGeom prst="line">
            <a:avLst/>
          </a:prstGeom>
          <a:noFill/>
          <a:ln w="11906">
            <a:solidFill>
              <a:srgbClr val="BCD0EA"/>
            </a:solidFill>
          </a:ln>
        </p:spPr>
      </p:sp>
      <p:sp>
        <p:nvSpPr>
          <p:cNvPr id="12" name="object-12">
            <a:extLst>
              <a:ext uri="{FF2B5EF4-FFF2-40B4-BE49-F238E27FC236}">
                <a16:creationId xmlns:a16="http://schemas.microsoft.com/office/drawing/2014/main" id="{BE34FD6A-D6CD-4B54-9A6A-43379857AD03}"/>
              </a:ext>
            </a:extLst>
          </p:cNvPr>
          <p:cNvSpPr>
            <a:spLocks noGrp="1"/>
          </p:cNvSpPr>
          <p:nvPr/>
        </p:nvSpPr>
        <p:spPr>
          <a:xfrm>
            <a:off x="2583656" y="3202781"/>
            <a:ext cx="4953000" cy="0"/>
          </a:xfrm>
          <a:prstGeom prst="line">
            <a:avLst/>
          </a:prstGeom>
          <a:noFill/>
          <a:ln w="11906">
            <a:solidFill>
              <a:srgbClr val="BCD0EA"/>
            </a:solidFill>
          </a:ln>
        </p:spPr>
      </p:sp>
      <p:sp>
        <p:nvSpPr>
          <p:cNvPr id="13" name="object-13">
            <a:extLst>
              <a:ext uri="{FF2B5EF4-FFF2-40B4-BE49-F238E27FC236}">
                <a16:creationId xmlns:a16="http://schemas.microsoft.com/office/drawing/2014/main" id="{1CD9D35A-90F0-44C3-AFA5-D7C3487BD7ED}"/>
              </a:ext>
            </a:extLst>
          </p:cNvPr>
          <p:cNvSpPr>
            <a:spLocks noGrp="1"/>
          </p:cNvSpPr>
          <p:nvPr/>
        </p:nvSpPr>
        <p:spPr>
          <a:xfrm>
            <a:off x="3202781" y="2583656"/>
            <a:ext cx="0" cy="4953000"/>
          </a:xfrm>
          <a:prstGeom prst="line">
            <a:avLst/>
          </a:prstGeom>
          <a:noFill/>
          <a:ln w="11906">
            <a:solidFill>
              <a:srgbClr val="BCD0EA"/>
            </a:solidFill>
          </a:ln>
        </p:spPr>
      </p:sp>
      <p:sp>
        <p:nvSpPr>
          <p:cNvPr id="14" name="object-14">
            <a:extLst>
              <a:ext uri="{FF2B5EF4-FFF2-40B4-BE49-F238E27FC236}">
                <a16:creationId xmlns:a16="http://schemas.microsoft.com/office/drawing/2014/main" id="{C9DB8360-AB58-4F4A-8E58-D62D4C2FF953}"/>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5" name="object-15">
            <a:extLst>
              <a:ext uri="{FF2B5EF4-FFF2-40B4-BE49-F238E27FC236}">
                <a16:creationId xmlns:a16="http://schemas.microsoft.com/office/drawing/2014/main" id="{45BF4B77-D119-4CB8-8A5A-363D82F3ABDD}"/>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78E88E3F-A4C9-4F8D-AB08-15BA9FA66E16}"/>
              </a:ext>
            </a:extLst>
          </p:cNvPr>
          <p:cNvSpPr>
            <a:spLocks noGrp="1"/>
          </p:cNvSpPr>
          <p:nvPr/>
        </p:nvSpPr>
        <p:spPr>
          <a:xfrm>
            <a:off x="2583656" y="3512344"/>
            <a:ext cx="4953000" cy="0"/>
          </a:xfrm>
          <a:prstGeom prst="line">
            <a:avLst/>
          </a:prstGeom>
          <a:noFill/>
          <a:ln w="11906">
            <a:solidFill>
              <a:srgbClr val="BCD0EA"/>
            </a:solidFill>
          </a:ln>
        </p:spPr>
      </p:sp>
      <p:sp>
        <p:nvSpPr>
          <p:cNvPr id="17" name="object-17">
            <a:extLst>
              <a:ext uri="{FF2B5EF4-FFF2-40B4-BE49-F238E27FC236}">
                <a16:creationId xmlns:a16="http://schemas.microsoft.com/office/drawing/2014/main" id="{D72F813C-A9CB-4FD9-B368-BE8B889855EA}"/>
              </a:ext>
            </a:extLst>
          </p:cNvPr>
          <p:cNvSpPr>
            <a:spLocks noGrp="1"/>
          </p:cNvSpPr>
          <p:nvPr/>
        </p:nvSpPr>
        <p:spPr>
          <a:xfrm>
            <a:off x="3512344" y="2583656"/>
            <a:ext cx="0" cy="4953000"/>
          </a:xfrm>
          <a:prstGeom prst="line">
            <a:avLst/>
          </a:prstGeom>
          <a:noFill/>
          <a:ln w="11906">
            <a:solidFill>
              <a:srgbClr val="BCD0EA"/>
            </a:solidFill>
          </a:ln>
        </p:spPr>
      </p:sp>
      <p:sp>
        <p:nvSpPr>
          <p:cNvPr id="18" name="object-18">
            <a:extLst>
              <a:ext uri="{FF2B5EF4-FFF2-40B4-BE49-F238E27FC236}">
                <a16:creationId xmlns:a16="http://schemas.microsoft.com/office/drawing/2014/main" id="{E4BAA274-F5E2-47E8-BEB5-880DF6EE9F8B}"/>
              </a:ext>
            </a:extLst>
          </p:cNvPr>
          <p:cNvSpPr>
            <a:spLocks noGrp="1"/>
          </p:cNvSpPr>
          <p:nvPr/>
        </p:nvSpPr>
        <p:spPr>
          <a:xfrm>
            <a:off x="2583656" y="3821906"/>
            <a:ext cx="4953000" cy="0"/>
          </a:xfrm>
          <a:prstGeom prst="line">
            <a:avLst/>
          </a:prstGeom>
          <a:noFill/>
          <a:ln w="11906">
            <a:solidFill>
              <a:srgbClr val="BCD0EA"/>
            </a:solidFill>
          </a:ln>
        </p:spPr>
      </p:sp>
      <p:sp>
        <p:nvSpPr>
          <p:cNvPr id="19" name="object-19">
            <a:extLst>
              <a:ext uri="{FF2B5EF4-FFF2-40B4-BE49-F238E27FC236}">
                <a16:creationId xmlns:a16="http://schemas.microsoft.com/office/drawing/2014/main" id="{E188F8A3-C337-46B2-BB4E-B4EF61080C7B}"/>
              </a:ext>
            </a:extLst>
          </p:cNvPr>
          <p:cNvSpPr>
            <a:spLocks noGrp="1"/>
          </p:cNvSpPr>
          <p:nvPr/>
        </p:nvSpPr>
        <p:spPr>
          <a:xfrm>
            <a:off x="3821906" y="2583656"/>
            <a:ext cx="0" cy="4953000"/>
          </a:xfrm>
          <a:prstGeom prst="line">
            <a:avLst/>
          </a:prstGeom>
          <a:noFill/>
          <a:ln w="11906">
            <a:solidFill>
              <a:srgbClr val="BCD0EA"/>
            </a:solidFill>
          </a:ln>
        </p:spPr>
      </p:sp>
      <p:sp>
        <p:nvSpPr>
          <p:cNvPr id="20" name="object-20">
            <a:extLst>
              <a:ext uri="{FF2B5EF4-FFF2-40B4-BE49-F238E27FC236}">
                <a16:creationId xmlns:a16="http://schemas.microsoft.com/office/drawing/2014/main" id="{1B20EC59-343C-4E50-A455-217E1C8C2AFA}"/>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1" name="object-21">
            <a:extLst>
              <a:ext uri="{FF2B5EF4-FFF2-40B4-BE49-F238E27FC236}">
                <a16:creationId xmlns:a16="http://schemas.microsoft.com/office/drawing/2014/main" id="{5C05C1D9-17CD-44C6-A9F2-FFA131F6718B}"/>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6F5A34FB-9367-4D09-9B7E-FBA1E3EFA539}"/>
              </a:ext>
            </a:extLst>
          </p:cNvPr>
          <p:cNvSpPr>
            <a:spLocks noGrp="1"/>
          </p:cNvSpPr>
          <p:nvPr/>
        </p:nvSpPr>
        <p:spPr>
          <a:xfrm>
            <a:off x="2583656" y="4131469"/>
            <a:ext cx="4953000" cy="0"/>
          </a:xfrm>
          <a:prstGeom prst="line">
            <a:avLst/>
          </a:prstGeom>
          <a:noFill/>
          <a:ln w="11906">
            <a:solidFill>
              <a:srgbClr val="BCD0EA"/>
            </a:solidFill>
          </a:ln>
        </p:spPr>
      </p:sp>
      <p:sp>
        <p:nvSpPr>
          <p:cNvPr id="23" name="object-23">
            <a:extLst>
              <a:ext uri="{FF2B5EF4-FFF2-40B4-BE49-F238E27FC236}">
                <a16:creationId xmlns:a16="http://schemas.microsoft.com/office/drawing/2014/main" id="{5354DF4D-2B17-4E02-A64E-8D25CC0BD28F}"/>
              </a:ext>
            </a:extLst>
          </p:cNvPr>
          <p:cNvSpPr>
            <a:spLocks noGrp="1"/>
          </p:cNvSpPr>
          <p:nvPr/>
        </p:nvSpPr>
        <p:spPr>
          <a:xfrm>
            <a:off x="4131469" y="2583656"/>
            <a:ext cx="0" cy="4953000"/>
          </a:xfrm>
          <a:prstGeom prst="line">
            <a:avLst/>
          </a:prstGeom>
          <a:noFill/>
          <a:ln w="11906">
            <a:solidFill>
              <a:srgbClr val="BCD0EA"/>
            </a:solidFill>
          </a:ln>
        </p:spPr>
      </p:sp>
      <p:sp>
        <p:nvSpPr>
          <p:cNvPr id="24" name="object-24">
            <a:extLst>
              <a:ext uri="{FF2B5EF4-FFF2-40B4-BE49-F238E27FC236}">
                <a16:creationId xmlns:a16="http://schemas.microsoft.com/office/drawing/2014/main" id="{25532B52-BA7B-430B-9397-BB7401EA747D}"/>
              </a:ext>
            </a:extLst>
          </p:cNvPr>
          <p:cNvSpPr>
            <a:spLocks noGrp="1"/>
          </p:cNvSpPr>
          <p:nvPr/>
        </p:nvSpPr>
        <p:spPr>
          <a:xfrm>
            <a:off x="2583656" y="4441031"/>
            <a:ext cx="4953000" cy="0"/>
          </a:xfrm>
          <a:prstGeom prst="line">
            <a:avLst/>
          </a:prstGeom>
          <a:noFill/>
          <a:ln w="11906">
            <a:solidFill>
              <a:srgbClr val="BCD0EA"/>
            </a:solidFill>
          </a:ln>
        </p:spPr>
      </p:sp>
      <p:sp>
        <p:nvSpPr>
          <p:cNvPr id="25" name="object-25">
            <a:extLst>
              <a:ext uri="{FF2B5EF4-FFF2-40B4-BE49-F238E27FC236}">
                <a16:creationId xmlns:a16="http://schemas.microsoft.com/office/drawing/2014/main" id="{55FF2D9F-E9C4-4A3E-9930-104B0A620874}"/>
              </a:ext>
            </a:extLst>
          </p:cNvPr>
          <p:cNvSpPr>
            <a:spLocks noGrp="1"/>
          </p:cNvSpPr>
          <p:nvPr/>
        </p:nvSpPr>
        <p:spPr>
          <a:xfrm>
            <a:off x="4441031" y="2583656"/>
            <a:ext cx="0" cy="4953000"/>
          </a:xfrm>
          <a:prstGeom prst="line">
            <a:avLst/>
          </a:prstGeom>
          <a:noFill/>
          <a:ln w="11906">
            <a:solidFill>
              <a:srgbClr val="BCD0EA"/>
            </a:solidFill>
          </a:ln>
        </p:spPr>
      </p:sp>
      <p:sp>
        <p:nvSpPr>
          <p:cNvPr id="26" name="object-26">
            <a:extLst>
              <a:ext uri="{FF2B5EF4-FFF2-40B4-BE49-F238E27FC236}">
                <a16:creationId xmlns:a16="http://schemas.microsoft.com/office/drawing/2014/main" id="{AAEB972E-7DCD-44AB-B0C9-858D26A11F84}"/>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7" name="object-27">
            <a:extLst>
              <a:ext uri="{FF2B5EF4-FFF2-40B4-BE49-F238E27FC236}">
                <a16:creationId xmlns:a16="http://schemas.microsoft.com/office/drawing/2014/main" id="{5C027C7C-B4F4-4031-8611-4476FF1A7C6F}"/>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BC65446F-AF52-403A-9629-001E9F68DA12}"/>
              </a:ext>
            </a:extLst>
          </p:cNvPr>
          <p:cNvSpPr>
            <a:spLocks noGrp="1"/>
          </p:cNvSpPr>
          <p:nvPr/>
        </p:nvSpPr>
        <p:spPr>
          <a:xfrm>
            <a:off x="2583656" y="4750594"/>
            <a:ext cx="4953000" cy="0"/>
          </a:xfrm>
          <a:prstGeom prst="line">
            <a:avLst/>
          </a:prstGeom>
          <a:noFill/>
          <a:ln w="11906">
            <a:solidFill>
              <a:srgbClr val="BCD0EA"/>
            </a:solidFill>
          </a:ln>
        </p:spPr>
      </p:sp>
      <p:sp>
        <p:nvSpPr>
          <p:cNvPr id="29" name="object-29">
            <a:extLst>
              <a:ext uri="{FF2B5EF4-FFF2-40B4-BE49-F238E27FC236}">
                <a16:creationId xmlns:a16="http://schemas.microsoft.com/office/drawing/2014/main" id="{1C91519F-AD1E-4E1E-9E06-1C6C29CB1CC7}"/>
              </a:ext>
            </a:extLst>
          </p:cNvPr>
          <p:cNvSpPr>
            <a:spLocks noGrp="1"/>
          </p:cNvSpPr>
          <p:nvPr/>
        </p:nvSpPr>
        <p:spPr>
          <a:xfrm>
            <a:off x="4750594" y="2583656"/>
            <a:ext cx="0" cy="4953000"/>
          </a:xfrm>
          <a:prstGeom prst="line">
            <a:avLst/>
          </a:prstGeom>
          <a:noFill/>
          <a:ln w="11906">
            <a:solidFill>
              <a:srgbClr val="BCD0EA"/>
            </a:solidFill>
          </a:ln>
        </p:spPr>
      </p:sp>
      <p:sp>
        <p:nvSpPr>
          <p:cNvPr id="30" name="object-30">
            <a:extLst>
              <a:ext uri="{FF2B5EF4-FFF2-40B4-BE49-F238E27FC236}">
                <a16:creationId xmlns:a16="http://schemas.microsoft.com/office/drawing/2014/main" id="{7120706B-1CE2-41F6-8DE8-B5D45E4E4285}"/>
              </a:ext>
            </a:extLst>
          </p:cNvPr>
          <p:cNvSpPr>
            <a:spLocks noGrp="1"/>
          </p:cNvSpPr>
          <p:nvPr/>
        </p:nvSpPr>
        <p:spPr>
          <a:xfrm>
            <a:off x="2583656" y="5060156"/>
            <a:ext cx="4953000" cy="0"/>
          </a:xfrm>
          <a:prstGeom prst="line">
            <a:avLst/>
          </a:prstGeom>
          <a:noFill/>
          <a:ln w="11906">
            <a:solidFill>
              <a:srgbClr val="BCD0EA"/>
            </a:solidFill>
          </a:ln>
        </p:spPr>
      </p:sp>
      <p:sp>
        <p:nvSpPr>
          <p:cNvPr id="31" name="object-31">
            <a:extLst>
              <a:ext uri="{FF2B5EF4-FFF2-40B4-BE49-F238E27FC236}">
                <a16:creationId xmlns:a16="http://schemas.microsoft.com/office/drawing/2014/main" id="{EEE98189-D512-435C-889B-F3FAB0013E53}"/>
              </a:ext>
            </a:extLst>
          </p:cNvPr>
          <p:cNvSpPr>
            <a:spLocks noGrp="1"/>
          </p:cNvSpPr>
          <p:nvPr/>
        </p:nvSpPr>
        <p:spPr>
          <a:xfrm>
            <a:off x="5060156" y="2583656"/>
            <a:ext cx="0" cy="4953000"/>
          </a:xfrm>
          <a:prstGeom prst="line">
            <a:avLst/>
          </a:prstGeom>
          <a:noFill/>
          <a:ln w="11906">
            <a:solidFill>
              <a:srgbClr val="BCD0EA"/>
            </a:solidFill>
          </a:ln>
        </p:spPr>
      </p:sp>
      <p:sp>
        <p:nvSpPr>
          <p:cNvPr id="32" name="object-32">
            <a:extLst>
              <a:ext uri="{FF2B5EF4-FFF2-40B4-BE49-F238E27FC236}">
                <a16:creationId xmlns:a16="http://schemas.microsoft.com/office/drawing/2014/main" id="{74CF40EE-E9F1-4B7A-939C-85615B5E11FE}"/>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3" name="object-33">
            <a:extLst>
              <a:ext uri="{FF2B5EF4-FFF2-40B4-BE49-F238E27FC236}">
                <a16:creationId xmlns:a16="http://schemas.microsoft.com/office/drawing/2014/main" id="{B952AE73-FD74-4259-BD98-AEB8B027C298}"/>
              </a:ext>
            </a:extLst>
          </p:cNvPr>
          <p:cNvSpPr>
            <a:spLocks noGrp="1"/>
          </p:cNvSpPr>
          <p:nvPr/>
        </p:nvSpPr>
        <p:spPr>
          <a:xfrm>
            <a:off x="2583656" y="5369719"/>
            <a:ext cx="4953000" cy="0"/>
          </a:xfrm>
          <a:prstGeom prst="line">
            <a:avLst/>
          </a:prstGeom>
          <a:noFill/>
          <a:ln w="11906">
            <a:solidFill>
              <a:srgbClr val="BCD0EA"/>
            </a:solidFill>
          </a:ln>
        </p:spPr>
      </p:sp>
      <p:sp>
        <p:nvSpPr>
          <p:cNvPr id="34" name="object-34">
            <a:extLst>
              <a:ext uri="{FF2B5EF4-FFF2-40B4-BE49-F238E27FC236}">
                <a16:creationId xmlns:a16="http://schemas.microsoft.com/office/drawing/2014/main" id="{4DF53468-40AC-45F9-B89D-277EEE03FA22}"/>
              </a:ext>
            </a:extLst>
          </p:cNvPr>
          <p:cNvSpPr>
            <a:spLocks noGrp="1"/>
          </p:cNvSpPr>
          <p:nvPr/>
        </p:nvSpPr>
        <p:spPr>
          <a:xfrm>
            <a:off x="5369719" y="2583656"/>
            <a:ext cx="0" cy="4953000"/>
          </a:xfrm>
          <a:prstGeom prst="line">
            <a:avLst/>
          </a:prstGeom>
          <a:noFill/>
          <a:ln w="11906">
            <a:solidFill>
              <a:srgbClr val="BCD0EA"/>
            </a:solidFill>
          </a:ln>
        </p:spPr>
      </p:sp>
      <p:sp>
        <p:nvSpPr>
          <p:cNvPr id="35" name="object-35">
            <a:extLst>
              <a:ext uri="{FF2B5EF4-FFF2-40B4-BE49-F238E27FC236}">
                <a16:creationId xmlns:a16="http://schemas.microsoft.com/office/drawing/2014/main" id="{73867E21-94B3-4FC9-86B3-F1A33CA1465B}"/>
              </a:ext>
            </a:extLst>
          </p:cNvPr>
          <p:cNvSpPr>
            <a:spLocks noGrp="1"/>
          </p:cNvSpPr>
          <p:nvPr/>
        </p:nvSpPr>
        <p:spPr>
          <a:xfrm>
            <a:off x="2583656" y="5679281"/>
            <a:ext cx="4953000" cy="0"/>
          </a:xfrm>
          <a:prstGeom prst="line">
            <a:avLst/>
          </a:prstGeom>
          <a:noFill/>
          <a:ln w="11906">
            <a:solidFill>
              <a:srgbClr val="BCD0EA"/>
            </a:solidFill>
          </a:ln>
        </p:spPr>
      </p:sp>
      <p:sp>
        <p:nvSpPr>
          <p:cNvPr id="36" name="object-36">
            <a:extLst>
              <a:ext uri="{FF2B5EF4-FFF2-40B4-BE49-F238E27FC236}">
                <a16:creationId xmlns:a16="http://schemas.microsoft.com/office/drawing/2014/main" id="{785EB3B6-0AF3-4B11-A16F-8AB6A1388213}"/>
              </a:ext>
            </a:extLst>
          </p:cNvPr>
          <p:cNvSpPr>
            <a:spLocks noGrp="1"/>
          </p:cNvSpPr>
          <p:nvPr/>
        </p:nvSpPr>
        <p:spPr>
          <a:xfrm>
            <a:off x="5679281" y="2583656"/>
            <a:ext cx="0" cy="4953000"/>
          </a:xfrm>
          <a:prstGeom prst="line">
            <a:avLst/>
          </a:prstGeom>
          <a:noFill/>
          <a:ln w="11906">
            <a:solidFill>
              <a:srgbClr val="BCD0EA"/>
            </a:solidFill>
          </a:ln>
        </p:spPr>
      </p:sp>
      <p:sp>
        <p:nvSpPr>
          <p:cNvPr id="37" name="object-37">
            <a:extLst>
              <a:ext uri="{FF2B5EF4-FFF2-40B4-BE49-F238E27FC236}">
                <a16:creationId xmlns:a16="http://schemas.microsoft.com/office/drawing/2014/main" id="{F6CA10AD-2FB5-4A5B-98F4-1775C3779F92}"/>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8" name="object-38">
            <a:extLst>
              <a:ext uri="{FF2B5EF4-FFF2-40B4-BE49-F238E27FC236}">
                <a16:creationId xmlns:a16="http://schemas.microsoft.com/office/drawing/2014/main" id="{BFF70DC1-47C7-4006-874E-2BB8F60384BB}"/>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77853CE3-97CF-4C5D-B8B4-108268F53271}"/>
              </a:ext>
            </a:extLst>
          </p:cNvPr>
          <p:cNvSpPr>
            <a:spLocks noGrp="1"/>
          </p:cNvSpPr>
          <p:nvPr/>
        </p:nvSpPr>
        <p:spPr>
          <a:xfrm>
            <a:off x="2583656" y="5988844"/>
            <a:ext cx="4953000" cy="0"/>
          </a:xfrm>
          <a:prstGeom prst="line">
            <a:avLst/>
          </a:prstGeom>
          <a:noFill/>
          <a:ln w="11906">
            <a:solidFill>
              <a:srgbClr val="BCD0EA"/>
            </a:solidFill>
          </a:ln>
        </p:spPr>
      </p:sp>
      <p:sp>
        <p:nvSpPr>
          <p:cNvPr id="40" name="object-40">
            <a:extLst>
              <a:ext uri="{FF2B5EF4-FFF2-40B4-BE49-F238E27FC236}">
                <a16:creationId xmlns:a16="http://schemas.microsoft.com/office/drawing/2014/main" id="{E6E3B229-8DC5-4CBB-B7B6-B59E6017211C}"/>
              </a:ext>
            </a:extLst>
          </p:cNvPr>
          <p:cNvSpPr>
            <a:spLocks noGrp="1"/>
          </p:cNvSpPr>
          <p:nvPr/>
        </p:nvSpPr>
        <p:spPr>
          <a:xfrm>
            <a:off x="5988844" y="2583656"/>
            <a:ext cx="0" cy="4953000"/>
          </a:xfrm>
          <a:prstGeom prst="line">
            <a:avLst/>
          </a:prstGeom>
          <a:noFill/>
          <a:ln w="11906">
            <a:solidFill>
              <a:srgbClr val="BCD0EA"/>
            </a:solidFill>
          </a:ln>
        </p:spPr>
      </p:sp>
      <p:sp>
        <p:nvSpPr>
          <p:cNvPr id="41" name="object-41">
            <a:extLst>
              <a:ext uri="{FF2B5EF4-FFF2-40B4-BE49-F238E27FC236}">
                <a16:creationId xmlns:a16="http://schemas.microsoft.com/office/drawing/2014/main" id="{72B715AA-7310-4B3F-8C82-788E37A293D5}"/>
              </a:ext>
            </a:extLst>
          </p:cNvPr>
          <p:cNvSpPr>
            <a:spLocks noGrp="1"/>
          </p:cNvSpPr>
          <p:nvPr/>
        </p:nvSpPr>
        <p:spPr>
          <a:xfrm>
            <a:off x="2583656" y="6298406"/>
            <a:ext cx="4953000" cy="0"/>
          </a:xfrm>
          <a:prstGeom prst="line">
            <a:avLst/>
          </a:prstGeom>
          <a:noFill/>
          <a:ln w="11906">
            <a:solidFill>
              <a:srgbClr val="BCD0EA"/>
            </a:solidFill>
          </a:ln>
        </p:spPr>
      </p:sp>
      <p:sp>
        <p:nvSpPr>
          <p:cNvPr id="42" name="object-42">
            <a:extLst>
              <a:ext uri="{FF2B5EF4-FFF2-40B4-BE49-F238E27FC236}">
                <a16:creationId xmlns:a16="http://schemas.microsoft.com/office/drawing/2014/main" id="{F0175BEA-73CB-4693-A633-D85605C25080}"/>
              </a:ext>
            </a:extLst>
          </p:cNvPr>
          <p:cNvSpPr>
            <a:spLocks noGrp="1"/>
          </p:cNvSpPr>
          <p:nvPr/>
        </p:nvSpPr>
        <p:spPr>
          <a:xfrm>
            <a:off x="6298406" y="2583656"/>
            <a:ext cx="0" cy="4953000"/>
          </a:xfrm>
          <a:prstGeom prst="line">
            <a:avLst/>
          </a:prstGeom>
          <a:noFill/>
          <a:ln w="11906">
            <a:solidFill>
              <a:srgbClr val="BCD0EA"/>
            </a:solidFill>
          </a:ln>
        </p:spPr>
      </p:sp>
      <p:sp>
        <p:nvSpPr>
          <p:cNvPr id="43" name="object-43">
            <a:extLst>
              <a:ext uri="{FF2B5EF4-FFF2-40B4-BE49-F238E27FC236}">
                <a16:creationId xmlns:a16="http://schemas.microsoft.com/office/drawing/2014/main" id="{6383D86B-8D55-44DC-AFFE-694075A9D948}"/>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4" name="object-44">
            <a:extLst>
              <a:ext uri="{FF2B5EF4-FFF2-40B4-BE49-F238E27FC236}">
                <a16:creationId xmlns:a16="http://schemas.microsoft.com/office/drawing/2014/main" id="{767206B2-A44B-4252-8DAC-540B9ED117B9}"/>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500A28CA-890F-4884-8FA0-02F88D35DF8E}"/>
              </a:ext>
            </a:extLst>
          </p:cNvPr>
          <p:cNvSpPr>
            <a:spLocks noGrp="1"/>
          </p:cNvSpPr>
          <p:nvPr/>
        </p:nvSpPr>
        <p:spPr>
          <a:xfrm>
            <a:off x="2583656" y="6607969"/>
            <a:ext cx="4953000" cy="0"/>
          </a:xfrm>
          <a:prstGeom prst="line">
            <a:avLst/>
          </a:prstGeom>
          <a:noFill/>
          <a:ln w="11906">
            <a:solidFill>
              <a:srgbClr val="BCD0EA"/>
            </a:solidFill>
          </a:ln>
        </p:spPr>
      </p:sp>
      <p:sp>
        <p:nvSpPr>
          <p:cNvPr id="46" name="object-46">
            <a:extLst>
              <a:ext uri="{FF2B5EF4-FFF2-40B4-BE49-F238E27FC236}">
                <a16:creationId xmlns:a16="http://schemas.microsoft.com/office/drawing/2014/main" id="{62C0D070-66F7-442C-8CF4-C881BEE09544}"/>
              </a:ext>
            </a:extLst>
          </p:cNvPr>
          <p:cNvSpPr>
            <a:spLocks noGrp="1"/>
          </p:cNvSpPr>
          <p:nvPr/>
        </p:nvSpPr>
        <p:spPr>
          <a:xfrm>
            <a:off x="6607969" y="2583656"/>
            <a:ext cx="0" cy="4953000"/>
          </a:xfrm>
          <a:prstGeom prst="line">
            <a:avLst/>
          </a:prstGeom>
          <a:noFill/>
          <a:ln w="11906">
            <a:solidFill>
              <a:srgbClr val="BCD0EA"/>
            </a:solidFill>
          </a:ln>
        </p:spPr>
      </p:sp>
      <p:sp>
        <p:nvSpPr>
          <p:cNvPr id="47" name="object-47">
            <a:extLst>
              <a:ext uri="{FF2B5EF4-FFF2-40B4-BE49-F238E27FC236}">
                <a16:creationId xmlns:a16="http://schemas.microsoft.com/office/drawing/2014/main" id="{768D2354-BF0C-4C37-8FC2-E9F810DAB0B6}"/>
              </a:ext>
            </a:extLst>
          </p:cNvPr>
          <p:cNvSpPr>
            <a:spLocks noGrp="1"/>
          </p:cNvSpPr>
          <p:nvPr/>
        </p:nvSpPr>
        <p:spPr>
          <a:xfrm>
            <a:off x="2583656" y="6917531"/>
            <a:ext cx="4953000" cy="0"/>
          </a:xfrm>
          <a:prstGeom prst="line">
            <a:avLst/>
          </a:prstGeom>
          <a:noFill/>
          <a:ln w="11906">
            <a:solidFill>
              <a:srgbClr val="BCD0EA"/>
            </a:solidFill>
          </a:ln>
        </p:spPr>
      </p:sp>
      <p:sp>
        <p:nvSpPr>
          <p:cNvPr id="48" name="object-48">
            <a:extLst>
              <a:ext uri="{FF2B5EF4-FFF2-40B4-BE49-F238E27FC236}">
                <a16:creationId xmlns:a16="http://schemas.microsoft.com/office/drawing/2014/main" id="{DC6184AE-F32C-46AB-8D01-2BE6D7B862C7}"/>
              </a:ext>
            </a:extLst>
          </p:cNvPr>
          <p:cNvSpPr>
            <a:spLocks noGrp="1"/>
          </p:cNvSpPr>
          <p:nvPr/>
        </p:nvSpPr>
        <p:spPr>
          <a:xfrm>
            <a:off x="6917531" y="2583656"/>
            <a:ext cx="0" cy="4953000"/>
          </a:xfrm>
          <a:prstGeom prst="line">
            <a:avLst/>
          </a:prstGeom>
          <a:noFill/>
          <a:ln w="11906">
            <a:solidFill>
              <a:srgbClr val="BCD0EA"/>
            </a:solidFill>
          </a:ln>
        </p:spPr>
      </p:sp>
      <p:sp>
        <p:nvSpPr>
          <p:cNvPr id="49" name="object-49">
            <a:extLst>
              <a:ext uri="{FF2B5EF4-FFF2-40B4-BE49-F238E27FC236}">
                <a16:creationId xmlns:a16="http://schemas.microsoft.com/office/drawing/2014/main" id="{F1AD82E1-ECA8-4150-81FD-6A7A00999870}"/>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0" name="object-50">
            <a:extLst>
              <a:ext uri="{FF2B5EF4-FFF2-40B4-BE49-F238E27FC236}">
                <a16:creationId xmlns:a16="http://schemas.microsoft.com/office/drawing/2014/main" id="{7C6C1C97-DD9B-4DB8-BE6E-3FA9250CB387}"/>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8BDE45E4-DE73-4345-9465-B5A4EB491CB0}"/>
              </a:ext>
            </a:extLst>
          </p:cNvPr>
          <p:cNvSpPr>
            <a:spLocks noGrp="1"/>
          </p:cNvSpPr>
          <p:nvPr/>
        </p:nvSpPr>
        <p:spPr>
          <a:xfrm>
            <a:off x="2583656" y="7227094"/>
            <a:ext cx="4953000" cy="0"/>
          </a:xfrm>
          <a:prstGeom prst="line">
            <a:avLst/>
          </a:prstGeom>
          <a:noFill/>
          <a:ln w="11906">
            <a:solidFill>
              <a:srgbClr val="BCD0EA"/>
            </a:solidFill>
          </a:ln>
        </p:spPr>
      </p:sp>
      <p:sp>
        <p:nvSpPr>
          <p:cNvPr id="52" name="object-52">
            <a:extLst>
              <a:ext uri="{FF2B5EF4-FFF2-40B4-BE49-F238E27FC236}">
                <a16:creationId xmlns:a16="http://schemas.microsoft.com/office/drawing/2014/main" id="{EC551D33-4B32-4A57-8EB2-83D420CBF2CB}"/>
              </a:ext>
            </a:extLst>
          </p:cNvPr>
          <p:cNvSpPr>
            <a:spLocks noGrp="1"/>
          </p:cNvSpPr>
          <p:nvPr/>
        </p:nvSpPr>
        <p:spPr>
          <a:xfrm>
            <a:off x="7227094" y="2583656"/>
            <a:ext cx="0" cy="4953000"/>
          </a:xfrm>
          <a:prstGeom prst="line">
            <a:avLst/>
          </a:prstGeom>
          <a:noFill/>
          <a:ln w="11906">
            <a:solidFill>
              <a:srgbClr val="BCD0EA"/>
            </a:solidFill>
          </a:ln>
        </p:spPr>
      </p:sp>
      <p:sp>
        <p:nvSpPr>
          <p:cNvPr id="53" name="object-53">
            <a:extLst>
              <a:ext uri="{FF2B5EF4-FFF2-40B4-BE49-F238E27FC236}">
                <a16:creationId xmlns:a16="http://schemas.microsoft.com/office/drawing/2014/main" id="{CB7CBBD6-A88A-434F-AFBD-971FDEA19948}"/>
              </a:ext>
            </a:extLst>
          </p:cNvPr>
          <p:cNvSpPr>
            <a:spLocks noGrp="1"/>
          </p:cNvSpPr>
          <p:nvPr/>
        </p:nvSpPr>
        <p:spPr>
          <a:xfrm>
            <a:off x="2583656" y="7536656"/>
            <a:ext cx="4953000" cy="0"/>
          </a:xfrm>
          <a:prstGeom prst="line">
            <a:avLst/>
          </a:prstGeom>
          <a:noFill/>
          <a:ln w="11906">
            <a:solidFill>
              <a:srgbClr val="BCD0EA"/>
            </a:solidFill>
          </a:ln>
        </p:spPr>
      </p:sp>
      <p:sp>
        <p:nvSpPr>
          <p:cNvPr id="54" name="object-54">
            <a:extLst>
              <a:ext uri="{FF2B5EF4-FFF2-40B4-BE49-F238E27FC236}">
                <a16:creationId xmlns:a16="http://schemas.microsoft.com/office/drawing/2014/main" id="{68677FBC-6BE7-4182-A973-2B6780B80A8D}"/>
              </a:ext>
            </a:extLst>
          </p:cNvPr>
          <p:cNvSpPr>
            <a:spLocks noGrp="1"/>
          </p:cNvSpPr>
          <p:nvPr/>
        </p:nvSpPr>
        <p:spPr>
          <a:xfrm>
            <a:off x="7536656" y="2583656"/>
            <a:ext cx="0" cy="4953000"/>
          </a:xfrm>
          <a:prstGeom prst="line">
            <a:avLst/>
          </a:prstGeom>
          <a:noFill/>
          <a:ln w="11906">
            <a:solidFill>
              <a:srgbClr val="BCD0EA"/>
            </a:solidFill>
          </a:ln>
        </p:spPr>
      </p:sp>
      <p:sp>
        <p:nvSpPr>
          <p:cNvPr id="55" name="object-55">
            <a:extLst>
              <a:ext uri="{FF2B5EF4-FFF2-40B4-BE49-F238E27FC236}">
                <a16:creationId xmlns:a16="http://schemas.microsoft.com/office/drawing/2014/main" id="{08C262F2-FD04-431D-8AEE-AAFCF03969CE}"/>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6" name="object-56">
            <a:extLst>
              <a:ext uri="{FF2B5EF4-FFF2-40B4-BE49-F238E27FC236}">
                <a16:creationId xmlns:a16="http://schemas.microsoft.com/office/drawing/2014/main" id="{CB74978B-7D7D-413E-A0E2-2C8F6CF3E0D2}"/>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27411395-44AC-4785-810F-CE249B7F8906}"/>
              </a:ext>
            </a:extLst>
          </p:cNvPr>
          <p:cNvSpPr>
            <a:spLocks noGrp="1"/>
          </p:cNvSpPr>
          <p:nvPr/>
        </p:nvSpPr>
        <p:spPr>
          <a:xfrm>
            <a:off x="2583656" y="5060156"/>
            <a:ext cx="4953000" cy="0"/>
          </a:xfrm>
          <a:prstGeom prst="line">
            <a:avLst/>
          </a:prstGeom>
          <a:noFill/>
          <a:ln w="23813">
            <a:solidFill>
              <a:srgbClr val="172B4D"/>
            </a:solidFill>
          </a:ln>
        </p:spPr>
      </p:sp>
      <p:sp>
        <p:nvSpPr>
          <p:cNvPr id="58" name="object-58">
            <a:extLst>
              <a:ext uri="{FF2B5EF4-FFF2-40B4-BE49-F238E27FC236}">
                <a16:creationId xmlns:a16="http://schemas.microsoft.com/office/drawing/2014/main" id="{59E960A9-5994-4E88-BE29-4F40D0125C8A}"/>
              </a:ext>
            </a:extLst>
          </p:cNvPr>
          <p:cNvSpPr>
            <a:spLocks noGrp="1"/>
          </p:cNvSpPr>
          <p:nvPr/>
        </p:nvSpPr>
        <p:spPr>
          <a:xfrm>
            <a:off x="5060156" y="2583656"/>
            <a:ext cx="0" cy="4953000"/>
          </a:xfrm>
          <a:prstGeom prst="line">
            <a:avLst/>
          </a:prstGeom>
          <a:noFill/>
          <a:ln w="23813">
            <a:solidFill>
              <a:srgbClr val="172B4D"/>
            </a:solidFill>
          </a:ln>
        </p:spPr>
      </p:sp>
      <p:sp>
        <p:nvSpPr>
          <p:cNvPr id="59" name="object-59">
            <a:extLst>
              <a:ext uri="{FF2B5EF4-FFF2-40B4-BE49-F238E27FC236}">
                <a16:creationId xmlns:a16="http://schemas.microsoft.com/office/drawing/2014/main" id="{ED7F6E68-6256-4801-A66F-29A9DD601C55}"/>
              </a:ext>
            </a:extLst>
          </p:cNvPr>
          <p:cNvSpPr>
            <a:spLocks noGrp="1"/>
          </p:cNvSpPr>
          <p:nvPr/>
        </p:nvSpPr>
        <p:spPr>
          <a:xfrm>
            <a:off x="7119938" y="6810375"/>
            <a:ext cx="214313" cy="214313"/>
          </a:xfrm>
          <a:prstGeom prst="ellipse">
            <a:avLst/>
          </a:prstGeom>
          <a:solidFill>
            <a:srgbClr val="1D4ED8"/>
          </a:solidFill>
          <a:ln w="11906">
            <a:solidFill>
              <a:srgbClr val="172B4D"/>
            </a:solidFill>
          </a:ln>
        </p:spPr>
      </p:sp>
      <p:sp>
        <p:nvSpPr>
          <p:cNvPr id="60" name="object-60">
            <a:extLst>
              <a:ext uri="{FF2B5EF4-FFF2-40B4-BE49-F238E27FC236}">
                <a16:creationId xmlns:a16="http://schemas.microsoft.com/office/drawing/2014/main" id="{B3A5AB06-1794-40BF-AF80-5B8441993032}"/>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Start: (-2, -3)</a:t>
            </a:r>
          </a:p>
        </p:txBody>
      </p:sp>
    </p:spTree>
    <p:extLst>
      <p:ext uri="{BB962C8B-B14F-4D97-AF65-F5344CB8AC3E}">
        <p14:creationId xmlns:p14="http://schemas.microsoft.com/office/powerpoint/2010/main" val="99416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828125 0 E" pathEditMode="relative" ptsTypes="">
                                      <p:cBhvr>
                                        <p:cTn id="6" dur="800" fill="hold"/>
                                        <p:tgtEl>
                                          <p:spTgt spid="5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1828125 0 L -0.1828125 -0.10833333 E" pathEditMode="relative" ptsTypes="">
                                      <p:cBhvr>
                                        <p:cTn id="10" dur="800" fill="hold"/>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object-1">
            <a:extLst>
              <a:ext uri="{FF2B5EF4-FFF2-40B4-BE49-F238E27FC236}">
                <a16:creationId xmlns:a16="http://schemas.microsoft.com/office/drawing/2014/main" id="{924A7567-1546-4006-A9F3-A48B67BEB95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8100169A-AD29-4644-9813-4F7052E3CBD9}"/>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86AF6B9-9B80-4265-8749-F9EDA9BD170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After moving 9 right and 3 down, a point is (7, -7). Find its start.</a:t>
            </a:r>
          </a:p>
        </p:txBody>
      </p:sp>
      <p:sp>
        <p:nvSpPr>
          <p:cNvPr id="4" name="object-4">
            <a:extLst>
              <a:ext uri="{FF2B5EF4-FFF2-40B4-BE49-F238E27FC236}">
                <a16:creationId xmlns:a16="http://schemas.microsoft.com/office/drawing/2014/main" id="{45652EEE-6E58-468D-BFB0-BA8002FBEA06}"/>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AF40900-36A0-4E16-983E-A4EA8B40548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transformations</a:t>
            </a:r>
          </a:p>
        </p:txBody>
      </p:sp>
      <p:sp>
        <p:nvSpPr>
          <p:cNvPr id="6" name="object-6">
            <a:extLst>
              <a:ext uri="{FF2B5EF4-FFF2-40B4-BE49-F238E27FC236}">
                <a16:creationId xmlns:a16="http://schemas.microsoft.com/office/drawing/2014/main" id="{3D9FCD99-CD8A-40CD-814C-0A72E422CCD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EE28F90C-B334-4AEB-8B2C-C99B2118AFF7}"/>
              </a:ext>
            </a:extLst>
          </p:cNvPr>
          <p:cNvSpPr>
            <a:spLocks noGrp="1"/>
          </p:cNvSpPr>
          <p:nvPr/>
        </p:nvSpPr>
        <p:spPr>
          <a:xfrm>
            <a:off x="2583656" y="2583656"/>
            <a:ext cx="4953000" cy="0"/>
          </a:xfrm>
          <a:prstGeom prst="line">
            <a:avLst/>
          </a:prstGeom>
          <a:noFill/>
          <a:ln w="11906">
            <a:solidFill>
              <a:srgbClr val="BCD0EA"/>
            </a:solidFill>
          </a:ln>
        </p:spPr>
      </p:sp>
      <p:sp>
        <p:nvSpPr>
          <p:cNvPr id="8" name="object-8">
            <a:extLst>
              <a:ext uri="{FF2B5EF4-FFF2-40B4-BE49-F238E27FC236}">
                <a16:creationId xmlns:a16="http://schemas.microsoft.com/office/drawing/2014/main" id="{1A3BA4F6-9FD3-4697-9D01-DAAF313CB8FF}"/>
              </a:ext>
            </a:extLst>
          </p:cNvPr>
          <p:cNvSpPr>
            <a:spLocks noGrp="1"/>
          </p:cNvSpPr>
          <p:nvPr/>
        </p:nvSpPr>
        <p:spPr>
          <a:xfrm>
            <a:off x="2583656" y="2583656"/>
            <a:ext cx="0" cy="4953000"/>
          </a:xfrm>
          <a:prstGeom prst="line">
            <a:avLst/>
          </a:prstGeom>
          <a:noFill/>
          <a:ln w="11906">
            <a:solidFill>
              <a:srgbClr val="BCD0EA"/>
            </a:solidFill>
          </a:ln>
        </p:spPr>
      </p:sp>
      <p:sp>
        <p:nvSpPr>
          <p:cNvPr id="9" name="object-9">
            <a:extLst>
              <a:ext uri="{FF2B5EF4-FFF2-40B4-BE49-F238E27FC236}">
                <a16:creationId xmlns:a16="http://schemas.microsoft.com/office/drawing/2014/main" id="{0C77BF10-F444-4FDA-8BCD-C8C3F382FD18}"/>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3494E531-9CE6-4E30-802D-212723E6F456}"/>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1" name="object-11">
            <a:extLst>
              <a:ext uri="{FF2B5EF4-FFF2-40B4-BE49-F238E27FC236}">
                <a16:creationId xmlns:a16="http://schemas.microsoft.com/office/drawing/2014/main" id="{46DF05AD-7AA4-4294-A47D-3331E815A434}"/>
              </a:ext>
            </a:extLst>
          </p:cNvPr>
          <p:cNvSpPr>
            <a:spLocks noGrp="1"/>
          </p:cNvSpPr>
          <p:nvPr/>
        </p:nvSpPr>
        <p:spPr>
          <a:xfrm>
            <a:off x="2583656" y="2893219"/>
            <a:ext cx="4953000" cy="0"/>
          </a:xfrm>
          <a:prstGeom prst="line">
            <a:avLst/>
          </a:prstGeom>
          <a:noFill/>
          <a:ln w="11906">
            <a:solidFill>
              <a:srgbClr val="BCD0EA"/>
            </a:solidFill>
          </a:ln>
        </p:spPr>
      </p:sp>
      <p:sp>
        <p:nvSpPr>
          <p:cNvPr id="12" name="object-12">
            <a:extLst>
              <a:ext uri="{FF2B5EF4-FFF2-40B4-BE49-F238E27FC236}">
                <a16:creationId xmlns:a16="http://schemas.microsoft.com/office/drawing/2014/main" id="{7F6339B2-AE71-4F13-891E-0CFD1A946F96}"/>
              </a:ext>
            </a:extLst>
          </p:cNvPr>
          <p:cNvSpPr>
            <a:spLocks noGrp="1"/>
          </p:cNvSpPr>
          <p:nvPr/>
        </p:nvSpPr>
        <p:spPr>
          <a:xfrm>
            <a:off x="2893219" y="2583656"/>
            <a:ext cx="0" cy="4953000"/>
          </a:xfrm>
          <a:prstGeom prst="line">
            <a:avLst/>
          </a:prstGeom>
          <a:noFill/>
          <a:ln w="11906">
            <a:solidFill>
              <a:srgbClr val="BCD0EA"/>
            </a:solidFill>
          </a:ln>
        </p:spPr>
      </p:sp>
      <p:sp>
        <p:nvSpPr>
          <p:cNvPr id="13" name="object-13">
            <a:extLst>
              <a:ext uri="{FF2B5EF4-FFF2-40B4-BE49-F238E27FC236}">
                <a16:creationId xmlns:a16="http://schemas.microsoft.com/office/drawing/2014/main" id="{56E57025-FD9A-46CF-9E96-F17A0A8CB190}"/>
              </a:ext>
            </a:extLst>
          </p:cNvPr>
          <p:cNvSpPr>
            <a:spLocks noGrp="1"/>
          </p:cNvSpPr>
          <p:nvPr/>
        </p:nvSpPr>
        <p:spPr>
          <a:xfrm>
            <a:off x="2583656" y="3202781"/>
            <a:ext cx="4953000" cy="0"/>
          </a:xfrm>
          <a:prstGeom prst="line">
            <a:avLst/>
          </a:prstGeom>
          <a:noFill/>
          <a:ln w="11906">
            <a:solidFill>
              <a:srgbClr val="BCD0EA"/>
            </a:solidFill>
          </a:ln>
        </p:spPr>
      </p:sp>
      <p:sp>
        <p:nvSpPr>
          <p:cNvPr id="14" name="object-14">
            <a:extLst>
              <a:ext uri="{FF2B5EF4-FFF2-40B4-BE49-F238E27FC236}">
                <a16:creationId xmlns:a16="http://schemas.microsoft.com/office/drawing/2014/main" id="{776E9315-9274-47CC-BB2A-334A0646E861}"/>
              </a:ext>
            </a:extLst>
          </p:cNvPr>
          <p:cNvSpPr>
            <a:spLocks noGrp="1"/>
          </p:cNvSpPr>
          <p:nvPr/>
        </p:nvSpPr>
        <p:spPr>
          <a:xfrm>
            <a:off x="3202781" y="2583656"/>
            <a:ext cx="0" cy="4953000"/>
          </a:xfrm>
          <a:prstGeom prst="line">
            <a:avLst/>
          </a:prstGeom>
          <a:noFill/>
          <a:ln w="11906">
            <a:solidFill>
              <a:srgbClr val="BCD0EA"/>
            </a:solidFill>
          </a:ln>
        </p:spPr>
      </p:sp>
      <p:sp>
        <p:nvSpPr>
          <p:cNvPr id="15" name="object-15">
            <a:extLst>
              <a:ext uri="{FF2B5EF4-FFF2-40B4-BE49-F238E27FC236}">
                <a16:creationId xmlns:a16="http://schemas.microsoft.com/office/drawing/2014/main" id="{C259FF5D-A2A0-45E5-B33A-529FF4C168FC}"/>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34E8A640-E6A6-47F2-B2AE-88E928A30970}"/>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7" name="object-17">
            <a:extLst>
              <a:ext uri="{FF2B5EF4-FFF2-40B4-BE49-F238E27FC236}">
                <a16:creationId xmlns:a16="http://schemas.microsoft.com/office/drawing/2014/main" id="{47A4AECC-8D7E-45C6-87FF-B3C46341A641}"/>
              </a:ext>
            </a:extLst>
          </p:cNvPr>
          <p:cNvSpPr>
            <a:spLocks noGrp="1"/>
          </p:cNvSpPr>
          <p:nvPr/>
        </p:nvSpPr>
        <p:spPr>
          <a:xfrm>
            <a:off x="2583656" y="3512344"/>
            <a:ext cx="4953000" cy="0"/>
          </a:xfrm>
          <a:prstGeom prst="line">
            <a:avLst/>
          </a:prstGeom>
          <a:noFill/>
          <a:ln w="11906">
            <a:solidFill>
              <a:srgbClr val="BCD0EA"/>
            </a:solidFill>
          </a:ln>
        </p:spPr>
      </p:sp>
      <p:sp>
        <p:nvSpPr>
          <p:cNvPr id="18" name="object-18">
            <a:extLst>
              <a:ext uri="{FF2B5EF4-FFF2-40B4-BE49-F238E27FC236}">
                <a16:creationId xmlns:a16="http://schemas.microsoft.com/office/drawing/2014/main" id="{F0695B3D-E863-4648-A83B-D030997C2B1B}"/>
              </a:ext>
            </a:extLst>
          </p:cNvPr>
          <p:cNvSpPr>
            <a:spLocks noGrp="1"/>
          </p:cNvSpPr>
          <p:nvPr/>
        </p:nvSpPr>
        <p:spPr>
          <a:xfrm>
            <a:off x="3512344" y="2583656"/>
            <a:ext cx="0" cy="4953000"/>
          </a:xfrm>
          <a:prstGeom prst="line">
            <a:avLst/>
          </a:prstGeom>
          <a:noFill/>
          <a:ln w="11906">
            <a:solidFill>
              <a:srgbClr val="BCD0EA"/>
            </a:solidFill>
          </a:ln>
        </p:spPr>
      </p:sp>
      <p:sp>
        <p:nvSpPr>
          <p:cNvPr id="19" name="object-19">
            <a:extLst>
              <a:ext uri="{FF2B5EF4-FFF2-40B4-BE49-F238E27FC236}">
                <a16:creationId xmlns:a16="http://schemas.microsoft.com/office/drawing/2014/main" id="{F63FD42E-4447-43C2-A678-D0DDB74767A6}"/>
              </a:ext>
            </a:extLst>
          </p:cNvPr>
          <p:cNvSpPr>
            <a:spLocks noGrp="1"/>
          </p:cNvSpPr>
          <p:nvPr/>
        </p:nvSpPr>
        <p:spPr>
          <a:xfrm>
            <a:off x="2583656" y="3821906"/>
            <a:ext cx="4953000" cy="0"/>
          </a:xfrm>
          <a:prstGeom prst="line">
            <a:avLst/>
          </a:prstGeom>
          <a:noFill/>
          <a:ln w="11906">
            <a:solidFill>
              <a:srgbClr val="BCD0EA"/>
            </a:solidFill>
          </a:ln>
        </p:spPr>
      </p:sp>
      <p:sp>
        <p:nvSpPr>
          <p:cNvPr id="20" name="object-20">
            <a:extLst>
              <a:ext uri="{FF2B5EF4-FFF2-40B4-BE49-F238E27FC236}">
                <a16:creationId xmlns:a16="http://schemas.microsoft.com/office/drawing/2014/main" id="{2264A6FC-BD3F-4962-B7CD-9732F9EBB8B7}"/>
              </a:ext>
            </a:extLst>
          </p:cNvPr>
          <p:cNvSpPr>
            <a:spLocks noGrp="1"/>
          </p:cNvSpPr>
          <p:nvPr/>
        </p:nvSpPr>
        <p:spPr>
          <a:xfrm>
            <a:off x="3821906" y="2583656"/>
            <a:ext cx="0" cy="4953000"/>
          </a:xfrm>
          <a:prstGeom prst="line">
            <a:avLst/>
          </a:prstGeom>
          <a:noFill/>
          <a:ln w="11906">
            <a:solidFill>
              <a:srgbClr val="BCD0EA"/>
            </a:solidFill>
          </a:ln>
        </p:spPr>
      </p:sp>
      <p:sp>
        <p:nvSpPr>
          <p:cNvPr id="21" name="object-21">
            <a:extLst>
              <a:ext uri="{FF2B5EF4-FFF2-40B4-BE49-F238E27FC236}">
                <a16:creationId xmlns:a16="http://schemas.microsoft.com/office/drawing/2014/main" id="{5AC4D45E-62F2-4FC1-ADE9-963405E82918}"/>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3765F347-8C97-4DC0-B851-A7053DE3CC62}"/>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3" name="object-23">
            <a:extLst>
              <a:ext uri="{FF2B5EF4-FFF2-40B4-BE49-F238E27FC236}">
                <a16:creationId xmlns:a16="http://schemas.microsoft.com/office/drawing/2014/main" id="{DEC8E2CB-B2D8-409F-A72C-2588D81DBF1D}"/>
              </a:ext>
            </a:extLst>
          </p:cNvPr>
          <p:cNvSpPr>
            <a:spLocks noGrp="1"/>
          </p:cNvSpPr>
          <p:nvPr/>
        </p:nvSpPr>
        <p:spPr>
          <a:xfrm>
            <a:off x="2583656" y="4131469"/>
            <a:ext cx="4953000" cy="0"/>
          </a:xfrm>
          <a:prstGeom prst="line">
            <a:avLst/>
          </a:prstGeom>
          <a:noFill/>
          <a:ln w="11906">
            <a:solidFill>
              <a:srgbClr val="BCD0EA"/>
            </a:solidFill>
          </a:ln>
        </p:spPr>
      </p:sp>
      <p:sp>
        <p:nvSpPr>
          <p:cNvPr id="24" name="object-24">
            <a:extLst>
              <a:ext uri="{FF2B5EF4-FFF2-40B4-BE49-F238E27FC236}">
                <a16:creationId xmlns:a16="http://schemas.microsoft.com/office/drawing/2014/main" id="{C0B863F3-9EFA-4376-971C-544B5AA1A1BD}"/>
              </a:ext>
            </a:extLst>
          </p:cNvPr>
          <p:cNvSpPr>
            <a:spLocks noGrp="1"/>
          </p:cNvSpPr>
          <p:nvPr/>
        </p:nvSpPr>
        <p:spPr>
          <a:xfrm>
            <a:off x="4131469" y="2583656"/>
            <a:ext cx="0" cy="4953000"/>
          </a:xfrm>
          <a:prstGeom prst="line">
            <a:avLst/>
          </a:prstGeom>
          <a:noFill/>
          <a:ln w="11906">
            <a:solidFill>
              <a:srgbClr val="BCD0EA"/>
            </a:solidFill>
          </a:ln>
        </p:spPr>
      </p:sp>
      <p:sp>
        <p:nvSpPr>
          <p:cNvPr id="25" name="object-25">
            <a:extLst>
              <a:ext uri="{FF2B5EF4-FFF2-40B4-BE49-F238E27FC236}">
                <a16:creationId xmlns:a16="http://schemas.microsoft.com/office/drawing/2014/main" id="{6B442BF5-F043-4667-AA0E-6257D719416D}"/>
              </a:ext>
            </a:extLst>
          </p:cNvPr>
          <p:cNvSpPr>
            <a:spLocks noGrp="1"/>
          </p:cNvSpPr>
          <p:nvPr/>
        </p:nvSpPr>
        <p:spPr>
          <a:xfrm>
            <a:off x="2583656" y="4441031"/>
            <a:ext cx="4953000" cy="0"/>
          </a:xfrm>
          <a:prstGeom prst="line">
            <a:avLst/>
          </a:prstGeom>
          <a:noFill/>
          <a:ln w="11906">
            <a:solidFill>
              <a:srgbClr val="BCD0EA"/>
            </a:solidFill>
          </a:ln>
        </p:spPr>
      </p:sp>
      <p:sp>
        <p:nvSpPr>
          <p:cNvPr id="26" name="object-26">
            <a:extLst>
              <a:ext uri="{FF2B5EF4-FFF2-40B4-BE49-F238E27FC236}">
                <a16:creationId xmlns:a16="http://schemas.microsoft.com/office/drawing/2014/main" id="{0B4175F4-098C-4F08-B76F-F645968AFF7D}"/>
              </a:ext>
            </a:extLst>
          </p:cNvPr>
          <p:cNvSpPr>
            <a:spLocks noGrp="1"/>
          </p:cNvSpPr>
          <p:nvPr/>
        </p:nvSpPr>
        <p:spPr>
          <a:xfrm>
            <a:off x="4441031" y="2583656"/>
            <a:ext cx="0" cy="4953000"/>
          </a:xfrm>
          <a:prstGeom prst="line">
            <a:avLst/>
          </a:prstGeom>
          <a:noFill/>
          <a:ln w="11906">
            <a:solidFill>
              <a:srgbClr val="BCD0EA"/>
            </a:solidFill>
          </a:ln>
        </p:spPr>
      </p:sp>
      <p:sp>
        <p:nvSpPr>
          <p:cNvPr id="27" name="object-27">
            <a:extLst>
              <a:ext uri="{FF2B5EF4-FFF2-40B4-BE49-F238E27FC236}">
                <a16:creationId xmlns:a16="http://schemas.microsoft.com/office/drawing/2014/main" id="{B47B1E1D-E11B-4821-9F02-E65A20D17BD0}"/>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5D7DC5CB-705A-478A-AB0A-1DEA74C7333D}"/>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9" name="object-29">
            <a:extLst>
              <a:ext uri="{FF2B5EF4-FFF2-40B4-BE49-F238E27FC236}">
                <a16:creationId xmlns:a16="http://schemas.microsoft.com/office/drawing/2014/main" id="{1733B9B4-0FB2-4BC2-860E-76A57D47D76A}"/>
              </a:ext>
            </a:extLst>
          </p:cNvPr>
          <p:cNvSpPr>
            <a:spLocks noGrp="1"/>
          </p:cNvSpPr>
          <p:nvPr/>
        </p:nvSpPr>
        <p:spPr>
          <a:xfrm>
            <a:off x="2583656" y="4750594"/>
            <a:ext cx="4953000" cy="0"/>
          </a:xfrm>
          <a:prstGeom prst="line">
            <a:avLst/>
          </a:prstGeom>
          <a:noFill/>
          <a:ln w="11906">
            <a:solidFill>
              <a:srgbClr val="BCD0EA"/>
            </a:solidFill>
          </a:ln>
        </p:spPr>
      </p:sp>
      <p:sp>
        <p:nvSpPr>
          <p:cNvPr id="30" name="object-30">
            <a:extLst>
              <a:ext uri="{FF2B5EF4-FFF2-40B4-BE49-F238E27FC236}">
                <a16:creationId xmlns:a16="http://schemas.microsoft.com/office/drawing/2014/main" id="{683C264A-77D3-492B-8347-1DB21F4A313E}"/>
              </a:ext>
            </a:extLst>
          </p:cNvPr>
          <p:cNvSpPr>
            <a:spLocks noGrp="1"/>
          </p:cNvSpPr>
          <p:nvPr/>
        </p:nvSpPr>
        <p:spPr>
          <a:xfrm>
            <a:off x="4750594" y="2583656"/>
            <a:ext cx="0" cy="4953000"/>
          </a:xfrm>
          <a:prstGeom prst="line">
            <a:avLst/>
          </a:prstGeom>
          <a:noFill/>
          <a:ln w="11906">
            <a:solidFill>
              <a:srgbClr val="BCD0EA"/>
            </a:solidFill>
          </a:ln>
        </p:spPr>
      </p:sp>
      <p:sp>
        <p:nvSpPr>
          <p:cNvPr id="31" name="object-31">
            <a:extLst>
              <a:ext uri="{FF2B5EF4-FFF2-40B4-BE49-F238E27FC236}">
                <a16:creationId xmlns:a16="http://schemas.microsoft.com/office/drawing/2014/main" id="{54AEFFA4-79BA-426D-9195-E3DF48A26590}"/>
              </a:ext>
            </a:extLst>
          </p:cNvPr>
          <p:cNvSpPr>
            <a:spLocks noGrp="1"/>
          </p:cNvSpPr>
          <p:nvPr/>
        </p:nvSpPr>
        <p:spPr>
          <a:xfrm>
            <a:off x="2583656" y="5060156"/>
            <a:ext cx="4953000" cy="0"/>
          </a:xfrm>
          <a:prstGeom prst="line">
            <a:avLst/>
          </a:prstGeom>
          <a:noFill/>
          <a:ln w="11906">
            <a:solidFill>
              <a:srgbClr val="BCD0EA"/>
            </a:solidFill>
          </a:ln>
        </p:spPr>
      </p:sp>
      <p:sp>
        <p:nvSpPr>
          <p:cNvPr id="32" name="object-32">
            <a:extLst>
              <a:ext uri="{FF2B5EF4-FFF2-40B4-BE49-F238E27FC236}">
                <a16:creationId xmlns:a16="http://schemas.microsoft.com/office/drawing/2014/main" id="{4BABB969-3C6D-46D0-BB62-F9EDEF7AD885}"/>
              </a:ext>
            </a:extLst>
          </p:cNvPr>
          <p:cNvSpPr>
            <a:spLocks noGrp="1"/>
          </p:cNvSpPr>
          <p:nvPr/>
        </p:nvSpPr>
        <p:spPr>
          <a:xfrm>
            <a:off x="5060156" y="2583656"/>
            <a:ext cx="0" cy="4953000"/>
          </a:xfrm>
          <a:prstGeom prst="line">
            <a:avLst/>
          </a:prstGeom>
          <a:noFill/>
          <a:ln w="11906">
            <a:solidFill>
              <a:srgbClr val="BCD0EA"/>
            </a:solidFill>
          </a:ln>
        </p:spPr>
      </p:sp>
      <p:sp>
        <p:nvSpPr>
          <p:cNvPr id="33" name="object-33">
            <a:extLst>
              <a:ext uri="{FF2B5EF4-FFF2-40B4-BE49-F238E27FC236}">
                <a16:creationId xmlns:a16="http://schemas.microsoft.com/office/drawing/2014/main" id="{0D85454E-C727-4D1A-96AA-AFDE277356AB}"/>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4" name="object-34">
            <a:extLst>
              <a:ext uri="{FF2B5EF4-FFF2-40B4-BE49-F238E27FC236}">
                <a16:creationId xmlns:a16="http://schemas.microsoft.com/office/drawing/2014/main" id="{5C487502-8F14-473F-9685-AC107A4BEDA9}"/>
              </a:ext>
            </a:extLst>
          </p:cNvPr>
          <p:cNvSpPr>
            <a:spLocks noGrp="1"/>
          </p:cNvSpPr>
          <p:nvPr/>
        </p:nvSpPr>
        <p:spPr>
          <a:xfrm>
            <a:off x="2583656" y="5369719"/>
            <a:ext cx="4953000" cy="0"/>
          </a:xfrm>
          <a:prstGeom prst="line">
            <a:avLst/>
          </a:prstGeom>
          <a:noFill/>
          <a:ln w="11906">
            <a:solidFill>
              <a:srgbClr val="BCD0EA"/>
            </a:solidFill>
          </a:ln>
        </p:spPr>
      </p:sp>
      <p:sp>
        <p:nvSpPr>
          <p:cNvPr id="35" name="object-35">
            <a:extLst>
              <a:ext uri="{FF2B5EF4-FFF2-40B4-BE49-F238E27FC236}">
                <a16:creationId xmlns:a16="http://schemas.microsoft.com/office/drawing/2014/main" id="{AB265287-F7EE-415A-B18C-F3925418ABC9}"/>
              </a:ext>
            </a:extLst>
          </p:cNvPr>
          <p:cNvSpPr>
            <a:spLocks noGrp="1"/>
          </p:cNvSpPr>
          <p:nvPr/>
        </p:nvSpPr>
        <p:spPr>
          <a:xfrm>
            <a:off x="5369719" y="2583656"/>
            <a:ext cx="0" cy="4953000"/>
          </a:xfrm>
          <a:prstGeom prst="line">
            <a:avLst/>
          </a:prstGeom>
          <a:noFill/>
          <a:ln w="11906">
            <a:solidFill>
              <a:srgbClr val="BCD0EA"/>
            </a:solidFill>
          </a:ln>
        </p:spPr>
      </p:sp>
      <p:sp>
        <p:nvSpPr>
          <p:cNvPr id="36" name="object-36">
            <a:extLst>
              <a:ext uri="{FF2B5EF4-FFF2-40B4-BE49-F238E27FC236}">
                <a16:creationId xmlns:a16="http://schemas.microsoft.com/office/drawing/2014/main" id="{CB7018AF-0193-4CC9-92FE-A6A4A099D111}"/>
              </a:ext>
            </a:extLst>
          </p:cNvPr>
          <p:cNvSpPr>
            <a:spLocks noGrp="1"/>
          </p:cNvSpPr>
          <p:nvPr/>
        </p:nvSpPr>
        <p:spPr>
          <a:xfrm>
            <a:off x="2583656" y="5679281"/>
            <a:ext cx="4953000" cy="0"/>
          </a:xfrm>
          <a:prstGeom prst="line">
            <a:avLst/>
          </a:prstGeom>
          <a:noFill/>
          <a:ln w="11906">
            <a:solidFill>
              <a:srgbClr val="BCD0EA"/>
            </a:solidFill>
          </a:ln>
        </p:spPr>
      </p:sp>
      <p:sp>
        <p:nvSpPr>
          <p:cNvPr id="37" name="object-37">
            <a:extLst>
              <a:ext uri="{FF2B5EF4-FFF2-40B4-BE49-F238E27FC236}">
                <a16:creationId xmlns:a16="http://schemas.microsoft.com/office/drawing/2014/main" id="{1C80828A-FACC-48A5-8605-A3FE66AE1B4F}"/>
              </a:ext>
            </a:extLst>
          </p:cNvPr>
          <p:cNvSpPr>
            <a:spLocks noGrp="1"/>
          </p:cNvSpPr>
          <p:nvPr/>
        </p:nvSpPr>
        <p:spPr>
          <a:xfrm>
            <a:off x="5679281" y="2583656"/>
            <a:ext cx="0" cy="4953000"/>
          </a:xfrm>
          <a:prstGeom prst="line">
            <a:avLst/>
          </a:prstGeom>
          <a:noFill/>
          <a:ln w="11906">
            <a:solidFill>
              <a:srgbClr val="BCD0EA"/>
            </a:solidFill>
          </a:ln>
        </p:spPr>
      </p:sp>
      <p:sp>
        <p:nvSpPr>
          <p:cNvPr id="38" name="object-38">
            <a:extLst>
              <a:ext uri="{FF2B5EF4-FFF2-40B4-BE49-F238E27FC236}">
                <a16:creationId xmlns:a16="http://schemas.microsoft.com/office/drawing/2014/main" id="{50BFDFE1-6981-4DE4-888B-CBA52880C039}"/>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E343E1A5-7D6B-4758-B594-D4FE55B1EDC2}"/>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40" name="object-40">
            <a:extLst>
              <a:ext uri="{FF2B5EF4-FFF2-40B4-BE49-F238E27FC236}">
                <a16:creationId xmlns:a16="http://schemas.microsoft.com/office/drawing/2014/main" id="{C580C8A7-5D94-43F1-8805-DB4F668B9A7E}"/>
              </a:ext>
            </a:extLst>
          </p:cNvPr>
          <p:cNvSpPr>
            <a:spLocks noGrp="1"/>
          </p:cNvSpPr>
          <p:nvPr/>
        </p:nvSpPr>
        <p:spPr>
          <a:xfrm>
            <a:off x="2583656" y="5988844"/>
            <a:ext cx="4953000" cy="0"/>
          </a:xfrm>
          <a:prstGeom prst="line">
            <a:avLst/>
          </a:prstGeom>
          <a:noFill/>
          <a:ln w="11906">
            <a:solidFill>
              <a:srgbClr val="BCD0EA"/>
            </a:solidFill>
          </a:ln>
        </p:spPr>
      </p:sp>
      <p:sp>
        <p:nvSpPr>
          <p:cNvPr id="41" name="object-41">
            <a:extLst>
              <a:ext uri="{FF2B5EF4-FFF2-40B4-BE49-F238E27FC236}">
                <a16:creationId xmlns:a16="http://schemas.microsoft.com/office/drawing/2014/main" id="{AD042178-6989-4BFB-A0A5-A5A5454F46EE}"/>
              </a:ext>
            </a:extLst>
          </p:cNvPr>
          <p:cNvSpPr>
            <a:spLocks noGrp="1"/>
          </p:cNvSpPr>
          <p:nvPr/>
        </p:nvSpPr>
        <p:spPr>
          <a:xfrm>
            <a:off x="5988844" y="2583656"/>
            <a:ext cx="0" cy="4953000"/>
          </a:xfrm>
          <a:prstGeom prst="line">
            <a:avLst/>
          </a:prstGeom>
          <a:noFill/>
          <a:ln w="11906">
            <a:solidFill>
              <a:srgbClr val="BCD0EA"/>
            </a:solidFill>
          </a:ln>
        </p:spPr>
      </p:sp>
      <p:sp>
        <p:nvSpPr>
          <p:cNvPr id="42" name="object-42">
            <a:extLst>
              <a:ext uri="{FF2B5EF4-FFF2-40B4-BE49-F238E27FC236}">
                <a16:creationId xmlns:a16="http://schemas.microsoft.com/office/drawing/2014/main" id="{9351A498-81FE-4CB8-8F29-3AA5DFD9A855}"/>
              </a:ext>
            </a:extLst>
          </p:cNvPr>
          <p:cNvSpPr>
            <a:spLocks noGrp="1"/>
          </p:cNvSpPr>
          <p:nvPr/>
        </p:nvSpPr>
        <p:spPr>
          <a:xfrm>
            <a:off x="2583656" y="6298406"/>
            <a:ext cx="4953000" cy="0"/>
          </a:xfrm>
          <a:prstGeom prst="line">
            <a:avLst/>
          </a:prstGeom>
          <a:noFill/>
          <a:ln w="11906">
            <a:solidFill>
              <a:srgbClr val="BCD0EA"/>
            </a:solidFill>
          </a:ln>
        </p:spPr>
      </p:sp>
      <p:sp>
        <p:nvSpPr>
          <p:cNvPr id="43" name="object-43">
            <a:extLst>
              <a:ext uri="{FF2B5EF4-FFF2-40B4-BE49-F238E27FC236}">
                <a16:creationId xmlns:a16="http://schemas.microsoft.com/office/drawing/2014/main" id="{C48C2886-F1B8-4E27-84AC-BAAE4130FDF6}"/>
              </a:ext>
            </a:extLst>
          </p:cNvPr>
          <p:cNvSpPr>
            <a:spLocks noGrp="1"/>
          </p:cNvSpPr>
          <p:nvPr/>
        </p:nvSpPr>
        <p:spPr>
          <a:xfrm>
            <a:off x="6298406" y="2583656"/>
            <a:ext cx="0" cy="4953000"/>
          </a:xfrm>
          <a:prstGeom prst="line">
            <a:avLst/>
          </a:prstGeom>
          <a:noFill/>
          <a:ln w="11906">
            <a:solidFill>
              <a:srgbClr val="BCD0EA"/>
            </a:solidFill>
          </a:ln>
        </p:spPr>
      </p:sp>
      <p:sp>
        <p:nvSpPr>
          <p:cNvPr id="44" name="object-44">
            <a:extLst>
              <a:ext uri="{FF2B5EF4-FFF2-40B4-BE49-F238E27FC236}">
                <a16:creationId xmlns:a16="http://schemas.microsoft.com/office/drawing/2014/main" id="{3FADF3FC-B264-4C06-97E0-565B46655C16}"/>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85A9563E-9E16-4519-BADC-8554E397B063}"/>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6" name="object-46">
            <a:extLst>
              <a:ext uri="{FF2B5EF4-FFF2-40B4-BE49-F238E27FC236}">
                <a16:creationId xmlns:a16="http://schemas.microsoft.com/office/drawing/2014/main" id="{552B250D-8E65-4C7B-A9E2-59E7A8D45FC5}"/>
              </a:ext>
            </a:extLst>
          </p:cNvPr>
          <p:cNvSpPr>
            <a:spLocks noGrp="1"/>
          </p:cNvSpPr>
          <p:nvPr/>
        </p:nvSpPr>
        <p:spPr>
          <a:xfrm>
            <a:off x="2583656" y="6607969"/>
            <a:ext cx="4953000" cy="0"/>
          </a:xfrm>
          <a:prstGeom prst="line">
            <a:avLst/>
          </a:prstGeom>
          <a:noFill/>
          <a:ln w="11906">
            <a:solidFill>
              <a:srgbClr val="BCD0EA"/>
            </a:solidFill>
          </a:ln>
        </p:spPr>
      </p:sp>
      <p:sp>
        <p:nvSpPr>
          <p:cNvPr id="47" name="object-47">
            <a:extLst>
              <a:ext uri="{FF2B5EF4-FFF2-40B4-BE49-F238E27FC236}">
                <a16:creationId xmlns:a16="http://schemas.microsoft.com/office/drawing/2014/main" id="{462171EB-EAF1-440D-A926-CFA98CA270B0}"/>
              </a:ext>
            </a:extLst>
          </p:cNvPr>
          <p:cNvSpPr>
            <a:spLocks noGrp="1"/>
          </p:cNvSpPr>
          <p:nvPr/>
        </p:nvSpPr>
        <p:spPr>
          <a:xfrm>
            <a:off x="6607969" y="2583656"/>
            <a:ext cx="0" cy="4953000"/>
          </a:xfrm>
          <a:prstGeom prst="line">
            <a:avLst/>
          </a:prstGeom>
          <a:noFill/>
          <a:ln w="11906">
            <a:solidFill>
              <a:srgbClr val="BCD0EA"/>
            </a:solidFill>
          </a:ln>
        </p:spPr>
      </p:sp>
      <p:sp>
        <p:nvSpPr>
          <p:cNvPr id="48" name="object-48">
            <a:extLst>
              <a:ext uri="{FF2B5EF4-FFF2-40B4-BE49-F238E27FC236}">
                <a16:creationId xmlns:a16="http://schemas.microsoft.com/office/drawing/2014/main" id="{A1CA8769-8A53-4786-B28B-A62E23E26CE8}"/>
              </a:ext>
            </a:extLst>
          </p:cNvPr>
          <p:cNvSpPr>
            <a:spLocks noGrp="1"/>
          </p:cNvSpPr>
          <p:nvPr/>
        </p:nvSpPr>
        <p:spPr>
          <a:xfrm>
            <a:off x="2583656" y="6917531"/>
            <a:ext cx="4953000" cy="0"/>
          </a:xfrm>
          <a:prstGeom prst="line">
            <a:avLst/>
          </a:prstGeom>
          <a:noFill/>
          <a:ln w="11906">
            <a:solidFill>
              <a:srgbClr val="BCD0EA"/>
            </a:solidFill>
          </a:ln>
        </p:spPr>
      </p:sp>
      <p:sp>
        <p:nvSpPr>
          <p:cNvPr id="49" name="object-49">
            <a:extLst>
              <a:ext uri="{FF2B5EF4-FFF2-40B4-BE49-F238E27FC236}">
                <a16:creationId xmlns:a16="http://schemas.microsoft.com/office/drawing/2014/main" id="{CCA7B6C6-F46B-4E36-AE77-AB3D8883EC3F}"/>
              </a:ext>
            </a:extLst>
          </p:cNvPr>
          <p:cNvSpPr>
            <a:spLocks noGrp="1"/>
          </p:cNvSpPr>
          <p:nvPr/>
        </p:nvSpPr>
        <p:spPr>
          <a:xfrm>
            <a:off x="6917531" y="2583656"/>
            <a:ext cx="0" cy="4953000"/>
          </a:xfrm>
          <a:prstGeom prst="line">
            <a:avLst/>
          </a:prstGeom>
          <a:noFill/>
          <a:ln w="11906">
            <a:solidFill>
              <a:srgbClr val="BCD0EA"/>
            </a:solidFill>
          </a:ln>
        </p:spPr>
      </p:sp>
      <p:sp>
        <p:nvSpPr>
          <p:cNvPr id="50" name="object-50">
            <a:extLst>
              <a:ext uri="{FF2B5EF4-FFF2-40B4-BE49-F238E27FC236}">
                <a16:creationId xmlns:a16="http://schemas.microsoft.com/office/drawing/2014/main" id="{A75C9459-10D4-4CA4-AFDA-20F4BD16ED8E}"/>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6D9D559E-D15E-414B-AC11-A1F55A530017}"/>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2" name="object-52">
            <a:extLst>
              <a:ext uri="{FF2B5EF4-FFF2-40B4-BE49-F238E27FC236}">
                <a16:creationId xmlns:a16="http://schemas.microsoft.com/office/drawing/2014/main" id="{062C3F83-623A-4AD4-85FA-012323AED2AA}"/>
              </a:ext>
            </a:extLst>
          </p:cNvPr>
          <p:cNvSpPr>
            <a:spLocks noGrp="1"/>
          </p:cNvSpPr>
          <p:nvPr/>
        </p:nvSpPr>
        <p:spPr>
          <a:xfrm>
            <a:off x="2583656" y="7227094"/>
            <a:ext cx="4953000" cy="0"/>
          </a:xfrm>
          <a:prstGeom prst="line">
            <a:avLst/>
          </a:prstGeom>
          <a:noFill/>
          <a:ln w="11906">
            <a:solidFill>
              <a:srgbClr val="BCD0EA"/>
            </a:solidFill>
          </a:ln>
        </p:spPr>
      </p:sp>
      <p:sp>
        <p:nvSpPr>
          <p:cNvPr id="53" name="object-53">
            <a:extLst>
              <a:ext uri="{FF2B5EF4-FFF2-40B4-BE49-F238E27FC236}">
                <a16:creationId xmlns:a16="http://schemas.microsoft.com/office/drawing/2014/main" id="{3359DFFF-2A48-4620-B17D-401D1BC505B9}"/>
              </a:ext>
            </a:extLst>
          </p:cNvPr>
          <p:cNvSpPr>
            <a:spLocks noGrp="1"/>
          </p:cNvSpPr>
          <p:nvPr/>
        </p:nvSpPr>
        <p:spPr>
          <a:xfrm>
            <a:off x="7227094" y="2583656"/>
            <a:ext cx="0" cy="4953000"/>
          </a:xfrm>
          <a:prstGeom prst="line">
            <a:avLst/>
          </a:prstGeom>
          <a:noFill/>
          <a:ln w="11906">
            <a:solidFill>
              <a:srgbClr val="BCD0EA"/>
            </a:solidFill>
          </a:ln>
        </p:spPr>
      </p:sp>
      <p:sp>
        <p:nvSpPr>
          <p:cNvPr id="54" name="object-54">
            <a:extLst>
              <a:ext uri="{FF2B5EF4-FFF2-40B4-BE49-F238E27FC236}">
                <a16:creationId xmlns:a16="http://schemas.microsoft.com/office/drawing/2014/main" id="{5AA659A1-4382-4F70-B254-1FDFE0A8445B}"/>
              </a:ext>
            </a:extLst>
          </p:cNvPr>
          <p:cNvSpPr>
            <a:spLocks noGrp="1"/>
          </p:cNvSpPr>
          <p:nvPr/>
        </p:nvSpPr>
        <p:spPr>
          <a:xfrm>
            <a:off x="2583656" y="7536656"/>
            <a:ext cx="4953000" cy="0"/>
          </a:xfrm>
          <a:prstGeom prst="line">
            <a:avLst/>
          </a:prstGeom>
          <a:noFill/>
          <a:ln w="11906">
            <a:solidFill>
              <a:srgbClr val="BCD0EA"/>
            </a:solidFill>
          </a:ln>
        </p:spPr>
      </p:sp>
      <p:sp>
        <p:nvSpPr>
          <p:cNvPr id="55" name="object-55">
            <a:extLst>
              <a:ext uri="{FF2B5EF4-FFF2-40B4-BE49-F238E27FC236}">
                <a16:creationId xmlns:a16="http://schemas.microsoft.com/office/drawing/2014/main" id="{6DD62490-AF75-465C-869C-960BDBA10D72}"/>
              </a:ext>
            </a:extLst>
          </p:cNvPr>
          <p:cNvSpPr>
            <a:spLocks noGrp="1"/>
          </p:cNvSpPr>
          <p:nvPr/>
        </p:nvSpPr>
        <p:spPr>
          <a:xfrm>
            <a:off x="7536656" y="2583656"/>
            <a:ext cx="0" cy="4953000"/>
          </a:xfrm>
          <a:prstGeom prst="line">
            <a:avLst/>
          </a:prstGeom>
          <a:noFill/>
          <a:ln w="11906">
            <a:solidFill>
              <a:srgbClr val="BCD0EA"/>
            </a:solidFill>
          </a:ln>
        </p:spPr>
      </p:sp>
      <p:sp>
        <p:nvSpPr>
          <p:cNvPr id="56" name="object-56">
            <a:extLst>
              <a:ext uri="{FF2B5EF4-FFF2-40B4-BE49-F238E27FC236}">
                <a16:creationId xmlns:a16="http://schemas.microsoft.com/office/drawing/2014/main" id="{3EF4C809-AAB8-44D3-82F2-60BE314ABC3E}"/>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F28A941F-8393-4296-BE07-40CC46D24253}"/>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8" name="object-58">
            <a:extLst>
              <a:ext uri="{FF2B5EF4-FFF2-40B4-BE49-F238E27FC236}">
                <a16:creationId xmlns:a16="http://schemas.microsoft.com/office/drawing/2014/main" id="{CF6B627F-EE18-4E6A-9CFF-0ED5B227DEF2}"/>
              </a:ext>
            </a:extLst>
          </p:cNvPr>
          <p:cNvSpPr>
            <a:spLocks noGrp="1"/>
          </p:cNvSpPr>
          <p:nvPr/>
        </p:nvSpPr>
        <p:spPr>
          <a:xfrm>
            <a:off x="2583656" y="5060156"/>
            <a:ext cx="4953000" cy="0"/>
          </a:xfrm>
          <a:prstGeom prst="line">
            <a:avLst/>
          </a:prstGeom>
          <a:noFill/>
          <a:ln w="23813">
            <a:solidFill>
              <a:srgbClr val="172B4D"/>
            </a:solidFill>
          </a:ln>
        </p:spPr>
      </p:sp>
      <p:sp>
        <p:nvSpPr>
          <p:cNvPr id="59" name="object-59">
            <a:extLst>
              <a:ext uri="{FF2B5EF4-FFF2-40B4-BE49-F238E27FC236}">
                <a16:creationId xmlns:a16="http://schemas.microsoft.com/office/drawing/2014/main" id="{484CC7D8-3D17-467D-BDB6-D0A0E18756D6}"/>
              </a:ext>
            </a:extLst>
          </p:cNvPr>
          <p:cNvSpPr>
            <a:spLocks noGrp="1"/>
          </p:cNvSpPr>
          <p:nvPr/>
        </p:nvSpPr>
        <p:spPr>
          <a:xfrm>
            <a:off x="5060156" y="2583656"/>
            <a:ext cx="0" cy="4953000"/>
          </a:xfrm>
          <a:prstGeom prst="line">
            <a:avLst/>
          </a:prstGeom>
          <a:noFill/>
          <a:ln w="23813">
            <a:solidFill>
              <a:srgbClr val="172B4D"/>
            </a:solidFill>
          </a:ln>
        </p:spPr>
      </p:sp>
      <p:sp>
        <p:nvSpPr>
          <p:cNvPr id="60" name="object-60">
            <a:extLst>
              <a:ext uri="{FF2B5EF4-FFF2-40B4-BE49-F238E27FC236}">
                <a16:creationId xmlns:a16="http://schemas.microsoft.com/office/drawing/2014/main" id="{9F3CE197-24A1-4CF2-8DC2-E1A1F7B269CB}"/>
              </a:ext>
            </a:extLst>
          </p:cNvPr>
          <p:cNvSpPr>
            <a:spLocks noGrp="1"/>
          </p:cNvSpPr>
          <p:nvPr/>
        </p:nvSpPr>
        <p:spPr>
          <a:xfrm>
            <a:off x="7119938" y="7119938"/>
            <a:ext cx="214313" cy="214313"/>
          </a:xfrm>
          <a:prstGeom prst="ellipse">
            <a:avLst/>
          </a:prstGeom>
          <a:solidFill>
            <a:srgbClr val="1D4ED8"/>
          </a:solidFill>
          <a:ln w="11906">
            <a:solidFill>
              <a:srgbClr val="172B4D"/>
            </a:solidFill>
          </a:ln>
        </p:spPr>
      </p:sp>
      <p:sp>
        <p:nvSpPr>
          <p:cNvPr id="61" name="object-61">
            <a:extLst>
              <a:ext uri="{FF2B5EF4-FFF2-40B4-BE49-F238E27FC236}">
                <a16:creationId xmlns:a16="http://schemas.microsoft.com/office/drawing/2014/main" id="{B66B675F-C828-435B-BBDF-5F32E2C8C7B0}"/>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Start: (-2, -4)</a:t>
            </a:r>
          </a:p>
        </p:txBody>
      </p:sp>
    </p:spTree>
    <p:extLst>
      <p:ext uri="{BB962C8B-B14F-4D97-AF65-F5344CB8AC3E}">
        <p14:creationId xmlns:p14="http://schemas.microsoft.com/office/powerpoint/2010/main" val="130425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828125 0 E" pathEditMode="relative" ptsTypes="">
                                      <p:cBhvr>
                                        <p:cTn id="6" dur="800" fill="hold"/>
                                        <p:tgtEl>
                                          <p:spTgt spid="6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1828125 0 L -0.1828125 -0.10833333 E" pathEditMode="relative" ptsTypes="">
                                      <p:cBhvr>
                                        <p:cTn id="10" dur="800" fill="hold"/>
                                        <p:tgtEl>
                                          <p:spTgt spid="6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BB1D5844-989B-4FC2-8F63-977F614EF37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CDD9C13-9CA7-43A8-BA8F-04E0776EB0B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E5A83811-1FD2-4F42-93D0-47F4152F1FE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42F633C7-4FA3-40C0-BAD2-49A9C218646F}"/>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B17D12C-3387-4EB3-B500-99C24DEA090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transformations</a:t>
            </a:r>
          </a:p>
        </p:txBody>
      </p:sp>
      <p:sp>
        <p:nvSpPr>
          <p:cNvPr id="6" name="object-6">
            <a:extLst>
              <a:ext uri="{FF2B5EF4-FFF2-40B4-BE49-F238E27FC236}">
                <a16:creationId xmlns:a16="http://schemas.microsoft.com/office/drawing/2014/main" id="{84C9272F-550A-49AC-A1D1-8DAEC0B04DF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A8CC63C4-2373-4C71-A3C5-2760941F818F}"/>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25F4DD71-A3A4-4866-B91C-0EDA29D80B8C}"/>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point becomes (7, -4) after moving 9 right and 3 down. Find its start.</a:t>
            </a:r>
          </a:p>
        </p:txBody>
      </p:sp>
      <p:sp>
        <p:nvSpPr>
          <p:cNvPr id="9" name="object-9">
            <a:extLst>
              <a:ext uri="{FF2B5EF4-FFF2-40B4-BE49-F238E27FC236}">
                <a16:creationId xmlns:a16="http://schemas.microsoft.com/office/drawing/2014/main" id="{A7514107-54C6-426A-961E-1FBFEDBE3E2D}"/>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C63A76FC-2352-4477-BD34-A1475F73DB6E}"/>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Plot A(-4, 3). Which quadrant contains A?</a:t>
            </a:r>
          </a:p>
        </p:txBody>
      </p:sp>
      <p:sp>
        <p:nvSpPr>
          <p:cNvPr id="11" name="object-11">
            <a:extLst>
              <a:ext uri="{FF2B5EF4-FFF2-40B4-BE49-F238E27FC236}">
                <a16:creationId xmlns:a16="http://schemas.microsoft.com/office/drawing/2014/main" id="{D4FC0C4F-7AFC-4EA3-9E75-1DF63FE90241}"/>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35468DD8-06F9-441D-AACC-42437CB09807}"/>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Point P moves from (2, -5) to (-3, 1). Describe the translation.</a:t>
            </a:r>
          </a:p>
        </p:txBody>
      </p:sp>
      <p:sp>
        <p:nvSpPr>
          <p:cNvPr id="13" name="object-13">
            <a:extLst>
              <a:ext uri="{FF2B5EF4-FFF2-40B4-BE49-F238E27FC236}">
                <a16:creationId xmlns:a16="http://schemas.microsoft.com/office/drawing/2014/main" id="{E1029106-CCF8-420D-827E-E1CF91332EE6}"/>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587B10A3-5CF6-49A5-B44A-CA9116E0F56B}"/>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A point becomes (7, -4) after moving 9 right and 3 down. Find its start.</a:t>
            </a:r>
          </a:p>
        </p:txBody>
      </p:sp>
      <p:sp>
        <p:nvSpPr>
          <p:cNvPr id="15" name="object-15">
            <a:extLst>
              <a:ext uri="{FF2B5EF4-FFF2-40B4-BE49-F238E27FC236}">
                <a16:creationId xmlns:a16="http://schemas.microsoft.com/office/drawing/2014/main" id="{6DFFE12E-0FF7-4C1D-8A1F-B62532B4770E}"/>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CAC13F00-07A2-48FD-8CAE-DF3D121C53AB}"/>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Plot A(-4, 3). Which quadrant contains A?</a:t>
            </a:r>
          </a:p>
        </p:txBody>
      </p:sp>
      <p:sp>
        <p:nvSpPr>
          <p:cNvPr id="17" name="object-17">
            <a:extLst>
              <a:ext uri="{FF2B5EF4-FFF2-40B4-BE49-F238E27FC236}">
                <a16:creationId xmlns:a16="http://schemas.microsoft.com/office/drawing/2014/main" id="{E43F379A-E2E9-4280-BC45-59A03C3FC7AF}"/>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37BA63C6-1D5C-4C4A-B222-3142E3E8FC9C}"/>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Point P moves from (2, -5) to (-3, 1). Describe the translation.</a:t>
            </a:r>
          </a:p>
        </p:txBody>
      </p:sp>
      <p:sp>
        <p:nvSpPr>
          <p:cNvPr id="19" name="object-19">
            <a:extLst>
              <a:ext uri="{FF2B5EF4-FFF2-40B4-BE49-F238E27FC236}">
                <a16:creationId xmlns:a16="http://schemas.microsoft.com/office/drawing/2014/main" id="{1DEFE87F-52B8-4CF7-AD1B-4BFA81B608FC}"/>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7AE48648-A3DF-4030-A63F-64D962FE5078}"/>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Translate (4, -2) by 3 left and 5 up.</a:t>
            </a:r>
          </a:p>
        </p:txBody>
      </p:sp>
      <p:sp>
        <p:nvSpPr>
          <p:cNvPr id="21" name="object-21">
            <a:extLst>
              <a:ext uri="{FF2B5EF4-FFF2-40B4-BE49-F238E27FC236}">
                <a16:creationId xmlns:a16="http://schemas.microsoft.com/office/drawing/2014/main" id="{179A96F4-4321-434F-84DC-1464D61025E7}"/>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40C4B0EB-9618-4645-BC52-86DEF35A6046}"/>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changes x and y in the same way without checking the direction or mirror line.</a:t>
            </a:r>
          </a:p>
        </p:txBody>
      </p:sp>
      <p:sp>
        <p:nvSpPr>
          <p:cNvPr id="23" name="object-23">
            <a:extLst>
              <a:ext uri="{FF2B5EF4-FFF2-40B4-BE49-F238E27FC236}">
                <a16:creationId xmlns:a16="http://schemas.microsoft.com/office/drawing/2014/main" id="{0377A914-2AF6-4198-BD1F-7356D237E5C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15DEAE58-197B-45B0-9880-44A98D0CDF05}"/>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4B595008-D7A2-4F95-8E46-FE928BD9B10B}"/>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C6F97AE7-D758-4892-B841-DA0A7BBECBEF}"/>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Point P moves from (2, -5) to (-3, 1). Describe the translation.</a:t>
            </a:r>
          </a:p>
        </p:txBody>
      </p:sp>
    </p:spTree>
    <p:extLst>
      <p:ext uri="{BB962C8B-B14F-4D97-AF65-F5344CB8AC3E}">
        <p14:creationId xmlns:p14="http://schemas.microsoft.com/office/powerpoint/2010/main" val="729049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5E2025CC-A960-4F1A-B123-ACBE90D83E2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24388F71-D14F-4586-BFFC-1BBD1ADDE06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91920F60-0814-459E-92BD-EC8D76536635}"/>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01491C99-1DB7-4ED2-A2FE-E9A1A219AEC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transformations</a:t>
            </a:r>
          </a:p>
        </p:txBody>
      </p:sp>
      <p:sp>
        <p:nvSpPr>
          <p:cNvPr id="5" name="object-5">
            <a:extLst>
              <a:ext uri="{FF2B5EF4-FFF2-40B4-BE49-F238E27FC236}">
                <a16:creationId xmlns:a16="http://schemas.microsoft.com/office/drawing/2014/main" id="{0C3CA0AE-9B7C-4304-AADC-02A49E077AE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42E53AE5-6DC7-4D71-8220-4C86039F95F4}"/>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BEBA29FB-F0A3-4133-9716-8979F57183CD}"/>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 -1).</a:t>
            </a:r>
          </a:p>
        </p:txBody>
      </p:sp>
      <p:sp>
        <p:nvSpPr>
          <p:cNvPr id="8" name="object-8">
            <a:extLst>
              <a:ext uri="{FF2B5EF4-FFF2-40B4-BE49-F238E27FC236}">
                <a16:creationId xmlns:a16="http://schemas.microsoft.com/office/drawing/2014/main" id="{5D1238E9-A400-4592-8443-C75D684CC60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95C93B4F-9BC3-4F42-93AB-4B659792CD67}"/>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Quadrant II.</a:t>
            </a:r>
          </a:p>
        </p:txBody>
      </p:sp>
      <p:sp>
        <p:nvSpPr>
          <p:cNvPr id="10" name="object-10">
            <a:extLst>
              <a:ext uri="{FF2B5EF4-FFF2-40B4-BE49-F238E27FC236}">
                <a16:creationId xmlns:a16="http://schemas.microsoft.com/office/drawing/2014/main" id="{AE1FF31A-7014-49B3-979F-F3C590933752}"/>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A605CBF8-8728-40BD-8D5B-E740AC890A70}"/>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5 left and 6 up.</a:t>
            </a:r>
          </a:p>
        </p:txBody>
      </p:sp>
      <p:sp>
        <p:nvSpPr>
          <p:cNvPr id="12" name="object-12">
            <a:extLst>
              <a:ext uri="{FF2B5EF4-FFF2-40B4-BE49-F238E27FC236}">
                <a16:creationId xmlns:a16="http://schemas.microsoft.com/office/drawing/2014/main" id="{31209567-03CD-4391-8139-53EF25B33C49}"/>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7C78A5B6-C570-4E94-997F-3AE61B359A97}"/>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 -1).</a:t>
            </a:r>
          </a:p>
        </p:txBody>
      </p:sp>
      <p:sp>
        <p:nvSpPr>
          <p:cNvPr id="14" name="object-14">
            <a:extLst>
              <a:ext uri="{FF2B5EF4-FFF2-40B4-BE49-F238E27FC236}">
                <a16:creationId xmlns:a16="http://schemas.microsoft.com/office/drawing/2014/main" id="{F9F556DC-38A4-4126-8393-DDA1B69E9411}"/>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8D91EA7A-3AD5-43A9-8942-21CB79D58DFF}"/>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Quadrant II. Method or representation may vary.</a:t>
            </a:r>
          </a:p>
        </p:txBody>
      </p:sp>
      <p:sp>
        <p:nvSpPr>
          <p:cNvPr id="16" name="object-16">
            <a:extLst>
              <a:ext uri="{FF2B5EF4-FFF2-40B4-BE49-F238E27FC236}">
                <a16:creationId xmlns:a16="http://schemas.microsoft.com/office/drawing/2014/main" id="{C939B1C7-4E21-414C-BA11-1DA59A54276B}"/>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25C053DB-E0D7-423D-AFA7-0E79EEEEE327}"/>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5 left and 6 up. A valid check must be shown.</a:t>
            </a:r>
          </a:p>
        </p:txBody>
      </p:sp>
      <p:sp>
        <p:nvSpPr>
          <p:cNvPr id="18" name="object-18">
            <a:extLst>
              <a:ext uri="{FF2B5EF4-FFF2-40B4-BE49-F238E27FC236}">
                <a16:creationId xmlns:a16="http://schemas.microsoft.com/office/drawing/2014/main" id="{11543B0F-E0BA-41A9-8AD4-8657C32E03DF}"/>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C1424B61-A639-4286-A509-3089A8093B4C}"/>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 3). The explanation must show why the method works.</a:t>
            </a:r>
          </a:p>
        </p:txBody>
      </p:sp>
      <p:sp>
        <p:nvSpPr>
          <p:cNvPr id="20" name="object-20">
            <a:extLst>
              <a:ext uri="{FF2B5EF4-FFF2-40B4-BE49-F238E27FC236}">
                <a16:creationId xmlns:a16="http://schemas.microsoft.com/office/drawing/2014/main" id="{FFDB6448-B7D7-48EC-BF66-224D10E1833F}"/>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765C36E8-F27E-44A2-8FB2-1A68125C030C}"/>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Track horizontal and vertical changes separately and apply the exact transformation to every point.</a:t>
            </a:r>
          </a:p>
        </p:txBody>
      </p:sp>
      <p:sp>
        <p:nvSpPr>
          <p:cNvPr id="22" name="object-22">
            <a:extLst>
              <a:ext uri="{FF2B5EF4-FFF2-40B4-BE49-F238E27FC236}">
                <a16:creationId xmlns:a16="http://schemas.microsoft.com/office/drawing/2014/main" id="{A75526AF-3DCE-4C01-93EA-6403EDEE24E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6B88E863-29EE-4738-B963-F46B3C3304FC}"/>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FF0D06CC-54CF-4FA8-9DB8-01EF8ECFC8AA}"/>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1E9917FE-E64E-45DF-A30D-8724F1760F3A}"/>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39383881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1102</Words>
  <Application>Microsoft Office PowerPoint</Application>
  <DocSecurity>0</DocSecurity>
  <PresentationFormat>Custom</PresentationFormat>
  <Paragraphs>158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2026-09-14T13:19:21Z</dcterms:created>
  <dcterms:modified xsi:type="dcterms:W3CDTF">2026-09-14T13:21:08Z</dcterms:modified>
</cp:coreProperties>
</file>