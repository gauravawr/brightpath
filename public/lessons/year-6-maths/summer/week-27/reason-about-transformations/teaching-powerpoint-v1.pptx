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da7c1eb2844ea7" /><Relationship Type="http://schemas.openxmlformats.org/officeDocument/2006/relationships/extended-properties" Target="/docProps/app.xml" Id="R43c5ae3788dd4253" /><Relationship Type="http://schemas.openxmlformats.org/officeDocument/2006/relationships/officeDocument" Target="/ppt/presentation.xml" Id="R3dc8be0f32b346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d5e9a722b648b2"/>
  </p:sldMasterIdLst>
  <p:notesMasterIdLst>
    <p:notesMasterId xmlns:r="http://schemas.openxmlformats.org/officeDocument/2006/relationships" r:id="Rf4a1e8e7443c4281"/>
  </p:notesMasterIdLst>
  <p:sldIdLst>
    <p:sldId xmlns:r="http://schemas.openxmlformats.org/officeDocument/2006/relationships" id="256" r:id="R387383ca66e842c2"/>
    <p:sldId xmlns:r="http://schemas.openxmlformats.org/officeDocument/2006/relationships" id="257" r:id="Re163a077f127428d"/>
    <p:sldId xmlns:r="http://schemas.openxmlformats.org/officeDocument/2006/relationships" id="258" r:id="R27f63814db9b4612"/>
    <p:sldId xmlns:r="http://schemas.openxmlformats.org/officeDocument/2006/relationships" id="259" r:id="R4233ac6421da43f8"/>
    <p:sldId xmlns:r="http://schemas.openxmlformats.org/officeDocument/2006/relationships" id="260" r:id="Rf77847682f8147b5"/>
    <p:sldId xmlns:r="http://schemas.openxmlformats.org/officeDocument/2006/relationships" id="261" r:id="R45517ea0c6444030"/>
    <p:sldId xmlns:r="http://schemas.openxmlformats.org/officeDocument/2006/relationships" id="262" r:id="Rb80434eeeec345a8"/>
    <p:sldId xmlns:r="http://schemas.openxmlformats.org/officeDocument/2006/relationships" id="263" r:id="R3f93bf7a6d9a48bd"/>
    <p:sldId xmlns:r="http://schemas.openxmlformats.org/officeDocument/2006/relationships" id="264" r:id="R14ac01c883a54d9d"/>
    <p:sldId xmlns:r="http://schemas.openxmlformats.org/officeDocument/2006/relationships" id="265" r:id="Rec1a9e0727664ed8"/>
    <p:sldId xmlns:r="http://schemas.openxmlformats.org/officeDocument/2006/relationships" id="266" r:id="R6234ed6d80d5492a"/>
    <p:sldId xmlns:r="http://schemas.openxmlformats.org/officeDocument/2006/relationships" id="267" r:id="R5078cde78d5544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d6af84850c4312" /><Relationship Type="http://schemas.openxmlformats.org/officeDocument/2006/relationships/slideMaster" Target="/ppt/slideMasters/slideMaster1.xml" Id="Rebd5e9a722b648b2" /><Relationship Type="http://schemas.openxmlformats.org/officeDocument/2006/relationships/notesMaster" Target="/ppt/notesMasters/notesMaster1.xml" Id="Rf4a1e8e7443c4281" /><Relationship Type="http://schemas.openxmlformats.org/officeDocument/2006/relationships/presProps" Target="/ppt/presProps.xml" Id="R4c08022e1b36481a" /><Relationship Type="http://schemas.openxmlformats.org/officeDocument/2006/relationships/tableStyles" Target="/ppt/tableStyles.xml" Id="R43bc792dbf4e47e6" /><Relationship Type="http://schemas.openxmlformats.org/officeDocument/2006/relationships/slide" Target="/ppt/slides/slide1.xml" Id="R387383ca66e842c2" /><Relationship Type="http://schemas.openxmlformats.org/officeDocument/2006/relationships/slide" Target="/ppt/slides/slide2.xml" Id="Re163a077f127428d" /><Relationship Type="http://schemas.openxmlformats.org/officeDocument/2006/relationships/slide" Target="/ppt/slides/slide3.xml" Id="R27f63814db9b4612" /><Relationship Type="http://schemas.openxmlformats.org/officeDocument/2006/relationships/slide" Target="/ppt/slides/slide4.xml" Id="R4233ac6421da43f8" /><Relationship Type="http://schemas.openxmlformats.org/officeDocument/2006/relationships/slide" Target="/ppt/slides/slide5.xml" Id="Rf77847682f8147b5" /><Relationship Type="http://schemas.openxmlformats.org/officeDocument/2006/relationships/slide" Target="/ppt/slides/slide6.xml" Id="R45517ea0c6444030" /><Relationship Type="http://schemas.openxmlformats.org/officeDocument/2006/relationships/slide" Target="/ppt/slides/slide7.xml" Id="Rb80434eeeec345a8" /><Relationship Type="http://schemas.openxmlformats.org/officeDocument/2006/relationships/slide" Target="/ppt/slides/slide8.xml" Id="R3f93bf7a6d9a48bd" /><Relationship Type="http://schemas.openxmlformats.org/officeDocument/2006/relationships/slide" Target="/ppt/slides/slide9.xml" Id="R14ac01c883a54d9d" /><Relationship Type="http://schemas.openxmlformats.org/officeDocument/2006/relationships/slide" Target="/ppt/slides/slide10.xml" Id="Rec1a9e0727664ed8" /><Relationship Type="http://schemas.openxmlformats.org/officeDocument/2006/relationships/slide" Target="/ppt/slides/slide11.xml" Id="R6234ed6d80d5492a" /><Relationship Type="http://schemas.openxmlformats.org/officeDocument/2006/relationships/slide" Target="/ppt/slides/slide12.xml" Id="R5078cde78d5544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01a335018a41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4dafec24b34726" /><Relationship Type="http://schemas.openxmlformats.org/officeDocument/2006/relationships/notesMaster" Target="/ppt/notesMasters/notesMaster1.xml" Id="R8a8bd198a5544b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0aa5ea62e5410a" /><Relationship Type="http://schemas.openxmlformats.org/officeDocument/2006/relationships/notesMaster" Target="/ppt/notesMasters/notesMaster1.xml" Id="Rbe72fbedbc374f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b33916847d40b0" /><Relationship Type="http://schemas.openxmlformats.org/officeDocument/2006/relationships/notesMaster" Target="/ppt/notesMasters/notesMaster1.xml" Id="R3f02f534148649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cbfdfd627b4577" /><Relationship Type="http://schemas.openxmlformats.org/officeDocument/2006/relationships/notesMaster" Target="/ppt/notesMasters/notesMaster1.xml" Id="Reefe1d2e624e49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ad1ddf98624b83" /><Relationship Type="http://schemas.openxmlformats.org/officeDocument/2006/relationships/notesMaster" Target="/ppt/notesMasters/notesMaster1.xml" Id="R120eca04e46b42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1fdd7825674d9f" /><Relationship Type="http://schemas.openxmlformats.org/officeDocument/2006/relationships/notesMaster" Target="/ppt/notesMasters/notesMaster1.xml" Id="Rc060679383bf44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06f31adbae41de" /><Relationship Type="http://schemas.openxmlformats.org/officeDocument/2006/relationships/notesMaster" Target="/ppt/notesMasters/notesMaster1.xml" Id="Rb29fdc6171464b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76d5706fb644ad" /><Relationship Type="http://schemas.openxmlformats.org/officeDocument/2006/relationships/notesMaster" Target="/ppt/notesMasters/notesMaster1.xml" Id="R868b29c0afcc40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e9e521abf545bf" /><Relationship Type="http://schemas.openxmlformats.org/officeDocument/2006/relationships/notesMaster" Target="/ppt/notesMasters/notesMaster1.xml" Id="Ra2f9195b065747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e308d36481d462c" /><Relationship Type="http://schemas.openxmlformats.org/officeDocument/2006/relationships/notesMaster" Target="/ppt/notesMasters/notesMaster1.xml" Id="Ra09cae25cae249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03c337c7ea4dcf" /><Relationship Type="http://schemas.openxmlformats.org/officeDocument/2006/relationships/notesMaster" Target="/ppt/notesMasters/notesMaster1.xml" Id="R3987d6a96bb542e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e8e8bda4db84254" /><Relationship Type="http://schemas.openxmlformats.org/officeDocument/2006/relationships/notesMaster" Target="/ppt/notesMasters/notesMaster1.xml" Id="R9b42be64a165428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Four-quadrant grids, tracing paper, mirrors, coordinate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Quadrant II. | Read or record x before y and note the quadrant. |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coordinate, quadrant, x-axis, y-axis, translate, reflect.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(-2, -1).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Quadrant 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Track horizontal and vertical changes separately and apply the exact transformation to every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Quadrant II..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 left and 6 up..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(1, 3).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 left and 6 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 left and 6 up. | Track horizontal and vertical changes separately and apply the exact transformation to every point.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0783b676ba42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eb90a0e1c84205" /><Relationship Type="http://schemas.openxmlformats.org/officeDocument/2006/relationships/slideLayout" Target="/ppt/slideLayouts/slideLayout1.xml" Id="Re34abb9a0c5640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4abb9a0c5640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8bfdc7dd1487a" /><Relationship Type="http://schemas.openxmlformats.org/officeDocument/2006/relationships/notesSlide" Target="/ppt/notesSlides/notesSlide1.xml" Id="R464462bddfc5461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6f0b53d9aa41dd" /><Relationship Type="http://schemas.openxmlformats.org/officeDocument/2006/relationships/notesSlide" Target="/ppt/notesSlides/notesSlide2.xml" Id="Rd99d2de7ca77430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fc56978b44628" /><Relationship Type="http://schemas.openxmlformats.org/officeDocument/2006/relationships/notesSlide" Target="/ppt/notesSlides/notesSlide3.xml" Id="Rc8c55a4ac2ee4a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0c629190044668" /><Relationship Type="http://schemas.openxmlformats.org/officeDocument/2006/relationships/notesSlide" Target="/ppt/notesSlides/notesSlide4.xml" Id="Rb7dd4977d9e240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97a03409b4f28" /><Relationship Type="http://schemas.openxmlformats.org/officeDocument/2006/relationships/notesSlide" Target="/ppt/notesSlides/notesSlide5.xml" Id="R05a43fc47fcc4e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8be0099ef4150" /><Relationship Type="http://schemas.openxmlformats.org/officeDocument/2006/relationships/notesSlide" Target="/ppt/notesSlides/notesSlide6.xml" Id="R2a92193312ad48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ee10781c54fab" /><Relationship Type="http://schemas.openxmlformats.org/officeDocument/2006/relationships/image" Target="/ppt/media/image.png" Id="R9c8d604d705643b6" /><Relationship Type="http://schemas.openxmlformats.org/officeDocument/2006/relationships/notesSlide" Target="/ppt/notesSlides/notesSlide7.xml" Id="Rb3dab8ae03db46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33fdcedee4159" /><Relationship Type="http://schemas.openxmlformats.org/officeDocument/2006/relationships/notesSlide" Target="/ppt/notesSlides/notesSlide8.xml" Id="R52fe07c5cdf945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a72765c374e6a" /><Relationship Type="http://schemas.openxmlformats.org/officeDocument/2006/relationships/notesSlide" Target="/ppt/notesSlides/notesSlide9.xml" Id="R0ce406198cbe45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f3ab30dc6467e" /><Relationship Type="http://schemas.openxmlformats.org/officeDocument/2006/relationships/notesSlide" Target="/ppt/notesSlides/notesSlide10.xml" Id="R5a3428f382d246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4e787abc3457c" /><Relationship Type="http://schemas.openxmlformats.org/officeDocument/2006/relationships/notesSlide" Target="/ppt/notesSlides/notesSlide11.xml" Id="R9b4102af954d4fb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04517d33ba412a" /><Relationship Type="http://schemas.openxmlformats.org/officeDocument/2006/relationships/notesSlide" Target="/ppt/notesSlides/notesSlide12.xml" Id="Reba5ff097d2242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7A7C6C-FC1E-4C0A-9D56-6B30AF3D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B94317-325B-413B-9E94-A8FB5FB4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39B46-1A22-4E32-BE78-2E6F68AB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27F33-04A2-4944-A7C0-CE07A18D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579A2-2661-4CFA-93F1-DB138AF9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5821A-76A2-4E22-9D17-CA24A019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796936-43C2-4E9D-9F32-000E8234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9E32B-05EF-48A7-9483-89B017B6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determine missing coordinates after transformations.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D8A18-C0AE-4222-A46A-CC1380B9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C6C65-C3B7-4E7C-996F-F2618689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Four-quadrant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01F4BF-0695-448F-9F9E-33C02E28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1273302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95EFEB-79B3-4FBA-BD9B-B2C4D958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DCAA89-065B-47AF-B212-46D170E3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E60D6-1D20-4AE7-A722-15045EA2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5AC9C-DFA6-4B9C-92D8-82B46D07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4D69A-E3D7-4EE1-A949-4A73853D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5C6B8-D5B7-42EA-AB6D-75BC1225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5895D1-FA56-4947-889E-B47BCAE8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3AEDF-2FC3-423E-B4F0-2A7099B5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3A5B48-B2D5-4A15-872C-02DFC63B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B6E07-32D5-4F81-8934-0EEC07656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740A66-10FF-4EE3-B4C1-8305E225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7417D-618F-4D84-A9BC-696FD27C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FBA721-AAC0-4F8B-B2DB-DB38BD13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Describe positions in four quadrants and transform shapes on coordinate grids.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8CE31-BD98-40C8-B39F-63AE6658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EB3F6E-86E9-48FE-BC63-0B565C7F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ECF088-34C4-4ECC-8B9C-10227378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B711BA-437B-4F7C-B548-B96AAE2D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F10BB8-FCEF-4082-AFAA-A0AA3B51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8D60CF-5507-44CF-B789-25660686C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36E540-E671-4D4B-829E-5497FBDD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7A01DA-1698-4C7D-8043-F287EC12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point becomes (7, -4) after moving 9 right and 3 down. Find its start.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B4F7F5-28D8-48CC-87B9-71EE2FF7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150814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52388B-EBC4-4751-87DC-CE10020A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4A67A-B307-4960-83FE-444351A8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689A05-197E-472F-9A96-B015C900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98D62B-9D0B-468E-B4FE-29D1499D8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50593-E6BE-436F-8C5F-8F5DF282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698C66-56E9-4EBF-9747-AE81BFD7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6347F-E597-454F-B2BC-DE9CA359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AB27F0-A1EB-407B-B877-99E7EDFF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03498-C52D-4EDE-8DD1-C4D0EAEF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54C7A6-5685-4F8F-B15B-58B27994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determine missing coordinates after transformations.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A41A1-41C2-47AA-9DA8-E5AC4B42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165633-89A5-44D1-92AD-9D108A4F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or record x before y and note the quadrant.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5C66E-D8AB-46BD-A6D2-AE21A4A4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same vector or mirror line to every vertex.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2BC13F-DEC4-4932-A932-7B5F98C2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side lengths and orientation after the transformation.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E3A05D-ED8F-4580-8A04-B4C6241D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coordinate  |  quadrant  |  x-axis  |  y-axis  |  translate  |  reflect</a:t>
            </a:r>
          </a:p>
        </p:txBody>
      </p:sp>
    </p:spTree>
    <p:extLst>
      <p:ext uri="{BB962C8B-B14F-4D97-AF65-F5344CB8AC3E}">
        <p14:creationId xmlns:p14="http://schemas.microsoft.com/office/powerpoint/2010/main" val="8390123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FDE0CB-1642-4C40-B476-3C3894EC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425992-B990-4AD6-B7BC-B982BEBB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2711C9-B92F-4210-BDC4-AEF7DD00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54C88-B1BE-442C-9049-99BE7275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C7F5B5-C646-40B3-A86F-7FB16339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217932-DCD3-4D4A-A588-252EB3AC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FA97E-C5FC-4371-9405-0DD6CF88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91B1E1-69FE-4FAB-978A-FA4DA32F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2A55F6-988F-4150-8C75-1E2DE5F2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C87DF-DD17-444A-9CBC-A5748E82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point becomes (7, -4) after moving 9 right and 3 down. Find its start.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E18FB-5928-478D-A4A6-75AE703F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CDC9CD-6D54-485A-887D-3720ADC8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4984C-D78E-451E-AC07-AB495AEA3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or record x before y and note the quadrant.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C68959-C0A2-4B57-BD37-52790E73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7970D6-4DD1-42EE-B7E4-A4F81611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F5490A-21BF-45FE-9F26-5AF75939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same vector or mirror line to every vertex.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1DDB08-4CEF-4D3C-AF3A-3CC166ED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73DA0A-948C-4CD9-87DF-CE0E425B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5E2363-C253-49C3-9D0A-A216C254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(-2, -1).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9D3917-0DBB-4121-9541-4619A6F1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74499F-9127-4113-8B9F-36E29B98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8DF87D-C278-4AAA-A20E-2D6D2561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side lengths and orientation after the transformation.</a:t>
            </a:r>
          </a:p>
        </p:txBody>
      </p:sp>
    </p:spTree>
    <p:extLst>
      <p:ext uri="{BB962C8B-B14F-4D97-AF65-F5344CB8AC3E}">
        <p14:creationId xmlns:p14="http://schemas.microsoft.com/office/powerpoint/2010/main" val="6254363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1D55A-8F60-4776-8F1D-0302C959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E8A9AF-1CC3-4EDE-8A56-BAFBAE5A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D7F4FA-20B3-4D99-A001-64FBD54A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F87E81-687D-4A36-BAC3-FECC614A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301AB-FBD6-4C3D-B649-8B1096A6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5F27B-3D41-41F6-BF57-9AADE032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F2A23C-7B74-4BEC-AD86-22EF9574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891946-B7DD-423B-8768-E62E8661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CD5CB2-E6F4-4A29-B1C6-07CFA0DD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E38FB-6A99-45F8-BBAF-2997E3BD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09C2C-EB8A-41EB-A73F-A766D56CB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(-2, -1).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E72D88-1BFF-4E3C-B17A-8063004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B3A1E4-E36D-4203-9A73-F261213B0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side lengths and orientation after the transformation.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4CDAC8-46A1-4921-A7D1-1CD3EABF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0920216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9BCF43-8C9F-4314-821C-FE659DFF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34014-8657-4951-973B-5B26605A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BB5E8-5B75-4490-80C4-3A38C97C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03F5BF-2ABD-4B01-AA7D-6A603AC6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2F9E9-0F57-4BA0-A457-F32742C5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665192-8453-486B-9CD9-DAA05FDC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099C4-3121-43CF-86FC-1B6C0963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2EE11-F0EF-4691-9005-AEB044C6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C42F0-F7AC-4FEE-8A40-65D7A0156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9B1B57-7550-4117-B797-DB19B49B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EC79F0-7BD1-474E-BC7B-1219E250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2144C-C00F-44B3-ADAC-A71D8646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F98115-A63F-4FD4-80F6-E61D09CF8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79E0E8-C900-4DA9-8279-203CC115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22341-8BC0-4A29-92FC-56323C47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Quadrant II.</a:t>
            </a:r>
          </a:p>
        </p:txBody>
      </p:sp>
    </p:spTree>
    <p:extLst>
      <p:ext uri="{BB962C8B-B14F-4D97-AF65-F5344CB8AC3E}">
        <p14:creationId xmlns:p14="http://schemas.microsoft.com/office/powerpoint/2010/main" val="19348828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C998BA-B9A0-4553-9976-A3D6BA5E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C6222B-E0AC-4759-B064-105B930C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1CD1E-3B05-4459-91FB-8A5CCC42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6C7E0-231C-4CB8-9557-2DB5F714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A592F-596F-495C-9D7B-E5A2B282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8EAB2-353F-4165-8A3A-4D3A1303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91EE6-411E-4671-9216-2BD39C90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77E931-6A1C-4063-90BF-6EEF8C13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4AD92-AFA4-4D65-A3D3-0B9EF803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d604d705643b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4C7C3A-EBE1-4A39-BACF-8F442FC8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841B5-0DB8-4840-906C-493DA03C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x and y in the same way without checking the direction or mirror 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9826F8-9B4C-4A20-BE4E-7340BCA3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5AEDFC-BFE6-464E-BC06-B1246167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750E3D-59FF-47FB-A52F-6E7608CA6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Track horizontal and vertical changes separately and apply the exact transformation to every point.</a:t>
            </a:r>
          </a:p>
        </p:txBody>
      </p:sp>
    </p:spTree>
    <p:extLst>
      <p:ext uri="{BB962C8B-B14F-4D97-AF65-F5344CB8AC3E}">
        <p14:creationId xmlns:p14="http://schemas.microsoft.com/office/powerpoint/2010/main" val="7534134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C596EE-4941-4E8A-B693-E6AF10407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EE165C-86EA-454C-8459-D13886A2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3E54B-CECD-44C5-944F-2584AF7E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F3F4B-073A-473C-9C83-ACDEDCE1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7BE54-6809-4E01-94FB-BCFDC808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FD283-8550-4606-B393-101ED3C5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6E589-DB3F-4CF3-BB37-792E6375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9F07F-8A86-4A08-84E6-CB035698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829D0-AB76-4EB8-AA88-F41F488E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B14156-C247-45A4-96E2-74B24AB5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CB0C8-8303-4C4F-BCF7-6DA703E6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DC64A1-A225-4B51-9776-44F11DC0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E29F2-BB54-49DF-BE00-CD6260B4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Plot A(-4, 3). Which quadrant contains A?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F1BBB-A9DF-4F91-ACFE-36481FA3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81BF7D-07C7-4847-95FC-FE65ED1B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C1271D-38B3-4B88-99D6-0298CB11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3AAFC3-4C7C-4012-B085-5E026301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A152CE-AAB2-4A22-A75D-0C992299A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CECF8-CDB6-4410-B51A-6592FF2E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1BCAD-3F0E-410F-A457-C9D4B599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3DAB6D-7AF9-470F-A40E-BCDCC5D5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Quadrant II.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2D6815-6960-4E83-A9C8-AE988218A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42735578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E56736-45F9-435E-857E-C89B1DDD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BC8F60-7BDB-4859-B7EF-AC0419F45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DEC7C-5752-4E25-8A9C-E9BF9E05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D7F349-EE75-4859-A922-06289EE0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0E844-E477-4722-9ACF-BC8B6A14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30C1B-6491-480C-B906-A49EB0F9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99924D-B8B3-4E8C-ABC5-60048775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E6EAF-2478-4388-A408-98DD99FB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364842-1CF6-43EC-B25A-67DF9ECA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58F373-36D0-4D2F-ADCE-5B92A105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24986-3D4C-44DB-A254-17B6A2B3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000C78-60E0-4A47-8D75-8ABCD293C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93AF2-A1B7-498D-B91D-794F4A03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F73CC7-E334-48BA-8760-7FBF0F23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F67C3-0177-40FD-8DE4-A7376A73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AF4F94-A0A1-4626-92ED-2B4860C0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D0310-AE76-482C-A141-D3C8124E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CD3449-A414-4E23-AA87-D0FC64D6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7BB263-B26B-4CB7-90C0-EAA22E20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07EC45-919F-4A7F-BF47-2127FB55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F92FA-8F9D-45DF-AC06-EAE764F4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304004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77F32B-9186-41B0-800E-CE55DA48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9D254-5830-4BEE-B66A-927351EA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AD949-217A-44AC-A235-EB5D2FD9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E2A5F-D8A2-4FF9-965E-03418BE5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D80BF-71AE-441D-A40B-C75871F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8470A-4A59-427A-85C4-4C480B32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B19D9-AA66-4258-AD5D-51A47630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A8481-1473-4ED6-B0B1-D0EFBC29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B568A-74BB-4FFC-8699-424F30C3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E2937-3097-4B70-B988-48576E0F8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Translate (4, -2) by 3 left and 5 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1F8656-751F-4C42-84B4-CBBB4DEE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F40182-4DC8-422B-AA0C-482332E9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D639D9-1D38-4442-8A6A-853A61FA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(1, 3).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6438161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7869DD-EC50-4B89-81B0-89DA4447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E911D6-9F0F-4CBD-B254-5EC5C860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A507A5-8A34-4162-9FBB-CC8068A1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38FD4C-BE68-4355-A585-ADD4350E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70E4C-95EC-412A-97F8-D5962FA8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9F0CE-723B-4990-B88F-853E57BB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35626-2FC8-4E33-B82B-E2B1C5E6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45E8F1-609F-472E-88A4-032B1366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0AA5B7-7413-47E5-BD42-1FB19723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F8CA48-A9EB-430A-99CB-B7781768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7598A-F52F-4B72-B49D-D95FFBE5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C9FFD5-4C13-4A3A-8BBD-0EE12F01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46416A-F432-4AC6-BB67-E09BB17F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23CF00-29AC-44D8-AF8A-AF86440E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6B8B93-7228-4BE9-84DC-4B78816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EF7D36-CF3D-4958-BE07-BFA6CE32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 left and 6 up.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DEAE76-A20D-45D4-8426-00F459F9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4B50AB-D3C4-4473-B47F-9C454DC1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311639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E0B0F5-7382-4210-A62B-18620635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1D0015-938E-4F6E-893C-3BD98959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5B7F37-7A0A-4191-82D7-9691EE04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D495F4-67F9-4FC3-A06F-BE3188D80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8BE12D-FC6D-42E5-B840-4D8F5F7D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C64D0A-D486-45D1-B640-776EF930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1D8642-DB84-408D-96FA-6439FDCFC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3C360E-40DE-451C-9B74-FC1674CA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A4B3AB-738B-4B13-9874-A39D283C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about transformations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D2E367-DD04-4AB1-8619-7F3B6571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0E8615-A72C-4F65-BF87-ABFBC3DD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5DEE89-F0DB-4C35-AF26-8515321A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861B67-FFBA-424B-B5AA-3A22C79F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Point P moves from (2, -5) to (-3, 1). Describe the translation.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983941-F672-4026-B384-EC7C6CBB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F69F8E-4353-40EF-A71F-4093CDF7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138205-C7D9-4EE7-A444-EB876CFF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4F637-03C8-4A2F-8BB0-DDCA80D1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x and y in the same way without checking the direction or mirror 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04BEA-A675-47E3-A164-6211244C7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FAACB9-88EC-41E1-B960-C6BCBAF9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E2B8C1-BACE-48B0-85E9-0DF4EC55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656029-7373-466B-BC6B-77D54D18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AA1C13-21F2-4586-8CBB-F044241C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875303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2026-09-09T20:50:20.7240000Z</dcterms:created>
  <dcterms:modified xsi:type="dcterms:W3CDTF">2026-09-09T20:50:20.7240000Z</dcterms:modified>
</coreProperties>
</file>