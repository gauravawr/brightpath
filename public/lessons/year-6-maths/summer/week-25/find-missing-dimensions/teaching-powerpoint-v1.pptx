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2f6322c8c374520" /><Relationship Type="http://schemas.openxmlformats.org/officeDocument/2006/relationships/extended-properties" Target="/docProps/app.xml" Id="R7a99f068e8bd4ec6" /><Relationship Type="http://schemas.openxmlformats.org/officeDocument/2006/relationships/officeDocument" Target="/ppt/presentation.xml" Id="Re608789da283410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9161a150db04565"/>
  </p:sldMasterIdLst>
  <p:notesMasterIdLst>
    <p:notesMasterId xmlns:r="http://schemas.openxmlformats.org/officeDocument/2006/relationships" r:id="R4d2ecbd8bdc94f97"/>
  </p:notesMasterIdLst>
  <p:sldIdLst>
    <p:sldId xmlns:r="http://schemas.openxmlformats.org/officeDocument/2006/relationships" id="256" r:id="Ra4d3ba6a41514cdd"/>
    <p:sldId xmlns:r="http://schemas.openxmlformats.org/officeDocument/2006/relationships" id="257" r:id="Ra37be44f700a4879"/>
    <p:sldId xmlns:r="http://schemas.openxmlformats.org/officeDocument/2006/relationships" id="258" r:id="Rac169168232341d7"/>
    <p:sldId xmlns:r="http://schemas.openxmlformats.org/officeDocument/2006/relationships" id="259" r:id="R90db1d5a6e6849cd"/>
    <p:sldId xmlns:r="http://schemas.openxmlformats.org/officeDocument/2006/relationships" id="260" r:id="R6fb192d769554521"/>
    <p:sldId xmlns:r="http://schemas.openxmlformats.org/officeDocument/2006/relationships" id="261" r:id="R7afe72c9d7c24c63"/>
    <p:sldId xmlns:r="http://schemas.openxmlformats.org/officeDocument/2006/relationships" id="262" r:id="R71b2ee92e770427f"/>
    <p:sldId xmlns:r="http://schemas.openxmlformats.org/officeDocument/2006/relationships" id="263" r:id="Rbdbe850f00424984"/>
    <p:sldId xmlns:r="http://schemas.openxmlformats.org/officeDocument/2006/relationships" id="264" r:id="R1c4d6f7a464a46bb"/>
    <p:sldId xmlns:r="http://schemas.openxmlformats.org/officeDocument/2006/relationships" id="265" r:id="R827877b904334834"/>
    <p:sldId xmlns:r="http://schemas.openxmlformats.org/officeDocument/2006/relationships" id="266" r:id="R8d8d4d6414af44fa"/>
    <p:sldId xmlns:r="http://schemas.openxmlformats.org/officeDocument/2006/relationships" id="267" r:id="Rbd77df32f2534c2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4500423aef846c0" /><Relationship Type="http://schemas.openxmlformats.org/officeDocument/2006/relationships/slideMaster" Target="/ppt/slideMasters/slideMaster1.xml" Id="R89161a150db04565" /><Relationship Type="http://schemas.openxmlformats.org/officeDocument/2006/relationships/notesMaster" Target="/ppt/notesMasters/notesMaster1.xml" Id="R4d2ecbd8bdc94f97" /><Relationship Type="http://schemas.openxmlformats.org/officeDocument/2006/relationships/presProps" Target="/ppt/presProps.xml" Id="R2c024d8515a6455e" /><Relationship Type="http://schemas.openxmlformats.org/officeDocument/2006/relationships/tableStyles" Target="/ppt/tableStyles.xml" Id="R22b0d18ed844478e" /><Relationship Type="http://schemas.openxmlformats.org/officeDocument/2006/relationships/slide" Target="/ppt/slides/slide1.xml" Id="Ra4d3ba6a41514cdd" /><Relationship Type="http://schemas.openxmlformats.org/officeDocument/2006/relationships/slide" Target="/ppt/slides/slide2.xml" Id="Ra37be44f700a4879" /><Relationship Type="http://schemas.openxmlformats.org/officeDocument/2006/relationships/slide" Target="/ppt/slides/slide3.xml" Id="Rac169168232341d7" /><Relationship Type="http://schemas.openxmlformats.org/officeDocument/2006/relationships/slide" Target="/ppt/slides/slide4.xml" Id="R90db1d5a6e6849cd" /><Relationship Type="http://schemas.openxmlformats.org/officeDocument/2006/relationships/slide" Target="/ppt/slides/slide5.xml" Id="R6fb192d769554521" /><Relationship Type="http://schemas.openxmlformats.org/officeDocument/2006/relationships/slide" Target="/ppt/slides/slide6.xml" Id="R7afe72c9d7c24c63" /><Relationship Type="http://schemas.openxmlformats.org/officeDocument/2006/relationships/slide" Target="/ppt/slides/slide7.xml" Id="R71b2ee92e770427f" /><Relationship Type="http://schemas.openxmlformats.org/officeDocument/2006/relationships/slide" Target="/ppt/slides/slide8.xml" Id="Rbdbe850f00424984" /><Relationship Type="http://schemas.openxmlformats.org/officeDocument/2006/relationships/slide" Target="/ppt/slides/slide9.xml" Id="R1c4d6f7a464a46bb" /><Relationship Type="http://schemas.openxmlformats.org/officeDocument/2006/relationships/slide" Target="/ppt/slides/slide10.xml" Id="R827877b904334834" /><Relationship Type="http://schemas.openxmlformats.org/officeDocument/2006/relationships/slide" Target="/ppt/slides/slide11.xml" Id="R8d8d4d6414af44fa" /><Relationship Type="http://schemas.openxmlformats.org/officeDocument/2006/relationships/slide" Target="/ppt/slides/slide12.xml" Id="Rbd77df32f2534c2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92132651c4b49a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cb7234dca65492f" /><Relationship Type="http://schemas.openxmlformats.org/officeDocument/2006/relationships/notesMaster" Target="/ppt/notesMasters/notesMaster1.xml" Id="Rf195d395407945d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084e723655e4d74" /><Relationship Type="http://schemas.openxmlformats.org/officeDocument/2006/relationships/notesMaster" Target="/ppt/notesMasters/notesMaster1.xml" Id="Rf0715d0243334b7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6d0e93409a04fb2" /><Relationship Type="http://schemas.openxmlformats.org/officeDocument/2006/relationships/notesMaster" Target="/ppt/notesMasters/notesMaster1.xml" Id="R3606f40192284c3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d339b189e7a4028" /><Relationship Type="http://schemas.openxmlformats.org/officeDocument/2006/relationships/notesMaster" Target="/ppt/notesMasters/notesMaster1.xml" Id="Rdc6043db7a06497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ff6ace971c14df0" /><Relationship Type="http://schemas.openxmlformats.org/officeDocument/2006/relationships/notesMaster" Target="/ppt/notesMasters/notesMaster1.xml" Id="Rd3ddf228f7fb411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947d6bd9c6648d8" /><Relationship Type="http://schemas.openxmlformats.org/officeDocument/2006/relationships/notesMaster" Target="/ppt/notesMasters/notesMaster1.xml" Id="Re0eda870f5b343b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fb2bc72e1374982" /><Relationship Type="http://schemas.openxmlformats.org/officeDocument/2006/relationships/notesMaster" Target="/ppt/notesMasters/notesMaster1.xml" Id="Re8e8e5e2b108418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64a88a11298455f" /><Relationship Type="http://schemas.openxmlformats.org/officeDocument/2006/relationships/notesMaster" Target="/ppt/notesMasters/notesMaster1.xml" Id="R2ebc8288917646d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91185bcb7d2430e" /><Relationship Type="http://schemas.openxmlformats.org/officeDocument/2006/relationships/notesMaster" Target="/ppt/notesMasters/notesMaster1.xml" Id="R8f12634ab98a4c8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3d5eb5a59724cc3" /><Relationship Type="http://schemas.openxmlformats.org/officeDocument/2006/relationships/notesMaster" Target="/ppt/notesMasters/notesMaster1.xml" Id="R5c6496b04a5c4dd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5f36b31cd694a52" /><Relationship Type="http://schemas.openxmlformats.org/officeDocument/2006/relationships/notesMaster" Target="/ppt/notesMasters/notesMaster1.xml" Id="R504f816009da4b3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32b68b904d04eca" /><Relationship Type="http://schemas.openxmlformats.org/officeDocument/2006/relationships/notesMaster" Target="/ppt/notesMasters/notesMaster1.xml" Id="R8af55e86a56f4e3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Unit cubes, cuboid nets, multilink cubes, squared paper, rulers,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Both are 240 cm3. | Identify the three perpendicular dimensions in one unit. | Volume measures space inside a solid, so multiply all three perpendicular dimensions and use cubic units.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volume, cuboid, cube, length, width, height, cubic unit.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6 cm.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Both are 240 cm3.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Volume measures space inside a solid, so multiply all three perpendicular dimensions and use cubic units.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Both are 240 cm3..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240 cubes..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120 cubic units.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240 cubes.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240 cubes. | Volume measures space inside a solid, so multiply all three perpendicular dimensions and use cubic units.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13bbf68ac44ae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7114a334da644e6" /><Relationship Type="http://schemas.openxmlformats.org/officeDocument/2006/relationships/slideLayout" Target="/ppt/slideLayouts/slideLayout1.xml" Id="R6b240cc9c05a42e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b240cc9c05a42e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88660cebc34e7e" /><Relationship Type="http://schemas.openxmlformats.org/officeDocument/2006/relationships/notesSlide" Target="/ppt/notesSlides/notesSlide1.xml" Id="Ra6d4d61e18cc483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30d66def264643" /><Relationship Type="http://schemas.openxmlformats.org/officeDocument/2006/relationships/notesSlide" Target="/ppt/notesSlides/notesSlide2.xml" Id="Rca33b35cbde34c0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d2c99b09324eb8" /><Relationship Type="http://schemas.openxmlformats.org/officeDocument/2006/relationships/notesSlide" Target="/ppt/notesSlides/notesSlide3.xml" Id="R73cb3a93f4e9439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e00e4e49b84dac" /><Relationship Type="http://schemas.openxmlformats.org/officeDocument/2006/relationships/notesSlide" Target="/ppt/notesSlides/notesSlide4.xml" Id="R3547ee00982f4a1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07827ccd3b4a71" /><Relationship Type="http://schemas.openxmlformats.org/officeDocument/2006/relationships/notesSlide" Target="/ppt/notesSlides/notesSlide5.xml" Id="R89673d8fbdf8486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20ea6bfcad4ad9" /><Relationship Type="http://schemas.openxmlformats.org/officeDocument/2006/relationships/notesSlide" Target="/ppt/notesSlides/notesSlide6.xml" Id="R0a98e59620544a4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d1d91b81814c85" /><Relationship Type="http://schemas.openxmlformats.org/officeDocument/2006/relationships/image" Target="/ppt/media/image.png" Id="R9bcfd6c868be4c51" /><Relationship Type="http://schemas.openxmlformats.org/officeDocument/2006/relationships/notesSlide" Target="/ppt/notesSlides/notesSlide7.xml" Id="R3f16d44f9463415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8e73a3325549c0" /><Relationship Type="http://schemas.openxmlformats.org/officeDocument/2006/relationships/notesSlide" Target="/ppt/notesSlides/notesSlide8.xml" Id="R63d2b180ed6e4da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d42ffba9744468" /><Relationship Type="http://schemas.openxmlformats.org/officeDocument/2006/relationships/notesSlide" Target="/ppt/notesSlides/notesSlide9.xml" Id="Rcb08366ef3b4447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f875f350a6426d" /><Relationship Type="http://schemas.openxmlformats.org/officeDocument/2006/relationships/notesSlide" Target="/ppt/notesSlides/notesSlide10.xml" Id="R30262bc25cb1400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f83f28bdd5483e" /><Relationship Type="http://schemas.openxmlformats.org/officeDocument/2006/relationships/notesSlide" Target="/ppt/notesSlides/notesSlide11.xml" Id="R6577d2cdcfcd49b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71adbde0094a47" /><Relationship Type="http://schemas.openxmlformats.org/officeDocument/2006/relationships/notesSlide" Target="/ppt/notesSlides/notesSlide12.xml" Id="R15a56f819a6d461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7BB0B0-E924-4CF6-8514-B8C2DE294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3C78EC-CF65-410F-A8EF-3A9C37312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1ED811-A574-4C9C-9606-59DF03D16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475FD2-F4BA-46C9-BD8C-6FEDAC154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5B2FF9-9DA2-415E-9FF8-4E04BF7C4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missing dimensions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8AAF49-8B41-4AA1-B051-B0E02F2FC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894389-2F61-4E77-82C8-222FD2CE8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A91A81-9DA9-48F7-A74F-C7D71CAD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find a missing cuboid dimension from its volume.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3934D3-363B-4885-9FDA-5257A2262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C7D477-76DF-4E42-83C2-7940B941A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Unit cubes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B0D5F2-AE7E-43D5-A43B-435EA990F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1011034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B5CCA1-33A7-4507-84C9-9DD55B42A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E65B9C-331F-4C59-B90F-E9DC8CD13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0C7BD3-7215-4597-8E35-4E0F0BE51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62B1AE-DBE7-404F-B99F-D177E4146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0038EB-BD1B-448E-9242-B66A3DEEC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404F71-26F8-48AD-9833-60DA52A94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47D61D-78EA-489B-85AA-EAE1CB402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61F4A6-13DD-4E2B-BB03-2ED959893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DB7812-1006-4427-A9E8-80A835AB9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dimensions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A30E31-C0C2-49C7-86C4-0997AEF95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80A0A1-41B0-476B-933D-B552CD1D3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7BB56A-7A8D-4438-A582-B15DE31B1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896121-9645-4FE2-9A05-88628ABAC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Recognise, estimate and calculate the volume of cubes and cuboids.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680FCF-E45F-4C7E-BE1A-298A6885B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C5C9A3-C247-4DFC-8FBD-1B59D3091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635831-8A1F-43D3-B500-1BDDCAB0D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6056F3-1131-441A-A5C0-44CE8E17E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Cuboid A is 8 x 6 x 5 cm. Cuboid B is 10 x 6 x 4 cm. Compare their volumes.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DE3CCB-F9FC-405F-BC7C-8CEA5A15C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480E0D-A500-4154-878B-0C70A8332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7E7002-D836-4C79-B504-08DE5705F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11AFC6-0678-4F2C-836A-B81A11C8F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cuboid has volume 360 cm3, length 12 cm and width 5 cm. Find its height.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D3D2F1-3ED0-4C92-9ECA-93EA7F112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40801441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B71218-FAA9-4058-BE1A-8EC47F249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CA48BA-3A05-4961-AFC3-26E050869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8BD0E2-F2CA-4F99-BC4F-EF5BBD5AD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E827D2-D21A-4339-8263-868588D62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B28418-F19C-4DFA-BCE9-76EAE1C1E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593B81-E6A8-4C1E-BC88-F9ECDA474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2E02C3-55E0-4FFF-8EBF-8669B4430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71BAEB-B21D-4D5D-9228-80774ADE2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7A95C0-5146-44BC-9970-73B85FCA0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dimensions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D9E7C2-B1CE-4162-AD9E-C70DD6AB5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find a missing cuboid dimension from its volume.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81D249-0226-4B91-B506-E6E439B61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0C5937-82BD-4AC9-A3B6-9EC7EC021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three perpendicular dimensions in one unit.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1F1A05-7FCF-4349-9DEB-CC0FE985F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Multiply length by width by height.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B09CCF-24A4-4ECA-922E-36C5AB50A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Use cubic units and compare the result with an estimate.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A684D2-021A-405D-9B0C-DF53EA656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volume  |  cuboid  |  cube  |  length  |  width  |  height  |  cubic unit</a:t>
            </a:r>
          </a:p>
        </p:txBody>
      </p:sp>
    </p:spTree>
    <p:extLst>
      <p:ext uri="{BB962C8B-B14F-4D97-AF65-F5344CB8AC3E}">
        <p14:creationId xmlns:p14="http://schemas.microsoft.com/office/powerpoint/2010/main" val="17556000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393804-1382-41E2-BEEF-4A953AB8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EE048A-29F3-4FA4-8F64-314ECA1CC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97E2FD-E71A-420F-ACB2-74CC44FA6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B229CA-2134-4831-9C3B-4C7959BE8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94311B-C196-4C0E-9147-17594B5E6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1EAE6E-33A0-427C-848B-AF30A9137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590108-8D7C-4114-B786-61B767E73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AC81FA-7470-4A68-90DC-FD1E4613C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9FC35C-5403-4740-B861-0160403A8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dimensions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A0E162-F820-4B6D-B21B-D3B45A384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cuboid has volume 360 cm3, length 12 cm and width 5 cm. Find its height.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CD0E8D-830D-4665-B91D-C1994CE35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11BDA1-994F-4A0B-A5F9-6105FC0D8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61A57F-168C-4C29-B8EB-EA61040F7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the three perpendicular dimensions in one unit.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D49B29-D326-4F47-8F69-A75FD4B27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C9CFA3-59BE-43BB-8E49-244D5D5D0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8D06E9-696C-4272-9F52-A6B1A6010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Multiply length by width by height.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43FD05-7F0A-4F0F-821C-005A4BAFE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AD4EF3-EFBB-41CD-BB1F-F61AF0AC0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FFCBCB-9D7D-405F-8A49-DDF768CA6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6 cm.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8BE0D9-A018-494E-B006-DB9CD61F7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6412DC-5687-471F-BDDD-999F6708B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0550B3-5564-4A60-8559-3905C555A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Use cubic units and compare the result with an estimate.</a:t>
            </a:r>
          </a:p>
        </p:txBody>
      </p:sp>
    </p:spTree>
    <p:extLst>
      <p:ext uri="{BB962C8B-B14F-4D97-AF65-F5344CB8AC3E}">
        <p14:creationId xmlns:p14="http://schemas.microsoft.com/office/powerpoint/2010/main" val="204790765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7C9EFF-4A20-41A1-9B66-4D374A3C7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161DF1-B322-44C0-85E8-51CD1BCEC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1CE165-6E7D-44EA-8989-63E3CC8D8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AB3D12-85C9-4276-8A7F-3C54E9A23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FC40B8-A6E4-4E1C-A5B9-FB43E6E43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F74D84-3461-4E90-99EA-6EA7BF512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AED185-3661-4525-86F1-ED084AC72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7D2954-C49B-45BF-B33F-EF630B340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9A2D6A-5728-42D9-BD73-9E4D272C4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dimensions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695D45-2DC7-4FD2-BDEF-5547A0D7E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D827CA-0ED1-4E16-9808-D2C5DC7FA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6 cm.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4E0E84-2EBA-4737-917F-C1A8247E0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F89ACE-E0B5-421A-AF75-92CE9C2AA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Use cubic units and compare the result with an estimate.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7F1E4C-89C7-47E8-A20C-4992C11B5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37099859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3C3215-B8BF-4BAC-B5C5-C25B84818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E1900C-33B5-4F0E-8981-B6C8F22EB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F9E7A2-FF04-47C5-8A15-3FF72BDA4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8EAB34-00F4-401A-9B05-D18BB117B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CF7043-8771-4498-8724-72E577737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B6E297-59EF-455A-A85F-DF572D661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899AED-F7C5-406C-B1F5-61DDA36FC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CEBD9E-DA24-40A3-964B-BB6C75873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EC6C62-8CB9-463B-AAFA-C18FCBC2B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dimensions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886E01-CB89-4CA7-85C1-014CC1FAB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Cuboid A is 8 x 6 x 5 cm. Cuboid B is 10 x 6 x 4 cm. Compare their volumes.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C0E885-07E1-48C4-BC91-09C42B29E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46FC3A-5AC3-40B0-8C9B-0DD0FF45F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EC0A60-6766-48EF-9948-0F2AF2591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ADD85D-DD83-434C-8B54-171CB8010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5B4179-E934-433D-9D89-D4C4915BF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Both are 240 cm3.</a:t>
            </a:r>
          </a:p>
        </p:txBody>
      </p:sp>
    </p:spTree>
    <p:extLst>
      <p:ext uri="{BB962C8B-B14F-4D97-AF65-F5344CB8AC3E}">
        <p14:creationId xmlns:p14="http://schemas.microsoft.com/office/powerpoint/2010/main" val="70162176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0E9582-8296-492C-B1DA-299D88D71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113DB6-1A89-466D-9538-04739456B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2963C9-E6C1-4E7E-ADDF-8F0EEB825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A6A9D2-E637-480C-8F0C-2BE5D4E2C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BA55AE-F665-484D-AA24-F1AE56B38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AE18D6-5CFD-42DC-A0E8-69DA5662C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CEFB75-A085-4C37-A6C1-D4C324448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EC7017-5674-4B7A-BD2A-3A02AC28C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0ECE2C-A1AD-45AB-B7E0-0C55724B8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dimensions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cfd6c868be4c51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E3F498-86E0-4CBB-8DB0-976E14001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4D1FD1-F4C1-4626-8B30-7137E0903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calculates the surface area or adds the three dimensions.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595CD1-1F0B-4BA8-B4CB-2DD5A5CFC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519754-5334-421B-B4A5-61A6E55EC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7243A5-7421-4959-9A96-674726C2F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Volume measures space inside a solid, so multiply all three perpendicular dimensions and use cubic units.</a:t>
            </a:r>
          </a:p>
        </p:txBody>
      </p:sp>
    </p:spTree>
    <p:extLst>
      <p:ext uri="{BB962C8B-B14F-4D97-AF65-F5344CB8AC3E}">
        <p14:creationId xmlns:p14="http://schemas.microsoft.com/office/powerpoint/2010/main" val="84347304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E4B2EB-845E-47D2-8BD0-781BFA060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9FE241-98C2-43A5-A9AE-7CF70C3EB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816D9F-995E-4C18-8594-C8009CC84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0530A4-D44C-45F3-9EAD-F70BEC6B8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91FA34-9243-4DE9-8719-A64353044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3C8E6C-C63A-4818-AB92-5C5FE85BC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D9A96D-9AD3-453A-87B2-04D72D762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E14F74-E9A3-401E-9DF8-CDDE1C2AF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818ECC-8978-4DD1-97A3-9866E94CD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dimensions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71C2B0-0678-4D17-BF1D-8FB90FA8E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F02DDD-7175-4EE3-8042-24B3EEA09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6BCAD2-3300-4593-8044-F1FF2286D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CFA01E-CCF9-4169-ACB8-323D3D075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Cuboid A is 8 x 6 x 5 cm. Cuboid B is 10 x 6 x 4 cm. Compare their volumes.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490791-3EDC-47BE-B599-22F507089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B100E2-20BE-4750-800B-4513F771E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F932B2-550C-45C5-A5EE-E4CB29295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A3B43A-F2BD-4931-BF7B-AC4662512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751432-74FB-4C1D-8629-26DFFE83D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9426A0-FD09-4ADA-B50C-753E0FBB5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C6E8ED-00E0-4646-BC5B-18BBD03FD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8C0818-9AEA-49D0-B40F-C01B6A857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Both are 240 cm3.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CE7796-42B3-4347-9FAC-8605204D7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48248115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0FB0E7-5D66-4869-9D26-757B0767D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67B65A-D5FD-4F82-9361-6D9F2575F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A19A2B-C875-42DD-9BFF-BBD20340B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D2ACE5-1259-4393-9A56-163710F79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9ED35F-4CA8-4213-A40A-D91A6517F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F86826-E0A1-46EA-A73B-78417B8D9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D33E11-EB67-4549-BC70-EAEBE11A8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7BB4F3-4F1F-4F37-BB84-C5F6C5094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DCEFAA-278D-4AE5-941F-672EBB4A9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dimensions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835735-24AC-4CE0-A1F7-A6FBE38B5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D3422F-2C93-4ED2-833F-BF21E21E1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0B9992-2254-4D11-894D-9F73E6FA0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CBA9E3-A64E-4F60-8D60-E51A518FF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box is 40 cm by 25 cm by 30 cm. How many 5 cm cubes fit exactly by volume?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96C587-2A93-485C-97B4-FE6A5B037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5CFA1B-68B3-42F4-BCC6-CE9E0DC81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F372C5-9F5A-44D9-A638-B8FCFB0C0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9F921E-CE81-4350-8F5B-364FEAEB4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2BA493-2562-40EC-BA53-E11C39652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ABE5B6-A94D-4336-B6F8-EDFA96C13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AA7EF0-1FD7-4D65-B703-FA3C181C4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391471-9E06-4E71-A9B0-11BAFDBDE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82100428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7B99F2-38B2-44AA-9B77-4578F9A62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5F475A-7F85-4C5C-9E85-061F68DEE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6D92BD-169B-4695-BA9C-29A9FE7F5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6E5A82-85B5-4C93-9F08-9BA36350B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8BAB6E-A77A-4DE7-8D2C-9328479BD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27E948-D4FC-433E-8F99-6939007A1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25A7F1-0616-4E85-875D-1FC2FEA82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125FFB-491C-4A74-AEA5-70F306998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F37353-6F57-4C89-B256-1B309F29A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dimensions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DB1348-727C-4914-96FD-9000E96B1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 solid has 5 layers of 24 unit cubes. What is its volume?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B65BFA-1E2A-40D0-A195-D0CA22290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1D625F-2A07-4BCC-9EEE-AB36F8091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781E9E-3132-4A64-B2C0-DE6F6F73E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242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120 cubic units.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214355587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C0471B-DE1C-426E-9939-9D2ED3EA1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FB7900-C991-44AF-BA1E-8696F4E22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253E89-B81A-4116-9835-00A82A9C8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F8F917-D7A1-4DAA-B31E-E10035C49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6711B1-369D-4D27-A0D8-109C85332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99CCF6-7412-4CE3-B6C0-05D3A2EC3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092152-CC2B-4CCC-B243-9FC445E99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3D7455-3300-4DE0-98F1-8A6B20108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803A23-0413-476B-9467-EBBDDDB99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dimensions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D53434-25E9-4EF4-8EE4-C2E773ED5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9C3B54-DDC6-42E3-9604-3F5043DE5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526DDF-7FF2-49F6-B348-3C615C44E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box is 40 cm by 25 cm by 30 cm. How many 5 cm cubes fit exactly by volume?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100CDC-BAA6-4F1D-A08C-72E254E15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407A22-1B78-4F2C-AF7A-4037AA71E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05FB71-4835-44D3-BBCA-D3506053C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EA8EBF-9FBE-463B-907D-DE6E8530C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240 cubes.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282D04-117F-41E9-A2A7-C46A3E3E6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0EB48D-2EF2-4A2D-BC06-43B9397FC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60216048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FAE19E-06F6-4542-8F06-D39A645D2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620E32-AB5A-4FB9-8FC5-75FBC30A3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2A3330-B722-4015-85EE-3D25E2EEE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96F4A8-B015-4116-8CDF-15FC8D457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F9D6D3-AB28-4C65-8E3F-2F410B374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61E3D0-D142-4C5E-8726-2DD09E01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A36CD5-945C-492D-B0E6-18737C376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99C1DC-5BD1-4C52-AF2D-7C1E830CD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A69E80-D460-404C-AA20-BE841BB00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dimensions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B0B401-54D5-44FB-B1F6-4EAFD4E69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447BD1-91A6-4DF8-8E63-F19B4D12E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303CBA-7DAA-4663-92FF-B3629436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CF7CE4-7E76-45EA-A39A-C67D8BD3F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box is 40 cm by 25 cm by 30 cm. How many 5 cm cubes fit exactly by volume?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71BBAC-2139-439E-A1CC-3072F0B11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39FDBE-0266-4C94-95C5-841A0FF7B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742ED7-6476-47B5-9743-7009EE0F5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CC0FFF-7574-4F5F-B9DE-6D2DE5029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calculates the surface area or adds the three dimensions.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E03F2A-12F5-469F-8763-E87B501B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419813-0C57-43E5-8179-13FB83E55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DED22A-53F2-4894-964C-685DF0B7C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7AE581-EE5A-48B6-BE79-79EC66CA6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17E413-7F97-4159-A181-3959367D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48284582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2026-09-09T20:50:05.6680000Z</dcterms:created>
  <dcterms:modified xsi:type="dcterms:W3CDTF">2026-09-09T20:50:05.6680000Z</dcterms:modified>
</coreProperties>
</file>