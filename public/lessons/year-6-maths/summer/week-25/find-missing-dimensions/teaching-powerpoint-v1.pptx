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Find missing dimensions.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missing dimensions.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A4D1917A-7C02-4EA9-ADCB-7DFA33B5A936}"/>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Find missing dimensions</a:t>
            </a:r>
          </a:p>
        </p:txBody>
      </p:sp>
      <p:sp>
        <p:nvSpPr>
          <p:cNvPr id="2" name="object-2">
            <a:extLst>
              <a:ext uri="{FF2B5EF4-FFF2-40B4-BE49-F238E27FC236}">
                <a16:creationId xmlns:a16="http://schemas.microsoft.com/office/drawing/2014/main" id="{975A1982-B6B6-4F7A-A5B4-A61C07469251}"/>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1FF03C86-2636-40E1-8645-BA04DD98879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39F5960-7A7F-422E-9065-517709DF502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5" name="object-5">
            <a:extLst>
              <a:ext uri="{FF2B5EF4-FFF2-40B4-BE49-F238E27FC236}">
                <a16:creationId xmlns:a16="http://schemas.microsoft.com/office/drawing/2014/main" id="{38A3ABD8-E2D8-4364-8546-6FDF3FA97BB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FD40982C-6C5A-4D18-834D-4EA6F45402B1}"/>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find a missing cuboid dimension from its volume.</a:t>
            </a:r>
          </a:p>
        </p:txBody>
      </p:sp>
    </p:spTree>
    <p:extLst>
      <p:ext uri="{BB962C8B-B14F-4D97-AF65-F5344CB8AC3E}">
        <p14:creationId xmlns:p14="http://schemas.microsoft.com/office/powerpoint/2010/main" val="39036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object-1">
            <a:extLst>
              <a:ext uri="{FF2B5EF4-FFF2-40B4-BE49-F238E27FC236}">
                <a16:creationId xmlns:a16="http://schemas.microsoft.com/office/drawing/2014/main" id="{DEA618F0-64F2-4EC3-A6B9-E3ED1D805F6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74C8C59-D26D-4624-909C-64E5273847F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360 cm³, length 12 cm, width 5 cm. Find the height.</a:t>
            </a:r>
          </a:p>
        </p:txBody>
      </p:sp>
      <p:sp>
        <p:nvSpPr>
          <p:cNvPr id="3" name="object-3">
            <a:extLst>
              <a:ext uri="{FF2B5EF4-FFF2-40B4-BE49-F238E27FC236}">
                <a16:creationId xmlns:a16="http://schemas.microsoft.com/office/drawing/2014/main" id="{93B8DA09-869C-40B9-821B-BDAB3A2CA71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55BD2F4-B776-4487-8FE0-08D52247256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5" name="object-5">
            <a:extLst>
              <a:ext uri="{FF2B5EF4-FFF2-40B4-BE49-F238E27FC236}">
                <a16:creationId xmlns:a16="http://schemas.microsoft.com/office/drawing/2014/main" id="{9B24368B-CF60-4946-B5E2-2FAA35FDF22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6E307850-5857-4479-A43B-23EB5DFA3BF4}"/>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5BBF532B-A500-40C5-A261-F7844C8134B7}"/>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ED5F2BCB-089E-46E2-BF97-CE52382C501D}"/>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5E088F1E-EBBE-4216-9B5E-78335DC46B58}"/>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F5ECEB0D-0405-4534-ABCC-03ABF6D52ADA}"/>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E70DB9B8-F304-4093-B752-A11A537B54EA}"/>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3D23B83A-0EFB-4D7A-840B-69FBFD6ED0F5}"/>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3" name="object-13">
            <a:extLst>
              <a:ext uri="{FF2B5EF4-FFF2-40B4-BE49-F238E27FC236}">
                <a16:creationId xmlns:a16="http://schemas.microsoft.com/office/drawing/2014/main" id="{12D72432-668F-454D-9BBE-EC3E9E44675C}"/>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 cm</a:t>
            </a:r>
          </a:p>
        </p:txBody>
      </p:sp>
      <p:sp>
        <p:nvSpPr>
          <p:cNvPr id="14" name="object-14">
            <a:extLst>
              <a:ext uri="{FF2B5EF4-FFF2-40B4-BE49-F238E27FC236}">
                <a16:creationId xmlns:a16="http://schemas.microsoft.com/office/drawing/2014/main" id="{9B799500-D519-4615-AF59-5617B983FD6A}"/>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5 = 60 cm² per layer</a:t>
            </a:r>
          </a:p>
        </p:txBody>
      </p:sp>
      <p:sp>
        <p:nvSpPr>
          <p:cNvPr id="15" name="object-15">
            <a:extLst>
              <a:ext uri="{FF2B5EF4-FFF2-40B4-BE49-F238E27FC236}">
                <a16:creationId xmlns:a16="http://schemas.microsoft.com/office/drawing/2014/main" id="{3B1D1479-8A95-43E1-B642-CD9C934DC2C1}"/>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360 ÷ 60 = 6 cm</a:t>
            </a:r>
          </a:p>
        </p:txBody>
      </p:sp>
    </p:spTree>
    <p:extLst>
      <p:ext uri="{BB962C8B-B14F-4D97-AF65-F5344CB8AC3E}">
        <p14:creationId xmlns:p14="http://schemas.microsoft.com/office/powerpoint/2010/main" val="1237699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0B71A1CF-58F5-498B-B4C8-78DF11CA2D3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D3EAAD8-2D10-4490-AE0D-7DD26E4F2BA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8B111DC-2B94-4C01-83AC-418FB9D3722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420 cm³, length 12 cm, width 5 cm. Find the height.</a:t>
            </a:r>
          </a:p>
        </p:txBody>
      </p:sp>
      <p:sp>
        <p:nvSpPr>
          <p:cNvPr id="4" name="object-4">
            <a:extLst>
              <a:ext uri="{FF2B5EF4-FFF2-40B4-BE49-F238E27FC236}">
                <a16:creationId xmlns:a16="http://schemas.microsoft.com/office/drawing/2014/main" id="{8CD4702F-57BA-4719-8CA2-DAC2C519DCD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2DA1B56-581C-42A3-ABB8-223B4EA2C6C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6" name="object-6">
            <a:extLst>
              <a:ext uri="{FF2B5EF4-FFF2-40B4-BE49-F238E27FC236}">
                <a16:creationId xmlns:a16="http://schemas.microsoft.com/office/drawing/2014/main" id="{72AF97C1-3136-4C4F-B031-E9D8A48DC1F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70457CC9-8339-425E-8520-F999034D2C2C}"/>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980595D0-8981-4C4F-BCF6-99FA8475862D}"/>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80608C0A-E527-4EA5-95EA-DF224A96F4A7}"/>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30903F0F-43B8-4E4A-9835-7CAE38A65DBB}"/>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B3843DBE-6C25-430C-B033-769A09D42521}"/>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4BD61326-DBE2-424D-94DE-A3D0B0A26145}"/>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92601F25-0844-49CC-89C9-7326A9198E9F}"/>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687582D3-3053-4603-ABE4-4F4327060F61}"/>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5" name="object-15">
            <a:extLst>
              <a:ext uri="{FF2B5EF4-FFF2-40B4-BE49-F238E27FC236}">
                <a16:creationId xmlns:a16="http://schemas.microsoft.com/office/drawing/2014/main" id="{9570DAC0-E491-42BC-A454-CD7346E38F84}"/>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 cm</a:t>
            </a:r>
          </a:p>
        </p:txBody>
      </p:sp>
      <p:sp>
        <p:nvSpPr>
          <p:cNvPr id="16" name="object-16">
            <a:extLst>
              <a:ext uri="{FF2B5EF4-FFF2-40B4-BE49-F238E27FC236}">
                <a16:creationId xmlns:a16="http://schemas.microsoft.com/office/drawing/2014/main" id="{FBAF6DEF-9461-4A17-9012-011344F04EBA}"/>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5 = 60 cm² per layer</a:t>
            </a:r>
          </a:p>
        </p:txBody>
      </p:sp>
      <p:sp>
        <p:nvSpPr>
          <p:cNvPr id="17" name="object-17">
            <a:extLst>
              <a:ext uri="{FF2B5EF4-FFF2-40B4-BE49-F238E27FC236}">
                <a16:creationId xmlns:a16="http://schemas.microsoft.com/office/drawing/2014/main" id="{A4D9F38A-13A0-4102-B632-3E1E3385D333}"/>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420 ÷ 60 = 7 cm</a:t>
            </a:r>
          </a:p>
        </p:txBody>
      </p:sp>
    </p:spTree>
    <p:extLst>
      <p:ext uri="{BB962C8B-B14F-4D97-AF65-F5344CB8AC3E}">
        <p14:creationId xmlns:p14="http://schemas.microsoft.com/office/powerpoint/2010/main" val="809691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623F96B0-BB7E-469D-852E-15266719832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857B7F06-FA56-4146-A86B-6A3E851C8A9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480 cm³, length 12 cm, width 5 cm. Find the height.</a:t>
            </a:r>
          </a:p>
        </p:txBody>
      </p:sp>
      <p:sp>
        <p:nvSpPr>
          <p:cNvPr id="3" name="object-3">
            <a:extLst>
              <a:ext uri="{FF2B5EF4-FFF2-40B4-BE49-F238E27FC236}">
                <a16:creationId xmlns:a16="http://schemas.microsoft.com/office/drawing/2014/main" id="{6C63A0B3-39EA-4B13-85E1-C5D1DDEC565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C5562F7-EB29-4E15-B88A-DEF854A1C11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5" name="object-5">
            <a:extLst>
              <a:ext uri="{FF2B5EF4-FFF2-40B4-BE49-F238E27FC236}">
                <a16:creationId xmlns:a16="http://schemas.microsoft.com/office/drawing/2014/main" id="{32918613-175E-4596-89BF-63525D8E0CC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80D06A1F-251E-40FF-BBFD-92019B4CB2FA}"/>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BF0C894A-F3DB-4024-99BF-E4B8B3674E73}"/>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305C3502-DFA6-41D6-A478-FC30BC9844B8}"/>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617892A8-4C11-47B6-9F8B-BDEBE30C065B}"/>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B1933D45-4DCD-4841-9411-932748B9B922}"/>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9E7B2B7B-8E29-435D-8D2F-ACACED6D2DC0}"/>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77D036B6-5974-42C1-8161-8929911FF80F}"/>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C42E3F02-39C8-49B8-BE68-C867BEBF923F}"/>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4" name="object-14">
            <a:extLst>
              <a:ext uri="{FF2B5EF4-FFF2-40B4-BE49-F238E27FC236}">
                <a16:creationId xmlns:a16="http://schemas.microsoft.com/office/drawing/2014/main" id="{148A9717-1D97-4FDB-ACB9-0DED00CDBF66}"/>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5" name="object-15">
            <a:extLst>
              <a:ext uri="{FF2B5EF4-FFF2-40B4-BE49-F238E27FC236}">
                <a16:creationId xmlns:a16="http://schemas.microsoft.com/office/drawing/2014/main" id="{E32A2D62-59DB-4FB7-98FB-DA5430136F1C}"/>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 cm</a:t>
            </a:r>
          </a:p>
        </p:txBody>
      </p:sp>
      <p:sp>
        <p:nvSpPr>
          <p:cNvPr id="16" name="object-16">
            <a:extLst>
              <a:ext uri="{FF2B5EF4-FFF2-40B4-BE49-F238E27FC236}">
                <a16:creationId xmlns:a16="http://schemas.microsoft.com/office/drawing/2014/main" id="{8F3625E4-80A7-4C52-A847-46E9873383B6}"/>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5 = 60 cm² per layer</a:t>
            </a:r>
          </a:p>
        </p:txBody>
      </p:sp>
      <p:sp>
        <p:nvSpPr>
          <p:cNvPr id="17" name="object-17">
            <a:extLst>
              <a:ext uri="{FF2B5EF4-FFF2-40B4-BE49-F238E27FC236}">
                <a16:creationId xmlns:a16="http://schemas.microsoft.com/office/drawing/2014/main" id="{127523BD-50AD-4970-9558-33B48C5BF9EA}"/>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480 ÷ 60 = 8 cm</a:t>
            </a:r>
          </a:p>
        </p:txBody>
      </p:sp>
    </p:spTree>
    <p:extLst>
      <p:ext uri="{BB962C8B-B14F-4D97-AF65-F5344CB8AC3E}">
        <p14:creationId xmlns:p14="http://schemas.microsoft.com/office/powerpoint/2010/main" val="20377989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5DD6644F-2685-44B7-846B-996C5C597D0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FB833BF-991F-408C-B691-9C0FD519E53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3830F164-2788-4F4E-8F06-E5C436DA0FA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Volume 540 cm³, length 12 cm, width 5 cm. Find the height.</a:t>
            </a:r>
          </a:p>
        </p:txBody>
      </p:sp>
      <p:sp>
        <p:nvSpPr>
          <p:cNvPr id="4" name="object-4">
            <a:extLst>
              <a:ext uri="{FF2B5EF4-FFF2-40B4-BE49-F238E27FC236}">
                <a16:creationId xmlns:a16="http://schemas.microsoft.com/office/drawing/2014/main" id="{1826CEAE-8580-4D0D-B3C5-7E0E2C4127F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3FA160B-C62F-49C5-9982-E255FA9B83A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6" name="object-6">
            <a:extLst>
              <a:ext uri="{FF2B5EF4-FFF2-40B4-BE49-F238E27FC236}">
                <a16:creationId xmlns:a16="http://schemas.microsoft.com/office/drawing/2014/main" id="{A34F6713-1FDD-44BD-BAA1-87712D437D8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04C0FC85-C393-4B31-BC8C-BA79E86EE640}"/>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98361B7F-4E60-4CC0-96C0-927F780FEC22}"/>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ACF64B66-C718-42E7-AFE3-68ECA903F857}"/>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EE7D654E-C934-4CE7-AF4D-FF7CCD1672B4}"/>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19CF8A16-B5ED-4C6A-8EDE-6AE373197858}"/>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50F3A3C3-9271-4A79-8F81-08F642370E12}"/>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9C95E30D-5CDB-4A42-9E51-1207335EABE5}"/>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F4C29F72-770D-4846-9A76-0224F56E95D1}"/>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01EC082E-30E9-4BF2-B369-37BC69BB5371}"/>
              </a:ext>
            </a:extLst>
          </p:cNvPr>
          <p:cNvSpPr>
            <a:spLocks noGrp="1"/>
          </p:cNvSpPr>
          <p:nvPr/>
        </p:nvSpPr>
        <p:spPr>
          <a:xfrm>
            <a:off x="1666875" y="320278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6" name="object-16">
            <a:extLst>
              <a:ext uri="{FF2B5EF4-FFF2-40B4-BE49-F238E27FC236}">
                <a16:creationId xmlns:a16="http://schemas.microsoft.com/office/drawing/2014/main" id="{4D84FF8B-AC31-4CEB-93F2-D5B7E87B963F}"/>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7" name="object-17">
            <a:extLst>
              <a:ext uri="{FF2B5EF4-FFF2-40B4-BE49-F238E27FC236}">
                <a16:creationId xmlns:a16="http://schemas.microsoft.com/office/drawing/2014/main" id="{6445A227-4F92-4BB7-ADC7-98C6FA6549DC}"/>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 cm</a:t>
            </a:r>
          </a:p>
        </p:txBody>
      </p:sp>
      <p:sp>
        <p:nvSpPr>
          <p:cNvPr id="18" name="object-18">
            <a:extLst>
              <a:ext uri="{FF2B5EF4-FFF2-40B4-BE49-F238E27FC236}">
                <a16:creationId xmlns:a16="http://schemas.microsoft.com/office/drawing/2014/main" id="{BB36EE6E-74B7-4715-AAB4-2E428BCABB57}"/>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5 = 60 cm² per layer</a:t>
            </a:r>
          </a:p>
        </p:txBody>
      </p:sp>
      <p:sp>
        <p:nvSpPr>
          <p:cNvPr id="19" name="object-19">
            <a:extLst>
              <a:ext uri="{FF2B5EF4-FFF2-40B4-BE49-F238E27FC236}">
                <a16:creationId xmlns:a16="http://schemas.microsoft.com/office/drawing/2014/main" id="{ED4A3C2E-2A2D-4ADD-9DBB-CF05049DA665}"/>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540 ÷ 60 = 9 cm</a:t>
            </a:r>
          </a:p>
        </p:txBody>
      </p:sp>
    </p:spTree>
    <p:extLst>
      <p:ext uri="{BB962C8B-B14F-4D97-AF65-F5344CB8AC3E}">
        <p14:creationId xmlns:p14="http://schemas.microsoft.com/office/powerpoint/2010/main" val="963881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A219893A-E295-4164-836D-C4B01010954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41FF5A73-09B9-4FAF-BF89-74F43986B54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558303C-F3A8-4BEA-A44F-6B480637A06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51E9117A-A9AF-487C-82FC-398DC0FBFA26}"/>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6C42134-7C16-4275-9777-8EA1D850F9A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6" name="object-6">
            <a:extLst>
              <a:ext uri="{FF2B5EF4-FFF2-40B4-BE49-F238E27FC236}">
                <a16:creationId xmlns:a16="http://schemas.microsoft.com/office/drawing/2014/main" id="{A527219E-DB20-4425-803F-3F89518E3B1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C41A971E-5D95-4E06-ADF1-6522D430214F}"/>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25BE204D-72F4-46A6-8989-38DDDC60E7C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cuboid has volume 360 cm3, length 12 cm and width 5 cm. Find its height.</a:t>
            </a:r>
          </a:p>
        </p:txBody>
      </p:sp>
      <p:sp>
        <p:nvSpPr>
          <p:cNvPr id="9" name="object-9">
            <a:extLst>
              <a:ext uri="{FF2B5EF4-FFF2-40B4-BE49-F238E27FC236}">
                <a16:creationId xmlns:a16="http://schemas.microsoft.com/office/drawing/2014/main" id="{448AD7BF-961E-4092-8FBC-BBF783580F9B}"/>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3FA19D4B-6565-4F4A-9D7E-D26F9430C6C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Cuboid A is 8 x 6 x 5 cm. Cuboid B is 10 x 6 x 4 cm. Compare their volumes.</a:t>
            </a:r>
          </a:p>
        </p:txBody>
      </p:sp>
      <p:sp>
        <p:nvSpPr>
          <p:cNvPr id="11" name="object-11">
            <a:extLst>
              <a:ext uri="{FF2B5EF4-FFF2-40B4-BE49-F238E27FC236}">
                <a16:creationId xmlns:a16="http://schemas.microsoft.com/office/drawing/2014/main" id="{091A59D0-D5FB-44CE-A287-097859E367B0}"/>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CB104701-1E1A-45DD-85A9-27C17A4F4E45}"/>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box is 40 cm by 25 cm by 30 cm. How many 5 cm cubes fit exactly by volume?</a:t>
            </a:r>
          </a:p>
        </p:txBody>
      </p:sp>
      <p:sp>
        <p:nvSpPr>
          <p:cNvPr id="13" name="object-13">
            <a:extLst>
              <a:ext uri="{FF2B5EF4-FFF2-40B4-BE49-F238E27FC236}">
                <a16:creationId xmlns:a16="http://schemas.microsoft.com/office/drawing/2014/main" id="{86CB1070-BB83-426D-8704-B0757FE354E9}"/>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0A8D158A-03CD-44CE-839B-6FC23BAD2FC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cuboid has volume 360 cm3, length 12 cm and width 5 cm. Find its height.</a:t>
            </a:r>
          </a:p>
        </p:txBody>
      </p:sp>
      <p:sp>
        <p:nvSpPr>
          <p:cNvPr id="15" name="object-15">
            <a:extLst>
              <a:ext uri="{FF2B5EF4-FFF2-40B4-BE49-F238E27FC236}">
                <a16:creationId xmlns:a16="http://schemas.microsoft.com/office/drawing/2014/main" id="{315BEE8D-4241-461E-8295-60611547D345}"/>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89060759-0070-4B16-BB7D-26ECE0D40EC6}"/>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Cuboid A is 8 x 6 x 5 cm. Cuboid B is 10 x 6 x 4 cm. Compare their volumes.</a:t>
            </a:r>
          </a:p>
        </p:txBody>
      </p:sp>
      <p:sp>
        <p:nvSpPr>
          <p:cNvPr id="17" name="object-17">
            <a:extLst>
              <a:ext uri="{FF2B5EF4-FFF2-40B4-BE49-F238E27FC236}">
                <a16:creationId xmlns:a16="http://schemas.microsoft.com/office/drawing/2014/main" id="{EEF4D7DB-D574-4C69-8B38-585139F17E8E}"/>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62789659-6F56-45C7-AD81-1FA27C8B11AD}"/>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A box is 40 cm by 25 cm by 30 cm. How many 5 cm cubes fit exactly by volume?</a:t>
            </a:r>
          </a:p>
        </p:txBody>
      </p:sp>
      <p:sp>
        <p:nvSpPr>
          <p:cNvPr id="19" name="object-19">
            <a:extLst>
              <a:ext uri="{FF2B5EF4-FFF2-40B4-BE49-F238E27FC236}">
                <a16:creationId xmlns:a16="http://schemas.microsoft.com/office/drawing/2014/main" id="{80238A45-39B3-45CE-9880-8451F191C87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F991F9A0-30C2-4AC3-8342-7E533D732AE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solid has 5 layers of 24 unit cubes. What is its volume?</a:t>
            </a:r>
          </a:p>
        </p:txBody>
      </p:sp>
      <p:sp>
        <p:nvSpPr>
          <p:cNvPr id="21" name="object-21">
            <a:extLst>
              <a:ext uri="{FF2B5EF4-FFF2-40B4-BE49-F238E27FC236}">
                <a16:creationId xmlns:a16="http://schemas.microsoft.com/office/drawing/2014/main" id="{A0790D37-B533-4880-9F80-EB71FECA261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E63590A6-AAC3-43F8-B122-8BACE741FE14}"/>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calculates the surface area or adds the three dimensions.</a:t>
            </a:r>
          </a:p>
        </p:txBody>
      </p:sp>
      <p:sp>
        <p:nvSpPr>
          <p:cNvPr id="23" name="object-23">
            <a:extLst>
              <a:ext uri="{FF2B5EF4-FFF2-40B4-BE49-F238E27FC236}">
                <a16:creationId xmlns:a16="http://schemas.microsoft.com/office/drawing/2014/main" id="{1916785B-E780-41DD-8797-C0D7D26FDA3B}"/>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96034574-DC3B-4280-B778-BC296CFA404C}"/>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D8A6A306-83A1-4400-A6B2-4347C6425910}"/>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D7E801E6-D9D9-4906-9DDB-60081E692F0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box is 40 cm by 25 cm by 30 cm. How many 5 cm cubes fit exactly by volume?</a:t>
            </a:r>
          </a:p>
        </p:txBody>
      </p:sp>
    </p:spTree>
    <p:extLst>
      <p:ext uri="{BB962C8B-B14F-4D97-AF65-F5344CB8AC3E}">
        <p14:creationId xmlns:p14="http://schemas.microsoft.com/office/powerpoint/2010/main" val="8753819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7D831D56-A874-4D1F-8D1B-CADAB3ACEE4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8CE9AA88-83DD-4F84-8778-D68F087797C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1F0A064E-644D-4DE4-BE1D-301634FF6B1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2E5E71C-4157-474C-B2E8-10F497429B9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missing dimensions</a:t>
            </a:r>
          </a:p>
        </p:txBody>
      </p:sp>
      <p:sp>
        <p:nvSpPr>
          <p:cNvPr id="5" name="object-5">
            <a:extLst>
              <a:ext uri="{FF2B5EF4-FFF2-40B4-BE49-F238E27FC236}">
                <a16:creationId xmlns:a16="http://schemas.microsoft.com/office/drawing/2014/main" id="{55A16F5C-9D95-414B-8D2C-0E24247D6AE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97C010E5-5D5A-4562-B074-15A9D1EA56F8}"/>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D7EE51F0-95ED-4CEF-9F91-A0247F4384B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cm.</a:t>
            </a:r>
          </a:p>
        </p:txBody>
      </p:sp>
      <p:sp>
        <p:nvSpPr>
          <p:cNvPr id="8" name="object-8">
            <a:extLst>
              <a:ext uri="{FF2B5EF4-FFF2-40B4-BE49-F238E27FC236}">
                <a16:creationId xmlns:a16="http://schemas.microsoft.com/office/drawing/2014/main" id="{3F7C74EB-36E4-41DB-998B-8AFD487BB9CC}"/>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C1F60BEB-3713-4A3B-8F0E-FFBA1BE84692}"/>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Both are 240 cm3.</a:t>
            </a:r>
          </a:p>
        </p:txBody>
      </p:sp>
      <p:sp>
        <p:nvSpPr>
          <p:cNvPr id="10" name="object-10">
            <a:extLst>
              <a:ext uri="{FF2B5EF4-FFF2-40B4-BE49-F238E27FC236}">
                <a16:creationId xmlns:a16="http://schemas.microsoft.com/office/drawing/2014/main" id="{642DB4B6-DAA5-4C1F-ACBA-4EF4606E6E1F}"/>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CF305F61-5404-4E29-9BEB-46A7DA170C5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240 cubes.</a:t>
            </a:r>
          </a:p>
        </p:txBody>
      </p:sp>
      <p:sp>
        <p:nvSpPr>
          <p:cNvPr id="12" name="object-12">
            <a:extLst>
              <a:ext uri="{FF2B5EF4-FFF2-40B4-BE49-F238E27FC236}">
                <a16:creationId xmlns:a16="http://schemas.microsoft.com/office/drawing/2014/main" id="{55E02EC5-0C2F-4D86-873F-DFCC248C31CF}"/>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22BD59DB-DADF-4AD5-BE89-2F49447E2EDB}"/>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cm.</a:t>
            </a:r>
          </a:p>
        </p:txBody>
      </p:sp>
      <p:sp>
        <p:nvSpPr>
          <p:cNvPr id="14" name="object-14">
            <a:extLst>
              <a:ext uri="{FF2B5EF4-FFF2-40B4-BE49-F238E27FC236}">
                <a16:creationId xmlns:a16="http://schemas.microsoft.com/office/drawing/2014/main" id="{7E82FEA2-7C0C-4DF7-99DC-BD5A693E52C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1BAFE4B4-9D7C-4D67-945A-136DA4E9845F}"/>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Both are 240 cm3. Method or representation may vary.</a:t>
            </a:r>
          </a:p>
        </p:txBody>
      </p:sp>
      <p:sp>
        <p:nvSpPr>
          <p:cNvPr id="16" name="object-16">
            <a:extLst>
              <a:ext uri="{FF2B5EF4-FFF2-40B4-BE49-F238E27FC236}">
                <a16:creationId xmlns:a16="http://schemas.microsoft.com/office/drawing/2014/main" id="{F27DE482-82C5-4E5B-B096-52E52D73BC36}"/>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5CD4D3D1-16B6-4D32-8629-2BC7247AA158}"/>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240 cubes. A valid check must be shown.</a:t>
            </a:r>
          </a:p>
        </p:txBody>
      </p:sp>
      <p:sp>
        <p:nvSpPr>
          <p:cNvPr id="18" name="object-18">
            <a:extLst>
              <a:ext uri="{FF2B5EF4-FFF2-40B4-BE49-F238E27FC236}">
                <a16:creationId xmlns:a16="http://schemas.microsoft.com/office/drawing/2014/main" id="{DA273B7D-2510-4959-B1F8-BEFED373225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3BDF69FC-77BF-47F2-AB51-0C3EF091B651}"/>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120 cubic units. The explanation must show why the method works.</a:t>
            </a:r>
          </a:p>
        </p:txBody>
      </p:sp>
      <p:sp>
        <p:nvSpPr>
          <p:cNvPr id="20" name="object-20">
            <a:extLst>
              <a:ext uri="{FF2B5EF4-FFF2-40B4-BE49-F238E27FC236}">
                <a16:creationId xmlns:a16="http://schemas.microsoft.com/office/drawing/2014/main" id="{EF945B87-18E5-4DE0-9373-0DD48DEB0BD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AA119928-2CD3-4436-BF0E-4A4131E2E798}"/>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Volume measures space inside a solid, so multiply all three perpendicular dimensions and use cubic units.</a:t>
            </a:r>
          </a:p>
        </p:txBody>
      </p:sp>
      <p:sp>
        <p:nvSpPr>
          <p:cNvPr id="22" name="object-22">
            <a:extLst>
              <a:ext uri="{FF2B5EF4-FFF2-40B4-BE49-F238E27FC236}">
                <a16:creationId xmlns:a16="http://schemas.microsoft.com/office/drawing/2014/main" id="{48629DEB-05E6-4DD9-ACF3-DD108D487B5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911C9240-2B23-4B2B-947F-EC45F1BCB0E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339EDCA8-6311-4A67-82C0-9BAC7611CCD7}"/>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EC00C042-7445-4308-AC76-9E9494950A32}"/>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5389543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1032</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2026-09-14T13:14:37Z</dcterms:created>
  <dcterms:modified xsi:type="dcterms:W3CDTF">2026-09-14T13:17:40Z</dcterms:modified>
</cp:coreProperties>
</file>