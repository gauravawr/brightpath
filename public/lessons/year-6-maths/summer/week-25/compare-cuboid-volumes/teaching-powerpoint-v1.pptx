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0aa933791b429f" /><Relationship Type="http://schemas.openxmlformats.org/officeDocument/2006/relationships/extended-properties" Target="/docProps/app.xml" Id="Rce4376c140204978" /><Relationship Type="http://schemas.openxmlformats.org/officeDocument/2006/relationships/officeDocument" Target="/ppt/presentation.xml" Id="Rb6e1ce68121842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5e67532fd14aa6"/>
  </p:sldMasterIdLst>
  <p:notesMasterIdLst>
    <p:notesMasterId xmlns:r="http://schemas.openxmlformats.org/officeDocument/2006/relationships" r:id="R472427a327484af2"/>
  </p:notesMasterIdLst>
  <p:sldIdLst>
    <p:sldId xmlns:r="http://schemas.openxmlformats.org/officeDocument/2006/relationships" id="256" r:id="R87c39bcec2524f57"/>
    <p:sldId xmlns:r="http://schemas.openxmlformats.org/officeDocument/2006/relationships" id="257" r:id="R62fd0411f16d4eca"/>
    <p:sldId xmlns:r="http://schemas.openxmlformats.org/officeDocument/2006/relationships" id="258" r:id="R84ff2ecffa5e4ac4"/>
    <p:sldId xmlns:r="http://schemas.openxmlformats.org/officeDocument/2006/relationships" id="259" r:id="R9c8ec8cc5c4f47d6"/>
    <p:sldId xmlns:r="http://schemas.openxmlformats.org/officeDocument/2006/relationships" id="260" r:id="R2b60d17409854b71"/>
    <p:sldId xmlns:r="http://schemas.openxmlformats.org/officeDocument/2006/relationships" id="261" r:id="R9d243c0a7c244bf5"/>
    <p:sldId xmlns:r="http://schemas.openxmlformats.org/officeDocument/2006/relationships" id="262" r:id="R52ffb0b66ff646b2"/>
    <p:sldId xmlns:r="http://schemas.openxmlformats.org/officeDocument/2006/relationships" id="263" r:id="Rc271a88441af4a20"/>
    <p:sldId xmlns:r="http://schemas.openxmlformats.org/officeDocument/2006/relationships" id="264" r:id="R8c1efc6b75df4db6"/>
    <p:sldId xmlns:r="http://schemas.openxmlformats.org/officeDocument/2006/relationships" id="265" r:id="Rb4a81f3cad154a3c"/>
    <p:sldId xmlns:r="http://schemas.openxmlformats.org/officeDocument/2006/relationships" id="266" r:id="R90dd7442d36b492e"/>
    <p:sldId xmlns:r="http://schemas.openxmlformats.org/officeDocument/2006/relationships" id="267" r:id="R22b6c189589b4d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90d45ac7964c10" /><Relationship Type="http://schemas.openxmlformats.org/officeDocument/2006/relationships/slideMaster" Target="/ppt/slideMasters/slideMaster1.xml" Id="R405e67532fd14aa6" /><Relationship Type="http://schemas.openxmlformats.org/officeDocument/2006/relationships/notesMaster" Target="/ppt/notesMasters/notesMaster1.xml" Id="R472427a327484af2" /><Relationship Type="http://schemas.openxmlformats.org/officeDocument/2006/relationships/presProps" Target="/ppt/presProps.xml" Id="Rb127f9e362b342a1" /><Relationship Type="http://schemas.openxmlformats.org/officeDocument/2006/relationships/tableStyles" Target="/ppt/tableStyles.xml" Id="R4813ec56202c4515" /><Relationship Type="http://schemas.openxmlformats.org/officeDocument/2006/relationships/slide" Target="/ppt/slides/slide1.xml" Id="R87c39bcec2524f57" /><Relationship Type="http://schemas.openxmlformats.org/officeDocument/2006/relationships/slide" Target="/ppt/slides/slide2.xml" Id="R62fd0411f16d4eca" /><Relationship Type="http://schemas.openxmlformats.org/officeDocument/2006/relationships/slide" Target="/ppt/slides/slide3.xml" Id="R84ff2ecffa5e4ac4" /><Relationship Type="http://schemas.openxmlformats.org/officeDocument/2006/relationships/slide" Target="/ppt/slides/slide4.xml" Id="R9c8ec8cc5c4f47d6" /><Relationship Type="http://schemas.openxmlformats.org/officeDocument/2006/relationships/slide" Target="/ppt/slides/slide5.xml" Id="R2b60d17409854b71" /><Relationship Type="http://schemas.openxmlformats.org/officeDocument/2006/relationships/slide" Target="/ppt/slides/slide6.xml" Id="R9d243c0a7c244bf5" /><Relationship Type="http://schemas.openxmlformats.org/officeDocument/2006/relationships/slide" Target="/ppt/slides/slide7.xml" Id="R52ffb0b66ff646b2" /><Relationship Type="http://schemas.openxmlformats.org/officeDocument/2006/relationships/slide" Target="/ppt/slides/slide8.xml" Id="Rc271a88441af4a20" /><Relationship Type="http://schemas.openxmlformats.org/officeDocument/2006/relationships/slide" Target="/ppt/slides/slide9.xml" Id="R8c1efc6b75df4db6" /><Relationship Type="http://schemas.openxmlformats.org/officeDocument/2006/relationships/slide" Target="/ppt/slides/slide10.xml" Id="Rb4a81f3cad154a3c" /><Relationship Type="http://schemas.openxmlformats.org/officeDocument/2006/relationships/slide" Target="/ppt/slides/slide11.xml" Id="R90dd7442d36b492e" /><Relationship Type="http://schemas.openxmlformats.org/officeDocument/2006/relationships/slide" Target="/ppt/slides/slide12.xml" Id="R22b6c189589b4d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0913a2ffc442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be285d63d54c98" /><Relationship Type="http://schemas.openxmlformats.org/officeDocument/2006/relationships/notesMaster" Target="/ppt/notesMasters/notesMaster1.xml" Id="R3e0fe772f3a140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0dadf5f306484b" /><Relationship Type="http://schemas.openxmlformats.org/officeDocument/2006/relationships/notesMaster" Target="/ppt/notesMasters/notesMaster1.xml" Id="Rceb37269228d4a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867e57968f4ef9" /><Relationship Type="http://schemas.openxmlformats.org/officeDocument/2006/relationships/notesMaster" Target="/ppt/notesMasters/notesMaster1.xml" Id="Ra5ce71ecc8f546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b4a99556fd4e0c" /><Relationship Type="http://schemas.openxmlformats.org/officeDocument/2006/relationships/notesMaster" Target="/ppt/notesMasters/notesMaster1.xml" Id="R6366423354134c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18a8348e2a463e" /><Relationship Type="http://schemas.openxmlformats.org/officeDocument/2006/relationships/notesMaster" Target="/ppt/notesMasters/notesMaster1.xml" Id="Rcd2cd2accf4c4f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5f41f501a84c74" /><Relationship Type="http://schemas.openxmlformats.org/officeDocument/2006/relationships/notesMaster" Target="/ppt/notesMasters/notesMaster1.xml" Id="R850dfbd9651847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3a26872f724721" /><Relationship Type="http://schemas.openxmlformats.org/officeDocument/2006/relationships/notesMaster" Target="/ppt/notesMasters/notesMaster1.xml" Id="R1854fef04fce4a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a8df5bc1ba4ba1" /><Relationship Type="http://schemas.openxmlformats.org/officeDocument/2006/relationships/notesMaster" Target="/ppt/notesMasters/notesMaster1.xml" Id="Re566c1c73b9b45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9b44aaacc447a5" /><Relationship Type="http://schemas.openxmlformats.org/officeDocument/2006/relationships/notesMaster" Target="/ppt/notesMasters/notesMaster1.xml" Id="R1d7bbce7a19048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77bddf3c7d4a69" /><Relationship Type="http://schemas.openxmlformats.org/officeDocument/2006/relationships/notesMaster" Target="/ppt/notesMasters/notesMaster1.xml" Id="Rebe3e7d45c7d47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70bf04a3714888" /><Relationship Type="http://schemas.openxmlformats.org/officeDocument/2006/relationships/notesMaster" Target="/ppt/notesMasters/notesMaster1.xml" Id="R18891522297c42f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9f3db251574e6f" /><Relationship Type="http://schemas.openxmlformats.org/officeDocument/2006/relationships/notesMaster" Target="/ppt/notesMasters/notesMaster1.xml" Id="Rbc1dd21bfde240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Unit cubes, cuboid nets, multilink cubes, squared paper,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240 cubes. | Identify the three perpendicular dimensions in one unit. |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volume, cuboid, cube, length, width, height, cubic unit.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Both are 240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240 cubes.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240 cubes..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120 cubic units..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420 cm3.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120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120 cubic units. | Volume measures space inside a solid, so multiply all three perpendicular dimensions and use cubic units.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4bbe4999f442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41ee0ccb9f443d" /><Relationship Type="http://schemas.openxmlformats.org/officeDocument/2006/relationships/slideLayout" Target="/ppt/slideLayouts/slideLayout1.xml" Id="R86a2c2d8ff6744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a2c2d8ff6744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c58ea74444feb" /><Relationship Type="http://schemas.openxmlformats.org/officeDocument/2006/relationships/notesSlide" Target="/ppt/notesSlides/notesSlide1.xml" Id="R72c75c6b248c4b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6ab5135854b11" /><Relationship Type="http://schemas.openxmlformats.org/officeDocument/2006/relationships/notesSlide" Target="/ppt/notesSlides/notesSlide2.xml" Id="Rf0de17c7e45146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d3be3dda14bd8" /><Relationship Type="http://schemas.openxmlformats.org/officeDocument/2006/relationships/notesSlide" Target="/ppt/notesSlides/notesSlide3.xml" Id="R03d8c89f3d3b44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c569d3b314e4d" /><Relationship Type="http://schemas.openxmlformats.org/officeDocument/2006/relationships/notesSlide" Target="/ppt/notesSlides/notesSlide4.xml" Id="Rbc5beed15f6740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03d9f98db4472" /><Relationship Type="http://schemas.openxmlformats.org/officeDocument/2006/relationships/notesSlide" Target="/ppt/notesSlides/notesSlide5.xml" Id="R0bc04260e3404b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019d5f8094b3a" /><Relationship Type="http://schemas.openxmlformats.org/officeDocument/2006/relationships/notesSlide" Target="/ppt/notesSlides/notesSlide6.xml" Id="Reacb1ab53bbe4f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a7c70ecca45db" /><Relationship Type="http://schemas.openxmlformats.org/officeDocument/2006/relationships/image" Target="/ppt/media/image.png" Id="Rca05a7671183495e" /><Relationship Type="http://schemas.openxmlformats.org/officeDocument/2006/relationships/notesSlide" Target="/ppt/notesSlides/notesSlide7.xml" Id="Rf10fd227587f42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c204e30764cdd" /><Relationship Type="http://schemas.openxmlformats.org/officeDocument/2006/relationships/notesSlide" Target="/ppt/notesSlides/notesSlide8.xml" Id="R6629edd01b7c49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3330ca0204baa" /><Relationship Type="http://schemas.openxmlformats.org/officeDocument/2006/relationships/notesSlide" Target="/ppt/notesSlides/notesSlide9.xml" Id="R98cd7b13625b4c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12235ee954c24" /><Relationship Type="http://schemas.openxmlformats.org/officeDocument/2006/relationships/notesSlide" Target="/ppt/notesSlides/notesSlide10.xml" Id="Ra58f75b5839e49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a75af975e4c79" /><Relationship Type="http://schemas.openxmlformats.org/officeDocument/2006/relationships/notesSlide" Target="/ppt/notesSlides/notesSlide11.xml" Id="R78536e99b6464f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ebf0d0f064055" /><Relationship Type="http://schemas.openxmlformats.org/officeDocument/2006/relationships/notesSlide" Target="/ppt/notesSlides/notesSlide12.xml" Id="R0cdb4d1f66b44c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51993B-5482-48F1-A9EA-81A9E8D2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BFA79-9626-47C4-AFC9-99CD8A4B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8FEEF-B545-4A42-84F9-E012480A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894B8-26BB-4326-8BA0-1A03BEBB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E56FB-0642-44D3-A4F7-A971A925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DD7A0-0BB5-4105-B389-375B1C4E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4956E-51B7-4498-AA15-2877C64D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3043D-2B9F-4FC1-8F70-2663CA49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volumes when dimensions change.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E7C17-C0F2-41E1-B632-D12DB92E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EDDA77-5670-4876-88E7-93240699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Unit cubes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F5AD32-8E47-4396-8059-999558A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782201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69FD8A-F20E-4367-9D5E-2EF0C623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91E98B-899E-4873-A36E-C0B00AD0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C3D1E6-253D-4163-930D-35051AB0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BB0E2-D370-4902-8413-5EFB3C2A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F6777-16EA-4992-AB40-77419B78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4B5B6-00CB-445F-B2FA-62E7CD4C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D0A372-8365-4737-97E6-58E7070E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0F3A64-61AD-48A5-ABE0-BCDDDFF0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92EEFB-6E8F-4412-9B9B-189999AE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56240-3C8F-4B87-819D-00367FF9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3DB6B-B9FF-44CD-98FA-B5A3B198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F73E0-B8C6-43A0-87C5-477C8A2B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3E1E5-5613-4BB9-BE7B-BA8B8FFF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Recognise, estimate and calculate the volume of cubes and cuboids.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0CE38-6C15-4AEB-8CD0-0BB864D9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F94D4-6D9D-4109-949D-48C24EC7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2E6EE-61C0-4FC2-ADBF-428A32AD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C0EE6-D4AC-484E-B1ED-7FFF21EF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309BD2-2669-4B0D-8E02-03727D93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9BAA2B-28A9-468D-A740-7F1BB7AD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6A849-D829-45A7-9DB9-9158BEA9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F89D1-4DBF-4F23-853B-9E5CA156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Cuboid A is 8 x 6 x 5 cm. Cuboid B is 10 x 6 x 4 cm. Compare their volumes.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FC8AA7-9C69-48C5-9329-A13BBBB4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065245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306B80-8FCF-4929-BC3F-AB931ED6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24FE9-A79F-4499-9BDB-7752F038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9CCE6-72F1-4F46-9C18-B36D351E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7DDB3-7A8F-4009-845E-24265EFE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9F16A-24F9-4ADF-9710-ACF91C65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30397-1C78-44C1-BA5D-4815EEBD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EFFAC-661A-48C5-8091-95E12D51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D097F-D32B-42CE-B7A0-6757F2EB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A8CBF-7736-4E0B-AB71-5FAB4ED6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CAA95-5FB9-4E01-ADE3-6A84E60D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volumes when dimensions change.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0EA5DA-17C1-45BC-A3BF-A2AF9139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4F570-4AE5-4D55-9BD9-3BE01503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three perpendicular dimensions in one unit.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793FBC-DCCC-4521-921C-5F3E64ED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length by width by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1601C-7244-434F-A188-CF756063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Use cubic units and compare the result with an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1A973-499F-4586-94F7-12EBD695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volume  |  cuboid  |  cube  |  length  |  width  |  height  |  cubic unit</a:t>
            </a:r>
          </a:p>
        </p:txBody>
      </p:sp>
    </p:spTree>
    <p:extLst>
      <p:ext uri="{BB962C8B-B14F-4D97-AF65-F5344CB8AC3E}">
        <p14:creationId xmlns:p14="http://schemas.microsoft.com/office/powerpoint/2010/main" val="16775865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6719C4-7357-484E-9C86-FABDD274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F5431-C602-4A9B-86E4-47DF3F71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87669-5217-4734-BB6C-6E055299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D72BD-9292-49EC-A1E8-0482101C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F28E9-7ED5-42C1-BC03-A33A418B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68E21-4C1B-4B47-9D4D-54C6E029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BBDD-252B-4DE7-994D-9A93939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2E7CA8-D761-4124-B3F2-0DEB3C93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A714E1-363E-43B6-BD3B-417A7060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BBEE5F-8B13-4D5C-A470-0B131470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Cuboid A is 8 x 6 x 5 cm. Cuboid B is 10 x 6 x 4 cm. Compare their volumes.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D95D4B-1405-498E-8FC9-37C0D3F6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8019D-9ABA-44D9-B3D0-F64EF39A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D8F25A-245E-4D22-827C-49A50095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three perpendicular dimensions in one unit.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59ADB9-7EAE-4013-8529-08CA2AD1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10988-7BB1-4C3B-8F82-95D7CB42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D4FB6A-95FB-43C1-8D05-6EF0D51F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length by width by height.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FFFDB1-0275-4294-A5D5-1B7002F2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4EE74F-CB55-4BA4-851B-39B5CD8E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E5D407-4B88-4919-90F5-F1151F85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Both are 240 cm3.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6DB904-A5D2-4A1C-8236-ACB96AD5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720D4F-7F90-4413-9B91-0553D5C1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EE2845-88B1-4688-93BF-CAA7EE9D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Use cubic units and compare the result with an estimate.</a:t>
            </a:r>
          </a:p>
        </p:txBody>
      </p:sp>
    </p:spTree>
    <p:extLst>
      <p:ext uri="{BB962C8B-B14F-4D97-AF65-F5344CB8AC3E}">
        <p14:creationId xmlns:p14="http://schemas.microsoft.com/office/powerpoint/2010/main" val="1473918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19764-A37D-4A6D-A006-CFF199BB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C20CA-B615-4975-A495-DF14F383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013A1-2D43-450C-B330-C2F8B4CD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85D6F-3F0F-4945-9F81-0520FF35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EBEC5-96E0-4AF8-A89A-BA89CECC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2E379-7E7F-4EE3-B654-B8D9B054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3EE40-C416-4DD2-9D3C-58A474A0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1F9B4-0AD0-41D9-8094-5C4DE635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34793-0C37-4168-AA8F-F1847B05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7DE4A-68A6-4D2B-9EB3-7C74BDAD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3FC9AB-C46F-43E2-B615-469579F2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Both are 240 cm3.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A5AE4-3447-432E-99AC-4939E009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0DC030-0032-447E-A350-2D60217C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Use cubic units and compare the result with an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71C4D1-E9A1-48E6-AD74-EBDDBCC3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458761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CCB159-CA41-411F-BC94-98273BB2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3217B-0936-46E8-99E7-D0202244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97ADC-F2B5-40CB-8CCD-A6B5AF4C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39E67-EAEC-48F6-85A8-6E55ED9A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2CAB9-D897-423D-8495-72F1776A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C2250-7684-41CA-9E53-13BABD7B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FC1BF-00E4-45CC-A1B0-81897E1B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E5A1A-3B02-40B7-991E-9FF0F258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8E4A50-DCC0-47C7-8BBC-3764BD17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D5247-3EAA-4E33-89B3-B69E936D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170B7-A77F-4A53-92CC-80311986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01BCD-1665-435C-8865-31F8DF80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79845-C96A-4D97-9E14-43264B2D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B04D23-F265-4ADA-A77B-EAD4996D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828028-275C-408A-B4EA-1BCD46D6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240 cubes.</a:t>
            </a:r>
          </a:p>
        </p:txBody>
      </p:sp>
    </p:spTree>
    <p:extLst>
      <p:ext uri="{BB962C8B-B14F-4D97-AF65-F5344CB8AC3E}">
        <p14:creationId xmlns:p14="http://schemas.microsoft.com/office/powerpoint/2010/main" val="5498012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33A25D-C86B-4E1B-AEC1-9348B36B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DB6A6-AB13-4E66-99A3-E6DC9CB3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187BC-2D1B-47EF-ABCA-5E3B0406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EEF7F2-B325-44E0-AB5D-B2C46D2D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6A5C5-A642-4B0F-8142-3DE87954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69878-D162-4658-BA61-E5897C34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8B0BB-5D17-445C-96CF-07969DE7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B22BE-1E20-46E8-B03B-C98CFF05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F94E8A-6060-4EE1-9C92-0FB43E18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5a7671183495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0B66FB-A5BF-4345-805D-017C13BE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44A39-FC3B-4BBF-A553-1E6C11D7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the surface area or adds the three dimensions.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334B0-9DE4-42C8-ACD6-146663C8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16CD8-4A11-4051-9207-ED1FE382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8F1E59-8ADE-4BD1-A476-CC48C539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Volume measures space inside a solid, so multiply all three perpendicular dimensions and use cubic units.</a:t>
            </a:r>
          </a:p>
        </p:txBody>
      </p:sp>
    </p:spTree>
    <p:extLst>
      <p:ext uri="{BB962C8B-B14F-4D97-AF65-F5344CB8AC3E}">
        <p14:creationId xmlns:p14="http://schemas.microsoft.com/office/powerpoint/2010/main" val="7200454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135D9A-0A3B-4012-AE02-871E8B11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E6EEE-FF8E-4661-B4D3-EF46811F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0BE73-FA45-4C23-A5A4-F2FF62A2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06C1F1-6AD2-4865-80AF-C6468F4B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FD398-31DB-4963-A7D5-A48ADFE3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2F460-C1BA-4412-AB47-A35003BD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6E3E7-8DC3-4AC3-9C94-B78EA99B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EE00B-1B98-41BE-9746-7D176B97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20772D-93D3-452D-B711-8D3DCE77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EC2AD0-F2BB-4161-9354-5F71B1FA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FB87B-9678-4125-8356-99C9DD2C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D3DC59-7C7C-42E9-A445-085B62C2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EB9B3-144C-4C52-A331-5A2CCE5A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075CF-AFC2-448D-8631-86AE9339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F4E3FF-81B0-42EC-A64F-9720E2C3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EF5A6-20AE-4314-875F-BE5FB446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8B7680-1547-4A20-8199-8042C48B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55EC7A-C31B-4612-9F87-82E72332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9AA7C4-B4B6-4086-8317-A5AC0CF9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077CDB-46B8-4BA8-A32B-D69DA62A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D5E99-6869-463A-AFF5-64B0B01D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240 cubes.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42311A-89B6-4557-A614-FA7BE193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943648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738077-1322-439C-BA17-66C81207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E6967-1382-432D-9E9A-6B13EE84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FE42A-7F08-4596-9DCA-05E32220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ADE108-B9CE-47F3-AD87-32962284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94FB5-B2E5-488F-AADF-675953C0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35D38-E78E-464E-8279-7F0086D1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A6BB64-C04B-4FAF-B761-3D13536B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AAC16-3236-4A6C-B24E-B11DEC0C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920074-23B2-410E-8E4B-328D30DA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4AE7C-64F9-46ED-A278-FC84B3D0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D32D9-AD9E-4CF1-BFC9-3196DFBF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2A7EE-3FAE-4D30-8587-CCA14C29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F9991-4BB3-47D4-B030-D28F3C4B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8E7C6-8D40-4E40-9B43-F138CD89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1B9626-469A-40DE-B915-9141E28D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4E243E-3885-4FDD-880D-BA696C06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C56E70-B932-4E3D-9BA5-9678A3AA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5D91AC-1EDB-4EDD-BC58-C1BBDD34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3DFEA3-4621-4A48-A320-A3BAE794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6453D5-31FB-4346-B619-785C925A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4D14C3-6290-4E89-B888-3F033699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229404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42D573-39CC-4B27-B068-2B2749CD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862D4-A62D-480E-8046-61331117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CF1421-2947-47BE-A7A3-CE93E52A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93A75-A78A-4F5B-BF96-B55A7BBE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E35B2-5389-4361-8133-84A1A182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8A648-E66B-4823-ACB2-64CE748F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02DC9-5799-4CAB-8CD5-B03701FF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D38D2-9F8B-41C7-960F-F284E0CB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2DD209-CE56-4961-9BFA-50198F24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D775F-D8D5-4F7F-B505-709CBF2C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volume of a cuboid 12 cm by 7 cm by 5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095DD-6C26-44C5-B8F9-BC530F32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4CF82D-DA85-4C4C-9695-F93DD966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1095C-30D0-489C-AFF2-22FC2BE7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420 cm3.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968871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C935E-3502-4125-B23B-D963E5CF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BE05B5-F088-45E9-BA24-E62D6F3E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8E4125-FCD5-4323-8FC7-0F0596D3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DD806-0AFB-44E8-A4F2-26875F9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0E07C1-4D67-462D-BC1B-D0BE2144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D9701-3070-4A51-89BC-F47D491E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F9DE9-D6C3-438A-A6F0-C5C45D2C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37FCD-CE6E-473A-9696-DF9657EF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798CC2-B30C-4600-9FD5-58B4F407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01FC5-CB5D-402B-B959-713910C3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05E541-38B1-4C7C-A118-648BC7B6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2714B-4DB9-43B0-98BD-6B41E585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3B323-E514-421B-A37B-CE30182A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8334B7-3AF2-46F4-B467-FAD7470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609454-0B09-49C6-9735-2CDC7777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F2280-8CCE-4096-9160-42E1A0E2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120 cubic units.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B82473-69D1-4A93-ABAB-016F51AC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184D8-BB34-42CD-812F-D10F3C3A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848012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DE1D84-A0FD-428A-9765-73C4E428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9C3DF-CCA2-4E0D-A8B6-05A29929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69726-4F52-4178-BEF6-2F008D35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90FC4-2A67-446C-80A8-FDECBBE2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8D153-53F0-48F5-B0C1-9E0248B3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188A8-B27E-4CD1-8B86-E2933B7A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F5446-5D31-437D-832E-DB8AEE4A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750B7-4468-4748-969C-A714A68F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CBC67B-12C1-4F63-A400-7A3C49E2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cuboid volumes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019BC-501D-40CC-B077-325D35DA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69597-F87F-4461-A67D-B3F66027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B31CE-220D-47C2-B0F3-25A12ACC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C992F-1808-4481-84FC-AD948A6E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CDD05-CC17-4FE0-BC49-307B8AAA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04805E-C190-4611-9F15-2A4AF44D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03A0FE-B307-4DA2-86E6-6825AA4E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ADD46D-845C-40EB-A867-F12B13E3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the surface area or adds the three dimensions.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4EC654-05DF-42CB-9335-F53D4685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B4E0B1-9C0A-47A1-9273-1DC5F34D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959AF-D9B8-4683-9EB9-DEC1DEAA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E84A19-95E7-4344-88C6-C1F15821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16B1FC-CBED-4643-A9E1-59DBB1D1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354136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2026-09-09T20:50:06.6710000Z</dcterms:created>
  <dcterms:modified xsi:type="dcterms:W3CDTF">2026-09-09T20:50:06.6710000Z</dcterms:modified>
</coreProperties>
</file>