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0a6a2305f4a3e" /><Relationship Type="http://schemas.openxmlformats.org/officeDocument/2006/relationships/extended-properties" Target="/docProps/app.xml" Id="R2ec0cafb6fd64c5f" /><Relationship Type="http://schemas.openxmlformats.org/officeDocument/2006/relationships/officeDocument" Target="/ppt/presentation.xml" Id="R452619d1e6f84a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01b83d2c974aa1"/>
  </p:sldMasterIdLst>
  <p:notesMasterIdLst>
    <p:notesMasterId xmlns:r="http://schemas.openxmlformats.org/officeDocument/2006/relationships" r:id="R981b7c4cad7c487d"/>
  </p:notesMasterIdLst>
  <p:sldIdLst>
    <p:sldId xmlns:r="http://schemas.openxmlformats.org/officeDocument/2006/relationships" id="256" r:id="R492c2f5326da4fbc"/>
    <p:sldId xmlns:r="http://schemas.openxmlformats.org/officeDocument/2006/relationships" id="257" r:id="R4dbcec6625474764"/>
    <p:sldId xmlns:r="http://schemas.openxmlformats.org/officeDocument/2006/relationships" id="258" r:id="R2ea77d076cd94215"/>
    <p:sldId xmlns:r="http://schemas.openxmlformats.org/officeDocument/2006/relationships" id="259" r:id="Rc4e79fbb331f4d4a"/>
    <p:sldId xmlns:r="http://schemas.openxmlformats.org/officeDocument/2006/relationships" id="260" r:id="R896a1a53478045fb"/>
    <p:sldId xmlns:r="http://schemas.openxmlformats.org/officeDocument/2006/relationships" id="261" r:id="R837cd331b07b4c06"/>
    <p:sldId xmlns:r="http://schemas.openxmlformats.org/officeDocument/2006/relationships" id="262" r:id="Rb4d170393a954b83"/>
    <p:sldId xmlns:r="http://schemas.openxmlformats.org/officeDocument/2006/relationships" id="263" r:id="Rdcdba0f7c1e347ac"/>
    <p:sldId xmlns:r="http://schemas.openxmlformats.org/officeDocument/2006/relationships" id="264" r:id="R14760aa5d1c741d1"/>
    <p:sldId xmlns:r="http://schemas.openxmlformats.org/officeDocument/2006/relationships" id="265" r:id="R5c0916a463784cf7"/>
    <p:sldId xmlns:r="http://schemas.openxmlformats.org/officeDocument/2006/relationships" id="266" r:id="R5a80d809170f4b0d"/>
    <p:sldId xmlns:r="http://schemas.openxmlformats.org/officeDocument/2006/relationships" id="267" r:id="R27385028e7fd40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4fa446ac13410e" /><Relationship Type="http://schemas.openxmlformats.org/officeDocument/2006/relationships/slideMaster" Target="/ppt/slideMasters/slideMaster1.xml" Id="R8001b83d2c974aa1" /><Relationship Type="http://schemas.openxmlformats.org/officeDocument/2006/relationships/notesMaster" Target="/ppt/notesMasters/notesMaster1.xml" Id="R981b7c4cad7c487d" /><Relationship Type="http://schemas.openxmlformats.org/officeDocument/2006/relationships/presProps" Target="/ppt/presProps.xml" Id="Rd62979aa19164a6b" /><Relationship Type="http://schemas.openxmlformats.org/officeDocument/2006/relationships/tableStyles" Target="/ppt/tableStyles.xml" Id="Rb8000942ac9946ae" /><Relationship Type="http://schemas.openxmlformats.org/officeDocument/2006/relationships/slide" Target="/ppt/slides/slide1.xml" Id="R492c2f5326da4fbc" /><Relationship Type="http://schemas.openxmlformats.org/officeDocument/2006/relationships/slide" Target="/ppt/slides/slide2.xml" Id="R4dbcec6625474764" /><Relationship Type="http://schemas.openxmlformats.org/officeDocument/2006/relationships/slide" Target="/ppt/slides/slide3.xml" Id="R2ea77d076cd94215" /><Relationship Type="http://schemas.openxmlformats.org/officeDocument/2006/relationships/slide" Target="/ppt/slides/slide4.xml" Id="Rc4e79fbb331f4d4a" /><Relationship Type="http://schemas.openxmlformats.org/officeDocument/2006/relationships/slide" Target="/ppt/slides/slide5.xml" Id="R896a1a53478045fb" /><Relationship Type="http://schemas.openxmlformats.org/officeDocument/2006/relationships/slide" Target="/ppt/slides/slide6.xml" Id="R837cd331b07b4c06" /><Relationship Type="http://schemas.openxmlformats.org/officeDocument/2006/relationships/slide" Target="/ppt/slides/slide7.xml" Id="Rb4d170393a954b83" /><Relationship Type="http://schemas.openxmlformats.org/officeDocument/2006/relationships/slide" Target="/ppt/slides/slide8.xml" Id="Rdcdba0f7c1e347ac" /><Relationship Type="http://schemas.openxmlformats.org/officeDocument/2006/relationships/slide" Target="/ppt/slides/slide9.xml" Id="R14760aa5d1c741d1" /><Relationship Type="http://schemas.openxmlformats.org/officeDocument/2006/relationships/slide" Target="/ppt/slides/slide10.xml" Id="R5c0916a463784cf7" /><Relationship Type="http://schemas.openxmlformats.org/officeDocument/2006/relationships/slide" Target="/ppt/slides/slide11.xml" Id="R5a80d809170f4b0d" /><Relationship Type="http://schemas.openxmlformats.org/officeDocument/2006/relationships/slide" Target="/ppt/slides/slide12.xml" Id="R27385028e7fd40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942a52ed2644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02bea67dcd4aca" /><Relationship Type="http://schemas.openxmlformats.org/officeDocument/2006/relationships/notesMaster" Target="/ppt/notesMasters/notesMaster1.xml" Id="R6ece18c0ca614c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3204cf67844961" /><Relationship Type="http://schemas.openxmlformats.org/officeDocument/2006/relationships/notesMaster" Target="/ppt/notesMasters/notesMaster1.xml" Id="Rf03f62209b05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650d07922d4d2a" /><Relationship Type="http://schemas.openxmlformats.org/officeDocument/2006/relationships/notesMaster" Target="/ppt/notesMasters/notesMaster1.xml" Id="R773d65714dc04a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98f32254b548ea" /><Relationship Type="http://schemas.openxmlformats.org/officeDocument/2006/relationships/notesMaster" Target="/ppt/notesMasters/notesMaster1.xml" Id="R580e7e6386f442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f76aa8e7924144" /><Relationship Type="http://schemas.openxmlformats.org/officeDocument/2006/relationships/notesMaster" Target="/ppt/notesMasters/notesMaster1.xml" Id="R48784f95bd854c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35a1bd0ecc43da" /><Relationship Type="http://schemas.openxmlformats.org/officeDocument/2006/relationships/notesMaster" Target="/ppt/notesMasters/notesMaster1.xml" Id="R42a5508d722d40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0e2f2d67d84edd" /><Relationship Type="http://schemas.openxmlformats.org/officeDocument/2006/relationships/notesMaster" Target="/ppt/notesMasters/notesMaster1.xml" Id="Rb32af14882bc47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4e6c68ba4a424a" /><Relationship Type="http://schemas.openxmlformats.org/officeDocument/2006/relationships/notesMaster" Target="/ppt/notesMasters/notesMaster1.xml" Id="Ra32caa7a75db41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1922905898e49ac" /><Relationship Type="http://schemas.openxmlformats.org/officeDocument/2006/relationships/notesMaster" Target="/ppt/notesMasters/notesMaster1.xml" Id="Rcbbe64c5614c4c1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1887f8ae584f75" /><Relationship Type="http://schemas.openxmlformats.org/officeDocument/2006/relationships/notesMaster" Target="/ppt/notesMasters/notesMaster1.xml" Id="Rc87a674e28ce42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caa3bd1b184d68" /><Relationship Type="http://schemas.openxmlformats.org/officeDocument/2006/relationships/notesMaster" Target="/ppt/notesMasters/notesMaster1.xml" Id="R855afb3ffef647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c7f7a89b37433a" /><Relationship Type="http://schemas.openxmlformats.org/officeDocument/2006/relationships/notesMaster" Target="/ppt/notesMasters/notesMaster1.xml" Id="R12ef4f641e1b41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Unit cubes, cuboid nets, multilink cubes, squared paper, rulers,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240 cubes. | Identify the three perpendicular dimensions in one unit. |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volume, cuboid, cube, length, width, height, cubic unit.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Both are 240 cm3.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240 cubes.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240 cubes..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120 cubic units..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420 cm3.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120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120 cubic units. | Volume measures space inside a solid, so multiply all three perpendicular dimensions and use cubic units.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03303b83c48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d47d15bfe4567" /><Relationship Type="http://schemas.openxmlformats.org/officeDocument/2006/relationships/slideLayout" Target="/ppt/slideLayouts/slideLayout1.xml" Id="R0d01449e789f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1449e789f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b688e2c5fc4e4f" /><Relationship Type="http://schemas.openxmlformats.org/officeDocument/2006/relationships/notesSlide" Target="/ppt/notesSlides/notesSlide1.xml" Id="Rbedc86978f6b40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77e27270df465f" /><Relationship Type="http://schemas.openxmlformats.org/officeDocument/2006/relationships/notesSlide" Target="/ppt/notesSlides/notesSlide2.xml" Id="Rf1b7dd89aaa94a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ca94d85a35492b" /><Relationship Type="http://schemas.openxmlformats.org/officeDocument/2006/relationships/notesSlide" Target="/ppt/notesSlides/notesSlide3.xml" Id="R81edabb57a854b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55166d3db4fb6" /><Relationship Type="http://schemas.openxmlformats.org/officeDocument/2006/relationships/notesSlide" Target="/ppt/notesSlides/notesSlide4.xml" Id="Rcde70c1ffea54d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1111c2caf4012" /><Relationship Type="http://schemas.openxmlformats.org/officeDocument/2006/relationships/notesSlide" Target="/ppt/notesSlides/notesSlide5.xml" Id="R438c1efc5f7f4e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5d14e2b324874" /><Relationship Type="http://schemas.openxmlformats.org/officeDocument/2006/relationships/notesSlide" Target="/ppt/notesSlides/notesSlide6.xml" Id="R71408b29345945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9635ae2cac4ed5" /><Relationship Type="http://schemas.openxmlformats.org/officeDocument/2006/relationships/image" Target="/ppt/media/image.png" Id="Rbc3897ef4d234985" /><Relationship Type="http://schemas.openxmlformats.org/officeDocument/2006/relationships/notesSlide" Target="/ppt/notesSlides/notesSlide7.xml" Id="Ref45b53c805948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5c5c05916404f" /><Relationship Type="http://schemas.openxmlformats.org/officeDocument/2006/relationships/notesSlide" Target="/ppt/notesSlides/notesSlide8.xml" Id="Rd57e76ced2da48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0a375c0ac4aae" /><Relationship Type="http://schemas.openxmlformats.org/officeDocument/2006/relationships/notesSlide" Target="/ppt/notesSlides/notesSlide9.xml" Id="R83a97fb4c3854b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bdd61de8247c9" /><Relationship Type="http://schemas.openxmlformats.org/officeDocument/2006/relationships/notesSlide" Target="/ppt/notesSlides/notesSlide10.xml" Id="R1b2a7899619a4b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3272b0a0b4bc2" /><Relationship Type="http://schemas.openxmlformats.org/officeDocument/2006/relationships/notesSlide" Target="/ppt/notesSlides/notesSlide11.xml" Id="Re058bd56ef6f47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026e9b1a1415d" /><Relationship Type="http://schemas.openxmlformats.org/officeDocument/2006/relationships/notesSlide" Target="/ppt/notesSlides/notesSlide12.xml" Id="Rf3b26ae8aa0c4f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6A640-4A9D-4B2E-984B-C01517D5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D42FD-5FC9-4B3C-A866-60DBECBE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A6412-35BD-4320-9590-C000C8D5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9DF24-504D-42D6-AE77-C5D6F992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42464-33EE-43F8-B98B-3D82A684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CB261-95A1-4CB5-B57E-6F4650C0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553F5-FDD4-404B-A048-906012A8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24CFA-7BF8-44D0-9B7B-7FF7025F4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volumes when dimensions change.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8FDB0-C1B0-4BD4-A806-EC6A1166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AEE30-799F-49BA-AC93-4F3633AA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Unit cubes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379B7-1188-4068-BB93-263CC746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345074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FB884-67F8-44F5-BC78-FF4FC4CE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42600-A2CE-4E36-9080-1361143B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56754-196E-46EC-BDC2-5C01B8B6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FF2BD-3859-4A80-B586-C7D9F1B3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56CF9-134A-43FA-868C-413E6879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630923-EE04-4AFA-B542-980133A2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6D61C-6A03-45A6-8AC0-3B97FC5B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C58D34-19C8-4121-BD42-EBC47E7C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4D1A51-2CF8-4923-A1D1-5B1F04EF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1EBB0-35BD-40DB-8D6D-3ED8AB8A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3B9A2-0EB2-4AF9-AC64-6AA76113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D396A-4565-48B4-A90C-06FDEC58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E1DA6-0F6A-4B37-9974-3934D1B9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Recognise, estimate and calculate the volume of cubes and cuboids.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15B73-DC9B-429F-BE1A-CFE3101B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231EA-FD13-4770-8C50-C61D8A39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2988E-C483-4306-8288-EBD321B7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8AE0F-2450-4176-9618-DF789FEC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box is 40 cm by 25 cm by 30 cm. How many 5 cm cubes fit exactly by volume?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503DEF-D1D7-42B8-9AEE-EA6E3EB7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68DE57-AEAD-4853-9DEB-41B313A1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8C487-0A09-432D-B7E6-43403FD0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C7E9E-C624-4F08-BD81-79F6910E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Cuboid A is 8 x 6 x 5 cm. Cuboid B is 10 x 6 x 4 cm. Compare their volumes.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6ACC1-3529-4CCF-9889-6E85BEEC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64632727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61CC8-78EF-4903-88A4-87FBD5ED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0EFFA-B08C-4B13-89DE-6C14EB65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5262E-4427-404A-82D7-074ACF6A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3CF29-620E-4449-BAE1-B8FEBDCB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C429D-383C-4D61-B522-BDF4D808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55E64-794B-4822-9598-52E5B247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8A886-A5B5-4409-B26A-4D4262FB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8F809-0FEA-4FC4-8958-33914D79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37A68-F685-40E5-9264-2D54E998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99E63-466F-435F-95A9-3FF656B6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compare volumes when dimensions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CE784-14EB-4B42-92FA-DFBCFED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C194B-90DD-4E8E-8EA6-82B82494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three perpendicular dimensions in one unit.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41F0C-5E1D-4980-A325-B3EA47CD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length by width by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F5E42-61F7-4972-A681-956D7D94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Use cubic units and compare the result with an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D6392-7BFF-42EA-A2E9-485F0724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volume  |  cuboid  |  cube  |  length  |  width  |  height  |  cubic unit</a:t>
            </a:r>
          </a:p>
        </p:txBody>
      </p:sp>
    </p:spTree>
    <p:extLst>
      <p:ext uri="{BB962C8B-B14F-4D97-AF65-F5344CB8AC3E}">
        <p14:creationId xmlns:p14="http://schemas.microsoft.com/office/powerpoint/2010/main" val="13945516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7B87A-9381-47B5-9204-CAC7DD9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6F9EE-B26D-48BF-9FD4-B2D6F3DF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C8D2D-D242-4B83-99DF-2BBB21FC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4BDB7-96E5-4583-805B-B5CA947F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64CAF0-FFDC-4BD0-A156-D89BCC1A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80AB1-E257-423A-BED7-69818A5C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3720BA-7829-4D9A-807E-B91FCBE8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21465-314E-44CB-A87B-6539088F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3ED0A-4422-4AC5-8C22-986809E7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DB537-0419-4DD3-9282-231504F3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 is 8 x 6 x 5 cm. Cuboid B is 10 x 6 x 4 cm. Compare their volumes.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3BA35-DF0A-42F4-BD82-20BC240C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8B9AD-D530-491D-B82F-63115C7F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72097-2B85-4DD4-AFBD-D564D5F5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A: 8 × 6 × 5 = 240 cm³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333F9A-3D6F-4C69-8D0F-7BBEFF08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16C1B-1FE7-40DE-96AA-C1854123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0FB0DD-59F4-47E8-B5A8-34CB503B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B: 10 × 6 × 4 = 240 cm³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3A73D-F722-4F4F-A492-D52DFE80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A5584-A062-4AB6-A49D-0A222BD7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23F5A-59AB-4740-AAC6-086C08B9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240 cm³ = 240 cm³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1BBF73-7256-4933-A510-9427660D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D3F40-D823-41CD-A739-B3893C4A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6C78A-054A-446B-80EB-8CD424D7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Both cuboids have equal volume</a:t>
            </a:r>
          </a:p>
        </p:txBody>
      </p:sp>
    </p:spTree>
    <p:extLst>
      <p:ext uri="{BB962C8B-B14F-4D97-AF65-F5344CB8AC3E}">
        <p14:creationId xmlns:p14="http://schemas.microsoft.com/office/powerpoint/2010/main" val="15737128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B9EC42-AEBA-40C0-99E7-FF0AE6F4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5A85A-89AE-4D09-A4F3-B2349B38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D138B-A64F-40D4-9414-AA53204B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8DE771-41A6-4949-9039-58A2BB74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DD12C-4D17-49B7-B92B-1E106C45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7C32B-C933-4757-A297-A322FE55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6C636-84E7-486A-BFD9-7150338E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EB75B-1120-4B54-B39D-9972F349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A03E6-A417-40B1-97C6-203287C4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86465-98F2-4FF1-A9FE-2ABCC7B8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F7A71E-C5D9-420A-B8CC-418201A3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Both are 240 cm3.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BC656-EC70-432D-B45C-76D5BA6E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17291-8FAB-457D-A48F-456A3C34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Use cubic units and compare the result with an estimate.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C1BB29-9265-4A39-AED1-4709CB72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6883492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AAF13-BB16-4A10-9551-E6544CCB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143E7-7A8A-40E0-A4F1-8A4EC716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D4D32-458C-4910-B6E6-8A896900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4383C-2A85-4D59-BCC8-F5C0C7A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5D936-DAB0-499F-87E1-8AA9639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33AFF-40CA-4A77-A354-659F9CE8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27E4C-9D68-436D-B246-CFEED8D7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E327EE-CBE0-4AC4-BBA9-99906690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B7683-13D0-498D-A09D-89AA7FAB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5C591-C3B8-4495-A2EB-BF7A7FDC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box is 40 cm by 25 cm by 30 cm. How many 5 cm cubes fit exactly by volume?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7B428-37A3-49B6-A5BE-08E2C1A7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B767A-F65C-4495-8BCB-9BE3436D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78413D-2CC3-4909-9754-9FEBBF61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15E56-55AB-4BF1-89DF-0A63AFC5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22E73-B5E7-4577-AD50-2A303931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240 cubes.</a:t>
            </a:r>
          </a:p>
        </p:txBody>
      </p:sp>
    </p:spTree>
    <p:extLst>
      <p:ext uri="{BB962C8B-B14F-4D97-AF65-F5344CB8AC3E}">
        <p14:creationId xmlns:p14="http://schemas.microsoft.com/office/powerpoint/2010/main" val="42751228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8E698-0FE6-4EDC-A88C-5D64C794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B953C-D512-42EF-9972-122CBE6D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F1168-1473-45E1-A5A1-80CEFC2F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2F799-3B1C-4AFD-B4E9-40BC18CD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F3000-81EC-4D6E-ACCF-E27C899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2B97C-7E8D-4B1B-95AA-D72EB0D3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AFC37-4E23-481D-909B-CA699036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C5616-0C8B-4523-8477-212A2C79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DADCD-F979-4CF9-9729-076765DE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897ef4d23498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7F072-FE10-4B37-87AB-22A06B0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0D26C-A1AE-42B0-8586-48847CC0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calculates the surface area or adds the three dimensions.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3B33AA-632B-400F-BF9A-23B6BA4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2166F-082A-4E3E-A367-3C965084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48FBA-5518-4475-A271-8758360C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Volume measures space inside a solid, so multiply all three perpendicular dimensions and use cubic units.</a:t>
            </a:r>
          </a:p>
        </p:txBody>
      </p:sp>
    </p:spTree>
    <p:extLst>
      <p:ext uri="{BB962C8B-B14F-4D97-AF65-F5344CB8AC3E}">
        <p14:creationId xmlns:p14="http://schemas.microsoft.com/office/powerpoint/2010/main" val="72563487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B1CA86-0B2C-4E84-805F-8727B65C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49DD2-BC2F-407F-9052-1DA2EE3F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994FD-98F3-4EC8-B57B-EE415610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EF77A-3E84-43A3-B087-70CF0A82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57694-6DE0-4A6D-8BDD-5F451C47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8C5ED-FA52-4AF7-BA15-F8097DC5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D5B01-30C1-4F14-9B76-29A4702D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162B9-8755-44AE-8D41-5C98B1DA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A99FD-E39D-4975-9188-60F9D45B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6D7F7-E198-4DC3-A4E8-431F2057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E1842-1F12-4183-85E8-2D14A5D4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4475A3-6645-4025-876B-290B7ED4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CAE87-350C-4EDE-A0C1-BF1E557F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box is 40 cm by 25 cm by 30 cm. How many 5 cm cubes fit exactly by volume?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58E20-A064-4A22-BEA4-C0D8F3A8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19E8A-2C19-4C63-B1DE-F7BF2197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899F8-A429-454E-9D9B-C37C31BE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B97EC-829E-49CD-8225-200364C1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C403E-7898-46A3-B88E-79BC4168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32CFE-3CD0-460A-A020-55FAD3FA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746B9-092C-4F6F-99FE-1BAD1ACF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FD2FC-D972-4F39-8F8C-EF3AF4C3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240 cubes.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AAF69-08AE-4DB1-BB61-C294D38A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68808248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B08BC-ABE8-462D-8831-5905318B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E8704-0A25-4B4E-9399-4117C802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0F9ED-4B8F-415B-BB1E-1ED529F3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131DB-6F59-437A-8C41-1BAAF683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B5D73-3728-4184-A103-9FA12E4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3F8A2-4500-4129-9918-D8972439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C2DA93-248A-4AE3-96E3-1985C5A5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DA4D0-6468-4C84-AA7D-67B283D4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C15D2-AD89-4E7C-AFBE-39AC499E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D0260-A889-40E9-A020-E5C508EE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34A4F-7CC7-4F26-94B9-1E3E6E41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EFF12-E35F-4582-9483-1E9B9473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75139C-40C9-4F35-A998-C1880FDE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solid has 5 layers of 24 unit cubes. What is its volume?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C93B50-E041-42D3-9C33-7196BCF86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B794B-53DF-4DD0-85E8-336EE327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70D577-ADFD-4566-ABEA-EA87AAA3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08E57-A1B2-4AF7-843E-C28264AE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D5CB5F-FB71-41B3-A9C4-9E73647F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857DC3-9E32-4C3F-A5A8-01C39E13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B24F7-4A05-4299-93FF-17462CD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26BBF-7624-4257-906D-9DC9F951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6492846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6CE69-026A-4AD1-B351-28CC083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F7085F-846E-403E-81FA-6E72A162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05724-DD5F-4C02-947F-5022C981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2146A-0019-478D-ADB5-BB4BC8C5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90160-EF43-4C4E-8060-7CF821C6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C8D05-1F16-4663-BB88-0BE2BE3A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603E9-FDF4-4DA1-B1E6-9AD5A25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F77B3-E99C-4023-BFC0-2DFFADBC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F6F9F-2BF9-47DC-814F-566C28A5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4CBFB-00C8-41FB-BA7D-ED3411AB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Find the volume of a cuboid 12 cm by 7 cm by 5 cm.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B819C-F59C-4170-B0F8-12FF5E57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2BCA4-E76B-419A-A455-19285F7A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4B8CF-26B3-49E6-B336-34600525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420 cm3.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2176947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FA00C-51D5-4CF5-9D38-EC5ABC6A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65E3C-0CB6-4E0C-8D71-862E1E9E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07FB6-02D7-4627-89ED-9BAD9AF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3E65F-6A24-4DD6-9967-D6E9958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70B5A5-B5D1-4CB0-8353-20732DD8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27816-BE84-499B-9C4A-B785F57F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D0DE4-5C45-4EBB-9D8D-1914ECE8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F3D3F-9051-41AA-8D9A-BB3AD7A2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10644-B5ED-46E5-A028-A5E26F6C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FFB02-84DF-4228-B6DC-BB76F4B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EE64B-EC84-4610-BFE8-210AB54A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B9B92-852B-4A9C-84AE-C5E7B482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solid has 5 layers of 24 unit cubes. What is its volume?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D77152-5EC7-44A4-9F6C-846487D8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9954D-FACD-48B6-A15C-3FCB81F4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002632-A27C-49CC-A521-73CBCB5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36C70-9BE3-4140-9B95-56C09730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120 cubic units.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C1377-DE61-4175-89B7-BC0F1E1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CAFEE5-9C78-49AC-BB88-0BE34AD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208007645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5A4AF-F664-4E3D-8F85-29F28F16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BB7CA-1AEA-4B1B-BF61-58D3FD66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ABD1A-7668-4A87-9387-B582DA17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8AA40-40C7-48A6-B5E7-5943E3A8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4C771-04F0-412B-B220-9ED450F3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8CD8F-BC59-46D1-94B0-9FB70D5C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2CC64-6415-467D-B71A-A683ED50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76E8D-E3D0-48F2-A74B-D83837CB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A3C74B-0AD3-42D8-B538-858DD095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Compare cuboid volumes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4F47D-EFD0-4728-8734-AA01F027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688A3-D5FB-4525-9B7A-A59CCFFB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429FD-07EA-42D4-B816-EFA9F3C0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39BB3C-7A15-41F5-9124-909FA2F6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solid has 5 layers of 24 unit cubes. What is its volume?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CA181C-222C-4FAC-A794-3F04E6E0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7AE7F-BD65-4BF5-B6D1-6B3F327D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DCE50-A1D6-44B4-9FBC-17DBA15C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94AEF-35E6-4AE8-9542-C49BDA43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calculates the surface area or adds the three dimensions.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2C005-B0BE-4156-83F4-8965AE49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D1C21-7388-469C-8C4B-95423610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CB9F2-E87F-4722-B406-E7C986E5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F0479-1EDD-496C-91E5-2F3A6982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C9534-E7B4-42A5-8C2B-3CB674CC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94095094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2026-09-09T22:13:59.8240000Z</dcterms:created>
  <dcterms:modified xsi:type="dcterms:W3CDTF">2026-09-09T22:13:59.8240000Z</dcterms:modified>
</coreProperties>
</file>