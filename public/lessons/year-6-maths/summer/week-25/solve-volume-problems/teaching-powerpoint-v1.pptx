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af0df0da57d4b7b" /><Relationship Type="http://schemas.openxmlformats.org/officeDocument/2006/relationships/extended-properties" Target="/docProps/app.xml" Id="R9fe5317cbadf4c07" /><Relationship Type="http://schemas.openxmlformats.org/officeDocument/2006/relationships/officeDocument" Target="/ppt/presentation.xml" Id="R7f8d1fe4e1ff48e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472cdd31e854bca"/>
  </p:sldMasterIdLst>
  <p:notesMasterIdLst>
    <p:notesMasterId xmlns:r="http://schemas.openxmlformats.org/officeDocument/2006/relationships" r:id="R9291b7c314d74f8a"/>
  </p:notesMasterIdLst>
  <p:sldIdLst>
    <p:sldId xmlns:r="http://schemas.openxmlformats.org/officeDocument/2006/relationships" id="256" r:id="R611a44534e53453e"/>
    <p:sldId xmlns:r="http://schemas.openxmlformats.org/officeDocument/2006/relationships" id="257" r:id="R63b672e38ea5470f"/>
    <p:sldId xmlns:r="http://schemas.openxmlformats.org/officeDocument/2006/relationships" id="258" r:id="Rfb0a3571fa184b38"/>
    <p:sldId xmlns:r="http://schemas.openxmlformats.org/officeDocument/2006/relationships" id="259" r:id="R6bd04348b6ea4bf5"/>
    <p:sldId xmlns:r="http://schemas.openxmlformats.org/officeDocument/2006/relationships" id="260" r:id="Re4a97efb87a54e1e"/>
    <p:sldId xmlns:r="http://schemas.openxmlformats.org/officeDocument/2006/relationships" id="261" r:id="R455686ee7a7f41db"/>
    <p:sldId xmlns:r="http://schemas.openxmlformats.org/officeDocument/2006/relationships" id="262" r:id="R26ae52865cf84269"/>
    <p:sldId xmlns:r="http://schemas.openxmlformats.org/officeDocument/2006/relationships" id="263" r:id="Rd78471bd3d5f426e"/>
    <p:sldId xmlns:r="http://schemas.openxmlformats.org/officeDocument/2006/relationships" id="264" r:id="Red59a28868524871"/>
    <p:sldId xmlns:r="http://schemas.openxmlformats.org/officeDocument/2006/relationships" id="265" r:id="Rdc467b9d144a4d99"/>
    <p:sldId xmlns:r="http://schemas.openxmlformats.org/officeDocument/2006/relationships" id="266" r:id="Rba29e6fabb7e4937"/>
    <p:sldId xmlns:r="http://schemas.openxmlformats.org/officeDocument/2006/relationships" id="267" r:id="R097be749e2844ae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d2ff02f749f4cda" /><Relationship Type="http://schemas.openxmlformats.org/officeDocument/2006/relationships/slideMaster" Target="/ppt/slideMasters/slideMaster1.xml" Id="R2472cdd31e854bca" /><Relationship Type="http://schemas.openxmlformats.org/officeDocument/2006/relationships/notesMaster" Target="/ppt/notesMasters/notesMaster1.xml" Id="R9291b7c314d74f8a" /><Relationship Type="http://schemas.openxmlformats.org/officeDocument/2006/relationships/presProps" Target="/ppt/presProps.xml" Id="Rd4f176d6f2b347cb" /><Relationship Type="http://schemas.openxmlformats.org/officeDocument/2006/relationships/tableStyles" Target="/ppt/tableStyles.xml" Id="R1fe4542855854389" /><Relationship Type="http://schemas.openxmlformats.org/officeDocument/2006/relationships/slide" Target="/ppt/slides/slide1.xml" Id="R611a44534e53453e" /><Relationship Type="http://schemas.openxmlformats.org/officeDocument/2006/relationships/slide" Target="/ppt/slides/slide2.xml" Id="R63b672e38ea5470f" /><Relationship Type="http://schemas.openxmlformats.org/officeDocument/2006/relationships/slide" Target="/ppt/slides/slide3.xml" Id="Rfb0a3571fa184b38" /><Relationship Type="http://schemas.openxmlformats.org/officeDocument/2006/relationships/slide" Target="/ppt/slides/slide4.xml" Id="R6bd04348b6ea4bf5" /><Relationship Type="http://schemas.openxmlformats.org/officeDocument/2006/relationships/slide" Target="/ppt/slides/slide5.xml" Id="Re4a97efb87a54e1e" /><Relationship Type="http://schemas.openxmlformats.org/officeDocument/2006/relationships/slide" Target="/ppt/slides/slide6.xml" Id="R455686ee7a7f41db" /><Relationship Type="http://schemas.openxmlformats.org/officeDocument/2006/relationships/slide" Target="/ppt/slides/slide7.xml" Id="R26ae52865cf84269" /><Relationship Type="http://schemas.openxmlformats.org/officeDocument/2006/relationships/slide" Target="/ppt/slides/slide8.xml" Id="Rd78471bd3d5f426e" /><Relationship Type="http://schemas.openxmlformats.org/officeDocument/2006/relationships/slide" Target="/ppt/slides/slide9.xml" Id="Red59a28868524871" /><Relationship Type="http://schemas.openxmlformats.org/officeDocument/2006/relationships/slide" Target="/ppt/slides/slide10.xml" Id="Rdc467b9d144a4d99" /><Relationship Type="http://schemas.openxmlformats.org/officeDocument/2006/relationships/slide" Target="/ppt/slides/slide11.xml" Id="Rba29e6fabb7e4937" /><Relationship Type="http://schemas.openxmlformats.org/officeDocument/2006/relationships/slide" Target="/ppt/slides/slide12.xml" Id="R097be749e2844ae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bbce6a03325475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dbe4eb59c2e45e9" /><Relationship Type="http://schemas.openxmlformats.org/officeDocument/2006/relationships/notesMaster" Target="/ppt/notesMasters/notesMaster1.xml" Id="R943ffd792f74490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dbc5dcea5e0433b" /><Relationship Type="http://schemas.openxmlformats.org/officeDocument/2006/relationships/notesMaster" Target="/ppt/notesMasters/notesMaster1.xml" Id="R5ab733447eb94a7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8dfab218c334721" /><Relationship Type="http://schemas.openxmlformats.org/officeDocument/2006/relationships/notesMaster" Target="/ppt/notesMasters/notesMaster1.xml" Id="Re71f8c925a9e442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bf4786eeb2a4513" /><Relationship Type="http://schemas.openxmlformats.org/officeDocument/2006/relationships/notesMaster" Target="/ppt/notesMasters/notesMaster1.xml" Id="R777a9a086323446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c009a3c4ddf42f2" /><Relationship Type="http://schemas.openxmlformats.org/officeDocument/2006/relationships/notesMaster" Target="/ppt/notesMasters/notesMaster1.xml" Id="R7bfe8d4ebf844f3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e139380b7ff4b02" /><Relationship Type="http://schemas.openxmlformats.org/officeDocument/2006/relationships/notesMaster" Target="/ppt/notesMasters/notesMaster1.xml" Id="Rfb9246950ad04f2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d65203e6051460c" /><Relationship Type="http://schemas.openxmlformats.org/officeDocument/2006/relationships/notesMaster" Target="/ppt/notesMasters/notesMaster1.xml" Id="R919866346ad94fb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0d49de6062d46e8" /><Relationship Type="http://schemas.openxmlformats.org/officeDocument/2006/relationships/notesMaster" Target="/ppt/notesMasters/notesMaster1.xml" Id="R50d99d3fb9f34a6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2c027783f114725" /><Relationship Type="http://schemas.openxmlformats.org/officeDocument/2006/relationships/notesMaster" Target="/ppt/notesMasters/notesMaster1.xml" Id="R1c41c562ce0643d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6d304593bd34cd1" /><Relationship Type="http://schemas.openxmlformats.org/officeDocument/2006/relationships/notesMaster" Target="/ppt/notesMasters/notesMaster1.xml" Id="R910f481c3f234ed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ac3460efe7d4b6c" /><Relationship Type="http://schemas.openxmlformats.org/officeDocument/2006/relationships/notesMaster" Target="/ppt/notesMasters/notesMaster1.xml" Id="R72727917e479443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755b70a52cf471a" /><Relationship Type="http://schemas.openxmlformats.org/officeDocument/2006/relationships/notesMaster" Target="/ppt/notesMasters/notesMaster1.xml" Id="R55d87455dcdd45a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Unit cubes, cuboid nets, multilink cubes, squared paper, rulers,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120 cubic units. | Identify the three perpendicular dimensions in one unit. | Volume measures space inside a solid, so multiply all three perpendicular dimensions and use cubic units.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volume, cuboid, cube, length, width, height, cubic unit.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then reveal each mathematical change one click at a time. Point to the numbers and operation that changed before moving to the next line. Final answer: 240 cubes.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120 cubic units.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Volume measures space inside a solid, so multiply all three perpendicular dimensions and use cubic units.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120 cubic units..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420 cm3..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6 cm.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420 cm3.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420 cm3. | Volume measures space inside a solid, so multiply all three perpendicular dimensions and use cubic units.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79852438a8428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8525189dca64b06" /><Relationship Type="http://schemas.openxmlformats.org/officeDocument/2006/relationships/slideLayout" Target="/ppt/slideLayouts/slideLayout1.xml" Id="Rad7e003a4f324d2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d7e003a4f324d2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16e0d4844b494f" /><Relationship Type="http://schemas.openxmlformats.org/officeDocument/2006/relationships/notesSlide" Target="/ppt/notesSlides/notesSlide1.xml" Id="R0643e88a41644e3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813611cb7c464c" /><Relationship Type="http://schemas.openxmlformats.org/officeDocument/2006/relationships/notesSlide" Target="/ppt/notesSlides/notesSlide2.xml" Id="Rfda89607646642f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cb0baf69e7456b" /><Relationship Type="http://schemas.openxmlformats.org/officeDocument/2006/relationships/notesSlide" Target="/ppt/notesSlides/notesSlide3.xml" Id="Rde2e4234e2be488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c3d1b071454b62" /><Relationship Type="http://schemas.openxmlformats.org/officeDocument/2006/relationships/notesSlide" Target="/ppt/notesSlides/notesSlide4.xml" Id="R38423af2dd2f400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a1fb017b724603" /><Relationship Type="http://schemas.openxmlformats.org/officeDocument/2006/relationships/notesSlide" Target="/ppt/notesSlides/notesSlide5.xml" Id="R5431c5d115dc489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ce6d3e25e64606" /><Relationship Type="http://schemas.openxmlformats.org/officeDocument/2006/relationships/notesSlide" Target="/ppt/notesSlides/notesSlide6.xml" Id="Rb15dd13f356d489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5e2842758e47bf" /><Relationship Type="http://schemas.openxmlformats.org/officeDocument/2006/relationships/image" Target="/ppt/media/image.png" Id="Raa7c1f806bc04561" /><Relationship Type="http://schemas.openxmlformats.org/officeDocument/2006/relationships/notesSlide" Target="/ppt/notesSlides/notesSlide7.xml" Id="R51d8987aa2094da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16163169c54265" /><Relationship Type="http://schemas.openxmlformats.org/officeDocument/2006/relationships/notesSlide" Target="/ppt/notesSlides/notesSlide8.xml" Id="R15eed45e0e814e2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1b41fb6bf94763" /><Relationship Type="http://schemas.openxmlformats.org/officeDocument/2006/relationships/notesSlide" Target="/ppt/notesSlides/notesSlide9.xml" Id="R307c7c5a98814a0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287b4d568f455e" /><Relationship Type="http://schemas.openxmlformats.org/officeDocument/2006/relationships/notesSlide" Target="/ppt/notesSlides/notesSlide10.xml" Id="Rc2ea17744afb470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d14983211d4a79" /><Relationship Type="http://schemas.openxmlformats.org/officeDocument/2006/relationships/notesSlide" Target="/ppt/notesSlides/notesSlide11.xml" Id="Rca8f28bb8629427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e9fb3fbeaf4c18" /><Relationship Type="http://schemas.openxmlformats.org/officeDocument/2006/relationships/notesSlide" Target="/ppt/notesSlides/notesSlide12.xml" Id="R57c23d8103934e0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E34D3A-3751-40C6-8D88-F9781ADB8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8B4ED0-06A8-4656-B2C9-6307B02CE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938131-473C-4C92-9C43-90696AE15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B2963D-42F2-47C3-AF22-D8EA2B67B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A88290-0FEC-4051-9F65-9908FB230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volume problems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944785-1089-4812-9D66-538033085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47CC3E-A51C-4691-86AE-E68FC68B7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A35FA1-07F0-4BB3-A529-CA8F1A04A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multi-step problems involving cuboid volume.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3CE17E-13C7-4993-90E3-7327C7EC8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ED83FA-F4BB-4DFD-8CFE-F17B1D56D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Unit cubes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BDFCEF-A7CB-41BC-8582-21C869206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33203356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1EBC84-1644-4D78-8835-B70A06538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4987CE-06CE-4CE9-8B1F-C436CDB42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8AFC80-94F5-43F5-B6F9-C97F82603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8549FB-336D-47B5-9039-BAEF1689E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A9ED8B-F12A-4517-81DC-F5506EF84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6DA7D1-5AD4-4668-9646-56E74DEBA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62691C-2EFC-43FC-8292-14C37CCDA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E09644-D508-47F5-947D-298E48696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EFD8A9-4A75-4756-9DD9-A514E6C04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volume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33994A-A51D-4B10-AB75-00612AB61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F02151-05E3-4B21-B44A-692AD5E8C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443E8A-65F0-4A85-BA06-57F79A63C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D36579-489C-4853-8481-A45B4FB3D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Recognise, estimate and calculate the volume of cubes and cuboids.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A16DF3-910A-4447-931F-26E211528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3E577B-94E5-4003-B18C-2FCAC3C63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024AA0-8402-4F2A-9189-51CA96D3B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1A5169-10CC-41B2-8E0D-1D912A78C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solid has 5 layers of 24 unit cubes. What is its volume?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62A72B-682A-4FB5-B566-DDCCEA8F2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48D798-A7E2-4E01-B552-73B405D43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825758-6923-4850-8CFE-B231EF159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30EF267-9C1D-44B4-9624-11846258B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box is 40 cm by 25 cm by 30 cm. How many 5 cm cubes fit exactly by volume?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26152D0-4A87-4C11-8775-9EF5D4DC1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28212440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F33F37-F95A-448B-A02D-1B8023594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66EDF4-E083-4DC7-A006-DC7DD1575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0C2625-87C6-4BC4-A321-69A8FBEDB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98E0E6-E2FA-45DA-AA38-FDF599864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C46307-5331-45FD-9EFE-798C9F861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09ABEB-918D-4C76-A40D-C159D3C16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09D1EE-FF47-4BAD-9F29-0E1C67A3E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CB7FA8-2D1F-4F3A-85AC-0A9EB0A44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5B9B7C-FC3C-4E21-8512-608FAB766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volume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127FB2-5AD8-4604-94A9-72E05C4D6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multi-step problems involving cuboid volume.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477DDB-A59D-4274-A78B-22487ECD5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2590F1-352B-4D13-91EC-5AAC84BC0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the three perpendicular dimensions in one unit.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1F20AD-295D-4C34-8A86-7356A1F4F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Multiply length by width by height.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3F3248-3F91-40B9-A8A2-E78527472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Use cubic units and compare the result with an estimate.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D25554-27FE-43CB-AEA3-1FEB5535F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volume  |  cuboid  |  cube  |  length  |  width  |  height  |  cubic unit</a:t>
            </a:r>
          </a:p>
        </p:txBody>
      </p:sp>
    </p:spTree>
    <p:extLst>
      <p:ext uri="{BB962C8B-B14F-4D97-AF65-F5344CB8AC3E}">
        <p14:creationId xmlns:p14="http://schemas.microsoft.com/office/powerpoint/2010/main" val="195181642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91222FE-3755-4AA0-A1A3-5CFE44C9F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203E0D-BBF6-4BB4-9329-041E3E239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FBEC5B-5CFA-4FD4-B971-BA8EB9C21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3584A1-F813-403A-B034-0E5979334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D424AE-00C1-459F-B413-04E246111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2F3842-050D-4D2A-897C-4B7784383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9ADBD8-CDF0-4711-A5D6-FC9776168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B44CB0-B134-40FA-9739-026C43C00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59F4C9-EAF8-47FD-A6DB-B098FFED4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volume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C83973-BEB1-448B-A56F-25EED9674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box is 40 cm by 25 cm by 30 cm. How many 5 cm cubes fit exactly by volume?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AA4E84-E78C-468A-A9CD-8B96DAE32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81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D7BB23-C9D3-449F-9F64-1F38361AD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0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34BCC9-1EBE-4C35-997F-FA084B9C6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Large box volume = 40 × 25 × 30 = 30,000 cm³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5B7126-7218-4A35-98FC-ABC7782EB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432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295CEA-85D8-45F0-882E-6540143DE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765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194580-2859-4794-9E88-880C4B039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908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One cube volume = 5 × 5 × 5 = 125 cm³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E2BB39-E6C4-4788-8E31-A7C48DD27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195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DE8017-B4AB-4A99-BB66-10E078E04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528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D79BC3-E7DB-4327-94E9-AF46D4BDD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671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30,000 ÷ 125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1564D3-435C-4C61-AF10-2C13AEA7C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6958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4B774B6-8580-479C-9492-29625B38A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291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63196F-98D6-411C-B262-ECF15FC78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434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240 cubes</a:t>
            </a:r>
          </a:p>
        </p:txBody>
      </p:sp>
    </p:spTree>
    <p:extLst>
      <p:ext uri="{BB962C8B-B14F-4D97-AF65-F5344CB8AC3E}">
        <p14:creationId xmlns:p14="http://schemas.microsoft.com/office/powerpoint/2010/main" val="27352379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A78B4D-751A-4273-B629-A1A6F8712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CD2B70-886A-448C-BE64-DA1353D83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875829-B3B1-45AE-B71A-98CC911B7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7B83EA-7CC8-4919-82B9-E1BDAFFF2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0AB0D2-17E4-40DF-9CE8-712319353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7A19B1-108A-4468-A662-74F85E573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A919A8-7DA3-477B-A577-7A9DD6DC6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B85BBC-FDEA-4EF8-8772-DE08E4B3B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8A95D3-F612-4B0C-AAA3-68F2846AD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volume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A2CA06-8EBB-4495-9AAB-E5DC7C337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7B34EB-DA4D-4446-A472-B46AA7728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240 cubes.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75EB5A-D58B-4330-9F34-E4E65CE46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FC8D3F-312B-4EF6-8BC4-A81FF740C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Use cubic units and compare the result with an estimate.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7443A3-4157-4118-8A40-485122940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63384218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692459-CB81-4E6D-BD99-3F529BF1D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B272EB-C680-462D-93EB-EE60259D2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815E5C-8EAC-45AA-B530-B94315EE4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6A69ED-E122-4554-979D-35D820DF8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3579E9-0356-464A-A9A7-3D5C3F7C5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08FA17-3283-4E19-9EF2-8052844AA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45E28F-EE08-4CC3-B6E1-DA7A7858D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7A2409-A17F-48CD-BAC7-E90DCFE65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C750DF-4BC9-4671-8C85-AF0BA2A4A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volume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B31C3D-769B-47DD-987A-26C1B8505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solid has 5 layers of 24 unit cubes. What is its volume?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F3F1E1-71C2-4E13-896A-20095EB02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5CBC62-2B14-4632-902E-D1F02E250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34156A-6EF2-415B-9658-A0B02A3F5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F16303-E832-4C08-935F-DABB386DC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BE3688-5257-4130-9014-FDC9B73D6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120 cubic units.</a:t>
            </a:r>
          </a:p>
        </p:txBody>
      </p:sp>
    </p:spTree>
    <p:extLst>
      <p:ext uri="{BB962C8B-B14F-4D97-AF65-F5344CB8AC3E}">
        <p14:creationId xmlns:p14="http://schemas.microsoft.com/office/powerpoint/2010/main" val="147351226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AE32C4-1032-4689-8D69-E1EBF81C9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E85928-45B9-4C31-AF7E-A5340D7BF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250A40-4226-408F-91D1-4A14F7C3E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91ECB2-A2CA-472C-B5A8-C56441211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A2E122-3F8F-4E45-8C19-962D51629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7CE9D9-D28B-4C40-9EEE-8653DB242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9B94D4-7DB8-43D7-B48D-EFA40FE22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05E9DC-22FD-4DBA-8AEE-6C06E318A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422182-29C8-4698-8442-8E51314B7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volume problems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7c1f806bc04561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9E9E63-FB4A-4774-BF3C-4EB87EDCE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CBBE99-D7BF-42B5-BB7D-C722F5A0A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calculates the surface area or adds the three dimensions.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84E99D-8352-4B49-A075-C8E18B217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A4FA08-C29F-4652-B05D-2B1E15266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A893AA-50A3-440F-BB54-533620E4A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Volume measures space inside a solid, so multiply all three perpendicular dimensions and use cubic units.</a:t>
            </a:r>
          </a:p>
        </p:txBody>
      </p:sp>
    </p:spTree>
    <p:extLst>
      <p:ext uri="{BB962C8B-B14F-4D97-AF65-F5344CB8AC3E}">
        <p14:creationId xmlns:p14="http://schemas.microsoft.com/office/powerpoint/2010/main" val="75401554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C33A12F-56AA-4275-A0C5-8E1922CF3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25B610-BB83-4C19-8365-099178345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DBEFCD-FACC-4490-83F6-C94F28752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00C021-798A-4AB8-BD1F-11F2E16D0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06BB2C-93EE-4D83-980A-A154179BC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670C99-451C-432F-AC8A-0E74877EE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96B82E-0CDF-4491-B864-9A1D60DB4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2342C3-84B5-4D26-9311-E11CF2F7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E31A90-A945-4935-BE4C-6098B3F22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volume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5C9AB9-94D2-4088-960E-9C23EA573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AE16D3-B332-42E4-AE37-A5D3B388F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789C16-B9A5-4C98-B275-B36614F75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78FDFB-C7B9-46A3-9F45-3AADF1747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solid has 5 layers of 24 unit cubes. What is its volume?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D54488-016B-46F5-A6D6-8DC7591CB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DBB8E8-89A5-43AD-ACD4-682E1F25B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E1DDD5-A6E2-4270-AC2D-6AAC80E3F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CD8AFD-B1F5-4EBD-A285-9491AEFD9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B22D98-12BF-4B2B-8568-2CD3C428C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2474D2-06F0-48A8-93ED-7B6CD0C6D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420CA0E-1337-4E42-BD08-602EA3114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7384B29-54C7-405E-AAA1-A56A33DD9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120 cubic units.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D69346A-320E-4C80-A900-19042B04A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33693974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22EC625-6163-4B6E-99E7-4D565D7CA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9FAD06-850D-4DDA-8177-DF1297D59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D4EB47-A253-4C93-8619-4224A25E2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95674E-52AB-412D-BB35-0AB99CBA8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80ECA2-3029-47C3-87B1-4AE3ED6A6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B80CC0-3ECF-4198-AFF6-15E34E667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6579A9-1AA6-46EB-B218-FB5EF3035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A1F88E-12DE-44F9-872E-BB794C8C7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3CE4BE-E716-45E2-9173-E1900CFDC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volume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37E565-CF2A-44A0-9A2F-BBA1AF299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2E54FB-BBAF-4DFB-B430-FB99A9228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51AE7E-94B1-438D-B178-7D4AA7E8C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33DDA8-B431-4AFD-9344-DF5CA8CA6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volume of a cuboid 12 cm by 7 cm by 5 cm.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4AF2A3-6DA0-46B3-BB30-2E888AE8D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640D4F-9AE0-4F19-A33E-7D468234C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3FA6D9-9B6A-4243-AB14-DDDE5061D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49536A-9699-4A51-B441-C750A6EB6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0DC1D4-2086-4847-BAA8-1D18F911D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648BE8A-B2E7-4A77-BF5F-0791F8D16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C11DD6-045D-49F7-A26E-6D68AF299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FE030E2-BBFC-4237-BD69-5F71732D3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74156127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5ADB8F-5959-43BC-92C1-46142E64E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6B94BC-79B1-4E11-AA27-D508C35E7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52763C-3134-491E-88A5-424827C02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FFA993-81B6-4B83-A0A2-672E7C499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B6C33C-6811-4631-8345-1D0A8C3C6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D5035A-2998-496C-9B72-06683A2EC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C66369-CDBE-4945-8D87-1AF257366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AC713E-9267-4CB2-98A1-2B60B5369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1BD01C-1BF5-41D5-904D-5854EE4BA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volume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123E6A-5AEA-4A93-B057-FE7072A67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A cuboid has volume 360 cm3, length 12 cm and width 5 cm. Find its height.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D3276C-DEE8-4793-A8C2-DCA15560D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BB3CAC-00B6-4593-9257-F74EA010B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1435DB-B91D-4ADE-B175-F4C5466DE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6 cm.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65304502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B12585-4F6F-4C23-90FA-A5FABC59A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CF6CD6-5898-4D8B-90B3-6C4C86F7F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9A24D7-E785-44CB-86D3-AEF7DAFF3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3C6419-BD15-468C-982D-FB9246008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6FD82D-2477-42FD-9328-2F0B3449E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062B80-C97A-42B3-AF61-5A6E27B38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83AD38-C85D-4919-B37D-B19A1C945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47FC05-B6B3-45DB-93C6-ECC461706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EFC0A7-F8A4-4FCF-8677-4982F28AE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volume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CD1205-5380-4D11-8431-17491DBDB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807A07-056D-4FA5-B56B-B2DD12931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CC2066-6D31-4A69-88BF-F0CF61901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volume of a cuboid 12 cm by 7 cm by 5 cm.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6862A7-E752-48C6-94CB-5652ADDF5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46D7F8-F33F-4403-908A-AD4154531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9F6E97-CE8C-4336-A790-3E637AA00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5AC1B8-63F8-4C45-ACE0-C9E579684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420 cm3.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4D334D-79C5-483B-AC00-9A15EC5C7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B09D18-5DD4-4A70-A3A6-ED08F726B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84916670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1DB85A5-5811-4A5D-BEC0-97DEAF1DA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84DDEC-C3CC-4764-A550-55AA5BBB4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F9A2FF-707A-4081-A97B-5AE1764D4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3CD80E-59FA-445F-8AF1-2CDCD070B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8A2720-BE8F-4F13-AABA-CE7BF4076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05EA0F-C725-4974-8F61-A458D6F3D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00F6FD-7A8A-407C-AF0E-D3DDC1EFD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1BBA58-A437-413D-B934-133BEA80A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AAC5FF-D85F-4DB3-B77C-4555B28FA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volume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CD948D-3537-45BB-BC81-802D184BF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8CF107-BFAC-4CAD-8264-6285FA9C8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657050-341E-4697-8F68-7EBD3D838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4DC79D-7EE6-4558-9C9C-993C1890D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volume of a cuboid 12 cm by 7 cm by 5 cm.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957B38-152D-47B3-B3F4-038982425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7ED196-6AC5-469D-9D52-88D719190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124D83-E897-4762-AD34-F1D895D6E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975C81-EE61-415A-9999-8DD42794A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calculates the surface area or adds the three dimensions.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7EDC51-E0E9-4917-80BD-95D4F65E8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2BF52A-BE4C-4D8F-BE08-5F179DF35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AF48C0-2DDF-48CE-BE2B-D86E5CC1B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F4CF6BD-488D-4EC3-A292-628DDEA13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3FAD35-D705-4885-A6FB-A8FA45CDF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9208338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2026-09-09T22:14:01.0060000Z</dcterms:created>
  <dcterms:modified xsi:type="dcterms:W3CDTF">2026-09-09T22:14:01.0060000Z</dcterms:modified>
</coreProperties>
</file>