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32a954dca54a05" /><Relationship Type="http://schemas.openxmlformats.org/officeDocument/2006/relationships/extended-properties" Target="/docProps/app.xml" Id="R4b651bb0f41b4d2b" /><Relationship Type="http://schemas.openxmlformats.org/officeDocument/2006/relationships/officeDocument" Target="/ppt/presentation.xml" Id="Rbb693cedcc0f40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7fb5fb848e48dd"/>
  </p:sldMasterIdLst>
  <p:notesMasterIdLst>
    <p:notesMasterId xmlns:r="http://schemas.openxmlformats.org/officeDocument/2006/relationships" r:id="Rb2669dccfa954723"/>
  </p:notesMasterIdLst>
  <p:sldIdLst>
    <p:sldId xmlns:r="http://schemas.openxmlformats.org/officeDocument/2006/relationships" id="256" r:id="R9d31ccacc2084103"/>
    <p:sldId xmlns:r="http://schemas.openxmlformats.org/officeDocument/2006/relationships" id="257" r:id="R4e7db4cf1d2d4f0d"/>
    <p:sldId xmlns:r="http://schemas.openxmlformats.org/officeDocument/2006/relationships" id="258" r:id="R3af51fb81fad41a1"/>
    <p:sldId xmlns:r="http://schemas.openxmlformats.org/officeDocument/2006/relationships" id="259" r:id="R0df647f85ebf4602"/>
    <p:sldId xmlns:r="http://schemas.openxmlformats.org/officeDocument/2006/relationships" id="260" r:id="R986ab866d3e84088"/>
    <p:sldId xmlns:r="http://schemas.openxmlformats.org/officeDocument/2006/relationships" id="261" r:id="Rddc13a2403ad48db"/>
    <p:sldId xmlns:r="http://schemas.openxmlformats.org/officeDocument/2006/relationships" id="262" r:id="Rff48109430bc4d39"/>
    <p:sldId xmlns:r="http://schemas.openxmlformats.org/officeDocument/2006/relationships" id="263" r:id="R84129045f562426d"/>
    <p:sldId xmlns:r="http://schemas.openxmlformats.org/officeDocument/2006/relationships" id="264" r:id="Rc3a7d26075534e7b"/>
    <p:sldId xmlns:r="http://schemas.openxmlformats.org/officeDocument/2006/relationships" id="265" r:id="Rca5706c5afe64caf"/>
    <p:sldId xmlns:r="http://schemas.openxmlformats.org/officeDocument/2006/relationships" id="266" r:id="R2a07355582904e61"/>
    <p:sldId xmlns:r="http://schemas.openxmlformats.org/officeDocument/2006/relationships" id="267" r:id="Rdbb780c2865347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f2f168497f43e3" /><Relationship Type="http://schemas.openxmlformats.org/officeDocument/2006/relationships/slideMaster" Target="/ppt/slideMasters/slideMaster1.xml" Id="R3d7fb5fb848e48dd" /><Relationship Type="http://schemas.openxmlformats.org/officeDocument/2006/relationships/notesMaster" Target="/ppt/notesMasters/notesMaster1.xml" Id="Rb2669dccfa954723" /><Relationship Type="http://schemas.openxmlformats.org/officeDocument/2006/relationships/presProps" Target="/ppt/presProps.xml" Id="Rb488ed41d7104f5e" /><Relationship Type="http://schemas.openxmlformats.org/officeDocument/2006/relationships/tableStyles" Target="/ppt/tableStyles.xml" Id="Rd263d7b4f5bf4ed1" /><Relationship Type="http://schemas.openxmlformats.org/officeDocument/2006/relationships/slide" Target="/ppt/slides/slide1.xml" Id="R9d31ccacc2084103" /><Relationship Type="http://schemas.openxmlformats.org/officeDocument/2006/relationships/slide" Target="/ppt/slides/slide2.xml" Id="R4e7db4cf1d2d4f0d" /><Relationship Type="http://schemas.openxmlformats.org/officeDocument/2006/relationships/slide" Target="/ppt/slides/slide3.xml" Id="R3af51fb81fad41a1" /><Relationship Type="http://schemas.openxmlformats.org/officeDocument/2006/relationships/slide" Target="/ppt/slides/slide4.xml" Id="R0df647f85ebf4602" /><Relationship Type="http://schemas.openxmlformats.org/officeDocument/2006/relationships/slide" Target="/ppt/slides/slide5.xml" Id="R986ab866d3e84088" /><Relationship Type="http://schemas.openxmlformats.org/officeDocument/2006/relationships/slide" Target="/ppt/slides/slide6.xml" Id="Rddc13a2403ad48db" /><Relationship Type="http://schemas.openxmlformats.org/officeDocument/2006/relationships/slide" Target="/ppt/slides/slide7.xml" Id="Rff48109430bc4d39" /><Relationship Type="http://schemas.openxmlformats.org/officeDocument/2006/relationships/slide" Target="/ppt/slides/slide8.xml" Id="R84129045f562426d" /><Relationship Type="http://schemas.openxmlformats.org/officeDocument/2006/relationships/slide" Target="/ppt/slides/slide9.xml" Id="Rc3a7d26075534e7b" /><Relationship Type="http://schemas.openxmlformats.org/officeDocument/2006/relationships/slide" Target="/ppt/slides/slide10.xml" Id="Rca5706c5afe64caf" /><Relationship Type="http://schemas.openxmlformats.org/officeDocument/2006/relationships/slide" Target="/ppt/slides/slide11.xml" Id="R2a07355582904e61" /><Relationship Type="http://schemas.openxmlformats.org/officeDocument/2006/relationships/slide" Target="/ppt/slides/slide12.xml" Id="Rdbb780c2865347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13a0db5deb40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6fdef2646746fe" /><Relationship Type="http://schemas.openxmlformats.org/officeDocument/2006/relationships/notesMaster" Target="/ppt/notesMasters/notesMaster1.xml" Id="Rd9ed4d9ab1af4b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46569f59a644c6" /><Relationship Type="http://schemas.openxmlformats.org/officeDocument/2006/relationships/notesMaster" Target="/ppt/notesMasters/notesMaster1.xml" Id="R86697fefdc7d4a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3c05208d4946ef" /><Relationship Type="http://schemas.openxmlformats.org/officeDocument/2006/relationships/notesMaster" Target="/ppt/notesMasters/notesMaster1.xml" Id="Re0ca318029704f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9d42781dcb4744" /><Relationship Type="http://schemas.openxmlformats.org/officeDocument/2006/relationships/notesMaster" Target="/ppt/notesMasters/notesMaster1.xml" Id="Rb87475251b0a4e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6474fa6fff4ecd" /><Relationship Type="http://schemas.openxmlformats.org/officeDocument/2006/relationships/notesMaster" Target="/ppt/notesMasters/notesMaster1.xml" Id="R6b6fca04041c40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5c79a64a4e4cd0" /><Relationship Type="http://schemas.openxmlformats.org/officeDocument/2006/relationships/notesMaster" Target="/ppt/notesMasters/notesMaster1.xml" Id="Rb91f13f0968c452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f5d4b8dc634a77" /><Relationship Type="http://schemas.openxmlformats.org/officeDocument/2006/relationships/notesMaster" Target="/ppt/notesMasters/notesMaster1.xml" Id="Rd3d8b1aac94a433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cac6e900e24930" /><Relationship Type="http://schemas.openxmlformats.org/officeDocument/2006/relationships/notesMaster" Target="/ppt/notesMasters/notesMaster1.xml" Id="Rc6194eeac87740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3545f0e0c9a4e78" /><Relationship Type="http://schemas.openxmlformats.org/officeDocument/2006/relationships/notesMaster" Target="/ppt/notesMasters/notesMaster1.xml" Id="R6550fba8f6f74cf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d430598c984326" /><Relationship Type="http://schemas.openxmlformats.org/officeDocument/2006/relationships/notesMaster" Target="/ppt/notesMasters/notesMaster1.xml" Id="Ra3862a4f0da64bd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24f27758b034760" /><Relationship Type="http://schemas.openxmlformats.org/officeDocument/2006/relationships/notesMaster" Target="/ppt/notesMasters/notesMaster1.xml" Id="R1ca0fad1991d49b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3dea1deb204f8f" /><Relationship Type="http://schemas.openxmlformats.org/officeDocument/2006/relationships/notesMaster" Target="/ppt/notesMasters/notesMaster1.xml" Id="R4b3f1b2f05134f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Unit cubes, cuboid nets, multilink cubes, squared paper,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120 cubic units. | Identify the three perpendicular dimensions in one unit. | Volume measures space inside a solid, so multiply all three perpendicular dimensions and use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volume, cuboid, cube, length, width, height, cubic unit.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240 cubes.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120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Volume measures space inside a solid, so multiply all three perpendicular dimensions and use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120 cubic units..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420 cm3..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 cm.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420 cm3.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420 cm3. | Volume measures space inside a solid, so multiply all three perpendicular dimensions and use cubic units.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c6e95efd214c6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9ef097cdc94ed3" /><Relationship Type="http://schemas.openxmlformats.org/officeDocument/2006/relationships/slideLayout" Target="/ppt/slideLayouts/slideLayout1.xml" Id="R58d83ad3a92840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d83ad3a92840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69d082312489f" /><Relationship Type="http://schemas.openxmlformats.org/officeDocument/2006/relationships/notesSlide" Target="/ppt/notesSlides/notesSlide1.xml" Id="Rfb49c8fda5364e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ea5d289b5e4f47" /><Relationship Type="http://schemas.openxmlformats.org/officeDocument/2006/relationships/notesSlide" Target="/ppt/notesSlides/notesSlide2.xml" Id="Rfe97f157b9af43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d84e01360d4501" /><Relationship Type="http://schemas.openxmlformats.org/officeDocument/2006/relationships/notesSlide" Target="/ppt/notesSlides/notesSlide3.xml" Id="R965bf565eb2d4b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4fa1a6d1b4fd2" /><Relationship Type="http://schemas.openxmlformats.org/officeDocument/2006/relationships/notesSlide" Target="/ppt/notesSlides/notesSlide4.xml" Id="R4301ef07b08141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ac85e8bce4829" /><Relationship Type="http://schemas.openxmlformats.org/officeDocument/2006/relationships/notesSlide" Target="/ppt/notesSlides/notesSlide5.xml" Id="Ree3cb475c2cf46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c44dada5d4d91" /><Relationship Type="http://schemas.openxmlformats.org/officeDocument/2006/relationships/notesSlide" Target="/ppt/notesSlides/notesSlide6.xml" Id="Ra20509df906941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4e18ff7ebf4e7c" /><Relationship Type="http://schemas.openxmlformats.org/officeDocument/2006/relationships/image" Target="/ppt/media/image.png" Id="Rfaa7bb25144c45dc" /><Relationship Type="http://schemas.openxmlformats.org/officeDocument/2006/relationships/notesSlide" Target="/ppt/notesSlides/notesSlide7.xml" Id="Rdc41f86d0d334f5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d2dec06ec1486f" /><Relationship Type="http://schemas.openxmlformats.org/officeDocument/2006/relationships/notesSlide" Target="/ppt/notesSlides/notesSlide8.xml" Id="R97574e91b09b43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02fe1366674822" /><Relationship Type="http://schemas.openxmlformats.org/officeDocument/2006/relationships/notesSlide" Target="/ppt/notesSlides/notesSlide9.xml" Id="R97dcad0d753a4a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749d0fc1345ac" /><Relationship Type="http://schemas.openxmlformats.org/officeDocument/2006/relationships/notesSlide" Target="/ppt/notesSlides/notesSlide10.xml" Id="R8c896f40186d43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2a47afe244b93" /><Relationship Type="http://schemas.openxmlformats.org/officeDocument/2006/relationships/notesSlide" Target="/ppt/notesSlides/notesSlide11.xml" Id="R2510b2338baa41f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add9aa90004848" /><Relationship Type="http://schemas.openxmlformats.org/officeDocument/2006/relationships/notesSlide" Target="/ppt/notesSlides/notesSlide12.xml" Id="R68400fa38e4f4d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B87423-1EA3-4F4A-97CA-B8F62261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76514-CB36-45F4-A874-9E449F60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145FB-BEE9-438D-8205-EB0BA0E8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64297-5504-4F91-B4D0-527D8734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B089DA-F463-4A79-8330-7139F6B0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E855E-3A68-4129-9338-7AB4B8E6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F3D85-D143-4F77-9574-934D9755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FE05A-D239-416B-BF89-C7FDB1A6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involving cuboid volume.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62943F-EC96-4312-A7B2-7B203672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A12CBF-4ECB-41E7-99EC-B6CE6F51B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Unit cubes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692EB-62ED-4018-878E-1B2FC3B4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366664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ABC1AB-7BE8-4515-8F94-3427E23B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0F3062-1E3A-4328-9AEA-03FC7C1A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A45008-DFE5-4BAE-9A58-0A42A4E3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7C1B6-8C31-4376-8E03-8EC31FCD1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1E793-9B55-4632-99E6-E2911668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40286-7ACB-4E27-A9BA-B8F8D676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15A70-C18E-4ADF-8FF7-BF5C1824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AED39F-3760-439B-BEA4-32D0AB45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1C029B-AFF9-4E7D-A2BD-D17CE702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49EDE6-0EB0-4D08-9DC5-E3E878DE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9AFF2B-FD19-49AA-A707-63BDC63D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E22201-6FB1-40C5-BD57-1D05A583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F9F187-B110-42B9-AD93-C76515C0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Recognise, estimate and calculate the volume of cubes and cuboids.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86855-1476-41FA-B21F-E936BB6D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6E834F-74BE-4171-A95A-6F2CE106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31382A-2DB1-454D-931F-F61D3520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C50A77-0516-4236-83C0-371B008F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solid has 5 layers of 24 unit cubes. What is its volume?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FA701C-07F6-4E10-9881-42FEA010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2982B6-7259-438C-9733-D187C7B9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D2E79D-789E-40EA-B25C-E94C3DD8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7B3310-2045-4A27-AEAB-D499A7D0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box is 40 cm by 25 cm by 30 cm. How many 5 cm cubes fit exactly by volume?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1592EF-EBEB-4830-A6FC-676AFB8C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3364748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F18047-9F54-4C64-B8A5-EB81C142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A4B571-6005-45A8-806F-8A9D356E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4E2CF-3E27-41D1-84A6-373D0979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762F99-27E5-463B-AB4A-37C07CAE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9FC28-D1A3-4BDA-B88A-39E0930A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27603-DFD6-417A-BE7F-0054ED0E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44954A-17B9-4D82-BE8C-F3C9D15E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BED40E-779B-4A17-B30F-B9001844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838DD-483C-4085-920C-722DB5AA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29F445-B393-451F-AF2D-3B21FE3C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involving cuboid volume.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C94314-6BE8-4FBA-AE93-B206A5D5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2165C8-AF63-499C-A925-4B5FF5E4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three perpendicular dimensions in one unit.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D1C40B-F915-490E-AE90-344995B2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length by width by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C93499-5CDF-4161-94C5-A79A00A3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Use cubic units and compare the result with an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D1131E-0111-4E67-9D4A-B038CB08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volume  |  cuboid  |  cube  |  length  |  width  |  height  |  cubic unit</a:t>
            </a:r>
          </a:p>
        </p:txBody>
      </p:sp>
    </p:spTree>
    <p:extLst>
      <p:ext uri="{BB962C8B-B14F-4D97-AF65-F5344CB8AC3E}">
        <p14:creationId xmlns:p14="http://schemas.microsoft.com/office/powerpoint/2010/main" val="6732441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32ED4D-D852-44B8-880F-72DCEB40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6C320-98FF-4D55-8052-338D12BB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45B94-888D-4FF9-B9C8-8B14E39F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AE118-4DBD-4002-828D-60A68619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AB301-FB75-4288-95A7-B02E6E8B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3C0F8A-4D3A-4AC3-8CD0-7350C5F5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C0BB39-3918-4CF3-8395-71CCC858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AEA5DB-2E7E-4DFB-9182-1C04BAFC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594D74-0CD0-40F7-AC7C-C7E40287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1C49C5-F689-408E-AE47-BF936E1F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box is 40 cm by 25 cm by 30 cm. How many 5 cm cubes fit exactly by volume?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3E0D78-0358-40E5-9106-CA814B4C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BD4FF8-C253-46E6-BBFC-32B80C90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C8D463-C890-498B-994E-6BB2A5DC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three perpendicular dimensions in one unit.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5A490A-CB9D-4ABE-B741-A5A2A231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A3CDD3-9720-4E89-B1A5-6FA6BD3E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3B7792-9009-44CF-AFFF-952F9C45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length by width by height.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BBFE64-1E10-4F06-B58C-661C2DD6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25C2A0-D549-4A48-ADD6-9D0E8302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515058-ACDE-43B5-9570-B9B81E78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240 cubes.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82C775-41C4-47D4-B6B3-80B4445B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DF2E74-A144-4603-AEAF-5D1DC763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D7B3A3-D046-4F43-9BC9-68AB26B1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Use cubic units and compare the result with an estimate.</a:t>
            </a:r>
          </a:p>
        </p:txBody>
      </p:sp>
    </p:spTree>
    <p:extLst>
      <p:ext uri="{BB962C8B-B14F-4D97-AF65-F5344CB8AC3E}">
        <p14:creationId xmlns:p14="http://schemas.microsoft.com/office/powerpoint/2010/main" val="8221385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A54CAC-32A7-4DCD-956E-6835FCFC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AC5C09-E4DA-42E0-A13F-0D52A9C5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68239-9BDC-4534-9A18-593A55DD3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3FC21-6223-4108-BE41-1A8AD664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A1212-488F-42F9-8BE9-7BE0830B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114050-F04A-4429-88B9-8537EFE5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11D435-D114-465C-82DC-5CDE1E45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C6628C-8751-4146-A2C7-015089C2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E6A852-93DE-4706-9D3F-B4F6E1D4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1A6F81-7CB1-4BD5-9F60-9D09B7CA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E2531-74A6-4539-A2B8-D46B9C9E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240 cubes.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4592F8-3562-42EE-BCE0-430900B8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4691B-17CF-4BE6-9F27-0E76C42D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Use cubic units and compare the result with an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7D6545-9B81-4213-8761-800B6E3B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889599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5E964F-C358-40B9-AE11-83113C44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F21E5-0D9A-445C-85E8-3DA78CDD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6F0A91-9BE2-43D1-A46C-F6CC2E8E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C219B4-0B85-4686-BC30-7EC4E7C2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805FC-F4B1-4B65-A68C-4A49EF7D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092E26-4A94-44B8-9BDB-A2104E24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458DEC-E5CA-41D5-9990-E34CF85F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D9CB4F-22C5-470C-AA59-BF52FD64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0C1639-65F8-4E03-97C3-86BAA213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BABF3C-C03B-460F-A225-7AFE9163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solid has 5 layers of 24 unit cubes. What is its volume?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16E14D-C4F7-4FA6-92A4-2FB560D7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6664CA-C570-4530-989D-92CACC2A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EC9CB0-406D-4A3B-9B91-20E5A264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41EB8E-E968-4C32-A96C-8F965E8A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C0996D-5FEF-42B5-8F4F-D8A6515E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120 cubic units.</a:t>
            </a:r>
          </a:p>
        </p:txBody>
      </p:sp>
    </p:spTree>
    <p:extLst>
      <p:ext uri="{BB962C8B-B14F-4D97-AF65-F5344CB8AC3E}">
        <p14:creationId xmlns:p14="http://schemas.microsoft.com/office/powerpoint/2010/main" val="1883535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D32925-12FA-4F8C-BC38-DEFF732F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3FC738-CDC4-467E-B90D-058FFD69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1F6031-B3DD-412C-8FE4-BBD558E0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1DC9C2-123A-4691-96E0-EC49EEB0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702B58-6AAF-4386-AABE-1F030667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A29912-8B31-41F1-8123-B5B043C4C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3D8A7A-9F94-46FB-96F8-B6A82F1D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501767-998F-44D3-AC86-3EE6238A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1FDB10-56AC-44B9-A763-7C9A1B20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7bb25144c45d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202736-A5A6-4C79-B290-4A48F0B5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F41566-7E60-4522-9A4C-E40CA9CF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the surface area or adds the three dimensions.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0E0E85-4771-4B4E-99E7-4DA7B94E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3A4D64-2303-49D5-B327-8B1B3972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30120-76E7-4CFE-B6B4-3BA3DE13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Volume measures space inside a solid, so multiply all three perpendicular dimensions and use cubic units.</a:t>
            </a:r>
          </a:p>
        </p:txBody>
      </p:sp>
    </p:spTree>
    <p:extLst>
      <p:ext uri="{BB962C8B-B14F-4D97-AF65-F5344CB8AC3E}">
        <p14:creationId xmlns:p14="http://schemas.microsoft.com/office/powerpoint/2010/main" val="18251077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039F73-2EAB-45A6-809F-4D484264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5CA86-5A5E-4ADA-BC96-EA5304DA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09A280-CCB2-4713-9B1C-AE7536F0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1D0AE0-7681-4E41-BF12-7EBFF687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79404D-7EBB-49BB-9D65-D772383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2019A0-66B3-410F-9DFC-79F33E20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0F6DD1-315D-4D35-9947-7B28ADFD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39D21-DE02-477A-8C3B-53480E23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EB2AB6-F16B-40A0-91A9-26772C9D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98D0F4-D440-46C4-A393-5CB57576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0AD37F-D235-435B-B839-F601CDF8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7A4FF6-7D41-4651-BEC0-79BD8BB4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5F9734-573B-4776-8F2B-DCD1869D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solid has 5 layers of 24 unit cubes. What is its volume?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61072E-DE9D-45C7-BE13-2C63B7CA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21CFBE-898E-4CBB-9F88-22DAF01C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4DFD80-A389-43AD-8C30-9A923583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1491E9-EAAA-4AED-B198-F643190E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1B346D-A895-4FDF-8A11-4777C2614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DD7F64-F72E-4E9D-B49A-4CFD66A8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F5B534-1BE5-4813-9629-10AC0F46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DC8251-B9AC-46A5-BA93-932ED0D1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120 cubic units.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7067E6-77F1-4B8E-9936-085683172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917269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8C667B-296C-4FC6-B9DC-BAC45C48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DDF7A0-8F21-4BCB-91E0-86E14CBF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1E2E42-093B-4399-B444-04724448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05A45A-B685-406C-ABB8-4800F532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3A47F-F7C8-42D0-9A8C-F1BF754D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5B3DE-4C2B-4E45-BD5A-594FF45F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4181C4-3222-463D-81BB-07911BB6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C6BF18-7F86-4B81-AD77-2E71433E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2F0D1-2425-4115-AB7D-D230F542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F91300-6B54-4C70-ACD9-D9F9F87C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1F97A7-A106-4525-A320-FEFC4D19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8240B0-366F-4C8D-9D73-23E62E4C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2A848B-33C4-474C-AD57-BBF42E51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volume of a cuboid 12 cm by 7 cm by 5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78DCCC-14FC-4C81-8BDD-CD3F450F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42CE74-A376-42C2-80D8-12DD82D6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8BAE26-F9F0-4740-B4B6-364A650E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D6FC26-E622-4A03-9DED-6F2D222C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00E230-3AC9-4F08-837D-BEC6D6FE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93D6EA-4F3D-4DCC-9934-D424D5FA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97D18C-D373-4D2C-A0DA-F75C680D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D9C858-A53B-497A-AA39-D18D7FED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454754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7D249-4209-4543-AA0A-A2D08B52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13994F-13B3-42F4-9B11-3BF9EDC7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F8639-668F-41E1-8A97-52A4599E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5E825-0906-4004-BE98-3F027CBC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89AEF-5DE5-416C-A686-FB2A1B94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62E956-E1FE-4592-A634-FB27CF62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53A5C9-ABDE-49FD-B4FE-1F7E8725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389D75-C849-4F9E-84D2-E3834D34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644B0-54A9-40E3-980B-C7A167D2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70E28-F12A-4B97-9F0F-5C26969B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cuboid has volume 360 cm3, length 12 cm and width 5 cm. Find its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BBD15C-D8C0-4100-BE44-565548FE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388DE3-08A3-4055-B143-38505E6F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48915-C0C0-46A7-8C96-0E5D3768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 cm.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7433724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3D075B-5431-423E-BD60-5AE8DB0C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4B09A-F59B-43AB-BDD3-18090F71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7EAB9-C1E7-47B8-A9CD-AA44941C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AF5C41-6764-4E8B-96B5-31DB97AA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CB624-6CC2-42FF-B5DD-34392740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F4F5E2-6A09-46C5-9524-A1EC215F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F1B868-4552-4701-A6B3-102D895F9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340FCF-098F-41A4-9780-0D9FE53F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9934E7-CF99-4EC7-9574-A06A5628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7354E-9DCD-4D1C-BD8B-F63D1167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39809-A814-4945-AFA8-8A5EEB2F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C5AFE7-8D7F-41C8-97D3-79386867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volume of a cuboid 12 cm by 7 cm by 5 cm.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5C4E83-63CA-4DB1-AD89-54D234F1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B0F73-99A4-45C9-B284-8896973C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A1A30F-BDD9-45A2-A38E-FF8AC7ED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BBC9B-C264-4ABE-A789-01F6EA53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420 cm3.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79EB7B-2753-433A-8AFD-AB950A3B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09B7FE-890A-4F2F-B1A5-74047404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1000349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00ABD9-CE9D-48AD-9C3B-62FCFED9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303CE-318F-42F4-99D6-711CE1F6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60C760-FF22-49AB-9C26-A7072F46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3430F3-A693-40E8-9088-043706B2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4EAA7E-1359-41C2-AD2C-0042B2E6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07EEDE-E4EF-4CB9-BC4C-1FFABFA4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49E2B1-03B8-46D9-9661-3BB23570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5DB427-C78D-41E2-9062-17E8D8EA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00912D-C5BB-4C04-A04D-A5AA5152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volume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04FA17-36C9-4BAE-B669-0FB82DAC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E4E55-8548-44B5-8CA7-B0C0E4AF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6E15BE-B56F-441A-894F-BED6D912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B6BA68-7EE1-46AD-B575-0CEB1E2E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volume of a cuboid 12 cm by 7 cm by 5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E5C5E8-B08D-46F9-92DC-E7B79346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39E6A0-D837-4D8B-95F9-992D346D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3F4A07-1595-4314-81D8-6A8D960A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E6A1AA-D867-4F19-9C14-D1649CCA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calculates the surface area or adds the three dimensions.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1716F0-8F02-4E30-ADE2-F01E8868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3E6C80-BEFF-4EF5-A1D1-461492462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5E4759-570B-4117-B270-B28332B8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E7CBB5-D388-4EF8-8BE3-DF711B7F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0EED9C-E4BF-47D7-9838-BE126D01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540125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2026-09-09T20:50:07.7250000Z</dcterms:created>
  <dcterms:modified xsi:type="dcterms:W3CDTF">2026-09-09T20:50:07.7250000Z</dcterms:modified>
</coreProperties>
</file>