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7813b42c2f421e" /><Relationship Type="http://schemas.openxmlformats.org/officeDocument/2006/relationships/extended-properties" Target="/docProps/app.xml" Id="Rc75d428e49f843a5" /><Relationship Type="http://schemas.openxmlformats.org/officeDocument/2006/relationships/officeDocument" Target="/ppt/presentation.xml" Id="Raf01a725eb1944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0d5a9a63c24ee8"/>
  </p:sldMasterIdLst>
  <p:notesMasterIdLst>
    <p:notesMasterId xmlns:r="http://schemas.openxmlformats.org/officeDocument/2006/relationships" r:id="R1a27da90575549d4"/>
  </p:notesMasterIdLst>
  <p:sldIdLst>
    <p:sldId xmlns:r="http://schemas.openxmlformats.org/officeDocument/2006/relationships" id="256" r:id="Rbe025d6fb54f44e9"/>
    <p:sldId xmlns:r="http://schemas.openxmlformats.org/officeDocument/2006/relationships" id="257" r:id="Rbcb778260a874f7e"/>
    <p:sldId xmlns:r="http://schemas.openxmlformats.org/officeDocument/2006/relationships" id="258" r:id="R8b679550fb684dce"/>
    <p:sldId xmlns:r="http://schemas.openxmlformats.org/officeDocument/2006/relationships" id="259" r:id="R862d6f0d12dd493e"/>
    <p:sldId xmlns:r="http://schemas.openxmlformats.org/officeDocument/2006/relationships" id="260" r:id="R8179e0f417c54081"/>
    <p:sldId xmlns:r="http://schemas.openxmlformats.org/officeDocument/2006/relationships" id="261" r:id="Rdb42ec8644904a9c"/>
    <p:sldId xmlns:r="http://schemas.openxmlformats.org/officeDocument/2006/relationships" id="262" r:id="R958aa5ea291144f0"/>
    <p:sldId xmlns:r="http://schemas.openxmlformats.org/officeDocument/2006/relationships" id="263" r:id="R89eb770d75fd462d"/>
    <p:sldId xmlns:r="http://schemas.openxmlformats.org/officeDocument/2006/relationships" id="264" r:id="R6e51073d70b64f02"/>
    <p:sldId xmlns:r="http://schemas.openxmlformats.org/officeDocument/2006/relationships" id="265" r:id="Re446f73af4964401"/>
    <p:sldId xmlns:r="http://schemas.openxmlformats.org/officeDocument/2006/relationships" id="266" r:id="R9211c908b24b476a"/>
    <p:sldId xmlns:r="http://schemas.openxmlformats.org/officeDocument/2006/relationships" id="267" r:id="R9d63f42a10cd48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1b57f7448c47a4" /><Relationship Type="http://schemas.openxmlformats.org/officeDocument/2006/relationships/slideMaster" Target="/ppt/slideMasters/slideMaster1.xml" Id="Rc90d5a9a63c24ee8" /><Relationship Type="http://schemas.openxmlformats.org/officeDocument/2006/relationships/notesMaster" Target="/ppt/notesMasters/notesMaster1.xml" Id="R1a27da90575549d4" /><Relationship Type="http://schemas.openxmlformats.org/officeDocument/2006/relationships/presProps" Target="/ppt/presProps.xml" Id="R1ff4add10c504e49" /><Relationship Type="http://schemas.openxmlformats.org/officeDocument/2006/relationships/tableStyles" Target="/ppt/tableStyles.xml" Id="Rf11a1fcd001c4df9" /><Relationship Type="http://schemas.openxmlformats.org/officeDocument/2006/relationships/slide" Target="/ppt/slides/slide1.xml" Id="Rbe025d6fb54f44e9" /><Relationship Type="http://schemas.openxmlformats.org/officeDocument/2006/relationships/slide" Target="/ppt/slides/slide2.xml" Id="Rbcb778260a874f7e" /><Relationship Type="http://schemas.openxmlformats.org/officeDocument/2006/relationships/slide" Target="/ppt/slides/slide3.xml" Id="R8b679550fb684dce" /><Relationship Type="http://schemas.openxmlformats.org/officeDocument/2006/relationships/slide" Target="/ppt/slides/slide4.xml" Id="R862d6f0d12dd493e" /><Relationship Type="http://schemas.openxmlformats.org/officeDocument/2006/relationships/slide" Target="/ppt/slides/slide5.xml" Id="R8179e0f417c54081" /><Relationship Type="http://schemas.openxmlformats.org/officeDocument/2006/relationships/slide" Target="/ppt/slides/slide6.xml" Id="Rdb42ec8644904a9c" /><Relationship Type="http://schemas.openxmlformats.org/officeDocument/2006/relationships/slide" Target="/ppt/slides/slide7.xml" Id="R958aa5ea291144f0" /><Relationship Type="http://schemas.openxmlformats.org/officeDocument/2006/relationships/slide" Target="/ppt/slides/slide8.xml" Id="R89eb770d75fd462d" /><Relationship Type="http://schemas.openxmlformats.org/officeDocument/2006/relationships/slide" Target="/ppt/slides/slide9.xml" Id="R6e51073d70b64f02" /><Relationship Type="http://schemas.openxmlformats.org/officeDocument/2006/relationships/slide" Target="/ppt/slides/slide10.xml" Id="Re446f73af4964401" /><Relationship Type="http://schemas.openxmlformats.org/officeDocument/2006/relationships/slide" Target="/ppt/slides/slide11.xml" Id="R9211c908b24b476a" /><Relationship Type="http://schemas.openxmlformats.org/officeDocument/2006/relationships/slide" Target="/ppt/slides/slide12.xml" Id="R9d63f42a10cd48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4a32328eb549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17e40fd11d4007" /><Relationship Type="http://schemas.openxmlformats.org/officeDocument/2006/relationships/notesMaster" Target="/ppt/notesMasters/notesMaster1.xml" Id="R148ec76d5fdc4c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ae70dabe4a4c74" /><Relationship Type="http://schemas.openxmlformats.org/officeDocument/2006/relationships/notesMaster" Target="/ppt/notesMasters/notesMaster1.xml" Id="R1b71954699454f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f145d5aa6a48ce" /><Relationship Type="http://schemas.openxmlformats.org/officeDocument/2006/relationships/notesMaster" Target="/ppt/notesMasters/notesMaster1.xml" Id="R2e68e5ac660f40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2d224721204f09" /><Relationship Type="http://schemas.openxmlformats.org/officeDocument/2006/relationships/notesMaster" Target="/ppt/notesMasters/notesMaster1.xml" Id="R2ac7afe52b214e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4a106cfc1c4228" /><Relationship Type="http://schemas.openxmlformats.org/officeDocument/2006/relationships/notesMaster" Target="/ppt/notesMasters/notesMaster1.xml" Id="Rd02ab2d66c9d42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554b5e3b82427d" /><Relationship Type="http://schemas.openxmlformats.org/officeDocument/2006/relationships/notesMaster" Target="/ppt/notesMasters/notesMaster1.xml" Id="Rbbffab2c1be749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654f47f5f24408" /><Relationship Type="http://schemas.openxmlformats.org/officeDocument/2006/relationships/notesMaster" Target="/ppt/notesMasters/notesMaster1.xml" Id="Raeda3e74d5154f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1cce9c6db14333" /><Relationship Type="http://schemas.openxmlformats.org/officeDocument/2006/relationships/notesMaster" Target="/ppt/notesMasters/notesMaster1.xml" Id="R88566dec137241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01ba4945b04dc4" /><Relationship Type="http://schemas.openxmlformats.org/officeDocument/2006/relationships/notesMaster" Target="/ppt/notesMasters/notesMaster1.xml" Id="Rf565772d71ba4f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edbee6cea344b0c" /><Relationship Type="http://schemas.openxmlformats.org/officeDocument/2006/relationships/notesMaster" Target="/ppt/notesMasters/notesMaster1.xml" Id="Rc44d3d23f4564b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839c2d520444d3" /><Relationship Type="http://schemas.openxmlformats.org/officeDocument/2006/relationships/notesMaster" Target="/ppt/notesMasters/notesMaster1.xml" Id="Rb253fa48f74848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33832292b84d74" /><Relationship Type="http://schemas.openxmlformats.org/officeDocument/2006/relationships/notesMaster" Target="/ppt/notesMasters/notesMaster1.xml" Id="Rce9da474527549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Unit cubes, cuboid nets, multilink cubes, squared paper,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420 cm3. | Identify the three perpendicular dimensions in one unit. |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volume, cuboid, cube, length, width, height, cubic unit.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120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420 cm3..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Both are 240 cm3.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 cm. | Volume measures space inside a solid, so multiply all three perpendicular dimensions and use cubic units.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53870932c49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d1a7f657994901" /><Relationship Type="http://schemas.openxmlformats.org/officeDocument/2006/relationships/slideLayout" Target="/ppt/slideLayouts/slideLayout1.xml" Id="Rcc162505fff149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162505fff149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187e7218e4530" /><Relationship Type="http://schemas.openxmlformats.org/officeDocument/2006/relationships/notesSlide" Target="/ppt/notesSlides/notesSlide1.xml" Id="R4efa5fca142843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c1efc270b4045" /><Relationship Type="http://schemas.openxmlformats.org/officeDocument/2006/relationships/notesSlide" Target="/ppt/notesSlides/notesSlide2.xml" Id="Red2a51d7967145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2da73c4f14930" /><Relationship Type="http://schemas.openxmlformats.org/officeDocument/2006/relationships/notesSlide" Target="/ppt/notesSlides/notesSlide3.xml" Id="Ra7c6b29713514c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a248fb91844041" /><Relationship Type="http://schemas.openxmlformats.org/officeDocument/2006/relationships/notesSlide" Target="/ppt/notesSlides/notesSlide4.xml" Id="R32ea0308cf764f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722100d0940cc" /><Relationship Type="http://schemas.openxmlformats.org/officeDocument/2006/relationships/notesSlide" Target="/ppt/notesSlides/notesSlide5.xml" Id="R0a1fd620b9de48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8ea5cc942b410f" /><Relationship Type="http://schemas.openxmlformats.org/officeDocument/2006/relationships/notesSlide" Target="/ppt/notesSlides/notesSlide6.xml" Id="R1bc4e699a39940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5a90459424c1a" /><Relationship Type="http://schemas.openxmlformats.org/officeDocument/2006/relationships/image" Target="/ppt/media/image.png" Id="R84e51f54fcee4a2d" /><Relationship Type="http://schemas.openxmlformats.org/officeDocument/2006/relationships/notesSlide" Target="/ppt/notesSlides/notesSlide7.xml" Id="R0673a852190842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4e3769a074071" /><Relationship Type="http://schemas.openxmlformats.org/officeDocument/2006/relationships/notesSlide" Target="/ppt/notesSlides/notesSlide8.xml" Id="Rc180d9b9fc9547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f8a3500044ea9" /><Relationship Type="http://schemas.openxmlformats.org/officeDocument/2006/relationships/notesSlide" Target="/ppt/notesSlides/notesSlide9.xml" Id="R27545197504542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ad961e25a4f99" /><Relationship Type="http://schemas.openxmlformats.org/officeDocument/2006/relationships/notesSlide" Target="/ppt/notesSlides/notesSlide10.xml" Id="Ra6851cb3e8564b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ad132e9394d1c" /><Relationship Type="http://schemas.openxmlformats.org/officeDocument/2006/relationships/notesSlide" Target="/ppt/notesSlides/notesSlide11.xml" Id="R3d30bde4e98448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488b4deab4786" /><Relationship Type="http://schemas.openxmlformats.org/officeDocument/2006/relationships/notesSlide" Target="/ppt/notesSlides/notesSlide12.xml" Id="R1178dab719b748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BFB586-2F28-4E36-B7B6-3560587F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2817D-A1D9-4B28-9DB5-552151D6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3AFAD-D1DE-4B43-A292-6E74F722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2A8F4-C804-43A8-97F5-9FDAF2E3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EB6D4-2D82-449F-9138-0AD68239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E8FBF-E426-414F-9127-9F645129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19DD0-A4AA-47A0-BC64-10B4EFD4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6CD521-6CCE-4D2B-A9B7-BDEF20BA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06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understand volume as the number of unit cubes filling a space.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59AEA-560E-4A16-A74F-156DF10C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A07341-261A-4732-B6DB-79A886E3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Unit cubes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1578CA-DEFA-4CFD-A6DD-134048C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33358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71FEF8-1460-49B9-B3F7-895EAA8D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301C0-7C6F-4DF6-96CB-A7B344C1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B7579-3948-4F9A-B896-57F857A1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704EA-A6D5-4CB4-B9DE-2663DF77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657870-4F4A-45A5-A1D2-5195133C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1AC45-7360-486B-BC28-1E4D2AC1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B94E3-A4BE-4386-8132-FCA68896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2D5E9-0914-431D-8227-AA739D6D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423832-E913-4170-8D65-DCE966A4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F7DF1-3C60-4F4C-B7BF-53B32506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B2478-6FF4-4E2F-A459-F855984D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E925E-341F-4C4D-9097-AB3AB0B7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7026B0-FB7F-46FE-BC99-36E6D974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Recognise, estimate and calculate the volume of cubes and cuboids.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B9D726-9030-480E-8CA8-C8011904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0F7F4D-EE5A-473E-95F9-379363D4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43CC3-73BD-458B-BBB6-1C3A1130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EA54F-E0C9-4013-A82F-3C89ADF2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30CFD-41EA-4922-9C81-3176CAC8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EDDC72-36C7-4B65-BCE8-D1F12AFC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A9222F-7588-4CA0-8582-2D53E77D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BD0529-093D-4AD5-B4AC-4BBEF045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solid has 5 layers of 24 unit cubes. What is its volume?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094179-8B8B-4677-A69C-057C87B1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87441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F87C5-504B-4320-94AD-4B4A2506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C8B32-6D02-4AFA-BFC5-C6E76370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714BB-930F-4524-BA0E-B67EA20C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6B4F9-FD81-4AD4-9176-908219F5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443D54-7B5E-4791-900B-64B78384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0FEF01-D6C9-4C47-A8D0-B67CAE28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44957-83F3-46DF-B862-C2CCA22F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F6D31-3C97-4DB7-8D4E-11CCD1E1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6D0969-7D3E-4270-8D53-9D61C38D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2FD2D-5772-49E7-A009-CFC92F04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understand volume as the number of unit cubes filling a space.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CC511-71CB-4F0E-A535-B84EC626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848CD-628F-474A-B335-396A5B64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three perpendicular dimensions in one unit.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E9AD4A-C209-4831-B214-2E112528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length by width by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55D8D-EC04-4667-BDA0-5A66C6B6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Use cubic units and compare the result with an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C24A98-F974-41FF-AE66-75B9E467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volume  |  cuboid  |  cube  |  length  |  width  |  height  |  cubic unit</a:t>
            </a:r>
          </a:p>
        </p:txBody>
      </p:sp>
    </p:spTree>
    <p:extLst>
      <p:ext uri="{BB962C8B-B14F-4D97-AF65-F5344CB8AC3E}">
        <p14:creationId xmlns:p14="http://schemas.microsoft.com/office/powerpoint/2010/main" val="7920756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714C87-C3FC-4EB0-B54C-DDACBA23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3CA35-1E2E-4895-A5A3-07A9BF66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15144-6814-4890-BCDA-B2C9359F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86284-BE3F-445F-984B-5A30E7E3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F61DB-0AAE-4290-B97F-CBCAFB86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8A929-7144-4494-A9CF-A6865B75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06C4A4-166B-4F1D-9635-4F2D1340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355EFE-24C2-4F22-A782-E87C5C4E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7D5A8E-4E29-408B-A6D8-B19AB614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03CD2-3B97-4129-8DCC-B3738F67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solid has 5 layers of 24 unit cubes. What is its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E454C9-6EDB-45B7-BE39-1447AC02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B6E44-CF29-4626-8D5B-EAFE0623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64267-D3D0-4A9B-A4BE-27819398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three perpendicular dimensions in one unit.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5E9731-83C1-4172-BC5A-04D4D3BD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66730F-65C6-4493-BF09-751D721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C7140-E60F-42B6-82BB-AB38DB7E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length by width by height.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8F752E-4D75-4695-8D37-1D0440F5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8BD618-8287-4EF6-A4D5-B9A6C21E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5D5C6D-7291-4EBC-A5A1-5C659936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120 cubic units.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0FE78-63BE-4A89-B2C5-D01842B2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599D19-F778-478C-BCCA-9C54A813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91BE2F-46FC-4BA6-8A48-8D0DC2B7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Use cubic units and compare the result with an estimate.</a:t>
            </a:r>
          </a:p>
        </p:txBody>
      </p:sp>
    </p:spTree>
    <p:extLst>
      <p:ext uri="{BB962C8B-B14F-4D97-AF65-F5344CB8AC3E}">
        <p14:creationId xmlns:p14="http://schemas.microsoft.com/office/powerpoint/2010/main" val="12315115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2F7C2C-CF1A-4CE4-98A2-FB005099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4C47C-299B-4ABA-A9F7-7D91CC02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D7846-9072-4F1C-95F3-2477B532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FFC37-6B28-40D5-A6EF-D1E167C7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47ADD-8DBA-4C7C-809F-88591D08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B43EF-9DBE-4889-9D56-6BB6BD60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C26A95-1F37-4459-9E89-56272AC4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E4D32-3EE2-4BC1-8DD8-08466D26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0593F6-30B1-4BDA-B334-2F7EEB24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FC33B-DF15-468D-8938-2357F219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C444DE-BCAA-48F8-8BEB-CF1F995F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120 cubic units.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8AAD18-E033-42CA-9124-1558A43E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F99065-6FAE-4A09-886C-A2131A1B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Use cubic units and compare the result with an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67424-D9AD-4386-99C1-68142343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1443948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787FB8-E859-4726-8EF5-98725C49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1A74F-916A-4C77-A62E-6A87168C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C185C-E749-4539-A782-0D9FEA93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554D8-8438-4FDC-96FE-DFC26E23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7DFED-4005-4BDF-B8C9-AFE954A7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08A6E5-D58F-4ABA-ADAE-76B6D031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5EEEE-A182-4895-8B13-91B6F3A9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0BE94-EB46-4859-9281-158731ED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FA6391-AAFD-4BCF-9914-461670B7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34D7B-09AF-4D6A-A0DA-AF7B23F3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8350F-6078-4FD0-A65F-BB58F132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A19CDF-4BE0-430C-A187-9FCB80BA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9C877-7B61-47B9-BC3F-0C4C3F5B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AE9CA-7030-4B5B-89F1-E495615D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9B4AFC-BB73-4F88-886E-9048D8CC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420 cm3.</a:t>
            </a:r>
          </a:p>
        </p:txBody>
      </p:sp>
    </p:spTree>
    <p:extLst>
      <p:ext uri="{BB962C8B-B14F-4D97-AF65-F5344CB8AC3E}">
        <p14:creationId xmlns:p14="http://schemas.microsoft.com/office/powerpoint/2010/main" val="13137953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643EFF-32D1-4242-BC0D-7BAFD97D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57CB0-1014-4053-AF26-2C0F74EE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52D3E-F127-4F3C-BD23-C1E34352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94E38-E0E5-417B-AD70-D4E1CA8A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E4D453-3363-4CD5-94E8-4C6DCA4C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4861F-01A9-4338-8CE6-542F842A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BE48C0-D9DC-4CE7-910B-5639A7E2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E2AAC-B2D8-43E4-A0B5-DC0A3BA6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9EFCA-7EE2-4344-950A-D96BB3B8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51f54fcee4a2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66A36-DD20-4845-9BD8-E1E7C2D7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3B8F0-D6B1-4F1B-B4A8-280E9EA6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the surface area or adds the three dimensions.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E09C3E-6905-4E9C-98EC-78E38038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2CED1-3DE6-408C-B23B-456F5DD7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DE2AD-5337-4599-A709-2381880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Volume measures space inside a solid, so multiply all three perpendicular dimensions and use cubic units.</a:t>
            </a:r>
          </a:p>
        </p:txBody>
      </p:sp>
    </p:spTree>
    <p:extLst>
      <p:ext uri="{BB962C8B-B14F-4D97-AF65-F5344CB8AC3E}">
        <p14:creationId xmlns:p14="http://schemas.microsoft.com/office/powerpoint/2010/main" val="13355688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18E9C2-3D7E-4BC5-84D7-FB8D1989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879E4-F71F-4879-B918-EB5F3749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8E7D36-1E10-44ED-AB41-D6902491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E1B65-BC3A-4415-8746-8804FCD9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44807-E779-42A6-950C-CF80D155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DCCA3A-7375-407E-9234-64B61E84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2269E-A828-4230-B717-5B5AE482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482E4E-86C9-4956-8B4C-A595B7EC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685037-9261-485C-A76F-7F7CB75B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57431-8DA7-4C82-A8F9-A69747CA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91C517-1768-46B2-8514-A44C89AC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F80F5-4AB2-432E-92FA-5FC3CD11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9110A6-46D8-46D7-A4E4-A51C9FA6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0CA9C-8F3E-48D2-9646-16A2F9FD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1DF357-EC80-4F27-A280-F1327BAB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68A1BE-FA11-4D7B-BE2A-A98D0C1D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CC296F-76AA-4B7E-B88B-0B303573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0D20DB-0BFB-4F4D-81C5-961E7085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02A3D6-3579-4132-81CD-E274607D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59BC89-362A-490C-8135-F1348731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9FD76-DA16-4663-A4CB-A991D299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420 cm3.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9A08D3-3758-4732-9A97-0583E5FA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768167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B16BA3-8C4D-4929-949A-ABCD19CF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0DE41-E340-4070-A055-95245AA3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0E074-9AE0-4B71-A3C2-5B5A17C0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768B5-2CCD-484F-AF7E-2235E03D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AD874-0435-4CD2-9BB6-A1340442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4E638-35BD-41C4-A89E-36AA2562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7EF0C-48FB-4067-B8FA-CBBFD834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A1DD0-1989-40F7-899A-CB94939B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BE382A-7088-4BED-BE29-3F491357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4B5F7-09AE-45A2-89B6-8CF161F2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453991-D4AE-481D-A2F8-C741B930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11D03-B038-4636-AAC2-554B425E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F257E0-51F5-4585-A263-9CF39272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360 cm3, length 12 cm and width 5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79D6F-63E6-4C5B-80E7-3C6DF88F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DA2B5C-9E97-4AD9-A3E2-03EDBD24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ACA97E-D90B-4DA6-90BB-1A8F277B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A17DFB-7E6C-4181-99C2-C1EE0033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873F70-7283-45CC-9E0B-3CA5F5CD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243422-F345-431B-8AC8-B7E272C2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502800-D8D1-4353-8E31-5026FB85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AD6C7B-65F7-4C14-BD24-7D679C23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873525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07F63-05A0-458F-AD0C-92C8A4E2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6DC5F-6DEE-4D08-881E-EA64A20F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DC76A-4A2D-4BA2-8382-2AF4A9B6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8F4EE-ED5B-4557-8B35-4985ECDF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9E99C-0B0A-4B3B-A26A-5DE5F581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15340-57D3-47C4-B2A8-4A121889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DBA19-D110-4B7C-88B6-9F933EAB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F2F90-7547-4A97-9CC5-87F2CB21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2598D-CC4E-41F4-9A1E-E8E40BE6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D33D6A-9D80-431D-911E-C4AF1328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Cuboid A is 8 x 6 x 5 cm. Cuboid B is 10 x 6 x 4 cm. Compare their volumes.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EC989-2E29-4976-8D5D-A7996304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2E59E-99A3-41A7-973D-4FA0B5C7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73564-3DB0-420B-A112-B45EEEF0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Both are 240 cm3.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5790317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EE69F7-DB81-4F6D-86DB-041172D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5CF74F-5902-432C-B43E-12A9086B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4FB43-8956-4059-9844-EA12874C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FBB16-C78D-40EF-A732-21BC2091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3AA51-EB35-4DE0-BC46-078E959D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33B8B-9036-470B-B181-F032FC2C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3990D-3308-464E-94C5-26E0CC32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AB073-901E-4FD2-B264-31D13DFF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181B9-CEB6-498E-8B89-0D7A3591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77F60B-2A48-47E4-B685-48E6AE49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22354B-B96F-4CB2-8D44-AC51DA56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5AF9F3-5BFD-4381-A708-5FCD56F2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360 cm3, length 12 cm and width 5 cm. Find its height.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C87A7D-C442-43AF-B2BE-389FC187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5FB33-EA9B-4151-B335-71B4F994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06103F-3E20-49D1-AF66-AEFC2567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099819-C8FC-44E9-AAF0-ECDD22B0E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B298E-0D1A-459B-943A-A3669792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EB66A9-CDAC-48E1-9437-4FE6247D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183036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BF79BC-91C8-4E45-9029-14209B93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811AB-0F75-4B70-AB7C-BD864E39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5DF70-696B-49A1-9E61-B1984EA8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D8A7D-6E17-4FBE-8AD1-267E3D51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A754B4-8F9B-46A8-A805-D88E6E56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003BA-6A6C-4C74-A5CC-962D0B47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B82888-43B2-44C1-932F-50578D2B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E2169-F554-4223-890A-D7F25F76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63744-DDA7-48FC-94BD-3C33AD33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Build and count cubic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8A5357-425A-4DFE-89AA-84D4F66F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D8BB3-4690-40D6-B1F1-843051AE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DDA6E7-BC2A-46B9-80B2-4FF52A67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CC2B62-F936-498F-B477-AD9B7F58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360 cm3, length 12 cm and width 5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78B04-6B0A-4A32-8194-093BE82E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AFD024-673A-4D48-9AAF-B006A05C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6D2BFC-8756-4EDB-8A54-D928B041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1CD71F-C281-44DC-80F7-0B1E5AA1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the surface area or adds the three dimensions.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A928B9-A8D3-4661-BD5A-0F90AFC9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A4A4AA-93EC-4924-AD91-0BB36C1A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915F85-FBB8-48F8-9566-2545169A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52788C-CE32-42FC-8FDA-039FC8A1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8AEEFD-1AB5-4ECF-9C92-76379FE5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444779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2026-09-09T20:50:03.4620000Z</dcterms:created>
  <dcterms:modified xsi:type="dcterms:W3CDTF">2026-09-09T20:50:03.4620000Z</dcterms:modified>
</coreProperties>
</file>