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9163f3122d46f7" /><Relationship Type="http://schemas.openxmlformats.org/officeDocument/2006/relationships/extended-properties" Target="/docProps/app.xml" Id="Rdbf8099430a34fee" /><Relationship Type="http://schemas.openxmlformats.org/officeDocument/2006/relationships/officeDocument" Target="/ppt/presentation.xml" Id="R3cdf608c958742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8dbca9ce1a431a"/>
  </p:sldMasterIdLst>
  <p:notesMasterIdLst>
    <p:notesMasterId xmlns:r="http://schemas.openxmlformats.org/officeDocument/2006/relationships" r:id="R645e869b70b0407c"/>
  </p:notesMasterIdLst>
  <p:sldIdLst>
    <p:sldId xmlns:r="http://schemas.openxmlformats.org/officeDocument/2006/relationships" id="256" r:id="R6c3276e70f9a4865"/>
    <p:sldId xmlns:r="http://schemas.openxmlformats.org/officeDocument/2006/relationships" id="257" r:id="Ra561944fc8b04ee8"/>
    <p:sldId xmlns:r="http://schemas.openxmlformats.org/officeDocument/2006/relationships" id="258" r:id="Rb5f7005afe5b4d89"/>
    <p:sldId xmlns:r="http://schemas.openxmlformats.org/officeDocument/2006/relationships" id="259" r:id="Ra3b9a33f0192470e"/>
    <p:sldId xmlns:r="http://schemas.openxmlformats.org/officeDocument/2006/relationships" id="260" r:id="R410fd67bd2374145"/>
    <p:sldId xmlns:r="http://schemas.openxmlformats.org/officeDocument/2006/relationships" id="261" r:id="R8c347eb800b3495b"/>
    <p:sldId xmlns:r="http://schemas.openxmlformats.org/officeDocument/2006/relationships" id="262" r:id="R46ff73efabdb46fb"/>
    <p:sldId xmlns:r="http://schemas.openxmlformats.org/officeDocument/2006/relationships" id="263" r:id="Re9cc7eacecf7491e"/>
    <p:sldId xmlns:r="http://schemas.openxmlformats.org/officeDocument/2006/relationships" id="264" r:id="Rb2d29ab792d64a0f"/>
    <p:sldId xmlns:r="http://schemas.openxmlformats.org/officeDocument/2006/relationships" id="265" r:id="Rea101cb6cdf14f6f"/>
    <p:sldId xmlns:r="http://schemas.openxmlformats.org/officeDocument/2006/relationships" id="266" r:id="Re906e7f495ba4180"/>
    <p:sldId xmlns:r="http://schemas.openxmlformats.org/officeDocument/2006/relationships" id="267" r:id="Ra139225f355c4c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a66390a65244ee" /><Relationship Type="http://schemas.openxmlformats.org/officeDocument/2006/relationships/slideMaster" Target="/ppt/slideMasters/slideMaster1.xml" Id="R4c8dbca9ce1a431a" /><Relationship Type="http://schemas.openxmlformats.org/officeDocument/2006/relationships/notesMaster" Target="/ppt/notesMasters/notesMaster1.xml" Id="R645e869b70b0407c" /><Relationship Type="http://schemas.openxmlformats.org/officeDocument/2006/relationships/presProps" Target="/ppt/presProps.xml" Id="Rbc621a3ea31849f3" /><Relationship Type="http://schemas.openxmlformats.org/officeDocument/2006/relationships/tableStyles" Target="/ppt/tableStyles.xml" Id="R49df407aa7894fdb" /><Relationship Type="http://schemas.openxmlformats.org/officeDocument/2006/relationships/slide" Target="/ppt/slides/slide1.xml" Id="R6c3276e70f9a4865" /><Relationship Type="http://schemas.openxmlformats.org/officeDocument/2006/relationships/slide" Target="/ppt/slides/slide2.xml" Id="Ra561944fc8b04ee8" /><Relationship Type="http://schemas.openxmlformats.org/officeDocument/2006/relationships/slide" Target="/ppt/slides/slide3.xml" Id="Rb5f7005afe5b4d89" /><Relationship Type="http://schemas.openxmlformats.org/officeDocument/2006/relationships/slide" Target="/ppt/slides/slide4.xml" Id="Ra3b9a33f0192470e" /><Relationship Type="http://schemas.openxmlformats.org/officeDocument/2006/relationships/slide" Target="/ppt/slides/slide5.xml" Id="R410fd67bd2374145" /><Relationship Type="http://schemas.openxmlformats.org/officeDocument/2006/relationships/slide" Target="/ppt/slides/slide6.xml" Id="R8c347eb800b3495b" /><Relationship Type="http://schemas.openxmlformats.org/officeDocument/2006/relationships/slide" Target="/ppt/slides/slide7.xml" Id="R46ff73efabdb46fb" /><Relationship Type="http://schemas.openxmlformats.org/officeDocument/2006/relationships/slide" Target="/ppt/slides/slide8.xml" Id="Re9cc7eacecf7491e" /><Relationship Type="http://schemas.openxmlformats.org/officeDocument/2006/relationships/slide" Target="/ppt/slides/slide9.xml" Id="Rb2d29ab792d64a0f" /><Relationship Type="http://schemas.openxmlformats.org/officeDocument/2006/relationships/slide" Target="/ppt/slides/slide10.xml" Id="Rea101cb6cdf14f6f" /><Relationship Type="http://schemas.openxmlformats.org/officeDocument/2006/relationships/slide" Target="/ppt/slides/slide11.xml" Id="Re906e7f495ba4180" /><Relationship Type="http://schemas.openxmlformats.org/officeDocument/2006/relationships/slide" Target="/ppt/slides/slide12.xml" Id="Ra139225f355c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3ddf81887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bb3e5db924d95" /><Relationship Type="http://schemas.openxmlformats.org/officeDocument/2006/relationships/notesMaster" Target="/ppt/notesMasters/notesMaster1.xml" Id="Rd26826ba1ecc4d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e4abf1e604e06" /><Relationship Type="http://schemas.openxmlformats.org/officeDocument/2006/relationships/notesMaster" Target="/ppt/notesMasters/notesMaster1.xml" Id="R8d5ee2f05aec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cd56f41b740d0" /><Relationship Type="http://schemas.openxmlformats.org/officeDocument/2006/relationships/notesMaster" Target="/ppt/notesMasters/notesMaster1.xml" Id="R8812faa6c1bb4e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9b60f40214828" /><Relationship Type="http://schemas.openxmlformats.org/officeDocument/2006/relationships/notesMaster" Target="/ppt/notesMasters/notesMaster1.xml" Id="R262ca304493c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a4fca6b669476a" /><Relationship Type="http://schemas.openxmlformats.org/officeDocument/2006/relationships/notesMaster" Target="/ppt/notesMasters/notesMaster1.xml" Id="Rb6431c873ef4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79f57f8be84ed9" /><Relationship Type="http://schemas.openxmlformats.org/officeDocument/2006/relationships/notesMaster" Target="/ppt/notesMasters/notesMaster1.xml" Id="R307aae1fc0ab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40a3b29a984824" /><Relationship Type="http://schemas.openxmlformats.org/officeDocument/2006/relationships/notesMaster" Target="/ppt/notesMasters/notesMaster1.xml" Id="R38e0dc3c69b4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2e0abbd5a4b5a" /><Relationship Type="http://schemas.openxmlformats.org/officeDocument/2006/relationships/notesMaster" Target="/ppt/notesMasters/notesMaster1.xml" Id="R714f89be20554c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9be5662c574888" /><Relationship Type="http://schemas.openxmlformats.org/officeDocument/2006/relationships/notesMaster" Target="/ppt/notesMasters/notesMaster1.xml" Id="Ra26868f2e9334f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a973c92e534e55" /><Relationship Type="http://schemas.openxmlformats.org/officeDocument/2006/relationships/notesMaster" Target="/ppt/notesMasters/notesMaster1.xml" Id="Rac8081a836bc42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767022d2654f2e" /><Relationship Type="http://schemas.openxmlformats.org/officeDocument/2006/relationships/notesMaster" Target="/ppt/notesMasters/notesMaster1.xml" Id="R3685d614b3904b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804b9cfb984612" /><Relationship Type="http://schemas.openxmlformats.org/officeDocument/2006/relationships/notesMaster" Target="/ppt/notesMasters/notesMaster1.xml" Id="Rb1886bad62aa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Unit cubes, cuboid nets, multilink cubes, squared paper,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420 cm3. | Identify the three perpendicular dimensions in one unit. |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volume, cuboid, cube, length, width, height, cubic unit.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120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420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420 cm3..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 cm..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Both are 240 cm3.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 cm. | Volume measures space inside a solid, so multiply all three perpendicular dimensions and use cubic units.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2b3f49bfe4e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94dd1011545ce" /><Relationship Type="http://schemas.openxmlformats.org/officeDocument/2006/relationships/slideLayout" Target="/ppt/slideLayouts/slideLayout1.xml" Id="Rb31956ecdb6342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956ecdb6342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9d8aac4214c89" /><Relationship Type="http://schemas.openxmlformats.org/officeDocument/2006/relationships/notesSlide" Target="/ppt/notesSlides/notesSlide1.xml" Id="R5534548f877d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b490b9024ba3" /><Relationship Type="http://schemas.openxmlformats.org/officeDocument/2006/relationships/notesSlide" Target="/ppt/notesSlides/notesSlide2.xml" Id="R41bab6bb2a83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e68054d964ae6" /><Relationship Type="http://schemas.openxmlformats.org/officeDocument/2006/relationships/notesSlide" Target="/ppt/notesSlides/notesSlide3.xml" Id="Rc2f65ab9af5f49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8681d265043a2" /><Relationship Type="http://schemas.openxmlformats.org/officeDocument/2006/relationships/notesSlide" Target="/ppt/notesSlides/notesSlide4.xml" Id="Rd190a7565b644a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e6fe6ed941c9" /><Relationship Type="http://schemas.openxmlformats.org/officeDocument/2006/relationships/notesSlide" Target="/ppt/notesSlides/notesSlide5.xml" Id="Rcd3f35b79db44a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d0291f4784594" /><Relationship Type="http://schemas.openxmlformats.org/officeDocument/2006/relationships/notesSlide" Target="/ppt/notesSlides/notesSlide6.xml" Id="Re0889a486baa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99a363fcc45a5" /><Relationship Type="http://schemas.openxmlformats.org/officeDocument/2006/relationships/image" Target="/ppt/media/image.png" Id="R85086563734f4d95" /><Relationship Type="http://schemas.openxmlformats.org/officeDocument/2006/relationships/notesSlide" Target="/ppt/notesSlides/notesSlide7.xml" Id="Re18e68db6d29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050d82d8e4c95" /><Relationship Type="http://schemas.openxmlformats.org/officeDocument/2006/relationships/notesSlide" Target="/ppt/notesSlides/notesSlide8.xml" Id="R966ef7a4cac943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0b10f11bf4a51" /><Relationship Type="http://schemas.openxmlformats.org/officeDocument/2006/relationships/notesSlide" Target="/ppt/notesSlides/notesSlide9.xml" Id="R8aa4f97fc80e44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87b0a014041f2" /><Relationship Type="http://schemas.openxmlformats.org/officeDocument/2006/relationships/notesSlide" Target="/ppt/notesSlides/notesSlide10.xml" Id="R6c8ab671f0d0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d994400c4184" /><Relationship Type="http://schemas.openxmlformats.org/officeDocument/2006/relationships/notesSlide" Target="/ppt/notesSlides/notesSlide11.xml" Id="Rcf44c2517c0b4b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c8f6777e7451e" /><Relationship Type="http://schemas.openxmlformats.org/officeDocument/2006/relationships/notesSlide" Target="/ppt/notesSlides/notesSlide12.xml" Id="R6d4559774e714d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8ABED-B27E-4DAD-948A-D06486A2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AB7E6-CEAD-4714-9BB9-4215A45C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8AC6B-614C-4EC6-B126-81DC6BB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AF150-BBBA-4C10-9A97-8160BB1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29FDC-9443-40D9-B009-78BDC5E6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CAE95-4BF9-4BC6-B37C-B0C8B8CC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6EA76-1380-49C7-87F4-8EF66AD0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285B7-F640-4778-BA96-21591309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0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understand volume as the number of unit cubes filling a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A38D-1FDE-4EA9-80CC-E01694A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ADE7A-AF78-4015-B121-F5B09C08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Unit cubes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C5D3E-4332-4CD3-BD7D-1270125E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338815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267E4-6D22-4C01-9962-7D2DC2B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F9D2C-3E9D-4AA9-AB55-64AB01C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600CE-12BE-45AA-BED5-67596CED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98C3A-69D6-4F90-B84D-C18700C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8E3EB-38B8-4ABA-ABBE-0A1116A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92D6-0BB6-4BC6-8FD7-41FE5372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4C572-5E88-4BFD-92A9-FE825C9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C4ADC-76A3-4166-B42C-1CDDCE19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2F1EE-4B55-4FBC-B55E-194BA40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0A1B5-5B23-4D94-8CBF-4037A68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B0709-74C8-4F7E-A800-2E1122F6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FD24-7924-4609-A1CB-560BEC07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14233-C3FD-4E81-99F0-C189A1F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Recognise, estimate and calculate the volume of cubes and cuboids.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913E8-CD59-4434-84F1-1CDD304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90DC2-E64A-4F9B-8E9B-0C76EF7E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3A598-E7F8-48C7-90D3-FE2DA7AA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433D1-B0E8-43C3-ABF2-5134EAB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volume of a cuboid 12 cm by 7 cm by 5 cm.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4F3A8-D298-4159-B3DC-994F542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DA053-5B1B-4E3F-AF5F-1AACB901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C5525-A6F9-4E46-9A30-FFEBF51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11565-FD0A-4A0A-B642-082C24E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solid has 5 layers of 24 unit cubes. What is its volume?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3C949-0F68-418E-B162-A493CE10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3398806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8664-76E4-4C07-9C79-46F4301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8A206-24DD-450C-B43D-2066636A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E666C-4945-4458-AA94-D981750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9CA8D-F10C-4CF4-8E2B-DA8ABA3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7431F-1C19-4950-92EE-1EDA8BD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B0A27-6DD5-43C3-9DD7-6BBDB07A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E0BB3-52EE-4C8B-BF2A-99546BF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35B83-D841-47A5-A1A5-7D812D3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31555-A60F-42A8-8E09-53B433A2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07C1B-649F-44FE-B2CE-F7B84F4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understand volume as the number of unit cubes filling a 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1D5F9-1E5C-4B82-9590-440CAC0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08E1-66A4-4121-9AB7-9F6857B6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three perpendicular dimensions in one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05087-4BF0-42C5-9B81-D5F9E439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length by width by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A30AA-7ABE-45D9-8231-475EE81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Use cubic units and compare the result with an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10712-48D0-42B6-A2B2-7290B0AD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volume  |  cuboid  |  cube  |  length  |  width  |  height  |  cubic unit</a:t>
            </a:r>
          </a:p>
        </p:txBody>
      </p:sp>
    </p:spTree>
    <p:extLst>
      <p:ext uri="{BB962C8B-B14F-4D97-AF65-F5344CB8AC3E}">
        <p14:creationId xmlns:p14="http://schemas.microsoft.com/office/powerpoint/2010/main" val="62998023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3EC83-BB65-4AA9-A687-767CD852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36DEA-5254-4CDC-A405-BFC39B6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0241-74EF-4DA6-A626-EAF2442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23ACA-24C2-4E7C-A911-2B650B6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A91D2-3388-4F54-B717-30D22863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CCB4F-013D-4039-A909-4A97F095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9CCF1-BCCD-4EAF-B780-BC7A792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B052B-6C3F-4C77-AE12-D255DC3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50A92-EDB5-443C-9BE7-ECB85B0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472EC-0D9B-4E90-80CE-35928508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solid has 5 layers of 24 unit cubes. What is its volume?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73830-61F0-45BE-B65E-9E109F81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3F9C8-D79B-4164-806B-8FC2612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67830-2DE0-4A8D-AA1B-71B4404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 layers of 24 cubes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AA2B0-6E10-4B0A-A0D0-70F2B40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5F829-0D2A-44B6-9549-6FD1031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B06D0-55B6-48BB-A8F3-D6488350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Volume = cubes per layer × number of layers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5E16E-9DC3-4F25-9EB9-A26A42D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613C7-94E4-4E76-8740-1C66D90A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5968F-2805-4A8C-AE3D-F5857C1A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 ×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F5536-FEBC-42B1-9C80-4A9469B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9797C-4A21-45FB-9AD9-4ECFCCCE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47FA6-4F12-45EF-B7DF-F1CA0F33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120 cubic units</a:t>
            </a:r>
          </a:p>
        </p:txBody>
      </p:sp>
    </p:spTree>
    <p:extLst>
      <p:ext uri="{BB962C8B-B14F-4D97-AF65-F5344CB8AC3E}">
        <p14:creationId xmlns:p14="http://schemas.microsoft.com/office/powerpoint/2010/main" val="21170140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B22F7-1AEB-4ABE-8651-D275BC3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DE1DB-504E-496E-8F69-DED9E194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4F2F1-3DD5-4C90-B480-5365B73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1A28B-2473-4E6F-A517-1C490E52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B15BA-0B73-4A9E-9801-8FC53B6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CE4D-9F45-4226-923B-A0343D3D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50448-AA71-4CD1-9D8E-396CAC15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7DE0C-0FB4-4253-BD79-F87BF74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6FF47-0A4D-4C93-BFE1-A862ABC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ABA89-F29C-4C29-93A2-B467BA9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C8BD9-99D2-4BE3-B59B-9CB51C8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120 cubic units.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A9789-E629-4153-823D-607B3E7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E3E9B-96CC-473E-8B8D-9E7CC618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Use cubic units and compare the result with an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08189-E962-41BF-A5DA-9EEA84A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2065488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BBA50-2791-402E-9FC1-70B209C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FBB0D-003E-47A4-86CF-2E882E86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27A5-E517-4DD5-A2F5-F4858429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9C54E-A849-4DA2-B331-F090920B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D60C8-3F10-4B7A-A2C3-6A228ED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E1856-5FB7-4E65-B63A-7AC17E2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CEA59-63EF-4ECC-8805-4942F4C4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E1996-C865-4EDD-B75A-FF38B580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C965D-E4D2-4F7D-AF78-EB302ED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8743-FA13-41B9-B3B9-58CF1D2A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volume of a cuboid 12 cm by 7 cm by 5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7A3E0-9C13-479D-8F41-62BD5BB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2264A-162F-44DF-98C3-40999A94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3CF15-FAC0-4294-9C61-D083B72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AC2AA-316F-471E-AB03-BD9AE73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2984B-AD2D-415A-9EBF-E661787D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420 cm3.</a:t>
            </a:r>
          </a:p>
        </p:txBody>
      </p:sp>
    </p:spTree>
    <p:extLst>
      <p:ext uri="{BB962C8B-B14F-4D97-AF65-F5344CB8AC3E}">
        <p14:creationId xmlns:p14="http://schemas.microsoft.com/office/powerpoint/2010/main" val="9820247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0F13D-154A-49DB-9F10-BCE7F0D7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AEA4C-942A-49BE-AD1B-A163744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9FED5-30BE-447F-92F1-B535AEF3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AAC7B-F181-474A-A8EB-10588976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97190-FAEF-4261-83FF-3FCE294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FF1C6-2576-4D7C-AAB0-ABA8C4FA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3AA72-DFD8-430F-A82E-0B0486A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CE61E-0D4B-450D-99EF-AF26850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86BF0-28F2-4413-88B7-3BE58DB5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6563734f4d9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F870F-CE54-4FD1-B44A-B1CAA926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31678-3F55-4D1A-9971-AEA31AC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calculates the surface area or adds the three dimensions.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DFA4D-ED92-4E90-A7F2-B021332D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8F970-96D2-49F6-B95F-894F721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F269A-C0B5-42EE-B5E3-BF70E57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Volume measures space inside a solid, so multiply all three perpendicular dimensions and use cubic units.</a:t>
            </a:r>
          </a:p>
        </p:txBody>
      </p:sp>
    </p:spTree>
    <p:extLst>
      <p:ext uri="{BB962C8B-B14F-4D97-AF65-F5344CB8AC3E}">
        <p14:creationId xmlns:p14="http://schemas.microsoft.com/office/powerpoint/2010/main" val="11240531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A9B12-D7AF-4480-B076-E5B09D7F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069C8-C406-40FD-A512-10C94B2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F1DE7-FC68-4321-8062-B50F96B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9BFCF-06E4-41ED-87F7-87FB7E0B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EE33D-8422-420F-81A1-C400E5B3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B1580-763F-4854-B85B-7AEC664A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E67FA-9A0B-4D4F-85F0-480D154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240CC-314B-48DA-BD24-01DDDBF4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178C4-ECEA-493E-B5A1-D827C4F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44AC1-C3CD-46AD-9B25-6791782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408FE-16CE-419F-99D5-65A38EDA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C6D95-6866-488E-B365-F533476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B768C-E11E-43E2-A638-57DACC4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volume of a cuboid 12 cm by 7 cm by 5 cm.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DAAA2-CFAB-4C81-A5EA-1FB0425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A7A2C-9890-431B-8918-8F38AA2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79971-B9A6-4D61-A520-40E3185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BA86A-DE6C-458F-9533-428B707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B9D0E-531E-4A2A-A00F-A0A37E6C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567C5-AC0F-4F78-9264-93CEF69F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020BC-86F9-4E53-BBFA-9A648758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78289-4105-415C-ACF8-03E6102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420 cm3.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D0079-72AA-4C67-A6D2-1AD3CA8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781272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C285F-928D-479D-B304-38B00A0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5977-2DC6-4D06-87ED-6F5767A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06F24-8203-4E9E-AE0C-F0206BBD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B3FD6-34BC-4474-A62D-F7D9835C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DCD1-9332-45E7-AFBD-99BE911D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C8208-12AD-4918-96E5-8EBBCE8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ABD5B-441E-40E2-AFF2-4B710F4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70872-9000-46B3-88E6-CC2EA40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2D61E-C2F8-447F-8790-8B7B8B51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46646-330E-4178-9A2F-0D426A2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1EE31-117D-4B24-9AC7-7A818B7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02623-DDBF-46E3-8CCC-3DDE99D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B9C99-2013-43C2-B4E7-46BBA8AD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CCE3E-05F7-41C7-A598-C562C6F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704F9-D7B4-41A1-BDA9-3F7F8FDD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21E15-9FB0-44C2-9CF6-B31025B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54934-5A9F-4394-BF98-CFB129F8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20C4F-282D-4B5D-8CDB-2CB0F771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DBDDE-83C1-41C0-AE36-3AE4DC2F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7D8FF-9BCA-49CE-B3B2-F905361D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61C5B-542D-416A-A8BD-FBC1F603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76367049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A95DB-42B5-4A5D-AE33-B8759E2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7CF03-8EF6-4EB9-9C6B-C6EA683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D051D-204B-43AF-A573-9430CD10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CA77C-BAAF-4EC1-92EC-98D6545A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041B9-ACBA-4DCE-89DF-3441F68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60550-D36D-4039-9BB2-E0F7B1A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8DA85-9D81-437E-BD49-03868D67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EB3F8-3613-4971-A7B7-90573BB8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94A74-1CA8-47AD-A180-E2C7D87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AE519-57BF-42EB-86CB-9B3C86D6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Cuboid A is 8 x 6 x 5 cm. Cuboid B is 10 x 6 x 4 cm. Compare their volumes.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C16C1-E064-4D31-876A-5750DD6D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D5A99-219F-4950-9A41-C8CC8E2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B32E4-2B21-48C8-90D7-216397A3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Both are 240 cm3.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559405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47D59-A02D-4F46-90E4-56D23AC3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297BF-AE11-45CB-BC91-7E9037D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8BE07-1DEE-405D-82DC-50D683B4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BA484-1D95-4DBB-99DF-DD933778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0C25D-9646-428A-9DE1-B2A392C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9CEA2-7C7F-4B39-8038-4974F48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4D12-B66B-479D-B489-FF5616F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C8079-2AED-450F-9654-9ECA059D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24353-9545-47EE-95BA-1002122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4DF8A-CF3E-4A87-B519-14F0535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3E66-F651-4E91-BBC1-67750398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2B4AE-D69B-4CCC-BA2F-4E5DBD6D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A1469-3088-46F1-946E-44F5F906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ED3A4-762D-497C-B1BA-C614EE9A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6FBC1-1AD7-4D67-A7A8-F2EE7B83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285AE-6FAA-430D-9838-07909BE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 cm.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B9D43-F001-481D-9150-5E9E7586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39098-DC0A-467F-9D9A-5D1CA92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9685779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0C49A-D972-4784-B69A-372B50E4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AC687-7736-4B67-8CF7-54D2631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6520D-0E26-4A2E-B8B5-9750520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2DE15-62A0-4157-8A8A-664F228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8BCA1-AD6B-40E0-B6FD-9DBECF7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D029E-BAC1-47E4-87CA-C49AF53F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1E51C-D751-486A-965C-D428A46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B9BE9-1D2B-461A-9F54-DF91CE31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EBC02-629F-49E7-85C1-1F706123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Build and count cubic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79D8E-3224-4360-ADDF-FEF5261D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1CB78-8DC7-4858-A376-EEFA37E6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E052A-F498-4177-BE9E-6F551A3A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D8144-2E23-4871-BC43-3583DBE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8616F-8CC4-4151-B08C-D72C8589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F3937-5335-45D8-9450-5CA07C8D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C5910-FB20-4D67-9B54-83D29F8A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459BB-9012-4EFC-94CC-F16FCF80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calculates the surface area or adds the three dimensions.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95B39-A8A7-4635-8C9D-CD0457C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6ECCC-158E-4E20-A0A8-4759063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4010F-2306-4D88-BB88-AF15BAC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A1A0E-4426-4B99-82EC-971E8756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1532E-E034-4996-A354-1C1F8F0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9171513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2026-09-09T22:13:55.9050000Z</dcterms:created>
  <dcterms:modified xsi:type="dcterms:W3CDTF">2026-09-09T22:13:55.9050000Z</dcterms:modified>
</coreProperties>
</file>