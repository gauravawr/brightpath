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56d87bc443840aa" /><Relationship Type="http://schemas.openxmlformats.org/officeDocument/2006/relationships/extended-properties" Target="/docProps/app.xml" Id="R57136ffcdbdd4313" /><Relationship Type="http://schemas.openxmlformats.org/officeDocument/2006/relationships/officeDocument" Target="/ppt/presentation.xml" Id="Rbe821c22e84c4c2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7c2cc43f40d4a7e"/>
  </p:sldMasterIdLst>
  <p:notesMasterIdLst>
    <p:notesMasterId xmlns:r="http://schemas.openxmlformats.org/officeDocument/2006/relationships" r:id="R38eccce1990146b8"/>
  </p:notesMasterIdLst>
  <p:sldIdLst>
    <p:sldId xmlns:r="http://schemas.openxmlformats.org/officeDocument/2006/relationships" id="256" r:id="R29ae9df2b47847b5"/>
    <p:sldId xmlns:r="http://schemas.openxmlformats.org/officeDocument/2006/relationships" id="257" r:id="R4c71685129c04479"/>
    <p:sldId xmlns:r="http://schemas.openxmlformats.org/officeDocument/2006/relationships" id="258" r:id="R858d5aeeda9b41de"/>
    <p:sldId xmlns:r="http://schemas.openxmlformats.org/officeDocument/2006/relationships" id="259" r:id="R2ab8b9f97e48494e"/>
    <p:sldId xmlns:r="http://schemas.openxmlformats.org/officeDocument/2006/relationships" id="260" r:id="R6dc953a671ee4d15"/>
    <p:sldId xmlns:r="http://schemas.openxmlformats.org/officeDocument/2006/relationships" id="261" r:id="R34c7fd2e3f4348f0"/>
    <p:sldId xmlns:r="http://schemas.openxmlformats.org/officeDocument/2006/relationships" id="262" r:id="R68a6d1162fdb4f13"/>
    <p:sldId xmlns:r="http://schemas.openxmlformats.org/officeDocument/2006/relationships" id="263" r:id="Rd21db78059644f74"/>
    <p:sldId xmlns:r="http://schemas.openxmlformats.org/officeDocument/2006/relationships" id="264" r:id="Rf6332f23526c4a1e"/>
    <p:sldId xmlns:r="http://schemas.openxmlformats.org/officeDocument/2006/relationships" id="265" r:id="R60ecafe70cc8467b"/>
    <p:sldId xmlns:r="http://schemas.openxmlformats.org/officeDocument/2006/relationships" id="266" r:id="Raf475ad48a3b4f9b"/>
    <p:sldId xmlns:r="http://schemas.openxmlformats.org/officeDocument/2006/relationships" id="267" r:id="Rd0775b519aad4df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ac0625893594f9a" /><Relationship Type="http://schemas.openxmlformats.org/officeDocument/2006/relationships/slideMaster" Target="/ppt/slideMasters/slideMaster1.xml" Id="R47c2cc43f40d4a7e" /><Relationship Type="http://schemas.openxmlformats.org/officeDocument/2006/relationships/notesMaster" Target="/ppt/notesMasters/notesMaster1.xml" Id="R38eccce1990146b8" /><Relationship Type="http://schemas.openxmlformats.org/officeDocument/2006/relationships/presProps" Target="/ppt/presProps.xml" Id="Rd0ee7f026f724ff1" /><Relationship Type="http://schemas.openxmlformats.org/officeDocument/2006/relationships/tableStyles" Target="/ppt/tableStyles.xml" Id="R315683b1a65a4616" /><Relationship Type="http://schemas.openxmlformats.org/officeDocument/2006/relationships/slide" Target="/ppt/slides/slide1.xml" Id="R29ae9df2b47847b5" /><Relationship Type="http://schemas.openxmlformats.org/officeDocument/2006/relationships/slide" Target="/ppt/slides/slide2.xml" Id="R4c71685129c04479" /><Relationship Type="http://schemas.openxmlformats.org/officeDocument/2006/relationships/slide" Target="/ppt/slides/slide3.xml" Id="R858d5aeeda9b41de" /><Relationship Type="http://schemas.openxmlformats.org/officeDocument/2006/relationships/slide" Target="/ppt/slides/slide4.xml" Id="R2ab8b9f97e48494e" /><Relationship Type="http://schemas.openxmlformats.org/officeDocument/2006/relationships/slide" Target="/ppt/slides/slide5.xml" Id="R6dc953a671ee4d15" /><Relationship Type="http://schemas.openxmlformats.org/officeDocument/2006/relationships/slide" Target="/ppt/slides/slide6.xml" Id="R34c7fd2e3f4348f0" /><Relationship Type="http://schemas.openxmlformats.org/officeDocument/2006/relationships/slide" Target="/ppt/slides/slide7.xml" Id="R68a6d1162fdb4f13" /><Relationship Type="http://schemas.openxmlformats.org/officeDocument/2006/relationships/slide" Target="/ppt/slides/slide8.xml" Id="Rd21db78059644f74" /><Relationship Type="http://schemas.openxmlformats.org/officeDocument/2006/relationships/slide" Target="/ppt/slides/slide9.xml" Id="Rf6332f23526c4a1e" /><Relationship Type="http://schemas.openxmlformats.org/officeDocument/2006/relationships/slide" Target="/ppt/slides/slide10.xml" Id="R60ecafe70cc8467b" /><Relationship Type="http://schemas.openxmlformats.org/officeDocument/2006/relationships/slide" Target="/ppt/slides/slide11.xml" Id="Raf475ad48a3b4f9b" /><Relationship Type="http://schemas.openxmlformats.org/officeDocument/2006/relationships/slide" Target="/ppt/slides/slide12.xml" Id="Rd0775b519aad4df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0bf6f443b2044a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b7ee15bad824116" /><Relationship Type="http://schemas.openxmlformats.org/officeDocument/2006/relationships/notesMaster" Target="/ppt/notesMasters/notesMaster1.xml" Id="Rc21bfd2807104b6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e09491d8f134480" /><Relationship Type="http://schemas.openxmlformats.org/officeDocument/2006/relationships/notesMaster" Target="/ppt/notesMasters/notesMaster1.xml" Id="Rcacb2d2d603c493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1dbde03c3ea4ed5" /><Relationship Type="http://schemas.openxmlformats.org/officeDocument/2006/relationships/notesMaster" Target="/ppt/notesMasters/notesMaster1.xml" Id="Rc9b2d18b7fba4dd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b4acf95c7844e04" /><Relationship Type="http://schemas.openxmlformats.org/officeDocument/2006/relationships/notesMaster" Target="/ppt/notesMasters/notesMaster1.xml" Id="Re09c7007aacf41b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6f4b03a12504362" /><Relationship Type="http://schemas.openxmlformats.org/officeDocument/2006/relationships/notesMaster" Target="/ppt/notesMasters/notesMaster1.xml" Id="R8f5d9367a68e439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028aeb2089b4147" /><Relationship Type="http://schemas.openxmlformats.org/officeDocument/2006/relationships/notesMaster" Target="/ppt/notesMasters/notesMaster1.xml" Id="R2381b1dc08374d8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08a87e9c04449a0" /><Relationship Type="http://schemas.openxmlformats.org/officeDocument/2006/relationships/notesMaster" Target="/ppt/notesMasters/notesMaster1.xml" Id="R9f2fe68ac84c4cb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0a2b35b72ca496e" /><Relationship Type="http://schemas.openxmlformats.org/officeDocument/2006/relationships/notesMaster" Target="/ppt/notesMasters/notesMaster1.xml" Id="R95a69cc4053a456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1100ccf32f54bdb" /><Relationship Type="http://schemas.openxmlformats.org/officeDocument/2006/relationships/notesMaster" Target="/ppt/notesMasters/notesMaster1.xml" Id="R7b94d7f3b02c4e4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c35a9af68274493" /><Relationship Type="http://schemas.openxmlformats.org/officeDocument/2006/relationships/notesMaster" Target="/ppt/notesMasters/notesMaster1.xml" Id="R15cc3f35b0e1493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13c6af6239e4da1" /><Relationship Type="http://schemas.openxmlformats.org/officeDocument/2006/relationships/notesMaster" Target="/ppt/notesMasters/notesMaster1.xml" Id="R3d3d70c8448c48a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e2d996dad544f66" /><Relationship Type="http://schemas.openxmlformats.org/officeDocument/2006/relationships/notesMaster" Target="/ppt/notesMasters/notesMaster1.xml" Id="Raf02df17ca05433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Unit cubes, cuboid nets, multilink cubes, squared paper, rulers,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6 cm. | Identify the three perpendicular dimensions in one unit. | Volume measures space inside a solid, so multiply all three perpendicular dimensions and use cubic units.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volume, cuboid, cube, length, width, height, cubic unit.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420 cm3.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6 cm.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Volume measures space inside a solid, so multiply all three perpendicular dimensions and use cubic units.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6 cm..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Both are 240 cm3..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240 cubes.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Both are 240 cm3.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Both are 240 cm3. | Volume measures space inside a solid, so multiply all three perpendicular dimensions and use cubic units.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56e54a3790421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6c814dfe12e4b06" /><Relationship Type="http://schemas.openxmlformats.org/officeDocument/2006/relationships/slideLayout" Target="/ppt/slideLayouts/slideLayout1.xml" Id="Rcbf598519878424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bf598519878424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d25583b94c4876" /><Relationship Type="http://schemas.openxmlformats.org/officeDocument/2006/relationships/notesSlide" Target="/ppt/notesSlides/notesSlide1.xml" Id="R781231d8ca8a413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e6e57c88024153" /><Relationship Type="http://schemas.openxmlformats.org/officeDocument/2006/relationships/notesSlide" Target="/ppt/notesSlides/notesSlide2.xml" Id="R86271c7fc87a4e9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96091e9fdd4599" /><Relationship Type="http://schemas.openxmlformats.org/officeDocument/2006/relationships/notesSlide" Target="/ppt/notesSlides/notesSlide3.xml" Id="R23f01bd5b017428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aee48396944a74" /><Relationship Type="http://schemas.openxmlformats.org/officeDocument/2006/relationships/notesSlide" Target="/ppt/notesSlides/notesSlide4.xml" Id="R2cc81bf60ffc41b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1f474cfe4524b7e" /><Relationship Type="http://schemas.openxmlformats.org/officeDocument/2006/relationships/notesSlide" Target="/ppt/notesSlides/notesSlide5.xml" Id="Rf2b4b115f9a64b8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5c294a69ed47e3" /><Relationship Type="http://schemas.openxmlformats.org/officeDocument/2006/relationships/notesSlide" Target="/ppt/notesSlides/notesSlide6.xml" Id="R6b7c09b29da1468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32b55da7144f0b" /><Relationship Type="http://schemas.openxmlformats.org/officeDocument/2006/relationships/image" Target="/ppt/media/image.png" Id="Rc132aab9c1254b6f" /><Relationship Type="http://schemas.openxmlformats.org/officeDocument/2006/relationships/notesSlide" Target="/ppt/notesSlides/notesSlide7.xml" Id="R576d10bfc0ae404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94754b5fc84ac6" /><Relationship Type="http://schemas.openxmlformats.org/officeDocument/2006/relationships/notesSlide" Target="/ppt/notesSlides/notesSlide8.xml" Id="Rfb4c8dccaf734c7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cb126f1b73494a" /><Relationship Type="http://schemas.openxmlformats.org/officeDocument/2006/relationships/notesSlide" Target="/ppt/notesSlides/notesSlide9.xml" Id="Rdf3146f876cf46f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5f74555b5f42d3" /><Relationship Type="http://schemas.openxmlformats.org/officeDocument/2006/relationships/notesSlide" Target="/ppt/notesSlides/notesSlide10.xml" Id="R5e22c67364d8451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93111abf674b1d" /><Relationship Type="http://schemas.openxmlformats.org/officeDocument/2006/relationships/notesSlide" Target="/ppt/notesSlides/notesSlide11.xml" Id="Rfbc6711e62db4b5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a3845cda514118" /><Relationship Type="http://schemas.openxmlformats.org/officeDocument/2006/relationships/notesSlide" Target="/ppt/notesSlides/notesSlide12.xml" Id="Re2afe7f5396e44f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8A2031-4BAA-4D21-8AB3-F92FDA028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C77EAA-4647-4C44-8207-55F1C8EBD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EACD20-42BB-40D3-9859-C4BD37798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9F1E2D-F0FA-44E1-91B2-E8873BEBB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FB6116-E33A-4686-A684-140732065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cuboid volume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513CAD-0150-469C-A5CD-3B15F4155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9F2E34-8272-4FA1-B86F-D47222826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FA4E832-6183-465C-BE3D-05A72DA79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volume using three dimensions.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EF76AE-6F9E-410B-BFDE-A1236BDCC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D886EF-D2D9-4EF2-ADBD-9D3FF672A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Unit cubes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D56CC2B-FDC7-463E-9AFA-89EDFBA85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27011361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3D32AA-BFE5-43AC-849F-22CEE3FC0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2F4161-D334-4FEB-B5F1-7AA6E1EB8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08995B4-DC7B-4FC8-9458-EA4C11AE7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A72DE6-6D49-470E-BBEF-78B668818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8F14FC-9770-42E6-BF69-D6DBC2B58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A7865B-7A20-4BCB-B916-2273E9E4F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376591-BC9E-4F48-9BDE-B9ACFB16C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50FA87-E873-4B95-967D-14AB30F2A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9DB36C-C295-4D5E-87DB-606A4DD6B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cuboid volume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081CA0-F782-4B09-A9A0-2BC4C13FB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456BB9-3EA5-44C3-A28F-A949A1DC3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783274-7F0E-4E44-9568-834B50297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24D308E-E43B-448B-A21E-989F9CDE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Recognise, estimate and calculate the volume of cubes and cuboids.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2B5DF9-CC46-4E31-B798-0F5D380A2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EA35C1-38A2-4A97-A001-59FAD10A6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679DB3-00F0-4C49-A858-BDD5EE95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5CA3F6-36CF-4BB8-A65A-58B03901E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cuboid has volume 360 cm3, length 12 cm and width 5 cm. Find its height.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679A276-A034-4EC0-AD18-9292325D9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CAD863-BDD9-4C13-B342-40F5BF409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E115470-4B5E-4320-B5D5-BE2562CC7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F98835-95C5-4494-A9F6-F17526D63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Find the volume of a cuboid 12 cm by 7 cm by 5 cm.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6E73B1B-04A6-47F7-9DA8-DCF2D9D78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58195349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C4CC0C9-CD12-4365-9D3E-5EB3EFA5C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CF61FD-B6C7-41D6-89C0-838E39AB6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6588DA-5945-4BA4-9A57-70F9B5962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C459A0-4647-4064-A4C8-CECA74319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A09068-0C14-47A0-89BB-36E0108E3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13F285-712E-4538-8958-05025E936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BD799F-0AFC-4827-A0F9-B1730D2FF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261CD7-B3E3-4C26-B5BF-115618138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DB9AB6-48A8-45F9-8D04-16527DCC6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cuboid volume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869971-55FB-4482-9C41-FCB21C34C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calculate volume using three dimensions.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86C9E0-1E1F-498D-9852-F67EA9F12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7358CA-8966-41A2-8C9B-C535497DE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three perpendicular dimensions in one unit.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9CEBBF-5F4B-40EE-82C7-FA970B62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Multiply length by width by height.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04200C-84A0-4B77-A37A-3C3162DA1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Use cubic units and compare the result with an estimate.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A53668-9CA2-46CA-BC95-BACCF0BF0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volume  |  cuboid  |  cube  |  length  |  width  |  height  |  cubic unit</a:t>
            </a:r>
          </a:p>
        </p:txBody>
      </p:sp>
    </p:spTree>
    <p:extLst>
      <p:ext uri="{BB962C8B-B14F-4D97-AF65-F5344CB8AC3E}">
        <p14:creationId xmlns:p14="http://schemas.microsoft.com/office/powerpoint/2010/main" val="166981948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B88507D-F9AA-4DF5-A607-58B9A5285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3CBF0E-68D1-426C-93C7-5AB70D747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B943DE-432E-4BD4-B167-E700A34C1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C32CFD-6D00-4B39-B378-336DF37F6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B3D2BD-7353-4B27-B2C1-0870FF57E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2A3140-D396-4244-A10B-0B35C8B4A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B3B3669-F0B1-4FBB-907E-A605FF950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15AC06-365A-46D8-824D-58D3AF0AD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9D2DD1-3476-4DFE-89C4-C59608C36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cuboid volume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A5990D-5C2E-40A5-9865-99439683E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the volume of a cuboid 12 cm by 7 cm by 5 cm.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35EA77-F3D7-45D5-9774-D43FE3B5D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F5A304-F42D-40D8-A206-17E1491E3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7C31F1B-BDEF-4253-BC02-E711D7208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the three perpendicular dimensions in one unit.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22C565E-7C06-4753-9902-54C76020B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5F29BB-2039-4A2D-8DBC-89E24A8EF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775197-A069-4D69-9A06-85488BCE6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Multiply length by width by height.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C1F7B2-8CF0-48A8-BE7A-5F16A8FB4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4738F3-DC77-4847-82AD-F12FEE455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FA925B0-C9A9-41F5-B337-BB8AD5EC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420 cm3.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EECEF8-A2B4-4D36-B6A9-507528DA4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49362E-0F4E-4728-8264-91C6976A6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19ADAC8-AB32-4F8C-A529-D874EF0E7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Use cubic units and compare the result with an estimate.</a:t>
            </a:r>
          </a:p>
        </p:txBody>
      </p:sp>
    </p:spTree>
    <p:extLst>
      <p:ext uri="{BB962C8B-B14F-4D97-AF65-F5344CB8AC3E}">
        <p14:creationId xmlns:p14="http://schemas.microsoft.com/office/powerpoint/2010/main" val="89583233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59F5B0-6696-493B-A879-82A952B42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140231-82AE-4544-B8B8-75E607116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66EB87-4588-4148-BBB2-CE6DEA178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204176-FFD4-423C-85FA-8F490032B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8A0059-1DD0-44BE-AA6D-5080698EF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F181A4-67A8-42BA-AEC3-3792DB050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0DE9C0-E344-4C63-9DA2-C530F4D8F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7D9FD9-80A3-47C1-BD1A-8F9653D26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AD2141-667D-4F4B-ADC0-472E7F6B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cuboid volume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0B8AD8-1746-4096-B837-EF212D233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C222A35-C8A6-4A13-9AF9-703F0365D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420 cm3.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947952-68E0-4212-A7F5-0125E7AB9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ABDDA2-CE5A-42A7-891F-787105CA5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Use cubic units and compare the result with an estimate.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924C25-3A15-48C2-9148-2B4EFF13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24085919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D2823B-72D8-42BE-AC94-78E8A55A3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FECEA93-7B37-4C85-8561-21C3B808C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74EB7B-221A-41AA-BD67-D0A41F3D3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A4393D-B26A-43B9-80F8-6C3E10DA2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51C120-6CE3-4AE5-90EB-D9E547FC8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AA7445-A1A4-4B30-95C8-C3F690ACF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88803F-ECAC-406D-981A-C922B0936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41310ED-06C7-4E53-8D97-78A5E860B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3707BA-C927-4BCE-9CC1-DCAA05645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cuboid volume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48EEB94-AB59-4196-8167-54E9C4CF9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cuboid has volume 360 cm3, length 12 cm and width 5 cm. Find its height.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01084E-A1EF-4FD4-BEBF-C95C96504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956796-BECC-4AC9-9821-2F8139766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0958D2-2F4A-4D92-91AB-22E7EB3A9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24CD85-364E-4591-AA53-6E0297501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7576A2-6382-47E6-B378-C9BCD97B6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6 cm.</a:t>
            </a:r>
          </a:p>
        </p:txBody>
      </p:sp>
    </p:spTree>
    <p:extLst>
      <p:ext uri="{BB962C8B-B14F-4D97-AF65-F5344CB8AC3E}">
        <p14:creationId xmlns:p14="http://schemas.microsoft.com/office/powerpoint/2010/main" val="1131681407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2C86F8-8D3D-45EE-BA15-AF4939CD1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190650-5970-4554-9755-06953D4FA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E31B63-3F8E-4F97-A9B5-4587803B9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C9921A-08E1-457C-A003-A7ACCBA09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F02C84-FA0F-4C7C-A3B5-344B61A3A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A37592-E1A1-4ABA-9DBC-733E50048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BA357C-C065-4675-B9F0-4E3D280D2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17194C-7A93-400C-BFD0-3079299E2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E46C32-E6A2-4703-918B-0BB4D19F2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cuboid volume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32aab9c1254b6f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4776C4-C2F1-419C-B30B-6A4715966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C68BC3F-A7FB-42B3-BD64-E95B54D5B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calculates the surface area or adds the three dimensions.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1E129F-F7B4-42D5-802F-CA28F0C30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C0CF13-6E63-490B-8AE0-B768EC738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179B7A-3804-4A25-B7A4-DC9B430C1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Volume measures space inside a solid, so multiply all three perpendicular dimensions and use cubic units.</a:t>
            </a:r>
          </a:p>
        </p:txBody>
      </p:sp>
    </p:spTree>
    <p:extLst>
      <p:ext uri="{BB962C8B-B14F-4D97-AF65-F5344CB8AC3E}">
        <p14:creationId xmlns:p14="http://schemas.microsoft.com/office/powerpoint/2010/main" val="166006600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BACE956-12A8-4302-B139-E9D78261F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CA4BAC-5F39-4BCC-B613-906273683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FBE65E-7C49-413C-9569-D8A588C2A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952EB2-0C6A-40DB-893C-1E9BB3874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6E9E45-8621-4D86-BAEB-B2A71D4DF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873DDC-D80F-4880-BCE1-43837EA90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2E4DAF-6972-43DC-93A4-A08F92FEB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CCF184-5D9A-4F4C-92F0-207AA5F4E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8D75D9-8909-4DE6-8538-8D4A193D0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cuboid volume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FE3E6D-79D9-47FF-88EC-A55239B9F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0C3599-DA37-489F-A585-8690FFCFE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FBC448-2AB0-4B00-A5DC-4A2250782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DFFA41-E402-4D5A-8982-1FF126BE9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cuboid has volume 360 cm3, length 12 cm and width 5 cm. Find its height.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0F04C0D-C2F8-404B-BA55-E7BFA0F34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B256E8-4DDE-4C47-A1DB-1E90F39B9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5C7A3D-59A4-4047-AD1F-662E3565D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B93020-3490-4F88-AEEA-845C2197A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C58E7E-CEEC-4738-9E07-AC3B82929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C9DA43-C7E8-484D-A298-1446C3E68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D58169B-E7AC-4715-82F3-54742240E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8F53C2-C068-407D-BEAC-8F325DB3F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6 cm.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96D349-D63E-4FA1-A2AD-ABBD419C3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75733211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983EF9-0BB4-49BE-83B3-3CFBDE104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CBC9FD-A08D-412A-BD08-9E023EF9B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F667E2-8163-4C1B-B490-FE2829EED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2A9777-267C-45E1-A4D4-6548B694D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183A1E-FF84-4663-A0F0-9A65B5D34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9D7843-195D-40A3-BA7B-9B55B3812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DE69FF-CE13-4968-B744-F4FA8614A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D43E03-0CBA-4F86-AF4D-2AD1C1E83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EEB944-3766-4847-8203-014C6E5D0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cuboid volume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5C9EB3-D67E-46E0-848D-7A5E60436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61CE7B-C83E-474A-9024-5C99D690E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7A902DF-8B6A-4F85-A09C-9C617E5F9D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9215AC-89D3-44BF-B2AE-0CAD99B86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Cuboid A is 8 x 6 x 5 cm. Cuboid B is 10 x 6 x 4 cm. Compare their volumes.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927E58-5C91-480B-874C-7E77C219F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87428F-AB63-42CB-8BC7-9AD00BAC5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1584AB8-D0EF-46E7-A550-140B26AE1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FC9E5D-9E59-433D-9C8A-0B1FA6381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ADE182-36FE-4B77-AE9E-31AF70CEF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65F3D2-CE40-4269-AEA8-DF3A145D5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842A03-D264-4D5D-B833-268BE3934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79363F9-7FB0-4094-81E5-8DC522C4C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56293060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0807870-B227-49C3-9966-16895F713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394191-EC83-421B-B8FC-D122DD1B5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0126E89-99FB-4F01-9466-B756E7189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120CE2-7290-45D8-83DF-017954B2A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476469-6510-47F3-AE59-299CA234B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8135EF-93DD-45DA-866F-C7C8B6D0B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4782D9-952C-4514-A092-CD094099A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E647C5-110F-496C-9EB4-58E39D28D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AAAB48-545F-4DF6-988B-C3D2CEBD0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cuboid volume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2CA54A-D71B-44DA-94E0-DEBD67735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A box is 40 cm by 25 cm by 30 cm. How many 5 cm cubes fit exactly by volume?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7238DC-22F9-450C-81B6-A3EF95F73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B34187F-EEC6-4ADE-8EE0-1314A11B84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A57A44-3BFD-4513-A686-764C9D2C0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240 cubes.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29060666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F9F05B-6587-4007-A2FA-E86EAC7E0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D60441-5DFF-45E2-B595-6D321B043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0C555D-2C95-4B06-AC1B-AF8A4ACDC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9A5F2D-29F7-4738-8166-2800E236C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B767FB-2112-4610-86B6-D2CDC2196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6040FD-FB92-4BBD-A0C2-672685964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23ED5A-64E0-45F9-900C-E91156D59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4563A4-E1A2-4F3D-8BED-175AC56C7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0554AC-9000-40C8-9522-205E6E828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cuboid volume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885C4F-78D7-4101-838E-BBF23EE45E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665456-FA70-4ECA-B5F6-415B35B7B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ABFFDD-9F0F-42BD-88BC-558127BEF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Cuboid A is 8 x 6 x 5 cm. Cuboid B is 10 x 6 x 4 cm. Compare their volumes.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10630D-DA5D-4B79-8B81-E253FBF2B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C289F7-E895-432A-AE09-B06E9BCDB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11C9DE-29D6-4291-BE9A-100658909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3832B8-F987-4FA0-B9FD-5BE7A6F0D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366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Both are 240 cm3.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E411EA-80CC-4786-963B-B4B7B6C78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CF683E-40F0-4DCE-84A9-A1FF3EAFD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96735716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DBCD26-B5E0-44A4-A684-A6C1E7E4D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0EC281-518A-4FB5-A7E8-E037A450D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C380FE-ABA0-484B-9C05-F1457759E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8D0527-8F88-4C6D-8AA6-9A201EC8E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2EE410-CD56-48FD-90A4-8A6E54CCF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BC2858-3F7D-4C00-BA9D-BA2262563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D5D83B-2DF0-4E66-A03B-23D24678F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444C95-3C68-405E-8BD9-918863F5F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CF4ED6-421F-432C-B375-A26FC85A5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Calculate cuboid volume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BF6B79-DDDF-4067-9A1D-68CA41F7F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09B8BE9-73D3-4B87-8DF6-A8EB3CECC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55D4DC-D271-4E95-85EF-5BBA6022E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2501B1-1375-41B4-9092-444B33078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Cuboid A is 8 x 6 x 5 cm. Cuboid B is 10 x 6 x 4 cm. Compare their volumes.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758B8B-3652-421D-9AD8-682FB531A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950CD6-17AA-4748-84DB-8139097B4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B8F3CE-C08B-4D33-9213-4DE0E984C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C17AEE-E8BF-4427-9816-16E97B12E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calculates the surface area or adds the three dimensions.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E12D1D2-906B-4F98-91E3-901A4334F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E032F6-62FF-4C37-8D37-263500C59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5DF4AE1-E4C7-4334-BCD1-1584C2209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174495-E855-4CCD-B956-1C2732012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F136305-1638-45FB-BFCF-35F3ADB5B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1401788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2026-09-09T20:50:04.4290000Z</dcterms:created>
  <dcterms:modified xsi:type="dcterms:W3CDTF">2026-09-09T20:50:04.4290000Z</dcterms:modified>
</coreProperties>
</file>