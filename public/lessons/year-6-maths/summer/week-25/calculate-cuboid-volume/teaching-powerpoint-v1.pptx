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e420caf7d74793" /><Relationship Type="http://schemas.openxmlformats.org/officeDocument/2006/relationships/extended-properties" Target="/docProps/app.xml" Id="R4bf55f9d2d8f479d" /><Relationship Type="http://schemas.openxmlformats.org/officeDocument/2006/relationships/officeDocument" Target="/ppt/presentation.xml" Id="R2ca232805a8f4e6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7fae11579e4b1f"/>
  </p:sldMasterIdLst>
  <p:notesMasterIdLst>
    <p:notesMasterId xmlns:r="http://schemas.openxmlformats.org/officeDocument/2006/relationships" r:id="Rd962fac1bd484329"/>
  </p:notesMasterIdLst>
  <p:sldIdLst>
    <p:sldId xmlns:r="http://schemas.openxmlformats.org/officeDocument/2006/relationships" id="256" r:id="Rf7f7ffac3e424669"/>
    <p:sldId xmlns:r="http://schemas.openxmlformats.org/officeDocument/2006/relationships" id="257" r:id="Rcc5a48bf655140cf"/>
    <p:sldId xmlns:r="http://schemas.openxmlformats.org/officeDocument/2006/relationships" id="258" r:id="R887909b4876f4582"/>
    <p:sldId xmlns:r="http://schemas.openxmlformats.org/officeDocument/2006/relationships" id="259" r:id="Ra5f7db3eb54e4ec4"/>
    <p:sldId xmlns:r="http://schemas.openxmlformats.org/officeDocument/2006/relationships" id="260" r:id="R434987253a104a1c"/>
    <p:sldId xmlns:r="http://schemas.openxmlformats.org/officeDocument/2006/relationships" id="261" r:id="R7cde1c0a8bda4fbd"/>
    <p:sldId xmlns:r="http://schemas.openxmlformats.org/officeDocument/2006/relationships" id="262" r:id="R1448b0aa846e41a7"/>
    <p:sldId xmlns:r="http://schemas.openxmlformats.org/officeDocument/2006/relationships" id="263" r:id="R31082bd7ae9e4888"/>
    <p:sldId xmlns:r="http://schemas.openxmlformats.org/officeDocument/2006/relationships" id="264" r:id="R1883d404f98d4492"/>
    <p:sldId xmlns:r="http://schemas.openxmlformats.org/officeDocument/2006/relationships" id="265" r:id="Rfb17fb203e2e4397"/>
    <p:sldId xmlns:r="http://schemas.openxmlformats.org/officeDocument/2006/relationships" id="266" r:id="R1078811547aa4391"/>
    <p:sldId xmlns:r="http://schemas.openxmlformats.org/officeDocument/2006/relationships" id="267" r:id="R571bdbf8ae6c485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c36c4664a049a1" /><Relationship Type="http://schemas.openxmlformats.org/officeDocument/2006/relationships/slideMaster" Target="/ppt/slideMasters/slideMaster1.xml" Id="R227fae11579e4b1f" /><Relationship Type="http://schemas.openxmlformats.org/officeDocument/2006/relationships/notesMaster" Target="/ppt/notesMasters/notesMaster1.xml" Id="Rd962fac1bd484329" /><Relationship Type="http://schemas.openxmlformats.org/officeDocument/2006/relationships/presProps" Target="/ppt/presProps.xml" Id="R1e998a4c3fc24513" /><Relationship Type="http://schemas.openxmlformats.org/officeDocument/2006/relationships/tableStyles" Target="/ppt/tableStyles.xml" Id="Ra5d1384518cd4deb" /><Relationship Type="http://schemas.openxmlformats.org/officeDocument/2006/relationships/slide" Target="/ppt/slides/slide1.xml" Id="Rf7f7ffac3e424669" /><Relationship Type="http://schemas.openxmlformats.org/officeDocument/2006/relationships/slide" Target="/ppt/slides/slide2.xml" Id="Rcc5a48bf655140cf" /><Relationship Type="http://schemas.openxmlformats.org/officeDocument/2006/relationships/slide" Target="/ppt/slides/slide3.xml" Id="R887909b4876f4582" /><Relationship Type="http://schemas.openxmlformats.org/officeDocument/2006/relationships/slide" Target="/ppt/slides/slide4.xml" Id="Ra5f7db3eb54e4ec4" /><Relationship Type="http://schemas.openxmlformats.org/officeDocument/2006/relationships/slide" Target="/ppt/slides/slide5.xml" Id="R434987253a104a1c" /><Relationship Type="http://schemas.openxmlformats.org/officeDocument/2006/relationships/slide" Target="/ppt/slides/slide6.xml" Id="R7cde1c0a8bda4fbd" /><Relationship Type="http://schemas.openxmlformats.org/officeDocument/2006/relationships/slide" Target="/ppt/slides/slide7.xml" Id="R1448b0aa846e41a7" /><Relationship Type="http://schemas.openxmlformats.org/officeDocument/2006/relationships/slide" Target="/ppt/slides/slide8.xml" Id="R31082bd7ae9e4888" /><Relationship Type="http://schemas.openxmlformats.org/officeDocument/2006/relationships/slide" Target="/ppt/slides/slide9.xml" Id="R1883d404f98d4492" /><Relationship Type="http://schemas.openxmlformats.org/officeDocument/2006/relationships/slide" Target="/ppt/slides/slide10.xml" Id="Rfb17fb203e2e4397" /><Relationship Type="http://schemas.openxmlformats.org/officeDocument/2006/relationships/slide" Target="/ppt/slides/slide11.xml" Id="R1078811547aa4391" /><Relationship Type="http://schemas.openxmlformats.org/officeDocument/2006/relationships/slide" Target="/ppt/slides/slide12.xml" Id="R571bdbf8ae6c48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f5ddc721fa4c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9f7e5abaf34e71" /><Relationship Type="http://schemas.openxmlformats.org/officeDocument/2006/relationships/notesMaster" Target="/ppt/notesMasters/notesMaster1.xml" Id="R6413a1fd893e4e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57ae254fa9473f" /><Relationship Type="http://schemas.openxmlformats.org/officeDocument/2006/relationships/notesMaster" Target="/ppt/notesMasters/notesMaster1.xml" Id="Rbac85a376fb54b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5beee2d512413a" /><Relationship Type="http://schemas.openxmlformats.org/officeDocument/2006/relationships/notesMaster" Target="/ppt/notesMasters/notesMaster1.xml" Id="Rd0c7c0fd1edd43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2147fd0ca74d66" /><Relationship Type="http://schemas.openxmlformats.org/officeDocument/2006/relationships/notesMaster" Target="/ppt/notesMasters/notesMaster1.xml" Id="R98fba1ec1c2d4e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23a0b3f6c24bec" /><Relationship Type="http://schemas.openxmlformats.org/officeDocument/2006/relationships/notesMaster" Target="/ppt/notesMasters/notesMaster1.xml" Id="Rfa1648959a5e4ac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c010017fd047fb" /><Relationship Type="http://schemas.openxmlformats.org/officeDocument/2006/relationships/notesMaster" Target="/ppt/notesMasters/notesMaster1.xml" Id="R30ef5d1c56084a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fe136f6cc9f4d17" /><Relationship Type="http://schemas.openxmlformats.org/officeDocument/2006/relationships/notesMaster" Target="/ppt/notesMasters/notesMaster1.xml" Id="Rb733ca3fffac40d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5c194288d694137" /><Relationship Type="http://schemas.openxmlformats.org/officeDocument/2006/relationships/notesMaster" Target="/ppt/notesMasters/notesMaster1.xml" Id="Rfd1595018e4a48b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d5b2b72e0a84ab6" /><Relationship Type="http://schemas.openxmlformats.org/officeDocument/2006/relationships/notesMaster" Target="/ppt/notesMasters/notesMaster1.xml" Id="Rcbf3c88adf0e4e2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9a93ae1873342c5" /><Relationship Type="http://schemas.openxmlformats.org/officeDocument/2006/relationships/notesMaster" Target="/ppt/notesMasters/notesMaster1.xml" Id="R2e347bfe5e384d1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44feb9110084eff" /><Relationship Type="http://schemas.openxmlformats.org/officeDocument/2006/relationships/notesMaster" Target="/ppt/notesMasters/notesMaster1.xml" Id="R4d89e2f10fde4b1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25a9649f0684fc8" /><Relationship Type="http://schemas.openxmlformats.org/officeDocument/2006/relationships/notesMaster" Target="/ppt/notesMasters/notesMaster1.xml" Id="Rb760d7a18fa444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Unit cubes, cuboid nets, multilink cubes, squared paper, rulers,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6 cm. | Identify the three perpendicular dimensions in one unit. | Volume measures space inside a solid, so multiply all three perpendicular dimensions and use cubic units.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volume, cuboid, cube, length, width, height, cubic unit.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420 cm3.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6 cm.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Volume measures space inside a solid, so multiply all three perpendicular dimensions and use cubic units.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6 cm..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Both are 240 cm3..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240 cubes. The explanation must show why the method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Both are 240 cm3.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Both are 240 cm3. | Volume measures space inside a solid, so multiply all three perpendicular dimensions and use cubic units.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46a5556d754d2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e735c477134113" /><Relationship Type="http://schemas.openxmlformats.org/officeDocument/2006/relationships/slideLayout" Target="/ppt/slideLayouts/slideLayout1.xml" Id="Rd3131a80d0294f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131a80d0294f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2884abd3da4a5f" /><Relationship Type="http://schemas.openxmlformats.org/officeDocument/2006/relationships/notesSlide" Target="/ppt/notesSlides/notesSlide1.xml" Id="R2ba9df39ba5840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8b199794c640ad" /><Relationship Type="http://schemas.openxmlformats.org/officeDocument/2006/relationships/notesSlide" Target="/ppt/notesSlides/notesSlide2.xml" Id="R69cd932d90774f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addc6a8ac14cd3" /><Relationship Type="http://schemas.openxmlformats.org/officeDocument/2006/relationships/notesSlide" Target="/ppt/notesSlides/notesSlide3.xml" Id="Rd4258367b5a340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7de4d9f53b4157" /><Relationship Type="http://schemas.openxmlformats.org/officeDocument/2006/relationships/notesSlide" Target="/ppt/notesSlides/notesSlide4.xml" Id="Raf04892645c444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b2f9008e5d4d55" /><Relationship Type="http://schemas.openxmlformats.org/officeDocument/2006/relationships/notesSlide" Target="/ppt/notesSlides/notesSlide5.xml" Id="Rc63fef77d4ff4f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07bb8c3beb4e12" /><Relationship Type="http://schemas.openxmlformats.org/officeDocument/2006/relationships/notesSlide" Target="/ppt/notesSlides/notesSlide6.xml" Id="Rfad7907c7c55484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c1a387aa414747" /><Relationship Type="http://schemas.openxmlformats.org/officeDocument/2006/relationships/image" Target="/ppt/media/image.png" Id="R6fc66668e8f344c8" /><Relationship Type="http://schemas.openxmlformats.org/officeDocument/2006/relationships/notesSlide" Target="/ppt/notesSlides/notesSlide7.xml" Id="R23d736ce2618411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80a6a007df4691" /><Relationship Type="http://schemas.openxmlformats.org/officeDocument/2006/relationships/notesSlide" Target="/ppt/notesSlides/notesSlide8.xml" Id="Re159d5e5feca4fa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9521a665844a19" /><Relationship Type="http://schemas.openxmlformats.org/officeDocument/2006/relationships/notesSlide" Target="/ppt/notesSlides/notesSlide9.xml" Id="R88354d2717c44a3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a99fc5c0cc40eb" /><Relationship Type="http://schemas.openxmlformats.org/officeDocument/2006/relationships/notesSlide" Target="/ppt/notesSlides/notesSlide10.xml" Id="R6d8c0fd4600e4d3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994ecddade4f44" /><Relationship Type="http://schemas.openxmlformats.org/officeDocument/2006/relationships/notesSlide" Target="/ppt/notesSlides/notesSlide11.xml" Id="R39a4837afbfb429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fa91dc43ca4d27" /><Relationship Type="http://schemas.openxmlformats.org/officeDocument/2006/relationships/notesSlide" Target="/ppt/notesSlides/notesSlide12.xml" Id="R00cfc487d323466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0310BA-3297-40E5-ABCA-FD04277B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9B376C-4E1E-4709-9EC0-FD5F02C16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1DAFE5-D6F1-4A07-A9CF-AF4C508C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73E7DD-4962-4FF8-9081-247E8EFC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D73E67-1DCC-417A-9DDB-893B35FF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cuboid volume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99DA2E-66DA-4C75-82F7-86D3055C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CBA3D3-DF0B-4FBB-BDA1-DA57040CD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62F0CF-F938-4CBA-9D5B-11A28C0E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calculate volume using three dimensions.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FDB594-0F81-4A77-9340-40838C3A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E8BF43-602D-41D7-A4E7-022A1532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Unit cubes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04F683-5ED1-445E-A896-7BC1E837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9211438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2DBBDF-99CF-4B8C-912C-B572C17F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B4274A-6173-4C8E-966B-450EB3DC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E3B366-E115-47B1-8550-CCA6146B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B537E1-61C7-496F-A40D-0C386ABF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04B981-FCE4-4303-9DB0-BA4C95EF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9855B5-A2B7-4D72-824B-A5FDF17B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03B9C7-8C50-4B1B-BD84-088D94AD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685A15-40D6-4CC6-9342-422D98C7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9C372C-EBE0-410F-BA71-50705339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Calculate cuboid volume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0D5DEC-DB4A-4A90-93D1-CFF20F97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A3D327-216C-4642-B0A2-016924BF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D740B3-ED49-4EB0-8477-0BF6CED7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C543D7-E4C8-44EB-8348-D5BFB2DB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Recognise, estimate and calculate the volume of cubes and cuboids.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DA46FB-064C-41D2-8621-9D20DE4A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D17938-0256-444C-82BA-8DBF53A6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1DB76E-032F-437A-A417-DB65A706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521C9D-05D2-4785-9019-06BE61F8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cuboid has volume 360 cm3, length 12 cm and width 5 cm. Find its height.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D75326-5A01-455B-A0FD-35A8A8F9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EFA027-F0A4-4B80-A394-4C8A057F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CDD962-5711-467C-8953-DAB5E678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27C371-B7F6-45C0-9119-EFCF96A7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Find the volume of a cuboid 12 cm by 7 cm by 5 cm.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F9395A-5F96-4C5B-A8E4-0019AED32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68569672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8910B5-517F-429E-885B-DA7E3C9B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DFD75C-86B3-42FF-BDD6-C658338A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594CC1-4B91-45D4-BAD1-25F6FEDA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EA3C95-82FB-414F-9F6F-0432BF1F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C08FD7-EB9E-45A9-87E3-FA89417B1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2939EA-E83B-4187-9DD2-0B7E29371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248599-0C71-419D-A160-46E38483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FBC445-9C26-43C6-91BF-F1CF06BA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ABDEEF-76DA-43E7-A79D-EA18B815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Calculate cuboid volume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C005C6-6B6D-494C-B1FD-67E6F2D6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calculate volume using three dimensions.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D71D15-4D32-43B2-84A2-EBBEF53F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B315FB-C8CB-4AB0-A993-599B0034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Identify the three perpendicular dimensions in one unit.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C3DA42-25F0-4291-823D-E4D7002F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Multiply length by width by height.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AC77AA-70D1-4670-9B92-C49E33D9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Use cubic units and compare the result with an estimate.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D7ABDE-AA4A-45BC-AF02-8C92F2DE8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volume  |  cuboid  |  cube  |  length  |  width  |  height  |  cubic unit</a:t>
            </a:r>
          </a:p>
        </p:txBody>
      </p:sp>
    </p:spTree>
    <p:extLst>
      <p:ext uri="{BB962C8B-B14F-4D97-AF65-F5344CB8AC3E}">
        <p14:creationId xmlns:p14="http://schemas.microsoft.com/office/powerpoint/2010/main" val="86388002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E701C2-9DF5-447C-AD7B-AADC2A18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1522EE-B37C-4F58-9A05-4D55879D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69B528-3FB9-4602-A335-EA40A493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C43F9D-A569-4C50-9E2C-9FD51950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750955-F062-4A2D-B77E-0758FB4E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475580-6C7D-48FA-8733-4AD35748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D21CDA-5A38-498D-8BAE-F25EA837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6F19AA-C0B4-4918-B51C-3F8F120D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F74C82-CC7C-4B33-B5B4-9A487123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Calculate cuboid volume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2F55E6-E35B-437F-A19C-99F935407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the volume of a cuboid 12 cm by 7 cm by 5 cm.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D5419C-63D0-42FB-B707-6F9A75D8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796CC9-3F00-43DD-86CE-F590117F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ADEE9C-EFA1-4405-9FA4-2E292024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Cuboid 12 cm × 7 cm × 5 cm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A9EBF9-88EB-4188-B902-5CC93275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432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B719D8-9283-4216-9C54-4A5AC8C8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76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023F35-4E46-4487-BC31-D25ABCEB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908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Base layer = 12 × 7 = 84 cm²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ACC2DC-6753-4777-91EB-8F4FA388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95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C757D8-71B4-4E55-BBEA-E1962376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52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9502B7-4ECA-4DD6-803D-DB6AF920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84 × 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2162BC-DA7A-4909-B631-F2FA0DD1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95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2BB8A6-51C3-4011-9FDE-05D3BD3B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29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60EC7A-8EA2-4F5E-AF6F-B30368CC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420 cm³</a:t>
            </a:r>
          </a:p>
        </p:txBody>
      </p:sp>
    </p:spTree>
    <p:extLst>
      <p:ext uri="{BB962C8B-B14F-4D97-AF65-F5344CB8AC3E}">
        <p14:creationId xmlns:p14="http://schemas.microsoft.com/office/powerpoint/2010/main" val="137342197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C3240A-D8DB-4D5F-AD23-7B93935C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B424E6-7B2B-469C-97F9-038353BE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AD7647-74C2-4C23-82FD-6AFCB549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A751EA-089C-4865-8765-3B279ADF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E89738-9973-4F7E-B3B5-60AE9C8F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CFFC66-9656-4BC5-8E3C-3447DCAF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24D5C8-85FE-4EFB-AD83-9E6DBA72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D58D5E-992C-46BF-AF43-A93F8323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C27D61-6096-4BD7-B939-A1D3BCFC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Calculate cuboid volume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FC0FDB-1107-430F-90A7-A3403EF6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9B17B9-7DCD-462C-B3D8-2DDD16CF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420 cm3.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6F0EE2-2A2E-4A6A-8AC3-55C18713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98C2F4-52A6-4D25-89DB-3F8B96A1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Use cubic units and compare the result with an estimate.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2F7E79-3F9E-4DC6-8F53-763C2794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106003756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F53265-C28F-446C-AD42-582B6D6A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90875D-CABA-4C95-9CD9-428EA6D0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8A086F-8EF5-4ADB-B3ED-7503C599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6380E3-0893-4A43-995D-045C7A5F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96770A-EC39-4A52-87CC-74EEDBDE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41ADFC-EE51-4B87-B12E-3E05E1A49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7F235A-0492-449D-87DA-95135437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9EF70E-F54E-42EC-9A3B-C4CA2528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F49414-74EC-4B93-8E72-7DDBB99A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Calculate cuboid volume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F3F38A-2E08-4FFF-BCBB-9F08B0AA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cuboid has volume 360 cm3, length 12 cm and width 5 cm. Find its height.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6D725C-67F8-4475-9FA9-6760E761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DEC1BB-658C-4846-ACD0-E1F96348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568F88-BF23-4E92-8DC1-F93F6E33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0AB268-81A0-4389-9A9E-DCA73F12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158D50-EDF9-4982-8EF0-993DC428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6 cm.</a:t>
            </a:r>
          </a:p>
        </p:txBody>
      </p:sp>
    </p:spTree>
    <p:extLst>
      <p:ext uri="{BB962C8B-B14F-4D97-AF65-F5344CB8AC3E}">
        <p14:creationId xmlns:p14="http://schemas.microsoft.com/office/powerpoint/2010/main" val="55145436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20A4F0-BE92-4A06-A0D1-61095138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F8E481-46FD-421E-9690-B990A530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03CE01-3FF2-4A0B-A702-75234872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BB611C-DA2C-4466-A830-C05A9ECB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A82788-8B3E-4356-8CD8-C5E51313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73FC13-04A2-4CBB-B020-C2B492F8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15F15A-C287-4F2A-93A8-FB340576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A4F212-9237-4586-AACA-FE9A5DF1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430690-E5AA-43C4-A705-F20CA4EA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Calculate cuboid volume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c66668e8f344c8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17375E-1984-4F54-91CE-3A09E8E8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E15E36-98E2-4A2F-9356-D2872FA1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calculates the surface area or adds the three dimensions.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6E5C3F-7EE5-4EB3-9877-8A777226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DB5702-845E-49B5-8DAC-36BFAA1C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8EE2FD-3B5E-42B5-A23B-68443125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Volume measures space inside a solid, so multiply all three perpendicular dimensions and use cubic units.</a:t>
            </a:r>
          </a:p>
        </p:txBody>
      </p:sp>
    </p:spTree>
    <p:extLst>
      <p:ext uri="{BB962C8B-B14F-4D97-AF65-F5344CB8AC3E}">
        <p14:creationId xmlns:p14="http://schemas.microsoft.com/office/powerpoint/2010/main" val="25805929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089A0B-2338-404D-96BC-1111430A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175035-488C-45DF-88E5-6D9AFA9E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CC7923-BA9E-4D5A-9013-C9AC0E4A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9F248B-2278-4870-AE2C-8759432D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BE1BDD-7CC1-4632-99F4-8245E237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26BDC3-A595-4D01-B527-266696FE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B76262-0C4C-43B5-BA10-3720F1C8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1959EC-6AA5-4F9E-A0C6-9ECD61CF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FEE194-5731-4ABB-BBD6-9EE18A17C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Calculate cuboid volume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CB6F0A-611F-42FC-9009-94ED9725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9582DF-4304-41F9-9834-959F2E60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29730C-9AC3-4C31-8CF2-461763E0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F20866-26D1-4246-89FD-51D1A422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cuboid has volume 360 cm3, length 12 cm and width 5 cm. Find its height.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448405-6D40-42A7-84CF-DF9EAE34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6C2F1C-7C00-4E35-8B71-887EFE2A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3389CD-E151-4B00-B55A-42470EC3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EC29EB-C0BA-4B9A-A9BB-E0A3E23A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BD5EB2-1A81-4D98-8CAF-DB4203EF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34B1D0-A803-4B49-A030-8AD1C298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57A75A-2C33-4F74-BAA7-0008F236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E37E2B-DFC7-4488-A5CE-130085842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6 cm.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DD4B78-7436-4F67-9C07-B5E00950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166427176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465163-7C40-478B-84EB-E3773C02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EDAA95-B999-4896-B6B8-157A8CAA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ED230A-00AF-41B5-8821-A2D72E47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16C7E9-A867-44EF-ACC2-B3EF78A83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010C54-4274-41A6-B7F7-A2FC7CB4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7EBA4C-4D65-48BB-9452-D2526A8E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48741D-6225-47B1-8068-0E49FC80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4B8896-7830-4E12-B373-A236FFBA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6CAC0D-79A1-42A6-9C20-6B2868D5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Calculate cuboid volume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D64341-03F8-4F8E-8A4A-D1D51550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29912D-2199-47E9-BA43-90D5AA2E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1DC6F2-E833-42D9-B8E6-BDDDD1F8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A509A1-1727-4CF3-8AA3-570039AA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Cuboid A is 8 x 6 x 5 cm. Cuboid B is 10 x 6 x 4 cm. Compare their volumes.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3E0E6E-A444-4817-9C7A-12A97FBE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D63DA8-0CA9-4520-9AF4-44C00334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8529EE-1A42-4710-9D59-F0C0C631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748B4E-43BB-46D7-978F-7CD6B5FD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F38450-8FA3-478E-910F-DE096657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10DA62-F1D0-4F0B-BAAA-50B71E02D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4F8F4F-9815-4F5C-9CE3-AD30984D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5B92E4-85AC-409B-BE1E-5B684ABE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156332733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BDD8DB-768B-4629-83CE-84DBF93B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45CE2F-542D-4EA4-80A2-82669EF4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5B8E14-4642-4416-9BCE-A17954DD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4F7121-94F6-49ED-B9FF-AFDF8DE3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2C6487-6184-4D9D-A60D-2E27B775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C97619-94CD-49E3-85FD-7D788354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1FFC73-225A-46E1-8382-DF6AC471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786760-0505-49E3-AE43-CEBDD7F4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84785B-248C-444F-A266-B96D38E0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Calculate cuboid volume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43858C-6985-4E19-9EE3-DDCC1E2C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Prove or explain your reasoning: A box is 40 cm by 25 cm by 30 cm. How many 5 cm cubes fit exactly by volume?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8F53FC-F0DA-4625-8E2E-66F7B770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A6F759-C72C-48FC-A70B-8229FF6B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022D8B-5AEB-432F-A5D5-4DC4A91F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240 cubes. The explanation must show why the method works.</a:t>
            </a:r>
          </a:p>
        </p:txBody>
      </p:sp>
    </p:spTree>
    <p:extLst>
      <p:ext uri="{BB962C8B-B14F-4D97-AF65-F5344CB8AC3E}">
        <p14:creationId xmlns:p14="http://schemas.microsoft.com/office/powerpoint/2010/main" val="80267933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0748E1-3A9A-4F70-BDE0-AADBC955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D4BC6E-00AA-40D8-BDDD-03FCDAFC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7F658B-2B9E-4A54-9638-B7B8D033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DE1DB0-B0D3-462C-89CF-9525B097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781756-D7B1-4A38-BDEF-4C1249C4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0ABB3D-DDFB-433D-AD2D-A9C5B7F3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021925-7BE8-4DFC-84E1-95940667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2A50EA-3669-4FEC-9FEA-B0946394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86EF87-2D60-4BA1-8DD0-C6E26920A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Calculate cuboid volume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063A05-2922-4ADE-A0F3-63B48F9F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7D0A3C-279E-4F64-8DA1-2AF3B6C3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17B85A-4BAB-458D-90BF-CBD6A0C8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Cuboid A is 8 x 6 x 5 cm. Cuboid B is 10 x 6 x 4 cm. Compare their volumes.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A13464-6C52-453D-B6C1-4380F46C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7ADC13-7494-4935-8BCC-1E6F773D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7B1222-8C9F-40D6-B583-5EA0C927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60130E-662E-44EB-94C8-630750A9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66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Both are 240 cm3.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F1975F-7D37-4513-BBF4-350FFB01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3B875B-71B2-454E-BED4-6AB61A68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38844615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BCE675-5EDC-4DC1-AC71-93680012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E28545-5E95-47FF-99E3-5B1EADDF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CE9947-D7FB-4E23-A124-1531D938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123D92-AEEB-47EA-B425-97717B6D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8E6DAC-8A12-4EFD-A2C2-A19CFC11F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54BF27-F9BD-41A2-8248-A8BB6A77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DB469D-6403-414B-A495-2A021A1B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7333A6-401A-4029-BC44-B914D5A0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2A18D8-775F-4FD8-8331-37621555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Calculate cuboid volume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C7EA43-1867-4432-999D-01132DD86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9CF9E5-6227-4A04-BCBF-0836DEC8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B19A95-0BC2-4A26-A3C6-27700EA2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8648AF-2F7E-4018-9397-A6B066588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Cuboid A is 8 x 6 x 5 cm. Cuboid B is 10 x 6 x 4 cm. Compare their volumes.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8DA445-B3D7-4638-860B-043EC666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370E73-5F2C-4002-BD92-807E5C1E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4D1893-EB3C-4080-B173-4EA40DF8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9A6BDB-45D0-4FB9-A4E8-DA05D918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calculates the surface area or adds the three dimensions.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73A59C-2B44-41CE-BF35-778A55E5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8B272D-FAB5-4F22-82BF-E443006C9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5EECB2-AA1A-4497-878C-3EE9F736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53CB62-AFE2-49C4-9175-FCEFA2C1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8C8BA9-71DF-461E-9FDC-D6768C80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54641208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2026-09-09T22:13:57.2630000Z</dcterms:created>
  <dcterms:modified xsi:type="dcterms:W3CDTF">2026-09-09T22:13:57.2630000Z</dcterms:modified>
</coreProperties>
</file>