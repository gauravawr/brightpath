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a0fb4f138b42b5" /><Relationship Type="http://schemas.openxmlformats.org/officeDocument/2006/relationships/extended-properties" Target="/docProps/app.xml" Id="Rc8b0bfdf50b942ef" /><Relationship Type="http://schemas.openxmlformats.org/officeDocument/2006/relationships/officeDocument" Target="/ppt/presentation.xml" Id="R63676af3f07b47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a2f795529c40ee"/>
  </p:sldMasterIdLst>
  <p:notesMasterIdLst>
    <p:notesMasterId xmlns:r="http://schemas.openxmlformats.org/officeDocument/2006/relationships" r:id="R7c02c010c2414a81"/>
  </p:notesMasterIdLst>
  <p:sldIdLst>
    <p:sldId xmlns:r="http://schemas.openxmlformats.org/officeDocument/2006/relationships" id="256" r:id="R26c38960e1e04069"/>
    <p:sldId xmlns:r="http://schemas.openxmlformats.org/officeDocument/2006/relationships" id="257" r:id="R532cb59b36854f77"/>
    <p:sldId xmlns:r="http://schemas.openxmlformats.org/officeDocument/2006/relationships" id="258" r:id="R42e5ce3d9f6b4be3"/>
    <p:sldId xmlns:r="http://schemas.openxmlformats.org/officeDocument/2006/relationships" id="259" r:id="R578a7de14bf84131"/>
    <p:sldId xmlns:r="http://schemas.openxmlformats.org/officeDocument/2006/relationships" id="260" r:id="R62ae0a7b4d79447a"/>
    <p:sldId xmlns:r="http://schemas.openxmlformats.org/officeDocument/2006/relationships" id="261" r:id="R6b071fac4d424a67"/>
    <p:sldId xmlns:r="http://schemas.openxmlformats.org/officeDocument/2006/relationships" id="262" r:id="Rf1df9f390df14e16"/>
    <p:sldId xmlns:r="http://schemas.openxmlformats.org/officeDocument/2006/relationships" id="263" r:id="R592349b90189436d"/>
    <p:sldId xmlns:r="http://schemas.openxmlformats.org/officeDocument/2006/relationships" id="264" r:id="Rc7ac593c9e8f4784"/>
    <p:sldId xmlns:r="http://schemas.openxmlformats.org/officeDocument/2006/relationships" id="265" r:id="Rfe29bacd2fd3495e"/>
    <p:sldId xmlns:r="http://schemas.openxmlformats.org/officeDocument/2006/relationships" id="266" r:id="R3e6a9303ffff4f6f"/>
    <p:sldId xmlns:r="http://schemas.openxmlformats.org/officeDocument/2006/relationships" id="267" r:id="R97b838892c2d46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6e1b5d639a4319" /><Relationship Type="http://schemas.openxmlformats.org/officeDocument/2006/relationships/slideMaster" Target="/ppt/slideMasters/slideMaster1.xml" Id="R0da2f795529c40ee" /><Relationship Type="http://schemas.openxmlformats.org/officeDocument/2006/relationships/notesMaster" Target="/ppt/notesMasters/notesMaster1.xml" Id="R7c02c010c2414a81" /><Relationship Type="http://schemas.openxmlformats.org/officeDocument/2006/relationships/presProps" Target="/ppt/presProps.xml" Id="R78bd327148d74cf1" /><Relationship Type="http://schemas.openxmlformats.org/officeDocument/2006/relationships/tableStyles" Target="/ppt/tableStyles.xml" Id="Re2ea4beb26da4194" /><Relationship Type="http://schemas.openxmlformats.org/officeDocument/2006/relationships/slide" Target="/ppt/slides/slide1.xml" Id="R26c38960e1e04069" /><Relationship Type="http://schemas.openxmlformats.org/officeDocument/2006/relationships/slide" Target="/ppt/slides/slide2.xml" Id="R532cb59b36854f77" /><Relationship Type="http://schemas.openxmlformats.org/officeDocument/2006/relationships/slide" Target="/ppt/slides/slide3.xml" Id="R42e5ce3d9f6b4be3" /><Relationship Type="http://schemas.openxmlformats.org/officeDocument/2006/relationships/slide" Target="/ppt/slides/slide4.xml" Id="R578a7de14bf84131" /><Relationship Type="http://schemas.openxmlformats.org/officeDocument/2006/relationships/slide" Target="/ppt/slides/slide5.xml" Id="R62ae0a7b4d79447a" /><Relationship Type="http://schemas.openxmlformats.org/officeDocument/2006/relationships/slide" Target="/ppt/slides/slide6.xml" Id="R6b071fac4d424a67" /><Relationship Type="http://schemas.openxmlformats.org/officeDocument/2006/relationships/slide" Target="/ppt/slides/slide7.xml" Id="Rf1df9f390df14e16" /><Relationship Type="http://schemas.openxmlformats.org/officeDocument/2006/relationships/slide" Target="/ppt/slides/slide8.xml" Id="R592349b90189436d" /><Relationship Type="http://schemas.openxmlformats.org/officeDocument/2006/relationships/slide" Target="/ppt/slides/slide9.xml" Id="Rc7ac593c9e8f4784" /><Relationship Type="http://schemas.openxmlformats.org/officeDocument/2006/relationships/slide" Target="/ppt/slides/slide10.xml" Id="Rfe29bacd2fd3495e" /><Relationship Type="http://schemas.openxmlformats.org/officeDocument/2006/relationships/slide" Target="/ppt/slides/slide11.xml" Id="R3e6a9303ffff4f6f" /><Relationship Type="http://schemas.openxmlformats.org/officeDocument/2006/relationships/slide" Target="/ppt/slides/slide12.xml" Id="R97b838892c2d46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feb2c37f6b45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1a0319e3eb4253" /><Relationship Type="http://schemas.openxmlformats.org/officeDocument/2006/relationships/notesMaster" Target="/ppt/notesMasters/notesMaster1.xml" Id="Rb64cbc10e77b4b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8646e693434797" /><Relationship Type="http://schemas.openxmlformats.org/officeDocument/2006/relationships/notesMaster" Target="/ppt/notesMasters/notesMaster1.xml" Id="Rfff995a986754f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c04020bc85429d" /><Relationship Type="http://schemas.openxmlformats.org/officeDocument/2006/relationships/notesMaster" Target="/ppt/notesMasters/notesMaster1.xml" Id="Rad84880541b446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f160e8821d4b8d" /><Relationship Type="http://schemas.openxmlformats.org/officeDocument/2006/relationships/notesMaster" Target="/ppt/notesMasters/notesMaster1.xml" Id="Ra2505ace4c3d4b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65cb69fd044089" /><Relationship Type="http://schemas.openxmlformats.org/officeDocument/2006/relationships/notesMaster" Target="/ppt/notesMasters/notesMaster1.xml" Id="Rf3ecec0cf7aa45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a00c9ea6cc485a" /><Relationship Type="http://schemas.openxmlformats.org/officeDocument/2006/relationships/notesMaster" Target="/ppt/notesMasters/notesMaster1.xml" Id="R476ac854f3b14f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29f3ce19ef4d0d" /><Relationship Type="http://schemas.openxmlformats.org/officeDocument/2006/relationships/notesMaster" Target="/ppt/notesMasters/notesMaster1.xml" Id="R436f101778fc40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9d68cfc5764c0c" /><Relationship Type="http://schemas.openxmlformats.org/officeDocument/2006/relationships/notesMaster" Target="/ppt/notesMasters/notesMaster1.xml" Id="R61f162e3d84c4c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05b8b5b7d446a9" /><Relationship Type="http://schemas.openxmlformats.org/officeDocument/2006/relationships/notesMaster" Target="/ppt/notesMasters/notesMaster1.xml" Id="R1489e138f14e4e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76ba38c31a49b7" /><Relationship Type="http://schemas.openxmlformats.org/officeDocument/2006/relationships/notesMaster" Target="/ppt/notesMasters/notesMaster1.xml" Id="R04cf410e8a8446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485b01562c49a7" /><Relationship Type="http://schemas.openxmlformats.org/officeDocument/2006/relationships/notesMaster" Target="/ppt/notesMasters/notesMaster1.xml" Id="R1fe4cf33a4c74b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fdc6c3f2d14e71" /><Relationship Type="http://schemas.openxmlformats.org/officeDocument/2006/relationships/notesMaster" Target="/ppt/notesMasters/notesMaster1.xml" Id="R913224e5e6b74e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Problem-solving mats, bar models, rulers, squared paper,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120 pupils. | Identify the goal, constraints and useful information before calculating. | Represent the relationships first, label each subtotal and test the final answer against every condition.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reason, represent, strategy, constraint, prove, evaluate.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320 cm3.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120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Represent the relationships first, label each subtotal and test the final answer against every condition.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120 pupils..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Answers vary and must preserve the stated values and give 30..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220.8.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Answers vary and must preserve the stated values and give 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Answers vary and must preserve the stated values and give 30. | Represent the relationships first, label each subtotal and test the final answer against every condition.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0ea81f992f43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d851f3167c40d2" /><Relationship Type="http://schemas.openxmlformats.org/officeDocument/2006/relationships/slideLayout" Target="/ppt/slideLayouts/slideLayout1.xml" Id="R599ef2b131fe4f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9ef2b131fe4f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db773d1ba4388" /><Relationship Type="http://schemas.openxmlformats.org/officeDocument/2006/relationships/notesSlide" Target="/ppt/notesSlides/notesSlide1.xml" Id="R4a7e9f4618724d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78beb912d46e4" /><Relationship Type="http://schemas.openxmlformats.org/officeDocument/2006/relationships/notesSlide" Target="/ppt/notesSlides/notesSlide2.xml" Id="Rd67e40db0db544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aecc150924bd7" /><Relationship Type="http://schemas.openxmlformats.org/officeDocument/2006/relationships/notesSlide" Target="/ppt/notesSlides/notesSlide3.xml" Id="Ra4238e7f468e4f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a0c68a96a441a" /><Relationship Type="http://schemas.openxmlformats.org/officeDocument/2006/relationships/notesSlide" Target="/ppt/notesSlides/notesSlide4.xml" Id="R70c75ca074e04a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fdd290f4140c2" /><Relationship Type="http://schemas.openxmlformats.org/officeDocument/2006/relationships/notesSlide" Target="/ppt/notesSlides/notesSlide5.xml" Id="R2aa15d290db541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a3f4c899240bb" /><Relationship Type="http://schemas.openxmlformats.org/officeDocument/2006/relationships/notesSlide" Target="/ppt/notesSlides/notesSlide6.xml" Id="Rc95ad7d8f9494c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a0a1a5fa84292" /><Relationship Type="http://schemas.openxmlformats.org/officeDocument/2006/relationships/image" Target="/ppt/media/image.png" Id="R0d976c8156a04662" /><Relationship Type="http://schemas.openxmlformats.org/officeDocument/2006/relationships/notesSlide" Target="/ppt/notesSlides/notesSlide7.xml" Id="R1a25c1d0703c46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b77998f5a4e7b" /><Relationship Type="http://schemas.openxmlformats.org/officeDocument/2006/relationships/notesSlide" Target="/ppt/notesSlides/notesSlide8.xml" Id="R72b46c6ad5e24d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8739695b847be" /><Relationship Type="http://schemas.openxmlformats.org/officeDocument/2006/relationships/notesSlide" Target="/ppt/notesSlides/notesSlide9.xml" Id="Rb576aec5db4346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34244b2f744c2" /><Relationship Type="http://schemas.openxmlformats.org/officeDocument/2006/relationships/notesSlide" Target="/ppt/notesSlides/notesSlide10.xml" Id="Rbda8815ce5c34a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5ba3e51c54563" /><Relationship Type="http://schemas.openxmlformats.org/officeDocument/2006/relationships/notesSlide" Target="/ppt/notesSlides/notesSlide11.xml" Id="R4554984af79e40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175143f7b4dd7" /><Relationship Type="http://schemas.openxmlformats.org/officeDocument/2006/relationships/notesSlide" Target="/ppt/notesSlides/notesSlide12.xml" Id="Rc6c93096720e46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F5ABE-392B-4CF8-8F47-7C2E6E9D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3195F-24C3-4488-BBE7-9F176A0F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B0A26-DC71-410B-9BA3-FF7A4B19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D9AB4-8EC7-48C7-9682-E23AA1D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867B2-D4E8-4426-93FB-325E2C46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mixed measure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E7784-BB16-4960-8666-DECEEBF5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DE4B6-25E8-4662-BCFD-58478C5C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B5F5E-157F-4E5F-8919-26DB97D6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combine conversion, area and volume reasoning.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D111D-CC01-4151-8F26-AE50610F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DA1F5-8C3B-4A29-BCDD-EFBC8704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Problem-solving mats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93253-45FF-42B4-8F91-FE31F50D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3345500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C7E4F0-0649-4858-8DDC-89CE8A12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5F3F3-2166-499F-8E0E-4F520942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E6FFB-A747-4EFB-BB27-8A4C3B6A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81DE4-1F36-45BA-A46F-BE971D05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97868-44B8-4BFC-9FB8-26F5416A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3EF07-9D9B-4DE2-A8E5-3365B915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60583-1B45-421A-96C8-3B68BC61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60DFE-D6E4-4FA6-ABE9-816A2A25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D2C13-A78D-4C09-B823-2FF5E9ED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mixed measure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A0656-0854-44C1-9C90-74A92C80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56583-7ECA-4170-90F2-9ED2BEF1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B8002-1D75-408D-AEF4-EAD6F1E6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4EE5A-BFC8-4DFE-88BE-0A47D50A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Select and connect Year 6 methods in unfamiliar and multi-step problems.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16E7F-7DFD-4E92-92A1-3AF77122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249F6-4F60-405F-A142-94328707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85AEE-F989-4904-9F94-D24B64CB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D097B-FE0E-4753-9854-ECB45724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pie-chart sector is 126 degrees and represents 42 pupils. How many pupils are in the survey?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95E22E-84F3-4EBF-BBEA-169E1E3F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46734D-3EF2-4857-84F0-8895579F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1CB677-CAEA-436B-8788-BBDD3CBA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98F849-29AB-4B25-9561-329CA0E9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cuboid is 12 cm by 8 cm by 5 cm. A third of its volume is filled. What volume remains empty?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D3BDBB-F9F1-4432-962B-F9D8A904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67788472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FAF36-D4E3-485C-9E0C-63AB8FA5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710D3-27AC-454C-8FF6-840C5762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CF89B-F74A-4843-AEE1-443C8471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4BD8D-2493-4384-A0C3-5751B177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E6DD2-BA87-4CFC-AFB0-A94F8966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A41E1-A170-4AA9-96CF-A419C835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C1726-71FB-4443-9EFC-E75F7645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44490-A064-4EA9-A592-2FC1FEC6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17996-0123-40DD-A311-0444708A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mixed measure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61A99-CA60-4306-BD8E-CA01E405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combine conversion, area and volume reasoning.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4391A-44AA-4F0C-83BB-FE4F8BB9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2DE55-17B2-4B02-A531-6927D8D5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the goal, constraints and useful information before calculating.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355F1-2BF7-4235-BF9F-BEC9EB81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Choose a representation and complete each labelled step.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03F61-9451-47F8-855F-ED5375F8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solution and explain why it satisfies every condition.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781FA6-DA4B-4A3A-B205-43247014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reason  |  represent  |  strategy  |  constraint  |  prove  |  evaluate</a:t>
            </a:r>
          </a:p>
        </p:txBody>
      </p:sp>
    </p:spTree>
    <p:extLst>
      <p:ext uri="{BB962C8B-B14F-4D97-AF65-F5344CB8AC3E}">
        <p14:creationId xmlns:p14="http://schemas.microsoft.com/office/powerpoint/2010/main" val="188694020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1AEF9A-83E9-42FB-A656-0D85DED8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9E10B-4CF9-40D1-9E79-5711F3A8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661AE-510D-453A-89F3-D5C2E8FB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42DE6-2374-4316-8E02-0679BB23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4BD11-1501-4FD2-8128-4A35C16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03F69-E360-4CB1-AA53-7BAE9598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2D0DE-E370-4C97-BDA0-54F1105B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8CC0B-579D-48ED-8742-79C078BE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42F9A-9B84-41FF-9CAF-E814A7A8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mixed measure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DD92A-E3FA-42D3-B30E-0E07EEF6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cuboid is 12 cm by 8 cm by 5 cm. A third of its volume is filled. What volume remains empty?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78795-B57F-4441-A2F9-0EA1DC13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1046E-3250-4DA0-99C2-D0B17F53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2389C-B3F7-4E5B-B548-904EAD4F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Cuboid volume = 12 × 8 × 5 = 480 cm³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A5764-4A66-41A3-8CDF-D9AE3677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A4DD9-F417-4653-9E31-32B9F2DE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B6A198-B0CD-4D9D-84E8-0F03D4E1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Filled volume = 1/3 × 480 = 160 cm³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EC277D-B0DF-4A6B-9661-865B2F46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4EEDCB-AA6F-409B-A897-101E59F9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EC82D-6617-48F2-B2CC-0F0B6DC9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Empty volume = 480 - 160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D00BB-B1BE-4D3A-BC65-8E1B8F2E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FBBFA0-03A3-48FC-8AA8-36523634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7EB1D4-BD76-4D66-B84C-B114328C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320 cm³ remains empty</a:t>
            </a:r>
          </a:p>
        </p:txBody>
      </p:sp>
    </p:spTree>
    <p:extLst>
      <p:ext uri="{BB962C8B-B14F-4D97-AF65-F5344CB8AC3E}">
        <p14:creationId xmlns:p14="http://schemas.microsoft.com/office/powerpoint/2010/main" val="166891173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83728-F544-4CD1-99D1-986254A8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73BCD-D1E0-4BCA-9320-459CA64D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A625D-21AC-4EEF-A2BA-255D46C3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35D12-E263-4280-9BFB-9CC0F398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1414B-32D4-42E0-A945-8D7D683A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305FC-6972-4808-B6AD-A3B417DD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23FA6-E895-4B98-958E-80EBDA97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CCE7B-FB64-48F2-9570-8B6F8D2F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F3573-13A8-4110-99E6-0A899B32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mixed measure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25489-1FBB-4318-ACE9-6C683028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36B71-2C9F-4275-B83F-CF21D30D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320 cm3.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03662-F27A-4FC2-BF6A-B0EF40A1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F8C40-0745-4AB8-BEB2-D9F8BFD9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solution and explain why it satisfies every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76121-74D2-4AD9-8DF1-0235203D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61241918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FFBF7-AB7B-41F9-BB25-2E966746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4FF30-C0A4-45FB-9089-E10D7A73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99E6C-B11A-43B9-A8ED-EAC91235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233E1-587D-451D-8F03-28220244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1DDD6-CC58-4FB8-BF11-06C133DC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417D1-D5C6-40F6-BCCC-342568D2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4F960-7726-4916-9B66-2EF97D09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3767E-247A-42C2-A626-70CBE1A7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9E1A0-29DA-4706-8EE5-47AAA82F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mixed measure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48B57-04BB-4485-A40B-09AA4CFA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pie-chart sector is 126 degrees and represents 42 pupils. How many pupils are in the survey?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BA7D5-BD9F-4F99-B5C1-53C28D57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64056-6B38-40C4-AAE5-28065FBC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63E36-9279-4443-9FCC-FB38917C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B0BBB-2F21-4C82-BB2A-F93CD05C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5797D-7F80-431D-B52E-FEF937E4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120 pupils.</a:t>
            </a:r>
          </a:p>
        </p:txBody>
      </p:sp>
    </p:spTree>
    <p:extLst>
      <p:ext uri="{BB962C8B-B14F-4D97-AF65-F5344CB8AC3E}">
        <p14:creationId xmlns:p14="http://schemas.microsoft.com/office/powerpoint/2010/main" val="86279908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140BA-975C-4391-B006-90E1BA06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55C2F-B67F-4A85-B17B-5407869E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7D628-FC26-4C5F-AE68-DC8AF2A0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1816A-3B7C-44E3-AF90-1041959C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10853-8D66-4EA9-AE1A-A3E2F215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D613C-032B-4B6C-ADB7-9C3C124F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47528-E50E-47B2-8AE5-439384C3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6F246-3DE6-4695-906A-65027C14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DEAC8-8EC1-44AF-A6A1-F86AB922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mixed measure problems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76c8156a04662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A28C0-D84B-4DD0-972B-A1D0FD3F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65748-924D-4B26-A8FC-DB14812D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starts calculating before deciding what the problem asks and which information matters.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0174F-8BAD-461B-A6DC-AA9A1289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D6651-920B-40F3-9555-6713918D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135C5-F7A5-4E83-AFF2-33D1011B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Represent the relationships first, label each subtotal and test the final answer against every condition.</a:t>
            </a:r>
          </a:p>
        </p:txBody>
      </p:sp>
    </p:spTree>
    <p:extLst>
      <p:ext uri="{BB962C8B-B14F-4D97-AF65-F5344CB8AC3E}">
        <p14:creationId xmlns:p14="http://schemas.microsoft.com/office/powerpoint/2010/main" val="87293037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F68758-7F8B-4D9C-A1C9-2CA27BBC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3848C-5BDB-4AE4-93E1-4722F8AB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FB5CA-5755-42BD-A40F-8F4A6064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ADD96-26CF-4F55-8EEC-F1854F63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87041-C807-44BF-9DD1-4381F768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18D2B-4153-44F1-8B22-06057849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7D281-EB4D-4D23-B171-8D22A35A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90234-18F6-4772-AEDB-D9223D05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D631B-7743-41AF-A6C2-99409ED1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mixed measure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A367D-E6B3-4D58-9883-9713F8DF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ABBCF-53E6-468C-9A03-CDDB6285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A84AA-B228-41D8-AD6B-7B49FADF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BDC6F-0F6B-46EE-A6F0-038C8B70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pie-chart sector is 126 degrees and represents 42 pupils. How many pupils are in the survey?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431F2-B106-46A4-A534-3BF111A9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AF022-8860-4199-B4A5-6C5F2FFA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23AC9-140C-486A-9D44-D002D44D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E5247C-DEA5-400E-8157-5AFFF4D1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18B687-D4F1-42D8-9D5A-9ADB9E91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31BAC-0E5E-477A-A53F-6A78B832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EBD8C1-4E93-478D-9750-9A629B5D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FED4AE-5223-4C20-B353-A2D77648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120 pupils.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F731BE-7C34-41CC-850A-B4E23E97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832628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52E7CC-6553-45EF-A9B1-C287E3C0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033CD-AE6F-4577-A546-4E218F5C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CC1D8-34FF-46C2-B8D6-EE6C929C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2CF26-1949-4F00-9E4E-BA5FD812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52054-D353-45E3-BDF8-E5E8C7C4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DDCD1-92BF-46DF-97A8-4BBD08CE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4EB66-1028-4EDF-8D25-6547310C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EB19F-32BA-42F4-A35B-3CBD7894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B5CF4-6BF4-42C8-A7D5-620EEE5F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mixed measure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16ED8-183B-42C1-A31B-55C90977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1C6E5-A437-4191-8BC7-A0FD120C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CE398-B3F9-4114-9CFF-BF368979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98C11-99D7-4DCD-830C-E069EEAE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Create two different calculations using 3/4, 0.6 and 25% that both give 30.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C4C92-8185-4736-9121-FD729979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AC4FF-8BEC-40E3-BA2C-C1799993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722BF-B81C-4D7B-B256-175629E5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C2113-4172-45C3-BECE-2DEF1E57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1FC6B4-BC41-49FC-A31C-68979DAA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1FFF54-D292-4D6D-B801-141903CD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8986C5-7386-446E-A297-ABF061DC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AF594C-68FA-40E9-84F9-27ECA32D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53035323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4BD97B-51CF-4E42-BF00-ED3C3A93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6A4B7-995D-4094-AE78-58EBEB08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FAE5A-B413-4A59-8AF3-14CA48B4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3E1DA-8910-4FE1-98F8-6CB1A894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CA0D8-670B-47D3-B1FE-B36111D5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34ADD-1707-44A9-8794-06128B37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4C3E9-94A7-4BF3-994A-C0FFFB61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6E41B-3613-454A-846E-8FA40277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77A30-320D-4E39-AB66-5D55AE16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mixed measure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65A82-0598-4EE8-A7D4-2F355002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A quantity increases from 240 by 15%, then decreases by 20%. Find the final quantity.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86B51-FE77-4DCC-A1A3-B89BA6E5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C6B8F-0398-4D4D-8F4A-48B71BB8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9EEF9-DB92-48B6-8A36-09F861F9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220.8.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65282789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1AA3ED-E360-45CA-97B4-687935F9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92014-A69F-4EFF-93AF-959B2041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A4FEB-5D5A-4ED6-8808-46EF89EF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3DCAF-7CA2-465D-9D71-6A59CE56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A379E-19B5-4BCA-B8AF-8147EF5E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52DAF-3430-4AED-9A01-333A6F66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3E7B7-5D63-42D8-970A-6C0F3F06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A6E7F-58DC-49F8-8598-83A3F6B2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D4266-2660-4523-9810-3B98AE3B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mixed measure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7001F-773A-4101-9C02-52EFA5E3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220F8F-CFAD-4F9E-9452-3EFB658E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BCB2D-4661-4B3C-8535-B0DBB1B8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Create two different calculations using 3/4, 0.6 and 25% that both give 30.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A4C7F-BDB9-4978-9900-310E56D8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415B2-1E92-4D09-BBEA-74B1D9FF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1EBDE-3372-487E-832E-4F3A8B38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084CF-6895-41F4-84A9-B70C50ED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77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Answers vary and must preserve the stated values and give 30.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08BF0-B227-499A-8995-9EBEE527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FE9C4-EFF9-42DC-BEBB-D0E60587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5225290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58EFBD-A7A6-41C4-A814-0AA26888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BCD8F-196C-4221-A117-ED921F13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4085F-4449-4BD7-A0C0-559EBE17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84A54-1D04-4CC6-8271-2D532F6F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F5D88-0D9B-49B6-AAFA-D4E68DD1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8F138-4D5D-43F4-9D7F-DA4359E0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7452E-84CD-4430-8984-6B733BD3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AD959-355E-4102-847D-8603BE42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947D6-C58E-46AA-A513-35EE464A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mixed measure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28441-4024-476B-9316-1F67D8CA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0D977-1B23-45F8-B227-EEAEB20F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C33E5-9813-46C5-86DF-2682BA93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30551-D75D-4172-95A8-45DD9195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Create two different calculations using 3/4, 0.6 and 25% that both give 30.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B8AF9-73E8-473F-AD42-9C21B998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15237-6E63-4B8A-8654-8EBCF16E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56E42-87AA-4B52-951D-34557B12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D0276-1514-494C-B793-A82BA688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starts calculating before deciding what the problem asks and which information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2DA49-154E-4D07-A7DB-3E13D203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C15B2C-D834-4911-B160-71DFFDB5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15645A-47BC-496D-A89C-6D2E0ABC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FD0D9-7E1E-415B-9E82-CD9B9FD7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135604-4F42-42FC-A578-6075EE5B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99591414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2026-09-09T22:14:27.8240000Z</dcterms:created>
  <dcterms:modified xsi:type="dcterms:W3CDTF">2026-09-09T22:14:27.8240000Z</dcterms:modified>
</coreProperties>
</file>