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0165e99c87c49b0" /><Relationship Type="http://schemas.openxmlformats.org/officeDocument/2006/relationships/extended-properties" Target="/docProps/app.xml" Id="R1ce8c20976a04c69" /><Relationship Type="http://schemas.openxmlformats.org/officeDocument/2006/relationships/officeDocument" Target="/ppt/presentation.xml" Id="R4f75b7a349cc4bf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4ac2780ed7a4fa4"/>
  </p:sldMasterIdLst>
  <p:notesMasterIdLst>
    <p:notesMasterId xmlns:r="http://schemas.openxmlformats.org/officeDocument/2006/relationships" r:id="Rcc1a6984d29b487a"/>
  </p:notesMasterIdLst>
  <p:sldIdLst>
    <p:sldId xmlns:r="http://schemas.openxmlformats.org/officeDocument/2006/relationships" id="256" r:id="Raf28b0e47a474e70"/>
    <p:sldId xmlns:r="http://schemas.openxmlformats.org/officeDocument/2006/relationships" id="257" r:id="R0de02c6b12434dee"/>
    <p:sldId xmlns:r="http://schemas.openxmlformats.org/officeDocument/2006/relationships" id="258" r:id="R32c3a90248354dbb"/>
    <p:sldId xmlns:r="http://schemas.openxmlformats.org/officeDocument/2006/relationships" id="259" r:id="R35b5e298d8c64759"/>
    <p:sldId xmlns:r="http://schemas.openxmlformats.org/officeDocument/2006/relationships" id="260" r:id="R5f11bede660943de"/>
    <p:sldId xmlns:r="http://schemas.openxmlformats.org/officeDocument/2006/relationships" id="261" r:id="Rc03c8517ae8a4322"/>
    <p:sldId xmlns:r="http://schemas.openxmlformats.org/officeDocument/2006/relationships" id="262" r:id="Rfae28e32212540c1"/>
    <p:sldId xmlns:r="http://schemas.openxmlformats.org/officeDocument/2006/relationships" id="263" r:id="R174a54e096424b89"/>
    <p:sldId xmlns:r="http://schemas.openxmlformats.org/officeDocument/2006/relationships" id="264" r:id="R7bdf5902e4294b7c"/>
    <p:sldId xmlns:r="http://schemas.openxmlformats.org/officeDocument/2006/relationships" id="265" r:id="R92b85c88f4674ecf"/>
    <p:sldId xmlns:r="http://schemas.openxmlformats.org/officeDocument/2006/relationships" id="266" r:id="Rbf2610ec92074c18"/>
    <p:sldId xmlns:r="http://schemas.openxmlformats.org/officeDocument/2006/relationships" id="267" r:id="R0a8698ac2eae413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3be2dc058bd4191" /><Relationship Type="http://schemas.openxmlformats.org/officeDocument/2006/relationships/slideMaster" Target="/ppt/slideMasters/slideMaster1.xml" Id="R84ac2780ed7a4fa4" /><Relationship Type="http://schemas.openxmlformats.org/officeDocument/2006/relationships/notesMaster" Target="/ppt/notesMasters/notesMaster1.xml" Id="Rcc1a6984d29b487a" /><Relationship Type="http://schemas.openxmlformats.org/officeDocument/2006/relationships/presProps" Target="/ppt/presProps.xml" Id="R7c1585ba80c14779" /><Relationship Type="http://schemas.openxmlformats.org/officeDocument/2006/relationships/tableStyles" Target="/ppt/tableStyles.xml" Id="R84a1742e641b444f" /><Relationship Type="http://schemas.openxmlformats.org/officeDocument/2006/relationships/slide" Target="/ppt/slides/slide1.xml" Id="Raf28b0e47a474e70" /><Relationship Type="http://schemas.openxmlformats.org/officeDocument/2006/relationships/slide" Target="/ppt/slides/slide2.xml" Id="R0de02c6b12434dee" /><Relationship Type="http://schemas.openxmlformats.org/officeDocument/2006/relationships/slide" Target="/ppt/slides/slide3.xml" Id="R32c3a90248354dbb" /><Relationship Type="http://schemas.openxmlformats.org/officeDocument/2006/relationships/slide" Target="/ppt/slides/slide4.xml" Id="R35b5e298d8c64759" /><Relationship Type="http://schemas.openxmlformats.org/officeDocument/2006/relationships/slide" Target="/ppt/slides/slide5.xml" Id="R5f11bede660943de" /><Relationship Type="http://schemas.openxmlformats.org/officeDocument/2006/relationships/slide" Target="/ppt/slides/slide6.xml" Id="Rc03c8517ae8a4322" /><Relationship Type="http://schemas.openxmlformats.org/officeDocument/2006/relationships/slide" Target="/ppt/slides/slide7.xml" Id="Rfae28e32212540c1" /><Relationship Type="http://schemas.openxmlformats.org/officeDocument/2006/relationships/slide" Target="/ppt/slides/slide8.xml" Id="R174a54e096424b89" /><Relationship Type="http://schemas.openxmlformats.org/officeDocument/2006/relationships/slide" Target="/ppt/slides/slide9.xml" Id="R7bdf5902e4294b7c" /><Relationship Type="http://schemas.openxmlformats.org/officeDocument/2006/relationships/slide" Target="/ppt/slides/slide10.xml" Id="R92b85c88f4674ecf" /><Relationship Type="http://schemas.openxmlformats.org/officeDocument/2006/relationships/slide" Target="/ppt/slides/slide11.xml" Id="Rbf2610ec92074c18" /><Relationship Type="http://schemas.openxmlformats.org/officeDocument/2006/relationships/slide" Target="/ppt/slides/slide12.xml" Id="R0a8698ac2eae41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3e63023f28144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705cd44f6a4e12" /><Relationship Type="http://schemas.openxmlformats.org/officeDocument/2006/relationships/notesMaster" Target="/ppt/notesMasters/notesMaster1.xml" Id="Rc900ed662b42436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d59e1d0456f4a7d" /><Relationship Type="http://schemas.openxmlformats.org/officeDocument/2006/relationships/notesMaster" Target="/ppt/notesMasters/notesMaster1.xml" Id="R50fde1a37f5341b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689f65a6364974" /><Relationship Type="http://schemas.openxmlformats.org/officeDocument/2006/relationships/notesMaster" Target="/ppt/notesMasters/notesMaster1.xml" Id="R6e33ee5f37934b1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54cb506e9a49f2" /><Relationship Type="http://schemas.openxmlformats.org/officeDocument/2006/relationships/notesMaster" Target="/ppt/notesMasters/notesMaster1.xml" Id="R0339f29c18714cc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bf9d5077cb4c80" /><Relationship Type="http://schemas.openxmlformats.org/officeDocument/2006/relationships/notesMaster" Target="/ppt/notesMasters/notesMaster1.xml" Id="Ra93687337e2b46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ba40b2ec60f449e" /><Relationship Type="http://schemas.openxmlformats.org/officeDocument/2006/relationships/notesMaster" Target="/ppt/notesMasters/notesMaster1.xml" Id="Rb2accd1d52484c3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70bb32e14b4fc1" /><Relationship Type="http://schemas.openxmlformats.org/officeDocument/2006/relationships/notesMaster" Target="/ppt/notesMasters/notesMaster1.xml" Id="R09d822098abb41d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631b0952f1e4588" /><Relationship Type="http://schemas.openxmlformats.org/officeDocument/2006/relationships/notesMaster" Target="/ppt/notesMasters/notesMaster1.xml" Id="R00fa699b092f4e0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01b1ec3f8e843f5" /><Relationship Type="http://schemas.openxmlformats.org/officeDocument/2006/relationships/notesMaster" Target="/ppt/notesMasters/notesMaster1.xml" Id="R9906ac0d52f8481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fcbec7b6fb44a2e" /><Relationship Type="http://schemas.openxmlformats.org/officeDocument/2006/relationships/notesMaster" Target="/ppt/notesMasters/notesMaster1.xml" Id="R9b7a692e797240f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01395a7d0fc4d35" /><Relationship Type="http://schemas.openxmlformats.org/officeDocument/2006/relationships/notesMaster" Target="/ppt/notesMasters/notesMaster1.xml" Id="Reb84678fe36847f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4b9ec6e79244033" /><Relationship Type="http://schemas.openxmlformats.org/officeDocument/2006/relationships/notesMaster" Target="/ppt/notesMasters/notesMaster1.xml" Id="R57c9a765fe35433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Problem-solving mats, bar models, rulers,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120 pupils. | Identify the goal, constraints and useful information before calculating. | Represent the relationships first, label each subtotal and test the final answer against every condition.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reason, represent, strategy, constraint, prove, evaluate.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320 cm3.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120 pupils.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Represent the relationships first, label each subtotal and test the final answer against every condition.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120 pupils..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Answers vary and must preserve the stated values and give 30..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244.8.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Answers vary and must preserve the stated values and give 30.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Answers vary and must preserve the stated values and give 30. | Represent the relationships first, label each subtotal and test the final answer against every condition.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f145f9fefa4c4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28130335534bc3" /><Relationship Type="http://schemas.openxmlformats.org/officeDocument/2006/relationships/slideLayout" Target="/ppt/slideLayouts/slideLayout1.xml" Id="R6eb93a470e864d5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b93a470e864d5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2d7c1c15924cf0" /><Relationship Type="http://schemas.openxmlformats.org/officeDocument/2006/relationships/notesSlide" Target="/ppt/notesSlides/notesSlide1.xml" Id="R6240139aceae4df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124f21caa4456b" /><Relationship Type="http://schemas.openxmlformats.org/officeDocument/2006/relationships/notesSlide" Target="/ppt/notesSlides/notesSlide2.xml" Id="R2d4fa6c33a3649d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69ede7c692471e" /><Relationship Type="http://schemas.openxmlformats.org/officeDocument/2006/relationships/notesSlide" Target="/ppt/notesSlides/notesSlide3.xml" Id="R4bd0573ec8c5438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dd9c51b7a34985" /><Relationship Type="http://schemas.openxmlformats.org/officeDocument/2006/relationships/notesSlide" Target="/ppt/notesSlides/notesSlide4.xml" Id="Rc02bfdb9a3b447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fc5452537e40e2" /><Relationship Type="http://schemas.openxmlformats.org/officeDocument/2006/relationships/notesSlide" Target="/ppt/notesSlides/notesSlide5.xml" Id="R731dec250e074e1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63477fd4e6475e" /><Relationship Type="http://schemas.openxmlformats.org/officeDocument/2006/relationships/notesSlide" Target="/ppt/notesSlides/notesSlide6.xml" Id="R7610bc2173ca4d8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cfbe5aeb394a4c" /><Relationship Type="http://schemas.openxmlformats.org/officeDocument/2006/relationships/image" Target="/ppt/media/image.png" Id="Rd73c00b542034feb" /><Relationship Type="http://schemas.openxmlformats.org/officeDocument/2006/relationships/notesSlide" Target="/ppt/notesSlides/notesSlide7.xml" Id="R73fdc1e3bf1a4e9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d9ff631cff4749" /><Relationship Type="http://schemas.openxmlformats.org/officeDocument/2006/relationships/notesSlide" Target="/ppt/notesSlides/notesSlide8.xml" Id="Rcbbef67144e04ca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d2aeaaa14e41ec" /><Relationship Type="http://schemas.openxmlformats.org/officeDocument/2006/relationships/notesSlide" Target="/ppt/notesSlides/notesSlide9.xml" Id="R6d4e8261b4b244e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1cde4e5a9e483a" /><Relationship Type="http://schemas.openxmlformats.org/officeDocument/2006/relationships/notesSlide" Target="/ppt/notesSlides/notesSlide10.xml" Id="R50d03fddb6264ea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bf1b85b2694bf2" /><Relationship Type="http://schemas.openxmlformats.org/officeDocument/2006/relationships/notesSlide" Target="/ppt/notesSlides/notesSlide11.xml" Id="Rb0ef9eadcf81491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6682a72437469c" /><Relationship Type="http://schemas.openxmlformats.org/officeDocument/2006/relationships/notesSlide" Target="/ppt/notesSlides/notesSlide12.xml" Id="R7d18a7e10179495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AA21D9-CDB1-43D1-8890-8E05CDA2A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DE7532-7182-4CB7-B125-A2BF7B0F2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0B9C83-41A2-477C-845A-26D9EDC3D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74C565-03B1-415E-8B87-2ADA6091B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9C22AF-BB26-46C8-ACE0-711F0300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mixed measure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E18B78-DD7A-4479-B4B8-E9FADBEA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A7B2DC-230C-4EEB-917F-52B9CE3DC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47A62C-E626-410E-8AC3-AC4A072B9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combine conversion, area and volume reasoning.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B4EC60-8EF8-4F66-B168-EF46A2B24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D6F36F-1F0F-4943-BD05-6E560630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Problem-solving mats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99753A-022F-44C3-A2AC-267C4EAC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4844662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362761-6B20-48F1-A9CF-4C5224207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2F8C95-379C-422E-BF6E-87425C614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BBA303-689A-406D-B4CB-8D4D1903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440EA5-A2AB-4798-8E62-96BBA87F7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795E09-F77E-4270-A291-7A464784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3126F0-A6FE-414A-BFE3-6398F2EA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298BE7-7862-44D5-B36D-569971F6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8CA78A-00C2-4313-A063-8A842D38B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233B7F-B2A6-4D60-9EB7-841B02AA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mixed measure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9DD28B-A617-49D8-A852-36AE191D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03CD08-AFB7-4CEB-8D7C-7A878207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C8272D-7B5A-419B-B629-A57911A9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316312-539C-49D2-8E4B-5EAEFF37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and connect Year 6 methods in unfamiliar and multi-step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EC7842-1F34-4CF8-BB5A-5834E2FFA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D3893B-A2CB-40E9-B988-149B8E01C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1599A6-0248-4EC4-9C16-1E67B0486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EF1065-0704-48BD-904E-A9D16C61A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pie-chart sector is 126 degrees and represents 42 pupils. How many pupils are in the survey?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DCC605-5AE0-46DA-A54F-1CCB1161B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EE4956-7AF5-41D4-BD05-6401C9BF6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6BF1CF-0E57-40B8-9533-B49E060F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8F1A30-81F1-4F99-A674-3D442B3EE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cuboid is 12 cm by 8 cm by 5 cm. A third of its volume is filled. What volume remains empty?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E5EB9F-821F-4717-8771-319F3903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14630399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9BF049-5B85-45A6-9B83-78BE1C326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6A42AE-0C03-493B-83B2-9E09D5CA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24E42D-8ECD-4B37-9786-D2E0743B1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3D2022-D143-48FF-8239-CC094DEC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09B779-35CC-4840-B0B5-1BF85EBC7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04BC51-2C37-48B2-8737-F279A108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8500C0-9333-4230-AD8E-1D70F2364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96FAFF-56DE-4C8D-9A53-53958C0DD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23C605-2858-42F5-B11F-9CE6D1FB0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mixed measure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C28C4D-84BC-458E-93F0-564C10B3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combine conversion, area and volume reasoning.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B96270-C6CD-40A2-AD45-FD96030B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140797-EF3B-46F0-BD68-4DBED8D9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goal, constraints and useful information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D1835C-E355-4CEB-B5FA-91E285D8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Choose a representation and complete each labelled step.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3555A3-8B96-4A0F-9F3A-4CF1EF89F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solution and explain why it satisfies every condition.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F5F7A2-52D2-425C-AECA-35C2614BA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reason  |  represent  |  strategy  |  constraint  |  prove  |  evaluate</a:t>
            </a:r>
          </a:p>
        </p:txBody>
      </p:sp>
    </p:spTree>
    <p:extLst>
      <p:ext uri="{BB962C8B-B14F-4D97-AF65-F5344CB8AC3E}">
        <p14:creationId xmlns:p14="http://schemas.microsoft.com/office/powerpoint/2010/main" val="28414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4EDBAC-BF25-4225-B606-1BA5015A7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BB536F-FB98-409B-9E1D-5B8D7F7F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9B27AE-1432-4442-BF16-140DB9BC4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FDE5BB-1E06-4836-97EC-58467C5E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F9E6E4-1E73-4598-8122-B99BAD520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97C53A-E2B7-4319-9B26-0D60A1C9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742258-C059-4B59-B7B4-E230F0EAE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D360B9-45BF-4333-8525-B037E6ED9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5D61EE-3F03-4BCB-9E43-155D43B9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mixed measure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C9027F-C695-4D83-911E-717DE12D1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is 12 cm by 8 cm by 5 cm. A third of its volume is filled. What volume remains empty?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3388AA-DCF3-4F24-A004-0C26A865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1B2EE5-EBBF-42F1-8761-29AA24F4E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FB53FC-C2E3-4052-A95A-09928C6F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goal, constraints and useful information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29EB02-8B67-4F6A-BBFE-C1630B78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6D7E66-08B7-419A-8B06-3366A52B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98FD4F-9B77-4B1A-B1F8-35FEF1B3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Choose a representation and complete each labelled step.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CE6367-AE7C-474D-B54C-C5D169E7C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FBB0FF-C4BE-42A5-B3DA-897313AF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D96D1C-CDB9-4BDA-A9B1-9EE72BD5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320 cm3.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74A6ED-6DA7-4ECF-B889-B475FDF79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8EEA05-FDEC-44D1-BC78-EC411B592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F7043D-BF69-493A-BA29-11F775FAB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solution and explain why it satisfies every condition.</a:t>
            </a:r>
          </a:p>
        </p:txBody>
      </p:sp>
    </p:spTree>
    <p:extLst>
      <p:ext uri="{BB962C8B-B14F-4D97-AF65-F5344CB8AC3E}">
        <p14:creationId xmlns:p14="http://schemas.microsoft.com/office/powerpoint/2010/main" val="8668941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62621B-7103-4CD1-9BAC-A1B1DC6E7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DF2E1E-41FD-4C40-85C9-2A8D8DDFF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5C0F18-4E9D-4CDD-8A13-AC640975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C71EA2-351B-4C84-B63D-4EC17685E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4747E5-1690-412C-9845-17976C4A4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9EFC62-FA05-4DB3-BC48-6FD8C643F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F6B6FB-92AD-43DB-B5FC-899573A1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C63D92-04B7-4B96-AE05-3ECFC0966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80607E-4C4A-44CE-9865-5742F3B7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mixed measure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F80EB2-7CA3-4977-AD86-749EE004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872149-B1CA-4C88-91E5-A9C70B16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320 cm3.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CB2C52-AE8D-4A0E-8F63-6C3B7B5A6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04BDF9-B4AA-4734-932F-BCA31CC62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solution and explain why it satisfies every condition.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A7B6C2-A302-4E5F-9C58-14B17C86B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0279654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4C4647-9100-4309-AFAF-52BD562A9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766D02-1C75-4F52-B8FA-076A7C00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1CD2B3-81C4-4CDF-981C-5C913B92E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D155B7-6ECB-4C4A-9E56-D4D48CF62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7F28E7-2C10-4D6E-A4EF-28A7B84C9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C2E688-8133-4919-9C72-FF517A76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A6941B-A0E1-4E0C-B32C-DFF3E76E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8B9AB9-FE2B-4B45-AA9C-EF1689C97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5254B7-8D14-4B74-B74D-1A635FAF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mixed measure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C7077E-443F-4C90-9820-3B4F54F32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pie-chart sector is 126 degrees and represents 42 pupils. How many pupils are in the survey?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3130C8-95E4-4B72-BD0E-0A17878A7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AA71CD-690E-4FD8-BB73-68FF148A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D7ACAC-F950-4CA2-BC5B-3025FB9D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AA064-CB51-4BF8-915F-6E7DF74E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52EBDC-59CE-4E93-8665-91E0CD302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120 pupils.</a:t>
            </a:r>
          </a:p>
        </p:txBody>
      </p:sp>
    </p:spTree>
    <p:extLst>
      <p:ext uri="{BB962C8B-B14F-4D97-AF65-F5344CB8AC3E}">
        <p14:creationId xmlns:p14="http://schemas.microsoft.com/office/powerpoint/2010/main" val="4913573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E4C0A3-EAFE-4261-AEE9-77DA3B0A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04DCA0-A5B0-499F-8C50-FF5D3AB8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A05CC2-96E1-4D32-ABF9-655D91C97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F90832-3677-46E6-A4C3-A8F4B18E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79BA85-8A15-4984-9AF1-0559AFF39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580DFC-EE7C-4E70-8F83-52CD3EBD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3DB61B-6CDB-417F-A715-9298B66A3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8E4669-AAC9-4A19-B116-48F918A7E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3D89C3-9A59-4BA2-B61A-DD00AFF2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mixed measure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3c00b542034feb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96BA62-4A09-412D-8555-9C854B35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E93876-46BE-4705-8914-4BCAB509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starts calculating before deciding what the problem asks and which information matters.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045E5D-F1A2-4C86-B115-9AE9A244D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FEFC1F-EA73-4DEA-AA2D-3DA22BD75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628CFB-D0D1-40DB-8A94-27B5B412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Represent the relationships first, label each subtotal and test the final answer against every condition.</a:t>
            </a:r>
          </a:p>
        </p:txBody>
      </p:sp>
    </p:spTree>
    <p:extLst>
      <p:ext uri="{BB962C8B-B14F-4D97-AF65-F5344CB8AC3E}">
        <p14:creationId xmlns:p14="http://schemas.microsoft.com/office/powerpoint/2010/main" val="8360726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A40C4A-6D50-4FB8-9C22-EA7727A96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849EE7-256D-4FFE-8AEB-50D906FE4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38C877-C25E-4B02-9983-662E5CA5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FE5701-851F-4702-A93B-DBBC0ABA2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C9FAF2-2ED2-4582-A7B9-B6BB66D9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7911B7-B353-425A-B01B-4945C1A3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E26A31-B6EA-4936-AA78-4BF965C94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9DF52E-0BC1-4B64-AD43-D7BC31966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B27540-5ABB-43E4-8F34-045926B1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mixed measure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48F59D-C41A-48D6-8D8C-334B48D88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FAF0CA-9D7A-43D3-81D4-2D926C8C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1CAF4F-116E-4D7D-BF14-8468397B4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F668A9-A02B-4609-B137-4A120570E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pie-chart sector is 126 degrees and represents 42 pupils. How many pupils are in the survey?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B18D47-B2EE-477D-AF0F-7F519B58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6E91F3-1E25-44C5-AAE4-4EE29A900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ADA260-A01F-4666-B2CB-BC6A8755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083332-4BFC-4E12-A1E3-12C8A031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0EB6D6-C679-4512-A45B-06F8C5EF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B5CAC0-370F-4D87-9F5B-C595C9EF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DCF9CA-2B16-4485-98C7-AE11A9C58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71024A-19E1-4275-A97E-B88D07C5A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120 pupils.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DA7F79-CA22-47DE-A400-4AE3F11D1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266143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897CEC-5977-48FC-A861-8FD3E227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3E7087-245C-4A1B-94FA-A15E967D3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4A1362-0208-45B2-8B2E-F19CD5604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8E990C-A70E-4BAB-9446-E1B61F56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D7B868-3C3A-476C-83E0-11D301724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C2B809-4A8C-4D51-88C5-ED47EDED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C0973D-1E11-46B5-ABAE-B1DC5B213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E4215-D600-4F69-8FD8-2DC80EE3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C2B7F5-82A4-499E-A18F-9A5F6540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mixed measure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6BCA33-68BE-4F67-AEA1-830EEC36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38166C-56EE-4334-ABB3-A021FFDCC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48DC89-DBC1-4A58-8596-3A942D85E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FDC286-7A5D-4511-9E24-A79E52277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two different calculations using 3/4, 0.6 and 25% that both give 30.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229A02-5222-4D41-8D8B-3ACA85C2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73E83-E89C-45D7-ADA4-B1C27CFA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A6AFD3-6C88-4987-A406-043AF0B1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5A8484-46F0-413D-89CB-A376DFA3E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872078-EC27-4653-81AA-14610C0DD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EE6B77-8435-4283-89C5-DF62C6242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50C89F-12A4-4204-9EFC-B9AEA9D53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3776A3-ECFD-4B5C-A4B3-D763EF948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9239195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12093A-6AC1-4FCA-8CA2-1E0A07B6C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D8A0F5-0FE6-42F4-AF08-ED110EEA5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CE8CD7-C630-4410-BEB2-1453E4CF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677CA9-0BC9-4973-B3C4-1C5C04D3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6B2C5A-36FA-4FDD-91A9-92F51CA2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B2E588-863C-4071-A067-6B49728A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E175BC-A5A0-4B69-8267-5E091428F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A97B80-1FC1-420D-9843-A79BA44F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CB9EAE-DCC7-432C-8810-746BE5FF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mixed measure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2EF95D-0A0D-46EB-B896-39C8A6264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quantity increases from 240 by 15%, then decreases by 20%. Find the final quantity.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D9533B-45A5-4624-889C-DF8FA167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332C5C-68C0-46FA-B9F6-B24785AE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6F7A5A-3A45-4F9A-9DE2-6BD63F4F3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244.8.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52091692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7021B2-279E-4E3D-B0F4-942B3819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238617-5034-4456-9082-E00DCFDF0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2A6D73-BE79-496C-981E-37CA993A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7009A1-5EDD-4C55-9AB5-B39C94066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267FFD-B256-487E-9227-0E4BB6B28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EB9DA2-B84E-4F4B-BD51-35CA6ED2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5440F2-C47C-48FE-8A51-38458C0D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337E94-BAC8-4BF0-A747-330E56FBE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B107B2-1120-41F0-ABB1-DE75A1695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mixed measure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83E0ED-9C25-4773-AE5C-1DA60DC5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EF788F-BA0F-4D13-B639-196CBA60E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F88FB7-BFF0-4A96-81E8-F771B2FC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two different calculations using 3/4, 0.6 and 25% that both give 30.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78C346-872D-4CB3-A203-AE680400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230FCC-133B-424A-BDC6-5A71EC9D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37BFAB-1D90-4193-8794-90339DFA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2E1DDE-4D3B-446B-BF54-A13AECBC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3774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Answers vary and must preserve the stated values and give 30.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47BFBE-344A-47F0-A3B3-D7D5CC50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7BB975-E8B0-45B9-BBB2-CB748EDC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1174676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04F7EA-41F2-4028-9290-30EB93B5F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AF6C2E-7E5F-4BA6-9CD4-E357FC28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B79358-FE42-467E-A0AD-237B835FE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8DDEA0-6280-4C9C-8DC9-1475307C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0FB865-5D4B-44EB-951C-95585C71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374B2D-D362-408E-BABB-4A8F4737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F88D19-FE0F-4030-9B6B-80F79C4BF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092C25-A0A6-4D33-8391-D5B081D67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677B47-58A7-4B38-992C-5364D834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mixed measure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18069E-B588-4556-9D10-A94BD8970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F3A141-A8E7-4A6E-A55A-B573369FE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B70DE6-2DEB-4561-BDED-F94EAB079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3967D0-5A7E-478B-9424-CDBB2360C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two different calculations using 3/4, 0.6 and 25% that both give 30.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9D8B56-0A45-4D71-B771-2AC5FB8E0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07639-2A08-4950-A72C-D948550AB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B4AA93-0D9D-4B8B-AD7A-07E341211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3C2CC1-3912-4526-9E7E-5319885B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starts calculating before deciding what the problem asks and which information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579557-76AA-445C-B843-886B669A2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8FB186-F14D-46AD-A846-8207D3E68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B5D405-2581-4147-AC96-B03DBFD8D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62EE54-DA69-458D-990D-799FAC61B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C9FB9B-A44C-4F12-AC86-FBDEC3823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3230272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2026-09-09T20:50:30.5040000Z</dcterms:created>
  <dcterms:modified xsi:type="dcterms:W3CDTF">2026-09-09T20:50:30.5040000Z</dcterms:modified>
</coreProperties>
</file>