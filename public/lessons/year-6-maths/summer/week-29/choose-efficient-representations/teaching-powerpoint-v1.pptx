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Choose efficient representations. Choose efficient representations.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Choose efficient representations. I do.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Choose efficient representations. I do.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Choose efficient representations. You do. Pause before clicking. Let pupils try independently, then reveal and discuss every step.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Choose efficient representations. You do. Pause before clicking. Let pupils try independently, then reveal and discuss every step.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Choose efficient representations. I do.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Choose efficient representations. I do.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Choose efficient representations. You do. Pause before clicking. Let pupils try independently, then reveal and discuss every step.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Choose efficient representations. You do. Pause before clicking. Let pupils try independently, then reveal and discuss every step.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Choose efficient representations.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Choose efficient representations.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36434F53-4553-4F50-A972-46B61FFDF4D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A143B4D-2A66-4D11-B578-D85641EE9541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9C56922-6F8D-40BA-9636-9B350996827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92EB2B3-72B5-400B-86E0-5C36F6B9119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Choose efficient representations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BF48273-B963-40DA-BC37-BC358925CFE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130B299-490F-428A-B4BC-B65ABA960582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select a diagram, table, equation or written method for a problem.</a:t>
            </a:r>
          </a:p>
        </p:txBody>
      </p:sp>
    </p:spTree>
    <p:extLst>
      <p:ext uri="{BB962C8B-B14F-4D97-AF65-F5344CB8AC3E}">
        <p14:creationId xmlns:p14="http://schemas.microsoft.com/office/powerpoint/2010/main" val="1404967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887DE91C-169A-4E1F-994E-582E753575C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253B391-A940-49D6-8A07-979F307FB8D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Increase 240 by 15%.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B0B3988-6175-4D94-85D9-135CB5FF83F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E196BC2-C0AA-4FB5-8626-855E4DE801C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Choose efficient representations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EF5FE30-0E94-4E4D-9E91-250E1C5E844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F8394BE-F47C-47C4-80EA-CCB2D37D0596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1345F5E-AB22-420F-BD3D-D25D16E78EEC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785938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374B5BB-9EEC-45F2-9536-8CB6C4F45852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1BAF0AA-5F78-44A1-B87C-ADFD88993659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4D2AF716-1AAF-4FB7-A9DD-A6DBE0021D7B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240 ÷ 100 = 2.4 (1%)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953FF6DB-E44B-45E0-8543-E45382083B18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240 + 36 = 276</a:t>
            </a:r>
          </a:p>
        </p:txBody>
      </p:sp>
    </p:spTree>
    <p:extLst>
      <p:ext uri="{BB962C8B-B14F-4D97-AF65-F5344CB8AC3E}">
        <p14:creationId xmlns:p14="http://schemas.microsoft.com/office/powerpoint/2010/main" val="73871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A635C4D8-9B16-4D0E-9D11-A52BF892151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B9826499-8822-43AE-8C2E-F6A1FFED81A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Reduce 276 by 20%.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7AA04F2-16AE-4AC2-BE6F-4457E69B15F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1BC2FF8-5D25-40CD-A1A1-805B1971990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Choose efficient representations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A8FF4B4-7F28-47A5-ABA1-2C983C777B3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8E1F58D-542E-49C1-80C9-3B0640170306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8426BBB-6E42-4E43-96B4-125C81561537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2381250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E5DE529-821F-4582-90CE-99A652610A9A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136E7E6-8143-4142-B838-F05F7B844CDE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20%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5062BA7-BD89-4F3A-BE6E-D2C3EAE2A61F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276 ÷ 100 = 2.76 (1%)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7D6FD10-ABF4-48B7-8469-C5E01D77E4CC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276 − 55.2 = 220.8</a:t>
            </a:r>
          </a:p>
        </p:txBody>
      </p:sp>
    </p:spTree>
    <p:extLst>
      <p:ext uri="{BB962C8B-B14F-4D97-AF65-F5344CB8AC3E}">
        <p14:creationId xmlns:p14="http://schemas.microsoft.com/office/powerpoint/2010/main" val="1212521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0B260BD5-D66A-4813-895C-5E5AF938C3B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7509159-3A08-4D11-89CE-8970D82C43B8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5AA89FF-D1AF-4DE3-9A62-EA70AAAC0B5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Increase 340 by 15%.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3E56DDB-B70A-4545-B9B7-E45589250C3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0D971F0-43A7-4D81-A8A3-59B141D3BAB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Choose efficient representations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7DC234C-12A4-4090-879F-1C44867062C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ED251B0-C8A6-40B7-BE23-03ABC96A0CD6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C1712E6-B483-41AC-A227-0899C0BFF93F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785938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4A193CC-F80B-4ADA-9C4A-7E1CC74EE47A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A2285B7-1E4E-4A21-B12D-D8F5AC87B21D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0E3DBD1-A2F0-4ABD-9D48-64490CD37D64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340 ÷ 100 = 3.4 (1%)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3A6140E-156B-44A7-89A4-155FB65F3C03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340 + 51 = 391</a:t>
            </a:r>
          </a:p>
        </p:txBody>
      </p:sp>
    </p:spTree>
    <p:extLst>
      <p:ext uri="{BB962C8B-B14F-4D97-AF65-F5344CB8AC3E}">
        <p14:creationId xmlns:p14="http://schemas.microsoft.com/office/powerpoint/2010/main" val="968642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D8A67735-BEA5-4792-9ED8-5BFFC439D4D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4892E3C-20E4-4BE7-ACD1-32A4CC165E89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780FB84-D119-4E80-B96C-637CA0B14AD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Reduce 391 by 20%.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6F8FDAD-8FB2-43D8-A4A9-BCB88D9C7C4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A37EFDF-2C6B-43B4-9966-92D8384242D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Choose efficient representations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BBC067B-14C6-45A0-A971-0F5723C1A68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104CD231-727B-477B-BE13-297251562A2A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8F33C3F-E7C1-471A-BF2F-2824AEAF0577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2381250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D1568CE-981B-4DA1-853D-523DCCD6DB26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8E53DB8-48EF-49DE-9466-EA8F9F669001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20%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FD5F5CB-692C-482F-913B-5E624BF0174F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391 ÷ 100 = 3.91 (1%)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2C3E9C7-96A5-4650-98A1-B89E44DDC609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391 − 78.2 = 312.8</a:t>
            </a:r>
          </a:p>
        </p:txBody>
      </p:sp>
    </p:spTree>
    <p:extLst>
      <p:ext uri="{BB962C8B-B14F-4D97-AF65-F5344CB8AC3E}">
        <p14:creationId xmlns:p14="http://schemas.microsoft.com/office/powerpoint/2010/main" val="475288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FC193DEA-AB42-4EFB-BF3F-A685E6DF4C8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3C26AA6-3108-4EFC-AFC8-8466946D69C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Increase 440 by 15%.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919D1BC-BE9D-40B0-862C-1395E68DAE7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65F10F3-9CD4-4D37-9232-7A94B9D7B27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Choose efficient representations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0371D43-7571-42DF-8072-55DDA20C8AC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35174D6-A772-41EF-887C-059E8834CC22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2A7535A8-5DB5-4F61-AF6A-0134045E5032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785938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8A01B5F-D3A8-47B7-8D96-659E38B25463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CCB1301-B1F6-4783-9424-E8E2EFAB2B66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624669F-6635-4A1F-A8B7-E39611843598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440 ÷ 100 = 4.4 (1%)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9AA437D6-ABC2-4A2F-9595-65A9A8C59365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440 + 66 = 506</a:t>
            </a:r>
          </a:p>
        </p:txBody>
      </p:sp>
    </p:spTree>
    <p:extLst>
      <p:ext uri="{BB962C8B-B14F-4D97-AF65-F5344CB8AC3E}">
        <p14:creationId xmlns:p14="http://schemas.microsoft.com/office/powerpoint/2010/main" val="1503324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78FE2838-5E5E-42DA-B911-456A32D2157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BC238E35-2510-4ABD-BD89-54BF7407D04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Reduce 506 by 20%.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B35469C-0814-4385-92FE-59F7AAA40B2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18B85C7-96CD-4EC6-B5F5-310ABFC9E01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Choose efficient representations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FCCC1AC-A46F-4EFB-8109-937A4E6CFDF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E39BA06-C169-416A-A41F-CAB4801CE8D7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73D5670-D9B7-4C6B-A375-DA1975EC3A6A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2381250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F615C49-9994-4AAE-A762-FFD716C81B20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5329A86-69A9-4945-96E7-CFE17230F913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20%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299D257-735B-44E3-A1DB-19BBD032EB1B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506 ÷ 100 = 5.06 (1%)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5C59A1B-9912-4546-8D0E-7FE9F3340969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506 − 101.2 = 404.8</a:t>
            </a:r>
          </a:p>
        </p:txBody>
      </p:sp>
    </p:spTree>
    <p:extLst>
      <p:ext uri="{BB962C8B-B14F-4D97-AF65-F5344CB8AC3E}">
        <p14:creationId xmlns:p14="http://schemas.microsoft.com/office/powerpoint/2010/main" val="85127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8E283C6A-2B5F-4C73-8447-0A9F75514F3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B8A42B2-C03F-4568-911B-8A5C41AFF95E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D2571BD-0CFE-47EA-99A0-E7C8A2F5EE5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Increase 540 by 15%.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4F242B2-2087-435C-B911-B84D3D52B09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D2CA1C60-FCE5-40D5-84FC-862597EDF66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Choose efficient representations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69AF306-1716-4953-B924-26B297C4BDD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02FD49F-F224-4886-8525-659D8446B810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6543E8C6-6ED0-4E4A-AFB2-781172AE479F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785938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9B0C9F1-20F1-4B9B-9C51-7296973BA33B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140CE13-46F2-4AD6-9F19-3EB44FB45FDB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962DC73A-1A1E-4A30-83B5-4BE35847A27A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540 ÷ 100 = 5.4 (1%)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3CE282C-A4CC-4FB2-A05A-52150C06B99B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540 + 81 = 621</a:t>
            </a:r>
          </a:p>
        </p:txBody>
      </p:sp>
    </p:spTree>
    <p:extLst>
      <p:ext uri="{BB962C8B-B14F-4D97-AF65-F5344CB8AC3E}">
        <p14:creationId xmlns:p14="http://schemas.microsoft.com/office/powerpoint/2010/main" val="1276448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CCC8F7D9-E125-4CA3-BC08-3C087110C35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7EFD3CE-4E5B-4F90-81A7-EECE6B7EF28D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A60E475-BD60-4347-BA64-B96957A6C6F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Reduce 621 by 20%.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1C65EC2-8BAF-45C8-BB32-83CF3B7F4B7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710509B-7077-4FEC-8060-58F6C1F718D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Choose efficient representations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9EA2BA5-0ED6-4ECC-B9BF-07AD2F61F3D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6F54131-1591-4863-963C-31087729BE9D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259F3D7-1B58-4BD9-948F-FE99BC443665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2381250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6637885-2CF1-4043-9379-58D698B1A98F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786E65A-97D6-4F45-B4AB-6ACAADC3D4A1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20%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4E173D1-B4DD-45D0-A620-C881405CCCBA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621 ÷ 100 = 6.21 (1%)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56D2130C-C785-406C-9E47-ACE6B2DF7434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621 − 124.2 = 496.8</a:t>
            </a:r>
          </a:p>
        </p:txBody>
      </p:sp>
    </p:spTree>
    <p:extLst>
      <p:ext uri="{BB962C8B-B14F-4D97-AF65-F5344CB8AC3E}">
        <p14:creationId xmlns:p14="http://schemas.microsoft.com/office/powerpoint/2010/main" val="1363135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AA697AC1-7E48-4727-8ABF-9B821B2E597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1D03783-5A7E-42E2-BAA2-CCC7280331F5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E1E3405-1309-490E-A653-1583DD0FB28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BD77AD5-6102-4E4E-9584-545132D2FA6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8D4593E-1C09-47E3-9BBD-F20011239BF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Choose efficient representations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FE4A36F-9440-4428-AEAD-954EC8DA7C2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546D06A-09E2-4F30-BBF3-76E0F2C494FD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A4C445D-32EE-4C15-A287-B585C23D1941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quantity increases from 240 by 15%, then decreases by 20%. Find the final quantity.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4D98B77-1AB6-4CD1-BCD9-4222D735B641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7B16E363-E417-4353-A033-EA45F0C56827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Three fifths of a number is 84. Find 35% of the number.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F5FF031D-D834-44CB-8D72-1F464DB0DF26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C099C9E7-6A45-4C01-A30B-D481A5622A71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cuboid is 12 cm by 8 cm by 5 cm. A third of its volume is filled. What volume remains empty?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656BAF2-4F0C-4C06-9CE6-904D32F28A1B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659C6EA-3441-4C4C-B6DE-CBC5841F0F74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A quantity increases from 240 by 15%, then decreases by 20%. Find the final quantity.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A76AE8F-C021-4151-9772-4DE7B58B76C2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03A9461-2C43-44EB-A328-B801FDE172C5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Three fifths of a number is 84. Find 35% of the number.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EAD8FCC3-C122-45CE-8C58-D429C7712EF8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44078CB7-E2A9-4164-B10B-AAF5E1002FFF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68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8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A cuboid is 12 cm by 8 cm by 5 cm. A third of its volume is filled. What volume remains empty?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5ED84715-4B0F-4380-AD8B-02688E880D55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3D5E7042-DF90-4560-A417-33257A49507E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A pie-chart sector is 126 degrees and represents 42 pupils. How many pupils are in the survey?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9730D976-4D70-41FA-BAB9-2B02EE459D18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FBB0CCAF-F0E3-4013-B6F6-45015755F287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starts calculating before deciding what the problem asks and which information matters.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B32F2FDB-3C93-4949-92FD-EAE6FE4B6D72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0A01558B-1FFA-4755-81A3-B23307141693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3CCA8114-41BA-459A-845A-F046F0490D5C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16C4127C-F161-45EA-BEB4-1644FF41CA67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A cuboid is 12 cm by 8 cm by 5 cm. A third of its volume is filled. What volume remains empty?</a:t>
            </a:r>
          </a:p>
        </p:txBody>
      </p:sp>
    </p:spTree>
    <p:extLst>
      <p:ext uri="{BB962C8B-B14F-4D97-AF65-F5344CB8AC3E}">
        <p14:creationId xmlns:p14="http://schemas.microsoft.com/office/powerpoint/2010/main" val="863919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961FD1A1-4DA9-40B4-AD6D-C7E1B2B5DF0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040212B-CCB7-4D80-89FA-15949EBAD6A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7713C29-9B35-4180-918C-3EAD6ECE219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07AAD7A-FBC1-4D52-A3BC-754291D95C0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Choose efficient representations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C1BB887-9C45-4464-A3C8-E0DA07AF94E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8C27CC6-3C06-4C9F-843E-D804DCB00924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8D96876-4AA5-4774-8464-684F4CC3F323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220.8.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F3F7A61-E21C-4F5A-B6F3-71B3EED24594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F2A0152-FBB7-42AB-A313-F79D6255F2C1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49.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4BD7207F-9FDC-443C-B32E-4EF04CE072E1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0DE0DA3-6A92-41A1-AC70-51394B42221B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320 cm3.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8E918B3C-6187-401F-86FF-5F22443F09C2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71A6F06-5FD2-418A-A4E7-1C5549DC1672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220.8.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E400342-86C1-4EB7-AA5E-9015B4A3BDCC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373A9FD4-7660-4E45-90DE-AA72E0A12D5B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49.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EAF4B70D-D03B-4988-9D74-47BDFF0D3A7C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8B16B767-C42C-4334-8BA6-25ED50212675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320 cm3.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D2562302-890E-4B14-A628-C0AD5BDF656A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325FC545-4494-4ECE-A853-5DFCBDC874D0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120 pupils.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235FB35E-DDD2-4218-BDF2-8A2A9D2739EF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9ED670FA-4D9E-4818-B061-6702E0BF742B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Represent the relationships first, label each subtotal and test the final answer against every condition.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9BA1BE68-D35E-47DA-A801-B2C1F9D97E1B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3AD3C794-BE0C-44C0-AB8E-C5B64B2540B6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8C8ECA26-8BF4-43DC-95AE-91488F4079F4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A9830A20-259F-4FBC-89F3-D3F3416498FF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53468964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1417</Words>
  <Application>Microsoft Office PowerPoint</Application>
  <DocSecurity>0</DocSecurity>
  <PresentationFormat>Custom</PresentationFormat>
  <Paragraphs>144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2026-09-14T18:11:11Z</dcterms:created>
  <dcterms:modified xsi:type="dcterms:W3CDTF">2026-09-14T18:11:14Z</dcterms:modified>
</cp:coreProperties>
</file>