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c7dcc629904cfa" /><Relationship Type="http://schemas.openxmlformats.org/officeDocument/2006/relationships/extended-properties" Target="/docProps/app.xml" Id="Rb6999343e0ef4ec8" /><Relationship Type="http://schemas.openxmlformats.org/officeDocument/2006/relationships/officeDocument" Target="/ppt/presentation.xml" Id="Rd6698f0d372e48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cede5eb6f242b0"/>
  </p:sldMasterIdLst>
  <p:notesMasterIdLst>
    <p:notesMasterId xmlns:r="http://schemas.openxmlformats.org/officeDocument/2006/relationships" r:id="R77e7b116e6454704"/>
  </p:notesMasterIdLst>
  <p:sldIdLst>
    <p:sldId xmlns:r="http://schemas.openxmlformats.org/officeDocument/2006/relationships" id="256" r:id="R3e67c8d2dad0447c"/>
    <p:sldId xmlns:r="http://schemas.openxmlformats.org/officeDocument/2006/relationships" id="257" r:id="R38a8ff89cf0443c9"/>
    <p:sldId xmlns:r="http://schemas.openxmlformats.org/officeDocument/2006/relationships" id="258" r:id="Rfe15d63e32f74bed"/>
    <p:sldId xmlns:r="http://schemas.openxmlformats.org/officeDocument/2006/relationships" id="259" r:id="R5728357d17584084"/>
    <p:sldId xmlns:r="http://schemas.openxmlformats.org/officeDocument/2006/relationships" id="260" r:id="Ree4b8b9d2e214d14"/>
    <p:sldId xmlns:r="http://schemas.openxmlformats.org/officeDocument/2006/relationships" id="261" r:id="R651890483aeb417f"/>
    <p:sldId xmlns:r="http://schemas.openxmlformats.org/officeDocument/2006/relationships" id="262" r:id="R9885c667882b46c5"/>
    <p:sldId xmlns:r="http://schemas.openxmlformats.org/officeDocument/2006/relationships" id="263" r:id="R700284ebd70942fa"/>
    <p:sldId xmlns:r="http://schemas.openxmlformats.org/officeDocument/2006/relationships" id="264" r:id="R01005b4420324832"/>
    <p:sldId xmlns:r="http://schemas.openxmlformats.org/officeDocument/2006/relationships" id="265" r:id="Re4fc07d21c4f480b"/>
    <p:sldId xmlns:r="http://schemas.openxmlformats.org/officeDocument/2006/relationships" id="266" r:id="Rae31655e708b4945"/>
    <p:sldId xmlns:r="http://schemas.openxmlformats.org/officeDocument/2006/relationships" id="267" r:id="Ra2a8301ca4dc48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9eb52454c24b7b" /><Relationship Type="http://schemas.openxmlformats.org/officeDocument/2006/relationships/slideMaster" Target="/ppt/slideMasters/slideMaster1.xml" Id="R95cede5eb6f242b0" /><Relationship Type="http://schemas.openxmlformats.org/officeDocument/2006/relationships/notesMaster" Target="/ppt/notesMasters/notesMaster1.xml" Id="R77e7b116e6454704" /><Relationship Type="http://schemas.openxmlformats.org/officeDocument/2006/relationships/presProps" Target="/ppt/presProps.xml" Id="R3e4e73d79e274ec5" /><Relationship Type="http://schemas.openxmlformats.org/officeDocument/2006/relationships/tableStyles" Target="/ppt/tableStyles.xml" Id="R780364d51eaa4104" /><Relationship Type="http://schemas.openxmlformats.org/officeDocument/2006/relationships/slide" Target="/ppt/slides/slide1.xml" Id="R3e67c8d2dad0447c" /><Relationship Type="http://schemas.openxmlformats.org/officeDocument/2006/relationships/slide" Target="/ppt/slides/slide2.xml" Id="R38a8ff89cf0443c9" /><Relationship Type="http://schemas.openxmlformats.org/officeDocument/2006/relationships/slide" Target="/ppt/slides/slide3.xml" Id="Rfe15d63e32f74bed" /><Relationship Type="http://schemas.openxmlformats.org/officeDocument/2006/relationships/slide" Target="/ppt/slides/slide4.xml" Id="R5728357d17584084" /><Relationship Type="http://schemas.openxmlformats.org/officeDocument/2006/relationships/slide" Target="/ppt/slides/slide5.xml" Id="Ree4b8b9d2e214d14" /><Relationship Type="http://schemas.openxmlformats.org/officeDocument/2006/relationships/slide" Target="/ppt/slides/slide6.xml" Id="R651890483aeb417f" /><Relationship Type="http://schemas.openxmlformats.org/officeDocument/2006/relationships/slide" Target="/ppt/slides/slide7.xml" Id="R9885c667882b46c5" /><Relationship Type="http://schemas.openxmlformats.org/officeDocument/2006/relationships/slide" Target="/ppt/slides/slide8.xml" Id="R700284ebd70942fa" /><Relationship Type="http://schemas.openxmlformats.org/officeDocument/2006/relationships/slide" Target="/ppt/slides/slide9.xml" Id="R01005b4420324832" /><Relationship Type="http://schemas.openxmlformats.org/officeDocument/2006/relationships/slide" Target="/ppt/slides/slide10.xml" Id="Re4fc07d21c4f480b" /><Relationship Type="http://schemas.openxmlformats.org/officeDocument/2006/relationships/slide" Target="/ppt/slides/slide11.xml" Id="Rae31655e708b4945" /><Relationship Type="http://schemas.openxmlformats.org/officeDocument/2006/relationships/slide" Target="/ppt/slides/slide12.xml" Id="Ra2a8301ca4dc48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4f621976ec45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522449e525443b" /><Relationship Type="http://schemas.openxmlformats.org/officeDocument/2006/relationships/notesMaster" Target="/ppt/notesMasters/notesMaster1.xml" Id="R910a2f3e931646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1bac0e315245ef" /><Relationship Type="http://schemas.openxmlformats.org/officeDocument/2006/relationships/notesMaster" Target="/ppt/notesMasters/notesMaster1.xml" Id="Rce62a97f3b1f4f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a5ec73091f43c2" /><Relationship Type="http://schemas.openxmlformats.org/officeDocument/2006/relationships/notesMaster" Target="/ppt/notesMasters/notesMaster1.xml" Id="R66a9a251fc9149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516205bf164966" /><Relationship Type="http://schemas.openxmlformats.org/officeDocument/2006/relationships/notesMaster" Target="/ppt/notesMasters/notesMaster1.xml" Id="R852a5ba00af649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e0e2761ff14609" /><Relationship Type="http://schemas.openxmlformats.org/officeDocument/2006/relationships/notesMaster" Target="/ppt/notesMasters/notesMaster1.xml" Id="R3a19fd24f96748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ace1d0c43b497c" /><Relationship Type="http://schemas.openxmlformats.org/officeDocument/2006/relationships/notesMaster" Target="/ppt/notesMasters/notesMaster1.xml" Id="R9eec3b8bf95e42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efb36654a34263" /><Relationship Type="http://schemas.openxmlformats.org/officeDocument/2006/relationships/notesMaster" Target="/ppt/notesMasters/notesMaster1.xml" Id="R1b6e1b7d2ecd42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c41f3071f043f0" /><Relationship Type="http://schemas.openxmlformats.org/officeDocument/2006/relationships/notesMaster" Target="/ppt/notesMasters/notesMaster1.xml" Id="Rbb8ac52dfb0e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a1349905a04148" /><Relationship Type="http://schemas.openxmlformats.org/officeDocument/2006/relationships/notesMaster" Target="/ppt/notesMasters/notesMaster1.xml" Id="Refb8a01cab8a43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e7fa89de384266" /><Relationship Type="http://schemas.openxmlformats.org/officeDocument/2006/relationships/notesMaster" Target="/ppt/notesMasters/notesMaster1.xml" Id="Rd4fc0099244947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94f4ebd3934ef9" /><Relationship Type="http://schemas.openxmlformats.org/officeDocument/2006/relationships/notesMaster" Target="/ppt/notesMasters/notesMaster1.xml" Id="Rdbeb82c11fe14d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e6f8c5218c4ff4" /><Relationship Type="http://schemas.openxmlformats.org/officeDocument/2006/relationships/notesMaster" Target="/ppt/notesMasters/notesMaster1.xml" Id="R567071129c7545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49.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244.8.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320 cm3..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120 pupils.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320 cm3.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3e0505c15243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608b8c48c84d8e" /><Relationship Type="http://schemas.openxmlformats.org/officeDocument/2006/relationships/slideLayout" Target="/ppt/slideLayouts/slideLayout1.xml" Id="R075e9299f0854d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5e9299f0854d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b10054512420f" /><Relationship Type="http://schemas.openxmlformats.org/officeDocument/2006/relationships/notesSlide" Target="/ppt/notesSlides/notesSlide1.xml" Id="R09db44d1542a40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2589fd61f4cd5" /><Relationship Type="http://schemas.openxmlformats.org/officeDocument/2006/relationships/notesSlide" Target="/ppt/notesSlides/notesSlide2.xml" Id="R5d709c05acc74a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876e3994e4da7" /><Relationship Type="http://schemas.openxmlformats.org/officeDocument/2006/relationships/notesSlide" Target="/ppt/notesSlides/notesSlide3.xml" Id="R948028f166094e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53e852d194974" /><Relationship Type="http://schemas.openxmlformats.org/officeDocument/2006/relationships/notesSlide" Target="/ppt/notesSlides/notesSlide4.xml" Id="Rbb740f598e3646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1b2eb3b2044ad" /><Relationship Type="http://schemas.openxmlformats.org/officeDocument/2006/relationships/notesSlide" Target="/ppt/notesSlides/notesSlide5.xml" Id="Re285d590450643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6d7c114874e96" /><Relationship Type="http://schemas.openxmlformats.org/officeDocument/2006/relationships/notesSlide" Target="/ppt/notesSlides/notesSlide6.xml" Id="Re848817fc9f041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b2a4cca544516" /><Relationship Type="http://schemas.openxmlformats.org/officeDocument/2006/relationships/image" Target="/ppt/media/image.png" Id="Re45bd661b6c24c55" /><Relationship Type="http://schemas.openxmlformats.org/officeDocument/2006/relationships/notesSlide" Target="/ppt/notesSlides/notesSlide7.xml" Id="Rbeced3929d944c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5d97923dd44af" /><Relationship Type="http://schemas.openxmlformats.org/officeDocument/2006/relationships/notesSlide" Target="/ppt/notesSlides/notesSlide8.xml" Id="R7d812c1b0aac4d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2948c508a49ef" /><Relationship Type="http://schemas.openxmlformats.org/officeDocument/2006/relationships/notesSlide" Target="/ppt/notesSlides/notesSlide9.xml" Id="Rcae574d0454a40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141ab7cd94eab" /><Relationship Type="http://schemas.openxmlformats.org/officeDocument/2006/relationships/notesSlide" Target="/ppt/notesSlides/notesSlide10.xml" Id="Rb41d2bd10e8642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49d5e77394594" /><Relationship Type="http://schemas.openxmlformats.org/officeDocument/2006/relationships/notesSlide" Target="/ppt/notesSlides/notesSlide11.xml" Id="R30326287ab234f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b5ee6f69142d3" /><Relationship Type="http://schemas.openxmlformats.org/officeDocument/2006/relationships/notesSlide" Target="/ppt/notesSlides/notesSlide12.xml" Id="R54ad51f7e021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F7CC2-6CF8-4F3C-AC57-4371D3E7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F8529-3C6B-46B2-BFDC-9BD8BD35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87C4C-4649-4C96-B230-1CD811A6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D4C0C2-D922-474A-953C-2B31DCF5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3B721-3C72-43C4-AC6B-F6C0F15A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18938-3EE8-46B7-83AD-35445646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F7FD4-8D3C-47BC-BA9F-559727EF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CB366F-94EB-435B-B2B3-E3AA65B6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 a diagram, table, equation or written method for a problem.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29978-6CA0-4E24-8E88-D533D393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77201-0D4A-40A4-AD60-1053F5B2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23A85-A2B9-4772-A7C9-3119966A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90969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572B07-C2DF-44A8-846F-5DDD3477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99A18-4471-44A1-A9CD-DA7A7F0A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B39F2-EC46-43E8-9310-E9EB2513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22663-7A8C-4FA0-93E6-BE60A5C5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3A209-9084-4251-96A7-DDEC90C7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92C08-0C91-4E86-B178-94FF8069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42A25-DF2D-4EBB-A2E6-71F551BF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DC1CF-8F66-4BE9-BA0C-C6DD1A72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593FDA-189C-419B-8057-647E8F6A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ADD56-A6B1-4368-A4EC-F847B4DF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42CFB1-AAA5-4411-9688-EEFF187F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9FB2B3-0CF3-4366-B341-FB208E4E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8FB68-B93F-4AA9-954B-FBC2F145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16E25C-F129-4227-8AF6-D702C9DC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6C995-F13E-450E-A659-BC2C04A0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0C8D61-CA8F-4DE0-9E5D-BDF11C1D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141497-580E-4C3C-8B07-BA32C894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B8DB6D-9915-4E53-8E68-03CC7F42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4B1A5-12F2-4B2A-ABA8-4004343C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65EC1-BADE-4329-8FE1-813BE156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A2CCD6-7643-4B05-B608-A221994C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quantity increases from 240 by 15%, then decreases by 20%. Find the final quantity.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94AAB-1DDA-46E6-94E8-C5974DE7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732801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6C9BE-4A24-4D58-A496-62E40DC9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67E76-1447-4FCB-B6ED-FEAAA6C5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B98AE-CEC1-4EEF-A7A2-962EE5A1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A2C7A-B9A3-4BB0-B1C6-E66DB56F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ECCA8-8D17-4384-BD8F-2E4B5178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02E91-D412-4D8E-8EC1-764B8C7F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B9734-708A-4C26-8FAD-69901D44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C66E6-2FED-40B2-9F9F-98CE2844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9E3BDD-7942-4E33-9C51-8417A385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B28F7-DB32-4B23-8FC4-AA364862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 a diagram, table, equation or written method for a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9F434-3318-46FD-B9C8-8582D0FE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9F5E7-A8CA-4BBF-9D93-9B366BA3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693F4-49E9-408C-99F5-F57F607A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72EAD-E3C7-4FCA-9B8C-8057749C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AEC1F-E976-4B5A-B4E7-6609E1C7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19667156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6EC1E-DA67-497C-AAF2-3EDC38F8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3423E-DE80-4C49-A7FF-62C137C4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1041B-E88E-4CFA-B207-6532C27E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122BA-B86F-4871-A200-9BD8278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AD694-80D8-4EBC-90A5-24D41B59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0FA6F-FEC0-4C1D-9E66-933D7A75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8702D-0CC7-410A-93EE-E2356C5C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3D0067-952B-4DF3-A11A-13DDC507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5D753-C5BF-48E0-88E8-38F62E87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94752-91BA-424D-97B0-334EFB8A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7D5F3B-ADEF-471D-961F-AA8DB95C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DE9E7-C3A2-4148-9FEC-0C5D729B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961EA-711F-4CD7-B652-6A1E18E8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goal, constraints and useful information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A06E4-7768-441F-91AD-5E5526B9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14712B-5B48-41C7-9D81-68458776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4B4EDE-873C-4B4F-9794-B1F6EE02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Choose a representation and complete each labelled step.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AE049-22EE-4C41-9641-9666F835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677E3-C257-413F-B1E6-30E397D6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EF436-2CF1-47A8-8B74-4AB30DF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244.8.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2B86C-4220-4646-B2E7-D60AAE73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46612-4AE9-4960-BE61-0FE6CB6D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C8A4F1-F279-4EC5-8356-C4DCCD4D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solution and explain why it satisfies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2234110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F11C2-903F-40C6-883E-913DE7D5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79D82-3C0B-4025-8261-AB8B3DA9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1A2B5-2270-4FAA-8417-81858B30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86224-53C4-493F-B1A8-A0E7D8E7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A7153-6E95-4AC0-9A45-8871DD18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D56BE-FC46-47FE-B485-2E15AFB5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D1535-EE84-4A03-888E-7D41C033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57436-C09D-4CDC-91BD-C45325DE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B06C0-87CA-4C01-BF6E-0DF01DE0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30572-828E-4224-A73D-65337B61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91047B-CAEC-4309-969A-78D4C5BD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244.8.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1AE27-B5CF-4487-AB27-E57F5F31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756B7-07EE-485F-8492-24CAB037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0206D6-8FDA-412F-91FE-5C8584EF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104065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58B7B-B856-4709-B86D-71E80A2F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9B301-57F9-4F67-8535-0DB5D38B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CF541-88FD-4429-A55D-2755CDB2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67232-AB6D-4C42-B171-FDBB4605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CA3AE-14A9-43D6-8EB4-1A985E7F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424C5-D77A-4BF3-8831-1653BE7B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F04F1-E6D1-4B09-AA52-0C9A34B9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C7DFB-0733-4003-A2B6-B312B11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CCEEE-ED4F-45C0-ACE1-53D17518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436C2-4557-426A-99AF-BBF65DE1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0A757-5C00-4972-BECD-49FB437D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970F75-DB09-40CB-A835-93B14085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CEC92-4D19-4254-8433-F07DA669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D7F43-DFBB-454E-8FC2-9205E7E2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DA8F5-0685-488A-8D48-DF03411C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49.</a:t>
            </a:r>
          </a:p>
        </p:txBody>
      </p:sp>
    </p:spTree>
    <p:extLst>
      <p:ext uri="{BB962C8B-B14F-4D97-AF65-F5344CB8AC3E}">
        <p14:creationId xmlns:p14="http://schemas.microsoft.com/office/powerpoint/2010/main" val="10869759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0ACD5B-81AD-4AD2-B08B-7D3A8EE6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F4723-0F33-4561-AFD5-1F2E4711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B3BA0-2E45-4EDC-985F-3AB2D3A4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650E7-8C8D-4CDF-8607-47AC520A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B1B3D-21E2-4D95-B354-B2670437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372D76-EF77-4424-BFFF-A3EE33DC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47195-0724-46FB-ACBA-C7514353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C365F-4A3F-480A-930A-806BF3A0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CDDFA-9126-41EA-9C64-EFDAEB0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bd661b6c24c5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64DE8-B40B-47F1-B888-CB0B74D1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4F6B6-E0EE-4563-B1E6-8682E7E1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86678-B953-4343-A241-1148C7D4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04C48-A8C4-4198-8272-C1A730C4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841CA2-4CC6-4BCD-A0AF-1E377120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5715694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DD6CB-06F4-484D-9D1E-01070853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F7F45-FDEF-4956-903E-835CAD57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E1248-F7B3-410B-887C-9A87DCEF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C1352-91E7-48CF-8E85-0E6EA5BC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94A15-0AE3-4918-ADEF-52DF52D1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382E1-9D94-45E1-B771-67359267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15A56-C9E7-4BE1-A355-2D7EF98C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6084E-37A8-4F8F-81A4-2D33DCF7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ADD6DD-4D56-4BDB-AACB-227E8387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E0AE7-E84D-4ABB-80C6-6B6C4735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DE8CD-CE03-4BE6-9600-8AC8FB92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E3DBB-820D-4E27-86E3-0DBEF9D2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A96E5-5579-4BDC-A0A6-FAD54EC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48F8C6-E3FF-464E-BB29-3594133B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B552E-0E60-4FA7-A126-B3C658F7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02071-47B0-4711-BE83-94C1BD2C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93789-75E6-4D67-BE80-484BFFA9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048C4F-3810-4DAF-9192-1867519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EA64E-D69F-4CAC-9F60-577680C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00FE0-20B9-4D3F-B2EA-73C907F0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36F1E-4EB9-4D01-9252-6E04E697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390AC4-ADDB-4B91-A818-9ECDC26F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958241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29BA30-DFDB-44FF-B86B-94991A46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03254F-5824-4D04-83D2-33257CF6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F1475-E07D-43A9-B487-4C0C0C04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ED7A9-1460-486C-B5C1-1D84B06D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CA2D9-6489-4624-B16E-24D1C5D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49D35-731F-48B8-944D-EB9820B4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E879A-C39B-4CBE-AF8D-783A8B09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56C9A-9B43-4B2B-A481-8B46D962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C87B8-494E-4BA2-B339-2D6D0BFB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E309A-58A3-47A3-83F2-DC42C78D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16D48-F304-4BC4-B34F-6467F12C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6E3A42-E79E-4B11-A99B-FA2092F5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2D26D-3638-46C5-9207-20121D7D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C1F8D-2532-4712-BE48-E4F94CF7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4BC991-646C-4FF9-98C4-7BE86702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0C2D7F-F779-4001-BDE6-73F920C3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D8501-72F5-4723-BFB8-79BB508A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3C85F-0F49-4B13-8771-D10883A3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41DF85-ABB2-433A-829B-C54D4777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7BF71-FE66-46FA-BF1A-BE0A3B8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35BB1F-0578-4A0F-8ACB-94753484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162942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9A8FA2-28CF-4C2B-9140-FF961009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056EE-7F65-4CB5-AE4A-6DAAF230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89198-9771-4A7C-8890-4C5090D9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EF31C-7D35-4725-9AA9-5780ECFE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D1E50-1E5B-4F5B-9842-3A328CE1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67575-DE1E-4C5F-B5FA-C9B66CFB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8E9D58-3C86-4DC0-B329-8DEE18DE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9C5DE-81B5-415A-AF29-642564AA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31B99-CD38-42FD-908B-FEF908FF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BF863-F742-44F2-9467-66B14A92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pie-chart sector is 126 degrees and represents 42 pupils. How many pupils are in the survey?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873A3-1DAB-4648-8801-0ED91DAA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DB4363-8483-45F4-8B85-1627C94D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48F99-0036-44BD-9B7B-2E5F6E2E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120 pupils.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002894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BE1694-0BDD-4D65-A2BF-5D812F4F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4EE91-E428-43AD-8E6B-5E2AF68E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2E747-2A2B-458F-8BF0-47B18B1F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06609-FF8C-4D9C-A635-92EB6D80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327D9-3949-48EC-9BA7-23538E28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4959E-07CA-44B6-9154-58949FE3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FF2D0-99C9-4ECB-A9A8-3CD2EAB9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26C14-1671-42C6-B4E0-FED58F8B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D6F1A-682F-476D-AC1B-042D1D00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BB7BD-F95C-4084-8037-92F2531B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65919-C508-4A97-AEFD-87C61D8C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04ADC-765A-4E60-BFB3-435AABAA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BAA72-3F3C-4C50-B17F-BD4F519C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644A4-C149-4ACB-9779-4961FD7C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C4B3C-8894-4D77-B44E-6861F171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0BB2F-022D-423A-9F4F-E0F40DB7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320 cm3.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B3C5C2-EE60-4E5E-8E15-5E86B7CF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E9DDFD-D603-4CA0-98F4-226E6648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73996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EFBFFD-2726-466B-B5E0-BBE444D1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78B40-F4E6-4B0C-BCA7-C9201BAC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68B0A-D072-4E9A-AC15-D07FE3DC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8799B-05A8-43D4-8302-692FAB70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4F916-68C2-4F46-8E6E-ECD06811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DE93D-5085-4CF8-B0E0-70AD6963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739BD-7B59-49D8-9C2A-707ACD34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A5637-8F9F-4B0E-B93A-7C9F505C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977625-B4E3-409D-8D42-708516EC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42285-B6DB-4CB7-A774-C1D2418E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7BDF0-9A58-4251-8782-64EF9309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44B1C-265B-410C-9A3E-9E86152C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91CBB-8FAD-4274-B6C1-CAC05346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44D42-CB90-4DEB-AE31-EA23F2B5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98CA5-5385-455A-A76D-F5D2F4FD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332012-5349-4A65-8CE8-B991C82E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97BB2-FC0B-47A4-ADB9-B4D32757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4D1D9E-2B35-498E-A690-1B7C73C8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67AAC8-355C-4B7B-A70C-F852D730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F1D11E-DAF2-481D-99C2-F1335E5F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DA4AFF-D11F-4C16-A868-13A6348B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5E4E5-0014-4C81-B80B-3268FD7F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713616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2026-09-09T20:50:28.2310000Z</dcterms:created>
  <dcterms:modified xsi:type="dcterms:W3CDTF">2026-09-09T20:50:28.2310000Z</dcterms:modified>
</coreProperties>
</file>