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0f956a3a184314" /><Relationship Type="http://schemas.openxmlformats.org/officeDocument/2006/relationships/extended-properties" Target="/docProps/app.xml" Id="Re610a423be2848c9" /><Relationship Type="http://schemas.openxmlformats.org/officeDocument/2006/relationships/officeDocument" Target="/ppt/presentation.xml" Id="R4f716509f40047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0cb7f26b0342db"/>
  </p:sldMasterIdLst>
  <p:notesMasterIdLst>
    <p:notesMasterId xmlns:r="http://schemas.openxmlformats.org/officeDocument/2006/relationships" r:id="R6c062dd8ff264ce8"/>
  </p:notesMasterIdLst>
  <p:sldIdLst>
    <p:sldId xmlns:r="http://schemas.openxmlformats.org/officeDocument/2006/relationships" id="256" r:id="R80551e549efb42ee"/>
    <p:sldId xmlns:r="http://schemas.openxmlformats.org/officeDocument/2006/relationships" id="257" r:id="Re88b8cb870c64593"/>
    <p:sldId xmlns:r="http://schemas.openxmlformats.org/officeDocument/2006/relationships" id="258" r:id="R2b7a640bce7b4885"/>
    <p:sldId xmlns:r="http://schemas.openxmlformats.org/officeDocument/2006/relationships" id="259" r:id="R5b7f0a3a1a9e42a4"/>
    <p:sldId xmlns:r="http://schemas.openxmlformats.org/officeDocument/2006/relationships" id="260" r:id="R5d1b7690e3444b68"/>
    <p:sldId xmlns:r="http://schemas.openxmlformats.org/officeDocument/2006/relationships" id="261" r:id="R4c0b00c92e33439c"/>
    <p:sldId xmlns:r="http://schemas.openxmlformats.org/officeDocument/2006/relationships" id="262" r:id="R6d13e0b733724b51"/>
    <p:sldId xmlns:r="http://schemas.openxmlformats.org/officeDocument/2006/relationships" id="263" r:id="Ra70fa70ee6994511"/>
    <p:sldId xmlns:r="http://schemas.openxmlformats.org/officeDocument/2006/relationships" id="264" r:id="R6fff28f2f9db47c7"/>
    <p:sldId xmlns:r="http://schemas.openxmlformats.org/officeDocument/2006/relationships" id="265" r:id="R9a5e62784f44448d"/>
    <p:sldId xmlns:r="http://schemas.openxmlformats.org/officeDocument/2006/relationships" id="266" r:id="R0de61cd020d64bb2"/>
    <p:sldId xmlns:r="http://schemas.openxmlformats.org/officeDocument/2006/relationships" id="267" r:id="Rbe2f335467504d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dfe27b27ce4ecb" /><Relationship Type="http://schemas.openxmlformats.org/officeDocument/2006/relationships/slideMaster" Target="/ppt/slideMasters/slideMaster1.xml" Id="R460cb7f26b0342db" /><Relationship Type="http://schemas.openxmlformats.org/officeDocument/2006/relationships/notesMaster" Target="/ppt/notesMasters/notesMaster1.xml" Id="R6c062dd8ff264ce8" /><Relationship Type="http://schemas.openxmlformats.org/officeDocument/2006/relationships/presProps" Target="/ppt/presProps.xml" Id="R98438242f8e249c6" /><Relationship Type="http://schemas.openxmlformats.org/officeDocument/2006/relationships/tableStyles" Target="/ppt/tableStyles.xml" Id="R12f280a807cc4437" /><Relationship Type="http://schemas.openxmlformats.org/officeDocument/2006/relationships/slide" Target="/ppt/slides/slide1.xml" Id="R80551e549efb42ee" /><Relationship Type="http://schemas.openxmlformats.org/officeDocument/2006/relationships/slide" Target="/ppt/slides/slide2.xml" Id="Re88b8cb870c64593" /><Relationship Type="http://schemas.openxmlformats.org/officeDocument/2006/relationships/slide" Target="/ppt/slides/slide3.xml" Id="R2b7a640bce7b4885" /><Relationship Type="http://schemas.openxmlformats.org/officeDocument/2006/relationships/slide" Target="/ppt/slides/slide4.xml" Id="R5b7f0a3a1a9e42a4" /><Relationship Type="http://schemas.openxmlformats.org/officeDocument/2006/relationships/slide" Target="/ppt/slides/slide5.xml" Id="R5d1b7690e3444b68" /><Relationship Type="http://schemas.openxmlformats.org/officeDocument/2006/relationships/slide" Target="/ppt/slides/slide6.xml" Id="R4c0b00c92e33439c" /><Relationship Type="http://schemas.openxmlformats.org/officeDocument/2006/relationships/slide" Target="/ppt/slides/slide7.xml" Id="R6d13e0b733724b51" /><Relationship Type="http://schemas.openxmlformats.org/officeDocument/2006/relationships/slide" Target="/ppt/slides/slide8.xml" Id="Ra70fa70ee6994511" /><Relationship Type="http://schemas.openxmlformats.org/officeDocument/2006/relationships/slide" Target="/ppt/slides/slide9.xml" Id="R6fff28f2f9db47c7" /><Relationship Type="http://schemas.openxmlformats.org/officeDocument/2006/relationships/slide" Target="/ppt/slides/slide10.xml" Id="R9a5e62784f44448d" /><Relationship Type="http://schemas.openxmlformats.org/officeDocument/2006/relationships/slide" Target="/ppt/slides/slide11.xml" Id="R0de61cd020d64bb2" /><Relationship Type="http://schemas.openxmlformats.org/officeDocument/2006/relationships/slide" Target="/ppt/slides/slide12.xml" Id="Rbe2f335467504d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4d4826e72642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83748018834be9" /><Relationship Type="http://schemas.openxmlformats.org/officeDocument/2006/relationships/notesMaster" Target="/ppt/notesMasters/notesMaster1.xml" Id="Rfcac7b6c815441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f1b19e1e0e4a41" /><Relationship Type="http://schemas.openxmlformats.org/officeDocument/2006/relationships/notesMaster" Target="/ppt/notesMasters/notesMaster1.xml" Id="Ra5a4e97bbf5c48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04d4364425437c" /><Relationship Type="http://schemas.openxmlformats.org/officeDocument/2006/relationships/notesMaster" Target="/ppt/notesMasters/notesMaster1.xml" Id="Rc5b6fa13df674d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a52daad9834ef9" /><Relationship Type="http://schemas.openxmlformats.org/officeDocument/2006/relationships/notesMaster" Target="/ppt/notesMasters/notesMaster1.xml" Id="Rd01023dd9b664d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97e9015016484c" /><Relationship Type="http://schemas.openxmlformats.org/officeDocument/2006/relationships/notesMaster" Target="/ppt/notesMasters/notesMaster1.xml" Id="Ra8640ae59e4c4f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29eb3f77824ce6" /><Relationship Type="http://schemas.openxmlformats.org/officeDocument/2006/relationships/notesMaster" Target="/ppt/notesMasters/notesMaster1.xml" Id="R6f02352b63ba4f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62ac30fd314180" /><Relationship Type="http://schemas.openxmlformats.org/officeDocument/2006/relationships/notesMaster" Target="/ppt/notesMasters/notesMaster1.xml" Id="R2677e680cef045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e610f1bfec42a1" /><Relationship Type="http://schemas.openxmlformats.org/officeDocument/2006/relationships/notesMaster" Target="/ppt/notesMasters/notesMaster1.xml" Id="Rb6dc865a29f14f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33e99bc91241d4" /><Relationship Type="http://schemas.openxmlformats.org/officeDocument/2006/relationships/notesMaster" Target="/ppt/notesMasters/notesMaster1.xml" Id="Rb34db58c2fab49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63a74d979e4847" /><Relationship Type="http://schemas.openxmlformats.org/officeDocument/2006/relationships/notesMaster" Target="/ppt/notesMasters/notesMaster1.xml" Id="Ra75723d6f5ff41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96794a8ca9400d" /><Relationship Type="http://schemas.openxmlformats.org/officeDocument/2006/relationships/notesMaster" Target="/ppt/notesMasters/notesMaster1.xml" Id="R4e7854b1c8734a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e275477238b4859" /><Relationship Type="http://schemas.openxmlformats.org/officeDocument/2006/relationships/notesMaster" Target="/ppt/notesMasters/notesMaster1.xml" Id="R13d5c8c1ad9f45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Answers vary and must preserve the stated values and give 30.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120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Answers vary and must preserve the stated values and give 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Answers vary and must preserve the stated values and give 30..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244.8..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49.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244.8.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84fd8f3a9643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14683084fe46b7" /><Relationship Type="http://schemas.openxmlformats.org/officeDocument/2006/relationships/slideLayout" Target="/ppt/slideLayouts/slideLayout1.xml" Id="Re709c9fee4e445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09c9fee4e445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ed14774834a1a" /><Relationship Type="http://schemas.openxmlformats.org/officeDocument/2006/relationships/notesSlide" Target="/ppt/notesSlides/notesSlide1.xml" Id="R77aadd3a440a4a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38354204c467f" /><Relationship Type="http://schemas.openxmlformats.org/officeDocument/2006/relationships/notesSlide" Target="/ppt/notesSlides/notesSlide2.xml" Id="Rdc0f579bd2704b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3090d1ff54ffb" /><Relationship Type="http://schemas.openxmlformats.org/officeDocument/2006/relationships/notesSlide" Target="/ppt/notesSlides/notesSlide3.xml" Id="Re78acaeec91343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fe2e1a8764136" /><Relationship Type="http://schemas.openxmlformats.org/officeDocument/2006/relationships/notesSlide" Target="/ppt/notesSlides/notesSlide4.xml" Id="R1f9f540175954d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e27d250a24eae" /><Relationship Type="http://schemas.openxmlformats.org/officeDocument/2006/relationships/notesSlide" Target="/ppt/notesSlides/notesSlide5.xml" Id="R46d70689854041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2a8b396cc491b" /><Relationship Type="http://schemas.openxmlformats.org/officeDocument/2006/relationships/notesSlide" Target="/ppt/notesSlides/notesSlide6.xml" Id="Recf9e4edaeee4d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c52d3494449b6" /><Relationship Type="http://schemas.openxmlformats.org/officeDocument/2006/relationships/image" Target="/ppt/media/image.png" Id="R19b402c48a51412f" /><Relationship Type="http://schemas.openxmlformats.org/officeDocument/2006/relationships/notesSlide" Target="/ppt/notesSlides/notesSlide7.xml" Id="R3f434434cd7a4f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189f908e24550" /><Relationship Type="http://schemas.openxmlformats.org/officeDocument/2006/relationships/notesSlide" Target="/ppt/notesSlides/notesSlide8.xml" Id="R28d7dba879f645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da1875b234bac" /><Relationship Type="http://schemas.openxmlformats.org/officeDocument/2006/relationships/notesSlide" Target="/ppt/notesSlides/notesSlide9.xml" Id="R62ce8123594940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d8a1d7bc549a0" /><Relationship Type="http://schemas.openxmlformats.org/officeDocument/2006/relationships/notesSlide" Target="/ppt/notesSlides/notesSlide10.xml" Id="Reb12dad80be349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f65a6fefc43d1" /><Relationship Type="http://schemas.openxmlformats.org/officeDocument/2006/relationships/notesSlide" Target="/ppt/notesSlides/notesSlide11.xml" Id="Rebd7dabe44ed4b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7a21343134313" /><Relationship Type="http://schemas.openxmlformats.org/officeDocument/2006/relationships/notesSlide" Target="/ppt/notesSlides/notesSlide12.xml" Id="Re1c86e4bba3844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A4E28-E51B-4D53-9296-80F2C215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A65AA-B3E1-4FF4-89C5-972D2E5F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2FAC33-B5FA-4187-B983-B67352E7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C89C3-9DE3-4D3E-8796-667F8E54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0A9B2-05C0-43BE-ABA1-F555EC62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4AE61-4EB9-4CF6-9A43-181C53E3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2C890-D789-4228-85FC-08EBB96E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AF3F60-24B2-4320-9B22-45194180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connect geometric and statistical information.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28877-419B-4F37-A190-DB7AB006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008EF-8F25-44AC-BAB6-7D484D95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F0095-372D-4031-B09B-C31A3934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821329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80D466-46A6-4BB2-A258-9D8C0D6A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F156A-4DA4-4C02-88EF-1B923735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522B3-E519-435B-995F-6F5656CF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8C99E-54D6-4333-8FF4-F84234E2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A599A-B5E1-493B-8ADF-32C92B32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9481D-B779-4C8D-9CF1-49E1B50B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20DF50-D3E0-40C4-A9B1-CA12B917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77979-95BD-455C-BDEF-26694E72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B4B35-C72A-4BC8-B8CE-3CEB45CD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DCEB8B-9CF7-40CF-B6AC-B1D8C370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6FC794-CC56-48D6-AF8D-AF28BE23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A1B53-EF81-4A53-AE3B-5A16EF4E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D4EE2-AEA7-4494-8D9C-A1F8C58C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C67F81-B8C9-4586-966B-B7E188ED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62DCE-8083-4FC2-805F-2EC95041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AF7AA-DB84-4B64-B411-9CF54499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2C5AE-BAAD-418B-BFA7-2C252F06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9DD09-9F20-471A-B9AC-F525087C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5ABD4-9B14-44DA-A0FB-3310429A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969FCA-A22B-4BAD-925D-A9595651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26F37-4B42-4E8B-8DEF-B846668C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pie-chart sector is 126 degrees and represents 42 pupils. How many pupils are in the survey?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9EB67B-BE54-469D-BEB2-AE63FCC1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553795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A19F8-D1FB-4CF2-83E7-1947CE12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273AF-550A-4AA6-A7DC-23FFC8F0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B9529-61FA-4DC7-8D74-CACB500F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31DF1-855E-4CE5-83B6-FF0C1696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158BE-7D59-4155-ABB4-774D0EE4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086CA-39F5-4DA8-90C8-FFE79692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7A40A-E5BB-4271-BE4F-F0494F74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C2B99-19FF-4AB2-AEFA-C0AF6EEA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7B3EB6-6C89-4334-875C-6FA04A21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CBC8E-11FD-4E8D-9E7E-FC9B570F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connect geometric and statistical information.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57C2F-8614-4176-A8B0-7E5EC6A6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C6BA0-007B-4D84-BBBB-66B0DBF3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F8AD4-BBD0-4ECF-9EE0-9F390525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52A44-8A74-4B77-8A29-C9CE9E2D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354BFB-C909-41C5-AE50-3B12B8A7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14706121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440C22-528D-4878-B5BA-6C233E45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55FF9-0329-4925-A2E1-A594C78B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2F999-D349-4D65-A8C6-C9DEF9BC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FA637-8553-4895-B5A1-F4B6BE75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B609B-39EA-419F-B61D-B411906F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71F8D-3C23-4F5E-A02E-237B4257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ECF43-A1B8-42BC-A2EF-16C89991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482B7-1531-4D59-93C1-4D03F4F1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A158B-401C-4047-87BB-B6B7BB37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60B8B-7A75-4910-9DE0-D804F662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pie-chart sector is 126 degrees and represents 42 pupils. How many pupils are in the survey?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86DA8-99A2-46C1-A02D-73DC923A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4C571-FD34-435D-AE5E-597E132A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A7E358-E609-4C2F-A666-62598725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goal, constraints and useful information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1473F-BA3F-46DB-A1F2-5AEFBC2E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24329-8B08-48B7-BABA-CFEEF46A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75B9C9-7D47-4572-86DF-82A36556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Choose a representation and complete each labelled step.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2D2FA-DC2C-48D4-A97A-26B85994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41922-4CFB-43AB-B4ED-7902A01F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FBDAC-8F5E-478D-8663-E32A968E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120 pupils.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8CE52B-EB84-4152-9890-8CD389E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FBF357-F2E7-4C63-8FC6-B29B2C86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052BB-D88A-4A84-8AA7-21BB7872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solution and explain why it satisfies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6829837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37FB7-B657-4E02-8551-6B9A2CFA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ED345-FDBB-40C8-8D1D-B9D5DCBF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C873F-56BA-4D15-BA34-BFD28617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079FF-B683-4951-AF89-FE11C5A8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CC7AB-3CDE-4EAA-9722-FC68DF20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E17A3-39A2-47E1-9247-B261518B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B5324-87EE-43DE-9767-D3D2EAB4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ED9BF9-BC60-476B-88E5-C9B41062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0558B-7BF6-4097-994C-3793A628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A087E-72ED-46CC-BFF3-BAD76DBC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36083-BC42-45E2-9A97-9F1FB350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120 pupils.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5EF106-1F63-4A9A-9093-A3670EC3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C107AD-723A-4E32-B007-7FC0265F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71062-11E3-4377-A233-331A0F5D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339644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B2FD38-F01D-429E-8850-D75C3B6E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5B9AA-CABF-472B-8405-386A35C7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476106-2E04-4282-B06C-1FAA8189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215B8-0833-4414-85F0-20D7B29A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5FA2E-56D8-4673-9C8D-AAD068C2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4FFA1A-2F2F-4573-9676-948B9511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112F7-C2E6-4CA4-9C7E-1FAAD9CA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7F6A2-1EB7-4CBF-9FAC-741470AC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872F5-3542-4193-B8C3-DC2E65BC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B4563-BC2F-45B8-825D-8BBDEC44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62796-E1CE-4E1F-B524-B366A207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BBFDDC-F558-4B2B-A09A-E7567318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DF46F-79C6-4D35-9E81-E2B74859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3301B-8316-41F6-BF31-71F6A1F2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C3A29F-48A6-47B0-B9E2-21321551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33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Answers vary and must preserve the stated values and give 30.</a:t>
            </a:r>
          </a:p>
        </p:txBody>
      </p:sp>
    </p:spTree>
    <p:extLst>
      <p:ext uri="{BB962C8B-B14F-4D97-AF65-F5344CB8AC3E}">
        <p14:creationId xmlns:p14="http://schemas.microsoft.com/office/powerpoint/2010/main" val="8834816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4DFDC-4810-427F-B6BC-F46AA64F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DAB30-86A3-4CB5-9361-ED596418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CB13C-8CE9-4BEC-A898-CE9CF068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A6A31-77D1-4F9B-8CE4-83333F03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8BE5A-95B6-454D-9487-1C70DBD4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581A9-4A38-4A98-A2CE-4788AA77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4C1B1-7636-4E6F-92BC-20661520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9D8FE8-4138-49DA-933F-F8B69CEA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3DEE1-6005-4F6A-9747-EB9D9CFD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402c48a51412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FBA025-EBC6-4B37-89A4-501F242A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CF351-FA42-463A-B60D-94FC0DC3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719C72-1EB2-4716-BB10-D325FDA6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6FCB4-7FEA-480E-83F5-29EBD510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EA833-2F02-426B-8B21-99641B47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9881951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9BBDAE-5F01-44E1-B4D6-B1BDAF1D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28EC9-F53D-4853-9148-94AA3B40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E1F0E-5318-4B6F-AE24-256FC08A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226A87-EC90-4003-9D75-487D3FB9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6CCAF-F12E-4C46-917C-8D3BA804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543E2-6C37-4955-8A70-DBD4E9E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F7464-B726-46DB-B4C6-FF017AA2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193FD-8BB8-4EB3-9926-A8729B7B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11E84-7255-4971-83C7-2B7E9860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8FEBE-64C4-4598-B492-0250EBAF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A0825-064D-4794-9AE2-3C479584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A4E6C-F8EC-4ADE-9357-E8E31161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A02B3-68E0-46A8-8A5D-F0DA984E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EEAFC-FBB3-4F6B-8356-9CCE9A0A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066319-23AC-4B47-9B8E-1CD420FD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700885-C255-457C-BD88-17A0C789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0EA968-249A-4ECF-84DE-9A66B726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D794A2-47B4-4E04-AEAF-0CD4A98B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15B72-DFAF-43B8-AA38-47D8DC5E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590E9-9560-4193-B65A-A9C582CA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DD74D7-5D5F-4F17-9C55-19C5D440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Answers vary and must preserve the stated values and give 30.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A531E6-B4C1-4590-831E-6055D572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711829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005E6C-5F16-4CC9-BE83-6BD98221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60B66-63ED-46E0-95F0-AC8FE4E5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3BB5E-5465-4915-A726-ACC436F4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2EAA7-AEB9-4BB3-9B4F-E5855AA5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9DA5B-688D-4033-8A5A-61774F5E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60038-FE30-475C-A258-8B7B39A1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1E836E-6949-4A88-87E9-1AB45446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645998-6A8D-4372-BE67-3BE0755B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EA195-2951-481A-8C3B-95582153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252CE2-8E06-47E7-A8DC-19295B3F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55778-1812-4CF6-8167-8AF49B68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EDB95B-8904-4060-B1E4-14BAF3F7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CFB820-D16B-4EA6-AE12-1578A48C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7C1B4-A809-432A-A712-63C0388A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C51D2-1187-443C-83AD-08BF7D84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FF62E-FAB3-46C6-94D7-9E23CD05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C2C31-B213-42A0-872E-ECD396F7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98C9F-1F93-4BC9-B710-E877BCA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540D8-873E-42D1-B269-6FFAC349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7F49A8-75A7-449D-8FFA-19E2E439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F2E883-FCCE-40E2-95E9-9DB905AB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063473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7F571-72A6-4A27-8AAE-5FD13691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02510-531B-4C91-A92E-5AEB70DE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F495A-6707-451D-B7C7-855160C7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FD3CF-6D67-4173-8748-9F14C9F2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7127D-01DD-4E46-B450-83150D42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58418-7479-438E-9E9E-E1691DF4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AFD98-2534-47E4-83A2-3355D7F4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0520F-34DD-48EB-B81F-E215AD7E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80119-55D4-4105-A33A-73158644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D4336-15F2-4A0C-BC67-D9806DD8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Three fifths of a number is 84. Find 35% of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8EEE26-8D10-4D2D-8E36-6951425E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F535B-A7DD-44A2-958F-CE6EF568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21BD5-B155-4158-87B4-AC8BCE68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49.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85697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BC74B-43EF-40A8-8DFC-74926918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AB1DDE-98CD-43A8-9B1B-4D69F860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EFD6C0-B29D-40B1-949D-9E861E23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9C826-1A34-44E8-868E-7004A66B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26887-92F0-42EB-AFE0-F6AD7302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F86D2-F2C5-4F24-8593-8E004C6E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D55E3-C124-419A-A330-7C3D1A46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43A628-3049-4B52-8AB8-1DE32826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AE5E4-18F2-48EA-A413-9458725A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3FF11-78BD-4156-A2A9-978476C6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104C7-DFEF-4D17-A0D5-CAEBEF97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CD6D8-949A-47EE-8E7B-DC00831B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F7CDD-101A-4039-A535-AB458A3B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120E4B-CD75-46B0-BD20-3E71457D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99260-79BD-4258-9CCE-5DDFDBF0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8CA0D9-4FF7-43D6-B1A2-2ED50D3D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244.8.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1524F3-F7B1-40CB-B325-A1882FA2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62A16-0003-4A0E-A6D6-FC701E1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651363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A2F4C3-ABE4-4EEA-969A-86FA719A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BCE085-92DE-4D03-9D4C-B40A1249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2EFA6-4E2C-418A-93AA-8BEE51B1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C8B0F-C28A-462A-AC51-249EE6A9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3F6AD-F62D-4B69-A309-743482BA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2A299-78A8-4FFA-9553-1E9D4A4D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E8B76-BC99-4BBA-A70D-D505CCA2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F0768-1596-4EF4-8B82-D27074DF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4C965-E77E-4A64-B104-256ECD2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geometry and statistics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E7FE8-C8A9-4BF6-A4A3-0335E7A3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33B7C2-45DB-4E9E-BF3A-07A014A4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08069-ECE0-47E5-A11C-8E9C5B6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5CEAA-0FAE-4030-A786-0F4D86EA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2FF69-2A17-4866-BCD8-C1A9BAB1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668337-66DC-4D9A-9888-EFD38049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67FB59-6940-446C-96D1-4E3EC6E8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2986A-DED4-49FF-B0AF-47C102AF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864A67-13D1-45F6-A1B2-302CAE88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4B9FFA-888A-4309-BF28-D1C84FA0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11532E-6322-4DD3-BF78-C03B1A51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40442-7B38-431D-A805-1F73145F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80A25-8837-40F3-B1AC-B1BA3B66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694427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2026-09-09T20:50:31.6050000Z</dcterms:created>
  <dcterms:modified xsi:type="dcterms:W3CDTF">2026-09-09T20:50:31.6050000Z</dcterms:modified>
</coreProperties>
</file>