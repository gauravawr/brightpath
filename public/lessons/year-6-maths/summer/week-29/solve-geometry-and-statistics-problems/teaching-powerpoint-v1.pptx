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398d946b7146d9" /><Relationship Type="http://schemas.openxmlformats.org/officeDocument/2006/relationships/extended-properties" Target="/docProps/app.xml" Id="Rf706415832a74ece" /><Relationship Type="http://schemas.openxmlformats.org/officeDocument/2006/relationships/officeDocument" Target="/ppt/presentation.xml" Id="Rd0d0bad206c44e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b9483867cb4f94"/>
  </p:sldMasterIdLst>
  <p:notesMasterIdLst>
    <p:notesMasterId xmlns:r="http://schemas.openxmlformats.org/officeDocument/2006/relationships" r:id="Rf0461c8628054847"/>
  </p:notesMasterIdLst>
  <p:sldIdLst>
    <p:sldId xmlns:r="http://schemas.openxmlformats.org/officeDocument/2006/relationships" id="256" r:id="Rcb16a0e8d77843de"/>
    <p:sldId xmlns:r="http://schemas.openxmlformats.org/officeDocument/2006/relationships" id="257" r:id="R0035928ce3994f62"/>
    <p:sldId xmlns:r="http://schemas.openxmlformats.org/officeDocument/2006/relationships" id="258" r:id="Rdd4544ed0dec4c56"/>
    <p:sldId xmlns:r="http://schemas.openxmlformats.org/officeDocument/2006/relationships" id="259" r:id="Rf6e65357df984593"/>
    <p:sldId xmlns:r="http://schemas.openxmlformats.org/officeDocument/2006/relationships" id="260" r:id="R18a00f85dcf843f4"/>
    <p:sldId xmlns:r="http://schemas.openxmlformats.org/officeDocument/2006/relationships" id="261" r:id="R3daf1325c9054d2b"/>
    <p:sldId xmlns:r="http://schemas.openxmlformats.org/officeDocument/2006/relationships" id="262" r:id="R8d7aaf4c1bd94a63"/>
    <p:sldId xmlns:r="http://schemas.openxmlformats.org/officeDocument/2006/relationships" id="263" r:id="R3c9263fd59cd400f"/>
    <p:sldId xmlns:r="http://schemas.openxmlformats.org/officeDocument/2006/relationships" id="264" r:id="R32643b107dfe4288"/>
    <p:sldId xmlns:r="http://schemas.openxmlformats.org/officeDocument/2006/relationships" id="265" r:id="Rc66e9eeef2234ddb"/>
    <p:sldId xmlns:r="http://schemas.openxmlformats.org/officeDocument/2006/relationships" id="266" r:id="R28b05042cc2949db"/>
    <p:sldId xmlns:r="http://schemas.openxmlformats.org/officeDocument/2006/relationships" id="267" r:id="R200061e3490045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eaff6476c74f77" /><Relationship Type="http://schemas.openxmlformats.org/officeDocument/2006/relationships/slideMaster" Target="/ppt/slideMasters/slideMaster1.xml" Id="R7bb9483867cb4f94" /><Relationship Type="http://schemas.openxmlformats.org/officeDocument/2006/relationships/notesMaster" Target="/ppt/notesMasters/notesMaster1.xml" Id="Rf0461c8628054847" /><Relationship Type="http://schemas.openxmlformats.org/officeDocument/2006/relationships/presProps" Target="/ppt/presProps.xml" Id="Rb605e32f22374ab1" /><Relationship Type="http://schemas.openxmlformats.org/officeDocument/2006/relationships/tableStyles" Target="/ppt/tableStyles.xml" Id="R48ea763974d54c63" /><Relationship Type="http://schemas.openxmlformats.org/officeDocument/2006/relationships/slide" Target="/ppt/slides/slide1.xml" Id="Rcb16a0e8d77843de" /><Relationship Type="http://schemas.openxmlformats.org/officeDocument/2006/relationships/slide" Target="/ppt/slides/slide2.xml" Id="R0035928ce3994f62" /><Relationship Type="http://schemas.openxmlformats.org/officeDocument/2006/relationships/slide" Target="/ppt/slides/slide3.xml" Id="Rdd4544ed0dec4c56" /><Relationship Type="http://schemas.openxmlformats.org/officeDocument/2006/relationships/slide" Target="/ppt/slides/slide4.xml" Id="Rf6e65357df984593" /><Relationship Type="http://schemas.openxmlformats.org/officeDocument/2006/relationships/slide" Target="/ppt/slides/slide5.xml" Id="R18a00f85dcf843f4" /><Relationship Type="http://schemas.openxmlformats.org/officeDocument/2006/relationships/slide" Target="/ppt/slides/slide6.xml" Id="R3daf1325c9054d2b" /><Relationship Type="http://schemas.openxmlformats.org/officeDocument/2006/relationships/slide" Target="/ppt/slides/slide7.xml" Id="R8d7aaf4c1bd94a63" /><Relationship Type="http://schemas.openxmlformats.org/officeDocument/2006/relationships/slide" Target="/ppt/slides/slide8.xml" Id="R3c9263fd59cd400f" /><Relationship Type="http://schemas.openxmlformats.org/officeDocument/2006/relationships/slide" Target="/ppt/slides/slide9.xml" Id="R32643b107dfe4288" /><Relationship Type="http://schemas.openxmlformats.org/officeDocument/2006/relationships/slide" Target="/ppt/slides/slide10.xml" Id="Rc66e9eeef2234ddb" /><Relationship Type="http://schemas.openxmlformats.org/officeDocument/2006/relationships/slide" Target="/ppt/slides/slide11.xml" Id="R28b05042cc2949db" /><Relationship Type="http://schemas.openxmlformats.org/officeDocument/2006/relationships/slide" Target="/ppt/slides/slide12.xml" Id="R200061e3490045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a1902387534e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fb4d09886a498b" /><Relationship Type="http://schemas.openxmlformats.org/officeDocument/2006/relationships/notesMaster" Target="/ppt/notesMasters/notesMaster1.xml" Id="Rec735aac806c4b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16930ab6234965" /><Relationship Type="http://schemas.openxmlformats.org/officeDocument/2006/relationships/notesMaster" Target="/ppt/notesMasters/notesMaster1.xml" Id="R353ff39292c54e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0dda16c3994d8c" /><Relationship Type="http://schemas.openxmlformats.org/officeDocument/2006/relationships/notesMaster" Target="/ppt/notesMasters/notesMaster1.xml" Id="Rbb31c910b1864f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02f24fa3fc4d6c" /><Relationship Type="http://schemas.openxmlformats.org/officeDocument/2006/relationships/notesMaster" Target="/ppt/notesMasters/notesMaster1.xml" Id="R9b4f0e6f594844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d7ac33c5be4859" /><Relationship Type="http://schemas.openxmlformats.org/officeDocument/2006/relationships/notesMaster" Target="/ppt/notesMasters/notesMaster1.xml" Id="Re86b096c548c4f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0982c6698c44f7" /><Relationship Type="http://schemas.openxmlformats.org/officeDocument/2006/relationships/notesMaster" Target="/ppt/notesMasters/notesMaster1.xml" Id="Rebf164525c8444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1d96c263f94718" /><Relationship Type="http://schemas.openxmlformats.org/officeDocument/2006/relationships/notesMaster" Target="/ppt/notesMasters/notesMaster1.xml" Id="Rddf415026fac47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fdda31302e4552" /><Relationship Type="http://schemas.openxmlformats.org/officeDocument/2006/relationships/notesMaster" Target="/ppt/notesMasters/notesMaster1.xml" Id="Raa761f5aff7743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7bc70f4ca148f2" /><Relationship Type="http://schemas.openxmlformats.org/officeDocument/2006/relationships/notesMaster" Target="/ppt/notesMasters/notesMaster1.xml" Id="R0f9283f45c7c46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30811c2b084808" /><Relationship Type="http://schemas.openxmlformats.org/officeDocument/2006/relationships/notesMaster" Target="/ppt/notesMasters/notesMaster1.xml" Id="R47818bb337fc46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6ad993b5974e72" /><Relationship Type="http://schemas.openxmlformats.org/officeDocument/2006/relationships/notesMaster" Target="/ppt/notesMasters/notesMaster1.xml" Id="R79d564ca8a5f43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ae76486ab6420e" /><Relationship Type="http://schemas.openxmlformats.org/officeDocument/2006/relationships/notesMaster" Target="/ppt/notesMasters/notesMaster1.xml" Id="R8b6dba76146d40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Problem-solving mats, bar models, rulers,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Answers vary and must preserve the stated values and give 30. | Identify the goal, constraints and useful information before calculating. | Represent the relationships first, label each subtotal and test the final answer against every condition.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reason, represent, strategy, constraint, prove, evaluate.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120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Answers vary and must preserve the stated values and give 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Represent the relationships first, label each subtotal and test the final answer against every condition.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Answers vary and must preserve the stated values and give 30..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220.8..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49.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220.8.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220.8. | Represent the relationships first, label each subtotal and test the final answer against every condition.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0832b876b4f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019e7459a5459c" /><Relationship Type="http://schemas.openxmlformats.org/officeDocument/2006/relationships/slideLayout" Target="/ppt/slideLayouts/slideLayout1.xml" Id="R5c729162cb2947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729162cb2947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a98e3f98c492f" /><Relationship Type="http://schemas.openxmlformats.org/officeDocument/2006/relationships/notesSlide" Target="/ppt/notesSlides/notesSlide1.xml" Id="Rfba7520e89134c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1a812f1614e25" /><Relationship Type="http://schemas.openxmlformats.org/officeDocument/2006/relationships/notesSlide" Target="/ppt/notesSlides/notesSlide2.xml" Id="Rcbaa252c659d41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816b7cafa43bf" /><Relationship Type="http://schemas.openxmlformats.org/officeDocument/2006/relationships/notesSlide" Target="/ppt/notesSlides/notesSlide3.xml" Id="R2ff99d4f28ea4d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5261a2f2849a1" /><Relationship Type="http://schemas.openxmlformats.org/officeDocument/2006/relationships/notesSlide" Target="/ppt/notesSlides/notesSlide4.xml" Id="Rc8357e8a6ddd42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28404546e43d9" /><Relationship Type="http://schemas.openxmlformats.org/officeDocument/2006/relationships/notesSlide" Target="/ppt/notesSlides/notesSlide5.xml" Id="R316321351b444f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7b6eecb2d442f" /><Relationship Type="http://schemas.openxmlformats.org/officeDocument/2006/relationships/notesSlide" Target="/ppt/notesSlides/notesSlide6.xml" Id="Ra849f2bb5f6842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37c4c09b04370" /><Relationship Type="http://schemas.openxmlformats.org/officeDocument/2006/relationships/image" Target="/ppt/media/image.png" Id="R2173d95a0b46487f" /><Relationship Type="http://schemas.openxmlformats.org/officeDocument/2006/relationships/notesSlide" Target="/ppt/notesSlides/notesSlide7.xml" Id="Ra5246a1d88584a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7125181864e82" /><Relationship Type="http://schemas.openxmlformats.org/officeDocument/2006/relationships/notesSlide" Target="/ppt/notesSlides/notesSlide8.xml" Id="R0f07db88a6434b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87ba6fca440d4" /><Relationship Type="http://schemas.openxmlformats.org/officeDocument/2006/relationships/notesSlide" Target="/ppt/notesSlides/notesSlide9.xml" Id="Racc6cd95d8e545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4574d19de4ff8" /><Relationship Type="http://schemas.openxmlformats.org/officeDocument/2006/relationships/notesSlide" Target="/ppt/notesSlides/notesSlide10.xml" Id="R70036bb3558d47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3662f992646be" /><Relationship Type="http://schemas.openxmlformats.org/officeDocument/2006/relationships/notesSlide" Target="/ppt/notesSlides/notesSlide11.xml" Id="R4487fa739b9b46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cf669e0d443f1" /><Relationship Type="http://schemas.openxmlformats.org/officeDocument/2006/relationships/notesSlide" Target="/ppt/notesSlides/notesSlide12.xml" Id="R00c7364a08d04c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C14C3-D144-477A-BB62-63786B76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BDB95-4B67-41A4-BFA9-BB54D920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2C760-66B1-4C6B-B790-066F053A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5ABF3-4663-408E-9A6C-C5585872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F92E4-CE4E-4248-AF33-C9ADA9C8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geometry and statistics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A9A8F-3F95-46EB-9349-814CCFE5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2CD08-383A-4A6B-B4A8-36538E1A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FB6D7-0F95-4401-8BAD-B6A008FE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connect geometric and statistical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89096-C6BC-493B-A7F4-315B682C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BFBE9-BED6-4AD3-A712-58D49058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Problem-solving mats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BB371-2AF2-4E58-B459-CD37E214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4048199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0A0C18-FB41-4C06-A792-0051F0A6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16D03-0770-4F99-A54D-580B9D5F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07D2F-B1E9-49BF-86D7-81D5A09D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256DC-1E52-44E4-86DF-44AD00F5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44335-6FF1-4487-8A39-626F65CB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FCBA9-84CB-4C68-95CA-D3B86A75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26204-484E-4BBA-9AF7-6C7B33BB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9DB48-3397-42CE-BD17-3D6629E4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5467F-29AA-4710-B93E-7B34B0D8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geometry and statistics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B205D-9324-4D66-BC7D-4C2E7110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8170C-63AF-460E-9850-9C78B24F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9B017-2249-40EB-A95E-5A912A90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0B952-1C43-4BEB-BE59-54C78FC9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Select and connect Year 6 methods in unfamiliar and multi-step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FD6B9-2D35-4F55-A9AF-ED1B3427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97839-5825-41C4-9C4D-CAE403E6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CAAF6-6E58-4EB0-8854-39DEB719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66154-89AC-498A-8A42-181C84D3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Create two different calculations using 3/4, 0.6 and 25% that both give 30.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4A2EC-4F94-4C14-9020-DF244E27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D77C1-3BFB-461A-8E0E-F23D7D4C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77FF5-AE37-4875-9F9E-46FBC6C9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3F1F4-6275-44C0-BEE7-ACCF2389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pie-chart sector is 126 degrees and represents 42 pupils. How many pupils are in the survey?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98CBB-3C49-4853-B167-E56551C7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80847403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7C145-D4F4-473B-BBD3-40AE1A24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A0484-28FA-47C2-9F0D-E9E4F57B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6155D-C5D9-4E5F-B4CB-6A8A56A1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83B58-501F-4BA2-858C-4772E5AC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5E5CF-FF28-4908-9711-FD1BF91F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5A064-5940-47C2-8A01-58A0627C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512FF-C298-4315-B675-EEF8211E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5E23E-CCC5-4A84-8767-AAF72890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8D84C-27B4-46B5-AD97-4DBA4D57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geometry and statistics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6F800-7CC2-4F4A-B9BF-6109ACEF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connect geometric and statistical information.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898DF-6F36-4674-8D37-B8431A35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47223-38D5-47F8-840E-BB9BCAF3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goal, constraints and useful information before calculating.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3CA78-0832-4CA8-9CC5-921FF6B8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Choose a representation and complete each labelled step.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34420-6590-4343-AC3D-72EA6946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solution and explain why it satisfies every condition.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EB2CA-F61A-4E8E-80E9-DB66431A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reason  |  represent  |  strategy  |  constraint  |  prove  |  evaluate</a:t>
            </a:r>
          </a:p>
        </p:txBody>
      </p:sp>
    </p:spTree>
    <p:extLst>
      <p:ext uri="{BB962C8B-B14F-4D97-AF65-F5344CB8AC3E}">
        <p14:creationId xmlns:p14="http://schemas.microsoft.com/office/powerpoint/2010/main" val="47198643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38E0F8-DB31-458F-8C21-818FFE26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3070F-E500-4C71-A0FC-47A5D2E8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6531E-3ECC-409F-A520-DC551AAF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400E9-101F-4485-90DC-BF6D34BF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B76B1-EF30-491A-88FA-C16FEF71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6B122-1D84-4404-BE33-C8436506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9F5B0-08CE-406A-863E-168A75FE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4B3EE-F4AF-4137-B6E1-95C0758C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1E96E-6EB3-4255-AB83-1578CECF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geometry and statistics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38FD8-4684-4C3E-825C-71BDE1FC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pie-chart sector is 126 degrees and represents 42 pupils. How many pupils are in the survey?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4B475-A362-4119-940F-6CD81FC0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C5262-969B-4623-9A95-88BFE0AD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B14EE-0389-4A4E-A3F0-FA98C962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126° represents 42 pupils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F5161-04B4-4234-B0AC-5B44B350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30468-D8AE-4024-9C7F-FFF6E29A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85B66-E12C-48CC-89B6-5A8FB77E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 pupil represents 126° ÷ 42 = 3°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A67E5-91FD-4B65-8FE4-814FE92A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31B8B-4DC0-4F11-A64A-60BF9B9F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08927-3259-44E8-B2A0-F7BC59D1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Whole circle = 360°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2B790-46F3-40B4-A2D3-8AA94D55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4CEFB-1321-4360-A7BF-97F422C0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44AA7-EAC6-446C-A9A0-89CB9052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360° ÷ 3° = 120 pupils</a:t>
            </a:r>
          </a:p>
        </p:txBody>
      </p:sp>
    </p:spTree>
    <p:extLst>
      <p:ext uri="{BB962C8B-B14F-4D97-AF65-F5344CB8AC3E}">
        <p14:creationId xmlns:p14="http://schemas.microsoft.com/office/powerpoint/2010/main" val="158041545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AD2E3-EAF7-41E3-A7B4-12A647FD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564B4-6481-417F-8E3E-909C1F09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F22DF-FB33-454C-B0D5-5BDE8B11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F3FB4-D6A4-4482-98CA-FA7FF08C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3F908-6856-4615-82AC-512C0140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03AB0-D10C-43A3-B19B-88306D4A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21D72-0756-4B7C-92A8-03AA2A05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390EA-705E-4745-A647-40D2CFE4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905FD-BBB6-47C4-A22C-F92E39E3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geometry and statistics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B3346-AA99-4EB8-8356-208B437E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0EE91-1AE7-46B6-83C7-7C284A59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120 pupils.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2E239-2BE0-4493-9968-1BC81086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B365E-5696-434C-96B2-1D6ADA3F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solution and explain why it satisfies every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6028E-F70F-4DCD-AB40-3A98D0D6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32492176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88674-83DE-41EE-8A3F-4F6EBCA9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9A2E5-3228-4FE0-992F-CA3A42FB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C2EBD-94F4-4F75-8DBB-18E709FA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AEDC5-5D54-498A-B270-2E3E2C9C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AE4AD-205E-4E76-8B7B-766C9DB8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45282-D8ED-4D5E-AFB3-9F88C5A6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251AA-FCD3-4554-BA18-AABD30FF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98C42-4B28-46B5-96DF-FCBA6AD6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5A0F7-F174-45E1-B878-334EF13B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geometry and statistics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F8AB1-1EF5-4D13-9C1B-B60BB88E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Create two different calculations using 3/4, 0.6 and 25% that both give 30.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50803-72DA-4B5A-8FD0-E3EA5365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0A82E-D448-4BFA-9E2A-1B5BA676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13673-EEE3-4725-AF11-36618341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16F15-E7D0-4BA1-A18D-95DF647E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93120-FDA3-44F1-A06D-7DCFDCE2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83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Answers vary and must preserve the stated values and give 30.</a:t>
            </a:r>
          </a:p>
        </p:txBody>
      </p:sp>
    </p:spTree>
    <p:extLst>
      <p:ext uri="{BB962C8B-B14F-4D97-AF65-F5344CB8AC3E}">
        <p14:creationId xmlns:p14="http://schemas.microsoft.com/office/powerpoint/2010/main" val="3474166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69003-BE1D-4E62-AC01-AD6F7A04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7D101-ED98-48FA-A34F-0F637C25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2FE2F-3243-4421-AC5D-AC60E467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55344-B87C-42FD-A1A6-852D25E3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35747-412D-4A71-A93D-351F033C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0F927-86D0-4F6D-AB9E-669085CB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CF4D3-85E3-4632-89BF-62DA3E96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4725C-F178-48D2-AB0D-6C87466B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49030-1670-4768-A1E8-D33ADBF3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geometry and statistics problems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3d95a0b46487f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57312-8CDA-4F50-B016-224723BC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9398-4D45-40DC-ACE6-BF438EA4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starts calculating before deciding what the problem asks and which information matters.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8FBEE-592C-41AD-9FBD-F92D619B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1216C-64CB-4C1E-94B2-DE752E07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E7A4E-C3C7-48E5-978A-EC6D6A50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Represent the relationships first, label each subtotal and test the final answer against every condition.</a:t>
            </a:r>
          </a:p>
        </p:txBody>
      </p:sp>
    </p:spTree>
    <p:extLst>
      <p:ext uri="{BB962C8B-B14F-4D97-AF65-F5344CB8AC3E}">
        <p14:creationId xmlns:p14="http://schemas.microsoft.com/office/powerpoint/2010/main" val="1584822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91F459-25F6-4679-8E29-2B1CBD8F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065F9-3BA9-494F-B2CC-8D0AF252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CDFD6-A2A9-4F0A-9C73-68DE4B2C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7A1FD-033A-4A04-8896-3CB344FD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9C59B-9FB6-4572-A639-B641254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48DD0-1EEE-4F87-9616-E759830C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3FBF7-0891-4F42-A3A1-F07D566B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6FF99-5BCF-46D8-93DF-9B7920DC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1DEF1-54C0-4FA1-91FA-BF4ECAF8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geometry and statistics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7C3FE-1C11-4FBA-938C-3DF70D36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4BBA1-854C-42D2-AB81-C1552BDF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3A9FE-C19E-4585-B712-375ED417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8AD03-21D2-49DA-9881-A8079F5B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Create two different calculations using 3/4, 0.6 and 25% that both give 30.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7B8FA-FCED-44DA-B3B9-294A8031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D5B67-66ED-45DA-8544-22C77DA0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1C0CB-E05D-4A2D-8D42-CE6BBB2E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685F8-700C-4897-BC2C-A479B8A7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787D3-A1A2-47DC-AEF5-A2B53BA9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CF6C3-389D-4F38-8743-F23DDAB0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8DC2B-9873-4FC5-ABDE-C4780E2F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7C968-1B80-45F9-8D7E-0969893B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Answers vary and must preserve the stated values and give 30.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240D9-C272-4AD6-9A26-22A42F47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88602276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F2D7B-5533-4F08-836D-4F0DA662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641A0-FBD7-474A-BB55-70E376BE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20A73-337C-456F-A270-9A0A7098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C725A-FFD5-4442-86AD-15D68CCA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9F9A2-C639-4575-AB4F-D7CF3A93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A38BD-7BC7-4CE6-AC69-F76A4454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59F1F-2430-4366-9C69-F8515A3D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9360D-A242-45B6-ABE6-9CF03107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52FB0-5E65-4DD7-8277-0C21F90F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geometry and statistics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FB447-28C1-4D91-A358-0404F180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6732B-0B5B-4A3A-B054-44C97886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01267-40A6-42A4-BAF5-FC16C568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41693-0C72-4E81-B6B8-46DE52AD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quantity increases from 240 by 15%, then decreases by 20%. Find the final quantity.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06D56-85B4-4770-8C5D-F995B5C4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BCDE1-8854-4FD4-BE98-D5CD7717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3C674-E9CD-4A2F-844D-2187E34C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FE8FB-1ED5-4212-AAE8-794EE354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A114D-7332-4B79-BEC6-E1C08E4D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9B82B-6C86-48BD-BF28-21C0EF4A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2673F-E09C-4A57-8E68-27E38620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64C8B-7635-49D3-83F5-C873FFD2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33561248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B5D0C-6D60-4013-9CDD-FE41BDB7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F2415-68D6-4D5D-97F2-69AF2EB6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E06D4-DDEB-4793-A62B-B64CC2E5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3CE23-8DC4-403C-9F11-295AD3A8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BEDC1-1CE9-4773-95B6-D6288AC8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2077D-D5BC-4A7A-BC24-57DB5342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93D79-122E-4A3A-98B3-4C3AB4D1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D9EC2-A8D0-44D9-915D-58250A10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FCEE4-51FD-45DA-A2CE-1E528C15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geometry and statistics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68B43-603A-495F-8582-98CF42DA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Three fifths of a number is 84. Find 35% of the number.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B2FAA-F40E-446D-B5A7-7F790AF1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39CF7-C1C3-46BC-A876-0FEF4E6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3F9BA-2E86-4D06-8880-CDACABE2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49.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84033693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A3174-B492-49C7-A7B5-5ED423F3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6F087-F867-41AA-8DE2-7DA6B3FB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E04EE-317C-46CC-AE29-01406251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0EA8A-6EA4-4D17-BD58-113EE295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28588-88FB-4F41-8783-BC11A3CA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A952E-1DB0-4821-ADBA-124712E1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F6E11-4431-467D-98D0-9CF4D9CA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84BC5-D4D0-4BF6-9327-A5513666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316AD-7FC6-4B05-A31F-5E2F1A3C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geometry and statistics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23806-1CB0-453E-A6D5-E8851AFF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F8773-33AB-4B02-B236-06239C86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6D399-FFEC-4F14-878D-A7B54BB1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quantity increases from 240 by 15%, then decreases by 20%. Find the final quantity.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8268E-7FF5-4F32-828C-57A90AB0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F35B0-B0ED-4AD3-9108-4AF2F757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B0A57-9178-4B14-853D-5A692875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A52E5-D47C-4D7F-8C96-028EE688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220.8.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B2FF7-82A9-469E-A6F8-774C11F5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F4FF0-4F98-4F96-B4DC-44E4DED3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51695012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3420B-08F7-4FE1-8B7F-E4E8A5B9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306B6-7414-43C5-ACA3-791F254E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A8AC8-6882-470C-A7E1-06B3D37D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D2828-D15F-44B8-91E8-7724B66C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22881-7EBB-4911-9A36-97BE692C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B640D-9E65-413B-AFE0-410DB40C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7BDA0-498C-436C-B4B6-43AE88D7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A2706-6744-44F8-9DCE-9923B582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9B113-6AF6-43B9-9C4C-51F17E3D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geometry and statistics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B5295-C52D-4090-A505-9C49A7C3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1EC91-C764-4FB6-9AF1-784D10D5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361B4-E070-45D7-AA7C-AC5A537E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F8C30-1EBC-4DCE-863B-43E6770E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quantity increases from 240 by 15%, then decreases by 20%. Find the final quantity.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0352D-1DE9-4C05-97BC-6E2AA741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92893-8E47-4AE6-90A8-679920FC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6BAE4-E8D6-49B9-A3AB-DFD3B55D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C461A-44BF-47C6-9C85-EE087CA1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starts calculating before deciding what the problem asks and which information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4F3E60-3402-4777-97EE-7552F35D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4896AC-E230-46DC-A8F0-0EDEE7FE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1192F-FB85-48F3-94A0-A8165391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213F7-7AAE-4BFD-9648-DB7916DD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CA731-8584-449D-AD43-D43C522C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15248187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2026-09-09T22:14:29.2640000Z</dcterms:created>
  <dcterms:modified xsi:type="dcterms:W3CDTF">2026-09-09T22:14:29.2640000Z</dcterms:modified>
</coreProperties>
</file>