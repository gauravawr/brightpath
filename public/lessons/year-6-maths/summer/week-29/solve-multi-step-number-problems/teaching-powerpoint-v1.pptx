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217006da4340bd" /><Relationship Type="http://schemas.openxmlformats.org/officeDocument/2006/relationships/extended-properties" Target="/docProps/app.xml" Id="Rc8525e1da30449aa" /><Relationship Type="http://schemas.openxmlformats.org/officeDocument/2006/relationships/officeDocument" Target="/ppt/presentation.xml" Id="Rf8689bbf354440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9687857c8b477d"/>
  </p:sldMasterIdLst>
  <p:notesMasterIdLst>
    <p:notesMasterId xmlns:r="http://schemas.openxmlformats.org/officeDocument/2006/relationships" r:id="Rd50b549212604338"/>
  </p:notesMasterIdLst>
  <p:sldIdLst>
    <p:sldId xmlns:r="http://schemas.openxmlformats.org/officeDocument/2006/relationships" id="256" r:id="Rdfdf67faa3b740c8"/>
    <p:sldId xmlns:r="http://schemas.openxmlformats.org/officeDocument/2006/relationships" id="257" r:id="Red7e995aff4b462f"/>
    <p:sldId xmlns:r="http://schemas.openxmlformats.org/officeDocument/2006/relationships" id="258" r:id="Re5ff3446db35427d"/>
    <p:sldId xmlns:r="http://schemas.openxmlformats.org/officeDocument/2006/relationships" id="259" r:id="Ra6f84c68b1cf492a"/>
    <p:sldId xmlns:r="http://schemas.openxmlformats.org/officeDocument/2006/relationships" id="260" r:id="Rbf0138788f814241"/>
    <p:sldId xmlns:r="http://schemas.openxmlformats.org/officeDocument/2006/relationships" id="261" r:id="R426694b4c3894857"/>
    <p:sldId xmlns:r="http://schemas.openxmlformats.org/officeDocument/2006/relationships" id="262" r:id="R296b3666f2794312"/>
    <p:sldId xmlns:r="http://schemas.openxmlformats.org/officeDocument/2006/relationships" id="263" r:id="Re1b68f6e197e4486"/>
    <p:sldId xmlns:r="http://schemas.openxmlformats.org/officeDocument/2006/relationships" id="264" r:id="R0fa8eeee293d4e2a"/>
    <p:sldId xmlns:r="http://schemas.openxmlformats.org/officeDocument/2006/relationships" id="265" r:id="R940bc84541084ec5"/>
    <p:sldId xmlns:r="http://schemas.openxmlformats.org/officeDocument/2006/relationships" id="266" r:id="R2b1d803ea614437a"/>
    <p:sldId xmlns:r="http://schemas.openxmlformats.org/officeDocument/2006/relationships" id="267" r:id="R152fc342041f40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af3eb68ad9472c" /><Relationship Type="http://schemas.openxmlformats.org/officeDocument/2006/relationships/slideMaster" Target="/ppt/slideMasters/slideMaster1.xml" Id="Raf9687857c8b477d" /><Relationship Type="http://schemas.openxmlformats.org/officeDocument/2006/relationships/notesMaster" Target="/ppt/notesMasters/notesMaster1.xml" Id="Rd50b549212604338" /><Relationship Type="http://schemas.openxmlformats.org/officeDocument/2006/relationships/presProps" Target="/ppt/presProps.xml" Id="Ra7744ea5b74242d6" /><Relationship Type="http://schemas.openxmlformats.org/officeDocument/2006/relationships/tableStyles" Target="/ppt/tableStyles.xml" Id="Rd64187f9669640c0" /><Relationship Type="http://schemas.openxmlformats.org/officeDocument/2006/relationships/slide" Target="/ppt/slides/slide1.xml" Id="Rdfdf67faa3b740c8" /><Relationship Type="http://schemas.openxmlformats.org/officeDocument/2006/relationships/slide" Target="/ppt/slides/slide2.xml" Id="Red7e995aff4b462f" /><Relationship Type="http://schemas.openxmlformats.org/officeDocument/2006/relationships/slide" Target="/ppt/slides/slide3.xml" Id="Re5ff3446db35427d" /><Relationship Type="http://schemas.openxmlformats.org/officeDocument/2006/relationships/slide" Target="/ppt/slides/slide4.xml" Id="Ra6f84c68b1cf492a" /><Relationship Type="http://schemas.openxmlformats.org/officeDocument/2006/relationships/slide" Target="/ppt/slides/slide5.xml" Id="Rbf0138788f814241" /><Relationship Type="http://schemas.openxmlformats.org/officeDocument/2006/relationships/slide" Target="/ppt/slides/slide6.xml" Id="R426694b4c3894857" /><Relationship Type="http://schemas.openxmlformats.org/officeDocument/2006/relationships/slide" Target="/ppt/slides/slide7.xml" Id="R296b3666f2794312" /><Relationship Type="http://schemas.openxmlformats.org/officeDocument/2006/relationships/slide" Target="/ppt/slides/slide8.xml" Id="Re1b68f6e197e4486" /><Relationship Type="http://schemas.openxmlformats.org/officeDocument/2006/relationships/slide" Target="/ppt/slides/slide9.xml" Id="R0fa8eeee293d4e2a" /><Relationship Type="http://schemas.openxmlformats.org/officeDocument/2006/relationships/slide" Target="/ppt/slides/slide10.xml" Id="R940bc84541084ec5" /><Relationship Type="http://schemas.openxmlformats.org/officeDocument/2006/relationships/slide" Target="/ppt/slides/slide11.xml" Id="R2b1d803ea614437a" /><Relationship Type="http://schemas.openxmlformats.org/officeDocument/2006/relationships/slide" Target="/ppt/slides/slide12.xml" Id="R152fc342041f40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5178ba91247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e5739315a4491b" /><Relationship Type="http://schemas.openxmlformats.org/officeDocument/2006/relationships/notesMaster" Target="/ppt/notesMasters/notesMaster1.xml" Id="Rd95a41dde4fa49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a621a1a4d345fa" /><Relationship Type="http://schemas.openxmlformats.org/officeDocument/2006/relationships/notesMaster" Target="/ppt/notesMasters/notesMaster1.xml" Id="Rd7387bcdd2ee40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9628932220417c" /><Relationship Type="http://schemas.openxmlformats.org/officeDocument/2006/relationships/notesMaster" Target="/ppt/notesMasters/notesMaster1.xml" Id="Ra211ee9e75b144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46369222d54948" /><Relationship Type="http://schemas.openxmlformats.org/officeDocument/2006/relationships/notesMaster" Target="/ppt/notesMasters/notesMaster1.xml" Id="R78b0a52799104b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a04859149b419a" /><Relationship Type="http://schemas.openxmlformats.org/officeDocument/2006/relationships/notesMaster" Target="/ppt/notesMasters/notesMaster1.xml" Id="R664178bb024b43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a346b7ef534a55" /><Relationship Type="http://schemas.openxmlformats.org/officeDocument/2006/relationships/notesMaster" Target="/ppt/notesMasters/notesMaster1.xml" Id="R97ef5a8c7f3644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f6a4af50da4d59" /><Relationship Type="http://schemas.openxmlformats.org/officeDocument/2006/relationships/notesMaster" Target="/ppt/notesMasters/notesMaster1.xml" Id="R1596de88a0b54f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6cf43295424def" /><Relationship Type="http://schemas.openxmlformats.org/officeDocument/2006/relationships/notesMaster" Target="/ppt/notesMasters/notesMaster1.xml" Id="R835ad1c7669348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077cbac95a4eb6" /><Relationship Type="http://schemas.openxmlformats.org/officeDocument/2006/relationships/notesMaster" Target="/ppt/notesMasters/notesMaster1.xml" Id="R47c6f98d11f949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28868eb86b4ba1" /><Relationship Type="http://schemas.openxmlformats.org/officeDocument/2006/relationships/notesMaster" Target="/ppt/notesMasters/notesMaster1.xml" Id="R9f2de67b5c8d45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6c682073dd47e5" /><Relationship Type="http://schemas.openxmlformats.org/officeDocument/2006/relationships/notesMaster" Target="/ppt/notesMasters/notesMaster1.xml" Id="Ra2676bfb2f7e4e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5a2ae0a90243e8" /><Relationship Type="http://schemas.openxmlformats.org/officeDocument/2006/relationships/notesMaster" Target="/ppt/notesMasters/notesMaster1.xml" Id="R01374c60b4664c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Problem-solving mats, bar models, rulers,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320 cm3. | Identify the goal, constraints and useful information before calculating. | Represent the relationships first, label each subtotal and test the final answer against every condition.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reason, represent, strategy, constraint, prove, evaluate.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320 cm3.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Represent the relationships first, label each subtotal and test the final answer against every condition.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320 cm3..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120 pupils..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Answers vary and must preserve the stated values and give 30.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120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120 pupils. | Represent the relationships first, label each subtotal and test the final answer against every condition.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158b727c944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ad0b26de7d41b7" /><Relationship Type="http://schemas.openxmlformats.org/officeDocument/2006/relationships/slideLayout" Target="/ppt/slideLayouts/slideLayout1.xml" Id="Rc84d5cfc1165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4d5cfc1165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0c97c56a74cc1" /><Relationship Type="http://schemas.openxmlformats.org/officeDocument/2006/relationships/notesSlide" Target="/ppt/notesSlides/notesSlide1.xml" Id="R24fc6a0d414a4f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1c43f05cf4c92" /><Relationship Type="http://schemas.openxmlformats.org/officeDocument/2006/relationships/notesSlide" Target="/ppt/notesSlides/notesSlide2.xml" Id="R4917fa366c3741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ab6a946534ac6" /><Relationship Type="http://schemas.openxmlformats.org/officeDocument/2006/relationships/notesSlide" Target="/ppt/notesSlides/notesSlide3.xml" Id="R0f6cb8f5f3af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45b9d75ac426d" /><Relationship Type="http://schemas.openxmlformats.org/officeDocument/2006/relationships/notesSlide" Target="/ppt/notesSlides/notesSlide4.xml" Id="Ree732f3860b441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6f960b24148a5" /><Relationship Type="http://schemas.openxmlformats.org/officeDocument/2006/relationships/notesSlide" Target="/ppt/notesSlides/notesSlide5.xml" Id="R98e0f1647e7640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040755ea34303" /><Relationship Type="http://schemas.openxmlformats.org/officeDocument/2006/relationships/notesSlide" Target="/ppt/notesSlides/notesSlide6.xml" Id="R9037370f292f43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daba8ee594700" /><Relationship Type="http://schemas.openxmlformats.org/officeDocument/2006/relationships/image" Target="/ppt/media/image.png" Id="Ra65ce0f33d0a4886" /><Relationship Type="http://schemas.openxmlformats.org/officeDocument/2006/relationships/notesSlide" Target="/ppt/notesSlides/notesSlide7.xml" Id="Rdd22b6af90734f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b93090f304c6e" /><Relationship Type="http://schemas.openxmlformats.org/officeDocument/2006/relationships/notesSlide" Target="/ppt/notesSlides/notesSlide8.xml" Id="R2b684866705147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16b7b9c7b427e" /><Relationship Type="http://schemas.openxmlformats.org/officeDocument/2006/relationships/notesSlide" Target="/ppt/notesSlides/notesSlide9.xml" Id="Redbe909a18b540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78a38fd3149a6" /><Relationship Type="http://schemas.openxmlformats.org/officeDocument/2006/relationships/notesSlide" Target="/ppt/notesSlides/notesSlide10.xml" Id="R7ede0692f1674d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5acc45049417d" /><Relationship Type="http://schemas.openxmlformats.org/officeDocument/2006/relationships/notesSlide" Target="/ppt/notesSlides/notesSlide11.xml" Id="R59cc03a8c82741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422c0478d4aca" /><Relationship Type="http://schemas.openxmlformats.org/officeDocument/2006/relationships/notesSlide" Target="/ppt/notesSlides/notesSlide12.xml" Id="R48ecf18f2c304e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5F0A4-AED4-40C3-8481-94DD875E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163C5-9191-48CC-A975-6DFB4C69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FEF15-99C8-434C-81E7-950CAF5C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9781B-65CE-49B1-993C-49F322AA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E3208-0E97-4614-881C-463C7FB5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BCDB0-E96F-4C3A-8641-4737481A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3D096-10CA-4674-A0A7-C652A103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87AA8-78D9-4414-82F0-DD08AF58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that connect number domains.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A976F-D37C-42A0-B688-AFEC2A4C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3BAEE-CF52-4FF0-A886-1FF2A540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Problem-solving mats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605FA-417C-4CBE-8C2A-B50FC1D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752551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45505-7C47-4FD9-A9D9-AC811264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55F11-F214-4575-B16B-FF34A0CA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6F131-B95B-4AAF-A81E-78D643A4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46845-85B9-4BDF-97EB-96E442FD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40871-BB27-4A8E-9B3F-7AC7204D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3FEFC-2417-4599-A1D6-BED44BE7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DF02C-BD91-4D32-BED2-688B8534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36C96-4A54-4512-9A25-A41B2501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315F5-CED2-4340-B53F-06294D0A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D2DF0-D4EB-4521-B462-8F49C1B1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68E6B-9C16-49F9-85DC-E784E528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F03FD-41E2-42C2-8693-FA93BC8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08EF9-2522-46B3-BB09-A058FEFF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Select and connect Year 6 methods in unfamiliar and multi-step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51E1E-0B12-473D-AEFF-CB610529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D44E5-EA9F-423D-8E40-C1638402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11CB1-0753-4CA9-BA5F-345EF28E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B68EB-327B-4A16-834B-8D2BC522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is 12 cm by 8 cm by 5 cm. A third of its volume is filled. What volume remains empty?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F3332-66B8-40C3-B9FC-C4C64F8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ABBE9-EEF9-485F-BE69-83AEFF3C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9BDAA-A6A3-47A3-8330-6190055B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60E7E-B1B7-4DD3-8837-027A923E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Three fifths of a number is 84. Find 35% of the number.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EA184-BA9F-474D-8AD7-E56F9A03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65074103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9BBA5-8AA9-43D8-A8A1-E8BF6088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70B92-E283-4D8C-A395-4AA7A7EF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0E769-F8A0-43EE-A5C7-DF1E5F39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B7509-4E17-43B6-B798-3E51F340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DC9E6-F4A2-4A46-BF63-A5CCFFE7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60EC4-4801-4DA4-8172-F6621410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E20A1-1A5E-41E0-87E5-23E9A89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D9BCA-443F-4518-AFAB-08A6475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B7B09-3665-454C-ACA7-4B792978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88299-183D-4E31-892E-F02D5953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that connect number domains.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C95E0-A9CA-4AE1-91F7-F5EBC43F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07519-320D-4BF4-808F-FCBA521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goal, constraints and useful information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3CA85-A548-4375-A0BE-18766F42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Choose a representation and complete each labelled 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D28AB-17FD-4D43-BBBF-E0BAC3F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solution and explain why it satisfies every condition.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418DD-3630-4BF9-9974-DF61BFF1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reason  |  represent  |  strategy  |  constraint  |  prove  |  evaluate</a:t>
            </a:r>
          </a:p>
        </p:txBody>
      </p:sp>
    </p:spTree>
    <p:extLst>
      <p:ext uri="{BB962C8B-B14F-4D97-AF65-F5344CB8AC3E}">
        <p14:creationId xmlns:p14="http://schemas.microsoft.com/office/powerpoint/2010/main" val="185587231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FAF7F-F6A0-4CBE-8A50-C132600E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66A90-2583-4D4A-A685-C26F6B41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3FDB4-8341-4CA3-9380-8A3B69A0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1E294-9DDE-4F04-80D5-D263B93F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1E27B-B452-483B-B1E1-64830223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352BE-796B-42D5-9A2E-D06C93DA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CECF7-6C38-4FA8-BEB4-1A22C037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8C0C0-187A-48EF-8B55-B3401F7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DF8FC-CF1F-41B8-983F-0721D005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C3296-EA9D-4021-9C02-8EE6D73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Three fifths of a number is 84. Find 35% of the number.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BA0E9-E6AF-4CA9-9609-6657E180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D9CE5-A8B6-4C58-801C-AB65619A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93C4D-E1C3-4E57-9805-A18440C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3/5 of the number = 84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C3D6D-3B4A-4020-92EB-48CE3798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06BA6-BCFD-459A-B029-3EF562F6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869D8-1AFD-41D2-A610-1EE3E05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1/5 = 84 ÷ 3 = 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47A21-9DD9-405A-8599-BBAE063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1B984-3350-4D4E-81B3-B356D467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724BB-DBA3-4F8F-A6E1-2DFB24B5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Whole = 28 × 5 = 140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4FC76-008D-49A1-9064-467D971E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385A9-979F-432D-A7C2-E3FE1795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6AB5C-EA4B-4A66-9D11-BBC7FCA8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35% of 140 = 49</a:t>
            </a:r>
          </a:p>
        </p:txBody>
      </p:sp>
    </p:spTree>
    <p:extLst>
      <p:ext uri="{BB962C8B-B14F-4D97-AF65-F5344CB8AC3E}">
        <p14:creationId xmlns:p14="http://schemas.microsoft.com/office/powerpoint/2010/main" val="12335625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A52B6-A2C2-423A-90C0-B08A1F5A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BBB6F-1556-4627-8B3D-AE7891EE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82C8D-E5AE-44CB-86D4-4D57DFA2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23466-2F3C-4D3A-9E59-48A7572B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3B588-255B-4315-B36E-504A769C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032F6-510E-4FC4-B115-3AF3B813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141F8-4AF9-43F2-B183-7E36905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33A16-47E4-457A-8020-0412227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ADC09-DE02-4E06-84C3-8FC8AF36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A0384-27BB-4C91-AC11-390B00F2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64AF9-8716-4868-B215-86FC170F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49.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00B9D-2262-4F49-8EA5-3BE45CC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E4957-A0D5-462E-B655-9B361E6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solution and explain why it satisfies every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E76E8-DF5D-4577-A25C-439498B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1242649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F68EE-0810-478D-B501-7EFD70AD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E0392-B499-47F6-A964-E445CE87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A225C-7BF1-4E18-8C7E-221222A4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4E2ED-00AD-4323-916B-95BE5D7A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6E1F6-B13B-49A1-B9D3-6A0C3B2E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0E841-A237-4AD9-9B73-3A145F04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FE6CB-5C73-4148-A371-5E4E9DBA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0A5A7-22E6-4250-A927-E2DAB03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0946C-3F68-420A-85C5-2400D977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7B7C7-2E1C-4404-AB26-886D8595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is 12 cm by 8 cm by 5 cm. A third of its volume is filled. What volume remains empty?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5D9F5-DF7D-4D91-BB15-25FE1480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A9460-BFA0-4B56-BC48-7116FD1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FB00C-7DFA-4D15-928B-B69EF0F1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D6B2D-BDCC-406B-AB1A-F308C22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00716-ECF1-4ED5-B5B1-DF29EBE2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320 cm3.</a:t>
            </a:r>
          </a:p>
        </p:txBody>
      </p:sp>
    </p:spTree>
    <p:extLst>
      <p:ext uri="{BB962C8B-B14F-4D97-AF65-F5344CB8AC3E}">
        <p14:creationId xmlns:p14="http://schemas.microsoft.com/office/powerpoint/2010/main" val="9309996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2A88F-B14F-4FCC-9AD3-7A5AF896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5D1E5-36FD-4085-AF13-40A033DF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F744D-646A-4E05-A577-1E06AB7F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B44D5-0633-4A7F-A4FB-2F17AFD4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57807-E703-43F2-A254-8F635ABE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B40A5-2CBA-4B10-9DB6-0992AB42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78835-2900-473C-B194-1F03B45C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FF31A-675A-4B48-88B5-27321AD4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D56F9-97BA-4723-B4D2-F3187744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ce0f33d0a4886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82D15-0B6F-42A7-A184-3AB96918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297A8-4ADE-4268-8D13-856F8785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starts calculating before deciding what the problem asks and which information matters.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B7BC0-FE0F-4489-A619-4B355752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63458-9F77-446A-B408-7738C6A8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79A36-4AAB-4A15-B2DC-E929B671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Represent the relationships first, label each subtotal and test the final answer against every condition.</a:t>
            </a:r>
          </a:p>
        </p:txBody>
      </p:sp>
    </p:spTree>
    <p:extLst>
      <p:ext uri="{BB962C8B-B14F-4D97-AF65-F5344CB8AC3E}">
        <p14:creationId xmlns:p14="http://schemas.microsoft.com/office/powerpoint/2010/main" val="6782913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DA639-C2D0-43B9-A95B-0E42445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266F5-A7EF-4DC7-972E-54D1F1C5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FFFB1-0F97-41B7-B10F-BB75B802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75417-69B7-4437-AB6C-8E13BA85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308F1-D52C-4185-9053-140266ED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032F8-74AB-438F-A52E-E631618B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20FA3-6255-4106-9737-B2213121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1CD3D-28B2-4759-AD73-15A1B8BC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3BEA0-499D-45D2-BA9A-B7C172ED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8E5F2-666E-4551-941B-93F6D473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1FE45-846F-4858-8914-F8EF27E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D3ED1-6985-4C90-B3CE-6FCEDFFA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05EB2-CE6D-48E1-9E21-2941CE37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is 12 cm by 8 cm by 5 cm. A third of its volume is filled. What volume remains empty?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964AD-3645-410D-83C7-390EF84F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844DB-6F44-41CC-AC5B-05FF729A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55A5C-ED00-4926-8E8E-723B2400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48BCC-41FC-4E7D-8F13-B32AAAE4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52344-5028-44E6-9E87-22165B3F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D183E-3B3A-4B51-9506-C8A7E866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8367F-1CB4-4D8A-92EB-E40E789A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CDEC6-CF91-4BAD-AE57-2473A43D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320 cm3.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C49CF-8359-48BE-BA3E-DEFF917B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2067983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95165-5C31-4EBD-A191-9FE66B1A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7E26A-2AAB-4B4E-92DD-AA4B3D2D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3EEA6-F941-4DA0-9CCB-35335D6F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6A612-A04A-4F62-9D82-BD0FEC30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CFCB5-7192-4501-96BB-C805F4FB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650CF-E59A-49CE-A90D-DFD542C9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93859-AF1C-45AC-8340-F2643B2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47EAB-8D0F-4FD8-A668-1A2F592C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F8943-63F8-4E65-AA49-F508E9FE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A33A8-6349-4238-A91F-0021F429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F542E-5967-4AF0-AF7D-16A5F81D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1DCA4-163D-43D2-81E4-36A980A6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06C8-F649-4A91-A0AD-478E051B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pie-chart sector is 126 degrees and represents 42 pupils. How many pupils are in the survey?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97FFC-B0F0-4B7C-AFCF-8244054D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B5591-4E86-45CC-9CA1-3AFEB9D2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32BD0-F3F4-44AF-84BC-9FD80743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12413-2EAD-451B-BFAF-542F42BF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0DD74-435F-47D4-897F-A6D2D7B9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F2DB7-023F-428E-A033-4EA720A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CFE3B-0AE8-415C-8302-54D835E7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C6519-638E-4F1A-BFD7-07B8DBB3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10075353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7097D-D4DF-4C4C-87A4-2EB78B3B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5562D-7689-4932-9F45-929BF7D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5F9CC-DE22-4863-962A-AA4E52E3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7CDBE-3F06-49BD-9FC1-8561448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6D3F8-268F-4B6F-ACE0-30E46F0D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34646-5419-4EB6-AE72-87D913AE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D506D-3069-48BC-9E99-ED77FE56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37B36-F9DC-40BA-9FA2-6F82F020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70D73-AB5E-4D7E-90DA-0A75C894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877C8-6B3F-4796-B38E-7CDA4DED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Create two different calculations using 3/4, 0.6 and 25% that both give 30.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E0A02-856E-44D4-A93A-D9140D39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785BB-06C6-4342-B38A-8DE3C4EB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47DED-4505-4BF0-A10D-3A8DBC34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Answers vary and must preserve the stated values and give 30.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3453354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42E4C-32B1-4027-9459-76308F64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2728B-B135-48C2-BF4C-6C9DC164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DACE0-AD88-4D47-85FC-F59907D7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C9D81-E899-4774-A4D8-ED201704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BD27A-50F9-44FC-BB3F-E06F8F7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15B40-EC73-4A1B-9EC8-067F8AC9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823E0-0CBA-4957-90DE-B1C42EC0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58687-CB6E-4F50-87F8-00DE6FAC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CEFF5-39E0-4D84-B846-80A5502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B025E-03DC-4039-82BC-0713AB6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75E08-30BB-441E-A836-A280398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108A0-AFB9-429F-9912-842E3C58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pie-chart sector is 126 degrees and represents 42 pupils. How many pupils are in the survey?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2E5CC-0F94-4160-B56D-F15F9D2F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81B3A-0B0E-4C78-969A-9C59707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7B18B-4642-4B3A-B68C-9B2F9CDD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35CD1-086F-4B10-BDF9-27F14337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120 pupils.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B374A-E596-4F1D-A312-7C6347F1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10C6B-BF8B-4B6C-984B-A43DADD5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0966329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68F1A-DA4F-4C81-B1DE-21B02DA6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35323-A665-4F30-81E8-D7823042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5A77F-0B72-4FEE-8CB6-723E3C8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355B4-AAA4-4020-BC09-8487D169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132B5-D8FE-4587-8731-E01D2108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A0F1F-5539-41C7-8B82-500793E1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94F01-2C96-4A18-8D89-C496886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E6080-1149-4338-B73D-53FD31A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FCFBF-02A7-4882-ABC2-18D43763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number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CAC53-156C-4980-9DE4-4D8C3DD8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5A712-D0A3-490B-9473-5EE175C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B97B6-5F15-413B-8B91-55446942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330CF-63B2-4A58-9DE5-7B1F95E6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pie-chart sector is 126 degrees and represents 42 pupils. How many pupils are in the survey?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C1473-BA2D-44D3-85AD-4AD325DD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0507A-3BDB-4D90-B059-1ED4ABC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D7359-919F-41CE-A8F1-ECDF7602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5C738-072D-4C07-8D7C-AA78862E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starts calculating before deciding what the problem asks and which information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EC539-32A6-4103-BF60-1897DABC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3BB82-58A8-4388-BE12-926AC85E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02281-CE94-4A55-9BED-437D7D18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DD821-26F6-4E20-851D-13A1288F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DA4DE-F5B3-4BB2-AA3C-AD1CCE2A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07083320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2026-09-09T22:14:26.3930000Z</dcterms:created>
  <dcterms:modified xsi:type="dcterms:W3CDTF">2026-09-09T22:14:26.3930000Z</dcterms:modified>
</coreProperties>
</file>