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29441b00774271" /><Relationship Type="http://schemas.openxmlformats.org/officeDocument/2006/relationships/extended-properties" Target="/docProps/app.xml" Id="Rf3630d81306c49ea" /><Relationship Type="http://schemas.openxmlformats.org/officeDocument/2006/relationships/officeDocument" Target="/ppt/presentation.xml" Id="R29ad61d01e0642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da59f7c6a74f33"/>
  </p:sldMasterIdLst>
  <p:notesMasterIdLst>
    <p:notesMasterId xmlns:r="http://schemas.openxmlformats.org/officeDocument/2006/relationships" r:id="R58ba7aacc9ed464b"/>
  </p:notesMasterIdLst>
  <p:sldIdLst>
    <p:sldId xmlns:r="http://schemas.openxmlformats.org/officeDocument/2006/relationships" id="256" r:id="R1c4a0cc5367647f2"/>
    <p:sldId xmlns:r="http://schemas.openxmlformats.org/officeDocument/2006/relationships" id="257" r:id="R53ca0c3f36754408"/>
    <p:sldId xmlns:r="http://schemas.openxmlformats.org/officeDocument/2006/relationships" id="258" r:id="Rca67d1979be24744"/>
    <p:sldId xmlns:r="http://schemas.openxmlformats.org/officeDocument/2006/relationships" id="259" r:id="Re466a73d10cd448f"/>
    <p:sldId xmlns:r="http://schemas.openxmlformats.org/officeDocument/2006/relationships" id="260" r:id="Rc34a0fa26cb04a7f"/>
    <p:sldId xmlns:r="http://schemas.openxmlformats.org/officeDocument/2006/relationships" id="261" r:id="R043f67b476f04221"/>
    <p:sldId xmlns:r="http://schemas.openxmlformats.org/officeDocument/2006/relationships" id="262" r:id="R5d0bfeea8e1f492b"/>
    <p:sldId xmlns:r="http://schemas.openxmlformats.org/officeDocument/2006/relationships" id="263" r:id="Rb1d1f206fe5040f2"/>
    <p:sldId xmlns:r="http://schemas.openxmlformats.org/officeDocument/2006/relationships" id="264" r:id="R4e714e0a59354613"/>
    <p:sldId xmlns:r="http://schemas.openxmlformats.org/officeDocument/2006/relationships" id="265" r:id="Re1b5c0cc35d64470"/>
    <p:sldId xmlns:r="http://schemas.openxmlformats.org/officeDocument/2006/relationships" id="266" r:id="Rfac459d74db14150"/>
    <p:sldId xmlns:r="http://schemas.openxmlformats.org/officeDocument/2006/relationships" id="267" r:id="R006a862f68394f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c1c66697864615" /><Relationship Type="http://schemas.openxmlformats.org/officeDocument/2006/relationships/slideMaster" Target="/ppt/slideMasters/slideMaster1.xml" Id="R4fda59f7c6a74f33" /><Relationship Type="http://schemas.openxmlformats.org/officeDocument/2006/relationships/notesMaster" Target="/ppt/notesMasters/notesMaster1.xml" Id="R58ba7aacc9ed464b" /><Relationship Type="http://schemas.openxmlformats.org/officeDocument/2006/relationships/presProps" Target="/ppt/presProps.xml" Id="R54dc2c7995b14afe" /><Relationship Type="http://schemas.openxmlformats.org/officeDocument/2006/relationships/tableStyles" Target="/ppt/tableStyles.xml" Id="R080e8679fc4e4362" /><Relationship Type="http://schemas.openxmlformats.org/officeDocument/2006/relationships/slide" Target="/ppt/slides/slide1.xml" Id="R1c4a0cc5367647f2" /><Relationship Type="http://schemas.openxmlformats.org/officeDocument/2006/relationships/slide" Target="/ppt/slides/slide2.xml" Id="R53ca0c3f36754408" /><Relationship Type="http://schemas.openxmlformats.org/officeDocument/2006/relationships/slide" Target="/ppt/slides/slide3.xml" Id="Rca67d1979be24744" /><Relationship Type="http://schemas.openxmlformats.org/officeDocument/2006/relationships/slide" Target="/ppt/slides/slide4.xml" Id="Re466a73d10cd448f" /><Relationship Type="http://schemas.openxmlformats.org/officeDocument/2006/relationships/slide" Target="/ppt/slides/slide5.xml" Id="Rc34a0fa26cb04a7f" /><Relationship Type="http://schemas.openxmlformats.org/officeDocument/2006/relationships/slide" Target="/ppt/slides/slide6.xml" Id="R043f67b476f04221" /><Relationship Type="http://schemas.openxmlformats.org/officeDocument/2006/relationships/slide" Target="/ppt/slides/slide7.xml" Id="R5d0bfeea8e1f492b" /><Relationship Type="http://schemas.openxmlformats.org/officeDocument/2006/relationships/slide" Target="/ppt/slides/slide8.xml" Id="Rb1d1f206fe5040f2" /><Relationship Type="http://schemas.openxmlformats.org/officeDocument/2006/relationships/slide" Target="/ppt/slides/slide9.xml" Id="R4e714e0a59354613" /><Relationship Type="http://schemas.openxmlformats.org/officeDocument/2006/relationships/slide" Target="/ppt/slides/slide10.xml" Id="Re1b5c0cc35d64470" /><Relationship Type="http://schemas.openxmlformats.org/officeDocument/2006/relationships/slide" Target="/ppt/slides/slide11.xml" Id="Rfac459d74db14150" /><Relationship Type="http://schemas.openxmlformats.org/officeDocument/2006/relationships/slide" Target="/ppt/slides/slide12.xml" Id="R006a862f68394f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455588bb3449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bd64eeddd94915" /><Relationship Type="http://schemas.openxmlformats.org/officeDocument/2006/relationships/notesMaster" Target="/ppt/notesMasters/notesMaster1.xml" Id="Raba3a35c06944c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78e01512004e83" /><Relationship Type="http://schemas.openxmlformats.org/officeDocument/2006/relationships/notesMaster" Target="/ppt/notesMasters/notesMaster1.xml" Id="R70e04ac2455649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77ccf01d234fdc" /><Relationship Type="http://schemas.openxmlformats.org/officeDocument/2006/relationships/notesMaster" Target="/ppt/notesMasters/notesMaster1.xml" Id="Rfeedca0b697144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6a57d885d943f6" /><Relationship Type="http://schemas.openxmlformats.org/officeDocument/2006/relationships/notesMaster" Target="/ppt/notesMasters/notesMaster1.xml" Id="R488d6821855845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65bc33757448b8" /><Relationship Type="http://schemas.openxmlformats.org/officeDocument/2006/relationships/notesMaster" Target="/ppt/notesMasters/notesMaster1.xml" Id="Rff6d18b35c5b43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d8d6e4f69640bf" /><Relationship Type="http://schemas.openxmlformats.org/officeDocument/2006/relationships/notesMaster" Target="/ppt/notesMasters/notesMaster1.xml" Id="R5955fd4c1c5344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4e59d824594e4e" /><Relationship Type="http://schemas.openxmlformats.org/officeDocument/2006/relationships/notesMaster" Target="/ppt/notesMasters/notesMaster1.xml" Id="R6c3ebc197f1642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9f150ab4c647b8" /><Relationship Type="http://schemas.openxmlformats.org/officeDocument/2006/relationships/notesMaster" Target="/ppt/notesMasters/notesMaster1.xml" Id="Rfeac671615fc45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77dcbc6f7a48eb" /><Relationship Type="http://schemas.openxmlformats.org/officeDocument/2006/relationships/notesMaster" Target="/ppt/notesMasters/notesMaster1.xml" Id="Re3b9fe21f38b470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9798ed46aa4029" /><Relationship Type="http://schemas.openxmlformats.org/officeDocument/2006/relationships/notesMaster" Target="/ppt/notesMasters/notesMaster1.xml" Id="R64dc28b837e7472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6abf06752f444f" /><Relationship Type="http://schemas.openxmlformats.org/officeDocument/2006/relationships/notesMaster" Target="/ppt/notesMasters/notesMaster1.xml" Id="R6ffac2dc61da40d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10beb0e94642ac" /><Relationship Type="http://schemas.openxmlformats.org/officeDocument/2006/relationships/notesMaster" Target="/ppt/notesMasters/notesMaster1.xml" Id="R08534eee2ee948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Problem-solving mats, bar models, rulers,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320 cm3. | Identify the goal, constraints and useful information before calculating. |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reason, represent, strategy, constraint, prove, evaluate.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320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320 cm3..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120 pupils..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 and must preserve the stated values and give 30.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120 pupils.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120 pupils. | Represent the relationships first, label each subtotal and test the final answer against every condition.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e9e935227348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583e2f220c4281" /><Relationship Type="http://schemas.openxmlformats.org/officeDocument/2006/relationships/slideLayout" Target="/ppt/slideLayouts/slideLayout1.xml" Id="R315b72f46b8545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5b72f46b8545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06178a14e4b5e" /><Relationship Type="http://schemas.openxmlformats.org/officeDocument/2006/relationships/notesSlide" Target="/ppt/notesSlides/notesSlide1.xml" Id="R09816d91530b40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2c5da532041eb" /><Relationship Type="http://schemas.openxmlformats.org/officeDocument/2006/relationships/notesSlide" Target="/ppt/notesSlides/notesSlide2.xml" Id="R6c7ab9516de54d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5147d29034a9d" /><Relationship Type="http://schemas.openxmlformats.org/officeDocument/2006/relationships/notesSlide" Target="/ppt/notesSlides/notesSlide3.xml" Id="R2be79e21e7504a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22e84b9dd4164" /><Relationship Type="http://schemas.openxmlformats.org/officeDocument/2006/relationships/notesSlide" Target="/ppt/notesSlides/notesSlide4.xml" Id="R9c02c48d9ca74c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a9c168a28046ca" /><Relationship Type="http://schemas.openxmlformats.org/officeDocument/2006/relationships/notesSlide" Target="/ppt/notesSlides/notesSlide5.xml" Id="R3c113e689ead44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5333f5a3a4757" /><Relationship Type="http://schemas.openxmlformats.org/officeDocument/2006/relationships/notesSlide" Target="/ppt/notesSlides/notesSlide6.xml" Id="R047c3cf8e4cd4b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15180ee254cb1" /><Relationship Type="http://schemas.openxmlformats.org/officeDocument/2006/relationships/image" Target="/ppt/media/image.png" Id="Rda3681f45c534590" /><Relationship Type="http://schemas.openxmlformats.org/officeDocument/2006/relationships/notesSlide" Target="/ppt/notesSlides/notesSlide7.xml" Id="R990fbf1325654b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2e1e1661f45c9" /><Relationship Type="http://schemas.openxmlformats.org/officeDocument/2006/relationships/notesSlide" Target="/ppt/notesSlides/notesSlide8.xml" Id="Rf2fafbf13a0147f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797e4119f94039" /><Relationship Type="http://schemas.openxmlformats.org/officeDocument/2006/relationships/notesSlide" Target="/ppt/notesSlides/notesSlide9.xml" Id="R02b9685d1b48418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b10b12e8db4f6f" /><Relationship Type="http://schemas.openxmlformats.org/officeDocument/2006/relationships/notesSlide" Target="/ppt/notesSlides/notesSlide10.xml" Id="R9a506b5f0734431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9957053164574" /><Relationship Type="http://schemas.openxmlformats.org/officeDocument/2006/relationships/notesSlide" Target="/ppt/notesSlides/notesSlide11.xml" Id="Re4fc878a0dab44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babc65e834f0f" /><Relationship Type="http://schemas.openxmlformats.org/officeDocument/2006/relationships/notesSlide" Target="/ppt/notesSlides/notesSlide12.xml" Id="R074155eea1bc4a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9EA6C6-E684-4BB5-975B-DCA8B53E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FDDD5-4211-4531-B151-3E392718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397983-64DB-43ED-9DD3-CBB6C8F4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8F3B2C-8B88-4679-BB31-2BCF4AF9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72E35-C939-4347-A3F7-2623CD1D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5B5FB5-309B-4FE8-B6B6-D570028F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303508-E33D-40D9-8D28-67B07375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33918C-638E-4056-98F9-F14C9A45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that connect number domains.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51A3EB-F9FB-4B35-A134-F03A7989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AC9102-00CA-45AF-ABC4-F7789977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Problem-solving mats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8D558E-1181-4B73-8959-C28FC84F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828940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80CFB-DB38-4BE2-AB2B-8F6A3BC1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01031-5784-4582-BC01-AD50690F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971EEE-A0C4-4FD8-A485-04AD98CA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B7F5D3-D27E-40F4-B5B9-B2E85257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D1578-07FE-4798-B6E2-0C561DB1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B1DAD-A272-429B-B62D-836E4BDA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D9543-B825-41F7-9A90-BF9A24BE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8F2431-7283-4A60-B316-3DFCE6E9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8B1662-7CA6-430A-A4D0-226E3A98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1B0551-F466-491C-BF4B-F609D952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629E96-7E7E-4C18-AEA6-3A4F7541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88A06-D557-4B4E-AA77-F5BB426B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05D9DC-8F4B-4536-8491-998FC2E2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and connect Year 6 methods in unfamiliar and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C4AD5F-EE34-4EF5-A7D2-F7A962D8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DDA0F2-56B8-49F1-83AA-046ED383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DEA668-A01A-4285-8490-DEF0C5B2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17069-2F28-4CA1-838E-49DD5B2B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A89127-AD0F-45B4-9371-BFD39E8C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144510-27B2-4431-98C4-123202DC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115D1F-456D-41E0-ACAD-7BFDF9DC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49E089-BE4F-4974-9A1B-58909EB8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Three fifths of a number is 84. Find 35% of the number.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CFD8F3-9040-423F-B8B8-3C1288F4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820887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657EAF-3E35-4D52-9711-CDC6FE97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9CB501-943F-4A93-9314-AF085BC1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11D024-AAB2-40B6-9B12-C7B25153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7A2A44-D894-4055-BFC5-A4D22092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511A4-E67F-47FD-8067-6B02ABD6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7C6DED-377F-41B1-B069-7CE4B00D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C3C1C-F549-4F96-84B6-4450875C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37429-0CEB-426C-B057-910F7E49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5250A-B97D-485D-80BC-2DBEB591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9185E2-5DC4-420D-93D0-0E5A6FFA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that connect number domains.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75FEA5-7CFE-4689-8D64-7DC58E09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9FECA-37B5-4C1C-AD71-55C21EA6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goal, constraints and useful information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8B8A27-3E9C-4B69-A70D-637B6983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Choose a representation and complete each labelled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3513D9-0766-499F-9F33-4BF0BFF4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solution and explain why it satisfies every condition.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98B44B-D449-47BD-BE76-1042D615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reason  |  represent  |  strategy  |  constraint  |  prove  |  evaluate</a:t>
            </a:r>
          </a:p>
        </p:txBody>
      </p:sp>
    </p:spTree>
    <p:extLst>
      <p:ext uri="{BB962C8B-B14F-4D97-AF65-F5344CB8AC3E}">
        <p14:creationId xmlns:p14="http://schemas.microsoft.com/office/powerpoint/2010/main" val="7070574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4E2031-7880-4BA4-9AE0-B6431EB6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B7D17-BBC9-4BE7-9D39-07070796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FD1BD-8DB6-4CEF-9171-2A4DB20F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3753B5-F5DE-43C5-942D-7929EC87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D7E2EA-7E2A-49B3-967B-881D1AF5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6EB65-37D5-4395-9ED5-FDBEC638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F5780-AA6D-42F8-AAAA-4200349D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29785B-0567-4C2C-9164-95963AB9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3E4D41-E0A2-49B6-BEC2-C666DBA1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2FA01E-BE68-4413-903E-0EC85AB6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DD2DC-233A-4A7B-A3A8-BD7D359A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5BAD8-2063-464F-915E-E154242E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EA23FD-31C0-4DF9-BBC5-6AABB57A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goal, constraints and useful information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AE15F2-2606-4D50-A6C2-0091E74E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FFC6EA-0D59-4326-9D30-475D6396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10DE3E-EDF8-4858-83F6-226AF88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Choose a representation and complete each labelled step.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1DAF27-7FD0-48F6-AEFE-E34D73B5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BABE7D-5453-43CA-8023-F41A7EC6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0F0CE3-22C7-4F96-A14D-EB17575E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49.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9FD407-0732-4CE7-A254-3B0A9706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3CCB16-E086-4479-9D78-71228F37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95AD65-CCE2-4D28-8139-4050C6A7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solution and explain why it satisfies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17485057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428D24-0CEE-4B05-BA77-CE0A51AA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3C1722-D3F9-4D57-927B-F4E84FB4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67EA26-5601-48B8-8847-42CFAA79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0173DE-6EF2-4BCE-923A-AE3EA091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CAD6A-80B0-4CBD-95AE-AE18F1D6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32FB6E-72BE-4053-A3F3-CC86857B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19B8DE-1E50-4985-B97B-6430159F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B8EDB8-0DD7-45A7-9EB2-C88D1150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F0A03-365A-4ABC-BB54-9AAF56E0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B88B8-B759-44C2-8276-CADAE06B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C54F4A-8B0E-41A4-B0FB-3F9B276E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49.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1DB38E-058E-4A45-AC55-2F43BAE1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FC8F7F-6DB3-4F85-9416-B8D2313D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solution and explain why it satisfies every condition.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6B657C-BE5E-4C35-BB23-B146BC26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997659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EFC0D1-9C37-4D29-A170-64B9DAB5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CC9CD7-4D26-4D91-A756-A13B667B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1CAA13-3A5F-484E-A23A-9262A11D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B1000-E8ED-4BA3-8245-2CE2DE6F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B9FE1A-22AA-49C8-843F-BBDA7931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76EDD-86FA-40E8-A19C-1A90F11B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94B99-ECBF-42D3-8C2D-603B0BF5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BB5E3-C954-4161-BEC0-E514938D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8267C6-6044-48D7-9779-1D5BF059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1F7CD2-75FD-482C-A62A-3B03BC9F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E02478-C92F-45DE-8435-B21531A6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58EAC-9B82-47F9-BFFA-6F777A87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85AEA-E9D4-495C-A325-98100271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D954B7-FAA1-43DC-B29B-40615F6E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07955-9B6B-4642-A514-2CDEFAF3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320 cm3.</a:t>
            </a:r>
          </a:p>
        </p:txBody>
      </p:sp>
    </p:spTree>
    <p:extLst>
      <p:ext uri="{BB962C8B-B14F-4D97-AF65-F5344CB8AC3E}">
        <p14:creationId xmlns:p14="http://schemas.microsoft.com/office/powerpoint/2010/main" val="13496779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73F4A-C998-4E1A-8308-85A3284F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9EFB50-4146-46A1-B8CD-3B9B7922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20BB12-CF22-4138-B4C3-FBDDB0A7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723667-CCF9-4C2A-AD7F-C23871EF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63C25-9A05-4989-8F74-A220FA2F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7087B6-8116-48B1-BB57-59B7E436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F68CF-85F8-4580-B3D0-9C0D75D1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A7CC54-9FBA-45D1-AB34-F30B4F63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463DF-10D2-478B-9BC3-B6CA256A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3681f45c53459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D1C5F-1003-4E8B-ACE3-82213B50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35FCD3-7060-4ED8-B87D-E38F153D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starts calculating before deciding what the problem asks and which information matters.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D1A6C1-5617-4FF5-A005-36935694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B8E572-5044-4F11-9329-CB7F5557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714F64-0EFA-460D-9B1D-0D530AF3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Represent the relationships first, label each subtotal and test the final answer against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20721073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D515B2-0FE4-45BA-9489-0CB98622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2B3B2-9F99-4F9A-A18C-CD35B352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47C0AE-F6AF-4EF7-8431-EA9DA93B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4EF6CF-BAB1-41A8-95FC-9143EBB2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4CA6CF-05A8-4EB7-9D36-CAD75438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253606-16BE-4534-8E53-7ED813B6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5A7DA6-417E-4803-9078-419DE176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E51A7B-87FC-4DBE-AB1B-C89C0D39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766510-4AAA-4394-86BF-3FBFA8356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26C86-AD54-43E3-8460-2E891104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C8BAE-C6EB-4A59-8D23-580E8F91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AD1F67-CFC3-4A9A-9BD2-779D09CE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C61E56-23DE-478A-AF87-6BFB610A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EDE9B4-635B-4D63-9AB2-6E9D95B6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24FF6F-46E5-4ABC-99A8-3668F8F4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246C66-756A-4493-A696-4A610734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675D80-FC89-4421-9845-56D6A268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0BDAC8-E061-468D-B282-3152F2AA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0E6DC7-1A55-434A-BCF6-E1B59F6D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CCABB7-D8FE-44BF-A8FC-986683F4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3AAF1A-14DA-4207-8A67-7002B210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320 cm3.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260357-9882-4C78-8469-5983632B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563452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9909DE-5D18-4075-9C3F-28DDC41A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60B9A-A239-44B1-9AA9-92BA2E49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8F4453-5C5F-46F6-B7CB-8D87DC69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A33AF-B1A5-482F-9066-67B77AA7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BCEA0-1073-4214-A9F2-9944E5B7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F77B2-49C4-497F-ACC8-BADB33D1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2DE50B-B869-426D-9B94-7678F005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982753-FEB3-4099-B53A-D11A6C03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1ADE5-BEAB-4258-9E6C-85093C78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BC7644-A921-46BF-9921-675C8D82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EF5EBC-4E2E-4543-ADB2-41FC0D7D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9F1913-B7A5-479D-82D2-568C9D58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7CD73F-A095-498B-AD1E-42FFF64D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pie-chart sector is 126 degrees and represents 42 pupils. How many pupils are in the survey?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E8D300-1035-4692-99C7-8CF29EEA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5DBF27-7407-44EF-86E6-DB7EB301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0AF3E0-0848-4496-86D7-70A2DE91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D1DF5C-A69F-4CB2-915F-02CB16E4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3B4732-646E-4B79-A30B-86795A34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8E5509-2492-4C1D-B334-FBF73842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A8C412-D559-4B1F-B58B-EDD087E2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1424A1-925E-4DBF-B836-B9B695C8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059828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166182-6EFA-4501-9957-3499C3DD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9B0395-0ECE-4E99-BA2F-7409A30F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A7284D-A2C5-4B9C-9B46-E889C4BB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B4564F-72EF-4E2F-BA61-D39E7DA3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5A40F-0B4B-4F6D-A979-F1573538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BB170A-9DC3-4208-B888-8BB827D2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91A7F-02F3-4258-816B-43AE10C4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3266A-ACDA-4643-B1E6-267EFD0F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A7761-8131-4391-80FF-7C4E34FA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9E7065-A4E9-4429-A1BC-0C25D955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Create two different calculations using 3/4, 0.6 and 25% that both give 30.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1F6792-A9B5-498B-8FCC-F1D65AC4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83190-508F-430E-B21B-AF5E96D4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938487-A758-400C-902B-AEB2B5C3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 and must preserve the stated values and give 30.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6121744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6558CD-4E41-4497-875A-D0BF23B9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5C907-063F-4B5A-BCC6-ED87E1D3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E6AB0-5890-412F-99B3-8180B390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0A515F-B06C-412E-9542-7514BB73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5EF030-CF3F-4EEA-A1EE-F0108BCE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91994-0C34-49A9-BCEA-EE32CE02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EE3054-8FDE-400B-AA79-03D7CAEE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9313C-055E-4E1F-BD1F-5D5C8453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CD784-BD67-4A59-AF4B-B2A75C7D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65709-FE0F-4B7D-85E4-BEDC60E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E45609-3BCB-4EFF-AE8A-0245EB5F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A783D1-FED6-44CD-BD2E-3A89B713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pie-chart sector is 126 degrees and represents 42 pupils. How many pupils are in the survey?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AE9FF6-4C95-439C-9797-5ECFD32B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AD799C-A110-4967-A0E6-B6666783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E9686-28BA-48EE-9470-F7E6586B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635EFE-5A64-4B50-A546-D110577F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120 pupils.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F4C0A-6E44-4837-82A1-457B50F6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1F0A9E-D69E-4370-AEA4-FCBDE400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00008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244225-52F6-4C2C-BBEA-E148E936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B001E1-009B-44A3-A23D-E1A9AEBC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18FC0-F979-4FBA-B175-D490CB9F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F9D6A4-0F10-4A6E-A126-7A7DC175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718F9E-E134-4F2D-BA5F-11ACCA93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A97FF9-8CA9-459C-AEBC-8A1CC14A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D2E71-5C40-46A6-8F55-B07612BE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15FA87-679A-42B6-80D7-2E8BECC7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C3E03F-356A-4B44-AD82-EB658015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0BE2C3-0526-4F17-BA2E-70F51BBB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6FEA07-923C-441A-ABCF-36770F21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E9CD97-E443-4614-BFF1-BC74F3E2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D815AF-0B26-4CFF-84C6-A687F41D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pie-chart sector is 126 degrees and represents 42 pupils. How many pupils are in the survey?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EDA06A-CC4C-455D-9E23-EF96A950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32E5F-60DF-4C7D-9793-0CD9DEE9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BBE803-17A5-4454-84B4-014579C5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EF0B3-F875-4845-9396-28A4EB9B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starts calculating before deciding what the problem asks and which information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507084-88B4-4A89-8288-48AD05CD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7D8911-EB5A-4299-9ACD-EB6AC955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D4C21F-AB04-4648-9AB5-5AACFCEB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2F499D-92A7-4446-9915-F1DF1E36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B2A4CD-4FD6-4867-BA12-816F9362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407897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2026-09-09T20:50:29.3710000Z</dcterms:created>
  <dcterms:modified xsi:type="dcterms:W3CDTF">2026-09-09T20:50:29.3710000Z</dcterms:modified>
</coreProperties>
</file>