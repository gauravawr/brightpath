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Solve multi-step number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number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D7062C7F-8091-4FB4-88F6-1B8C04544A9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multi-step number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930D34C-14D7-402A-AE83-278E2E0EB2A5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526399A-BA8C-40A5-9E65-E422223E2FC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F44B094-7008-4AF4-92EE-8DB78228880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84FAE01-A903-496A-940B-0A2EC3789B5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68BAB96-878B-4B33-9083-D47CE3342C9F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problems that connect number domains.</a:t>
            </a:r>
          </a:p>
        </p:txBody>
      </p:sp>
    </p:spTree>
    <p:extLst>
      <p:ext uri="{BB962C8B-B14F-4D97-AF65-F5344CB8AC3E}">
        <p14:creationId xmlns:p14="http://schemas.microsoft.com/office/powerpoint/2010/main" val="555823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151D3199-2D97-4F15-B7A9-575CE677F99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501143-F8C8-4C22-88EF-A1A4E21F579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3/5 of a number is 84. Find 35% of the number.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82694D0-F006-4E02-B842-4B4D8670B9C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549B4E9-F292-4890-AFB8-EAA40C81141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D9C52C7-AB9E-4262-A16A-0CC02CD9421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9EE1DD8-3CD7-44C3-9ED2-D258A7244188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84 ÷ 3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C072132-CC6D-4868-BD94-B5F96214B573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DBE121F-A052-4EC2-8DF0-C9868B0B3F55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28 × 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9EDC52B-DF9D-436E-BCA7-15666C808DA1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E2DC526-DBCD-40AD-B370-1C8B07DFCB30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× 35/100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35335E7-D9C7-4A8B-8084-DFE1EE117449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71345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3D6507D6-E363-47D0-8A24-4534849265A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07B1FAF-A6C6-4808-B45B-E7290256AC7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9F689D9-D244-4E4F-8B3B-8E755D25715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3/5 of a number is 114. Find 35% of the number.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34B0FFA-282C-44FD-BE1C-82939057F7F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CC96279-290A-4AAC-A9A9-670A94E4A2D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2225602-7D01-4EAA-A066-018D212B2E8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35D2FC1-0E6F-4031-A760-6451EF21025A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114 ÷ 3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E5A78D8-46D6-4808-8E87-35B1FD519A40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784C65F-CA93-4415-8BA1-3A661F1F60C3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38 × 5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3CC2D10-1298-44A0-986F-962D7A1CE552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190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E347251-7D21-432A-81AB-66784ED26110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190 × 35/100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8468519-F3D7-4185-A3F3-10530558C494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66.5</a:t>
            </a:r>
          </a:p>
        </p:txBody>
      </p:sp>
    </p:spTree>
    <p:extLst>
      <p:ext uri="{BB962C8B-B14F-4D97-AF65-F5344CB8AC3E}">
        <p14:creationId xmlns:p14="http://schemas.microsoft.com/office/powerpoint/2010/main" val="130228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EE2DECCB-59BE-4964-A5D4-5CA8DC1D6A0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15A44C8-1315-49FE-A2F0-56BEE34197B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3/5 of a number is 144. Find 35% of the number.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B682524-83F0-4BE8-89ED-88D326B25F0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109315D-09AE-4A7F-841B-04C37AA3548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1305E88-991C-4A25-AA87-E740F1769DF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D4CEB0B-B535-420F-814D-3B9DDA775BBA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144 ÷ 3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8DA7134-8B14-4DED-9BB4-AABD34AC5F09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EF07B24-C121-4FD6-8C86-B6CF7A94094F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 × 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A00E5BC-465A-4975-81B6-5E1006D01328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184E6E7-D5C8-491C-929C-4A9AE9556E41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240 × 35/100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7344271-7FD2-4DBE-AA83-E24F31E94CF9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84</a:t>
            </a:r>
          </a:p>
        </p:txBody>
      </p:sp>
    </p:spTree>
    <p:extLst>
      <p:ext uri="{BB962C8B-B14F-4D97-AF65-F5344CB8AC3E}">
        <p14:creationId xmlns:p14="http://schemas.microsoft.com/office/powerpoint/2010/main" val="175856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CED29CF1-3F57-4DCD-842E-F73A8517D1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A5EA358-6D46-40B5-A085-CD008FB7EC7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2D8DB6C-661B-4D61-9419-9F04CF73DDC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3/5 of a number is 174. Find 35% of the number.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FB08AD4-53D1-4555-A4B2-491EE33B9A7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AE70C6B-7994-4548-98A1-274DC7CF2AD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213CC57-1F03-4462-A6E3-0267BAE1C58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C9B07EA-0FAA-4427-B573-4703AC211DFE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174 ÷ 3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7CE51E1-F13A-4DA7-8323-713049AA6E77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FB3BFB6-B425-4980-9E02-E2EC963CB448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58 × 5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A5A2902-0137-467C-9EBA-62E30706ED80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290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F4D44DC-B97E-4DE9-BD65-E36E4AF2305B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290 × 35/100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D66AE0B-040F-4760-9208-A4CDC5C788AB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101.5</a:t>
            </a:r>
          </a:p>
        </p:txBody>
      </p:sp>
    </p:spTree>
    <p:extLst>
      <p:ext uri="{BB962C8B-B14F-4D97-AF65-F5344CB8AC3E}">
        <p14:creationId xmlns:p14="http://schemas.microsoft.com/office/powerpoint/2010/main" val="791516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C4D3A19A-8AAE-4D3A-B275-9D7FE45C616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DF8BFCB-DEC0-45C6-A93B-E6E7D6E6F37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ECE3816-004F-4253-8525-C428548D854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24FF11D-CE41-4915-8119-4B3E51CE899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2F5289F-7E74-49B5-BF80-4A4C70BC42C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2A47AF3-74FB-4C76-AEB2-184CF559D64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16C2AE5-B696-420B-A476-A5FDE3B8CB4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BCA618C-D36C-4C83-8F19-ABF8906C930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1FA66BC-71D6-48FA-B9C8-A83C74BAB73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04AA797-6188-42CD-840F-48541EAAC2C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486CCEB-F687-402E-A3BF-3AB8C5E80B3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E331F6C-DE7E-45C2-AF9C-7B5764A893D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BBD6FF0-4AA1-4C66-9CF1-C230FC423079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1CC9823-9C71-4A6A-BC2E-A194540AF2C7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Three fifths of a number is 84. Find 35% of the number.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4B0A095-6019-4944-ACD9-DF920CE11A0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799B169-7A82-41CA-A150-1D4D7D7C97D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cuboid is 12 cm by 8 cm by 5 cm. A third of its volume is filled. What volume remains empty?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A148AA6-493A-4689-8F9A-7610C06ACADC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A61B5A1-08FA-42E7-B3D4-F4738D8A40AC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8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8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pie-chart sector is 126 degrees and represents 42 pupils. How many pupils are in the survey?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2B28E4A-FAB9-4892-9A40-72670C24C60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BA220C1-D109-4C72-BE3E-48809D3905A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Create two different calculations using 3/4, 0.6 and 25% that both give 30.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4D4B921-F49C-481B-92C0-CF5B1CCAE835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BF176DE-01C2-48A2-894B-D31C0E1B056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starts calculating before deciding what the problem asks and which information matters.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BE9501A-F665-48A3-AF26-DF73879AD14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A62380D-1A31-46F2-8CCD-E8A26B736BC5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18ADEB4-67A4-4130-B4BD-839864D8563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FDC0F88-B473-4281-B194-6181216DF2B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pie-chart sector is 126 degrees and represents 42 pupils. How many pupils are in the survey?</a:t>
            </a:r>
          </a:p>
        </p:txBody>
      </p:sp>
    </p:spTree>
    <p:extLst>
      <p:ext uri="{BB962C8B-B14F-4D97-AF65-F5344CB8AC3E}">
        <p14:creationId xmlns:p14="http://schemas.microsoft.com/office/powerpoint/2010/main" val="752052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2E08B91B-569F-45EA-B7EC-39EAE1BE0C4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098FF60-25DF-48FE-BEAC-EE769558C1F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56DEEFE-4E98-4255-AC30-6A1E9D5504A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CB63615-A935-4BD1-A2A3-B0A388943B7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number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449F7E8-F965-40A7-9372-4F0C03B7972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95A6769-52B5-4E05-90C4-7007E085E4F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EE4BC8C-5A16-4542-B6AE-0250E520F96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49.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A6AF783-59AC-4741-B338-AE138B9B377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BF3D698-E6B7-4FF3-89F7-F2CDC58B988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320 cm3.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1F12B8E-7AE8-4BD4-9140-6801981DE91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82C468E-18C3-4E50-BB87-A569AE6D39C5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120 pupils.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E10E1D8-0C4C-4BE0-9596-8C5E9F23C36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022F5FB-598E-4AE2-99C1-4AF28057A08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49.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7D4A303-87B2-4CBA-B68A-EF1E67E53972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A70A176-C224-456F-82AA-402088201A2B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320 cm3.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F448E17-6F59-499E-B41A-4ABE2C5C487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8951EFC-134C-4389-932C-992849E4536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120 pupils.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5B953D1-8347-4FC5-A0B7-B07E85E3FE2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66D9A40-6AF7-483B-AED9-FE3BC9F3602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 and must preserve the stated values and give 30.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CDB5D1D-4C58-41BA-BE98-2CF1C38CA65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6B3128C-4F41-4D5A-8151-9B7D37CEA592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F486086-50FC-4B59-8F38-B3AB0C3BF0D9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9CDEAB3-65CF-4B3D-BA1C-68944CD87C0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38F7F54-D1CC-43FB-A015-C6E6D696D720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96F2EDD-D7DD-4F04-9232-6DCAC688169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1900018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1048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2026-09-14T13:19:22Z</dcterms:created>
  <dcterms:modified xsi:type="dcterms:W3CDTF">2026-09-14T13:21:12Z</dcterms:modified>
</cp:coreProperties>
</file>