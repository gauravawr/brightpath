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ea3f724102400a" /><Relationship Type="http://schemas.openxmlformats.org/officeDocument/2006/relationships/extended-properties" Target="/docProps/app.xml" Id="R0648d7cb3b5b4aec" /><Relationship Type="http://schemas.openxmlformats.org/officeDocument/2006/relationships/officeDocument" Target="/ppt/presentation.xml" Id="R2c76ac35f1734c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4abb59f89a46a9"/>
  </p:sldMasterIdLst>
  <p:notesMasterIdLst>
    <p:notesMasterId xmlns:r="http://schemas.openxmlformats.org/officeDocument/2006/relationships" r:id="Rb2990b8dc2e74b9f"/>
  </p:notesMasterIdLst>
  <p:sldIdLst>
    <p:sldId xmlns:r="http://schemas.openxmlformats.org/officeDocument/2006/relationships" id="256" r:id="R068f2c0cb0004fea"/>
    <p:sldId xmlns:r="http://schemas.openxmlformats.org/officeDocument/2006/relationships" id="257" r:id="Rd6aa907d9d484f59"/>
    <p:sldId xmlns:r="http://schemas.openxmlformats.org/officeDocument/2006/relationships" id="258" r:id="R35b1a0cc76e94702"/>
    <p:sldId xmlns:r="http://schemas.openxmlformats.org/officeDocument/2006/relationships" id="259" r:id="R174b23010be44e13"/>
    <p:sldId xmlns:r="http://schemas.openxmlformats.org/officeDocument/2006/relationships" id="260" r:id="R0304af6443d445b5"/>
    <p:sldId xmlns:r="http://schemas.openxmlformats.org/officeDocument/2006/relationships" id="261" r:id="R24dbfd5799174a73"/>
    <p:sldId xmlns:r="http://schemas.openxmlformats.org/officeDocument/2006/relationships" id="262" r:id="R5c65f7504efd4a71"/>
    <p:sldId xmlns:r="http://schemas.openxmlformats.org/officeDocument/2006/relationships" id="263" r:id="R3e8ccb2868294283"/>
    <p:sldId xmlns:r="http://schemas.openxmlformats.org/officeDocument/2006/relationships" id="264" r:id="R38d2ac42daa048fb"/>
    <p:sldId xmlns:r="http://schemas.openxmlformats.org/officeDocument/2006/relationships" id="265" r:id="R9c3b118aac9b4bb2"/>
    <p:sldId xmlns:r="http://schemas.openxmlformats.org/officeDocument/2006/relationships" id="266" r:id="R0932d0b66c314289"/>
    <p:sldId xmlns:r="http://schemas.openxmlformats.org/officeDocument/2006/relationships" id="267" r:id="R5410cbd94b654e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287dbcfb1b4d12" /><Relationship Type="http://schemas.openxmlformats.org/officeDocument/2006/relationships/slideMaster" Target="/ppt/slideMasters/slideMaster1.xml" Id="Rdc4abb59f89a46a9" /><Relationship Type="http://schemas.openxmlformats.org/officeDocument/2006/relationships/notesMaster" Target="/ppt/notesMasters/notesMaster1.xml" Id="Rb2990b8dc2e74b9f" /><Relationship Type="http://schemas.openxmlformats.org/officeDocument/2006/relationships/presProps" Target="/ppt/presProps.xml" Id="R9431620e5ee2410b" /><Relationship Type="http://schemas.openxmlformats.org/officeDocument/2006/relationships/tableStyles" Target="/ppt/tableStyles.xml" Id="Rfeb7df05d3c249ef" /><Relationship Type="http://schemas.openxmlformats.org/officeDocument/2006/relationships/slide" Target="/ppt/slides/slide1.xml" Id="R068f2c0cb0004fea" /><Relationship Type="http://schemas.openxmlformats.org/officeDocument/2006/relationships/slide" Target="/ppt/slides/slide2.xml" Id="Rd6aa907d9d484f59" /><Relationship Type="http://schemas.openxmlformats.org/officeDocument/2006/relationships/slide" Target="/ppt/slides/slide3.xml" Id="R35b1a0cc76e94702" /><Relationship Type="http://schemas.openxmlformats.org/officeDocument/2006/relationships/slide" Target="/ppt/slides/slide4.xml" Id="R174b23010be44e13" /><Relationship Type="http://schemas.openxmlformats.org/officeDocument/2006/relationships/slide" Target="/ppt/slides/slide5.xml" Id="R0304af6443d445b5" /><Relationship Type="http://schemas.openxmlformats.org/officeDocument/2006/relationships/slide" Target="/ppt/slides/slide6.xml" Id="R24dbfd5799174a73" /><Relationship Type="http://schemas.openxmlformats.org/officeDocument/2006/relationships/slide" Target="/ppt/slides/slide7.xml" Id="R5c65f7504efd4a71" /><Relationship Type="http://schemas.openxmlformats.org/officeDocument/2006/relationships/slide" Target="/ppt/slides/slide8.xml" Id="R3e8ccb2868294283" /><Relationship Type="http://schemas.openxmlformats.org/officeDocument/2006/relationships/slide" Target="/ppt/slides/slide9.xml" Id="R38d2ac42daa048fb" /><Relationship Type="http://schemas.openxmlformats.org/officeDocument/2006/relationships/slide" Target="/ppt/slides/slide10.xml" Id="R9c3b118aac9b4bb2" /><Relationship Type="http://schemas.openxmlformats.org/officeDocument/2006/relationships/slide" Target="/ppt/slides/slide11.xml" Id="R0932d0b66c314289" /><Relationship Type="http://schemas.openxmlformats.org/officeDocument/2006/relationships/slide" Target="/ppt/slides/slide12.xml" Id="R5410cbd94b654e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dd4a32d57c42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75bfc187a1409f" /><Relationship Type="http://schemas.openxmlformats.org/officeDocument/2006/relationships/notesMaster" Target="/ppt/notesMasters/notesMaster1.xml" Id="R5fdddff9dff245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b5761ddf9d4605" /><Relationship Type="http://schemas.openxmlformats.org/officeDocument/2006/relationships/notesMaster" Target="/ppt/notesMasters/notesMaster1.xml" Id="R46bd1a62d08e44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2cec7953bd4b61" /><Relationship Type="http://schemas.openxmlformats.org/officeDocument/2006/relationships/notesMaster" Target="/ppt/notesMasters/notesMaster1.xml" Id="Rea856bf087334b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508ad7a8d646c8" /><Relationship Type="http://schemas.openxmlformats.org/officeDocument/2006/relationships/notesMaster" Target="/ppt/notesMasters/notesMaster1.xml" Id="Rc372ebc0402d47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7a668a185324991" /><Relationship Type="http://schemas.openxmlformats.org/officeDocument/2006/relationships/notesMaster" Target="/ppt/notesMasters/notesMaster1.xml" Id="R7f1348ee93b946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99bfca13214222" /><Relationship Type="http://schemas.openxmlformats.org/officeDocument/2006/relationships/notesMaster" Target="/ppt/notesMasters/notesMaster1.xml" Id="R37e0a90d903f44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fd3440d82349bf" /><Relationship Type="http://schemas.openxmlformats.org/officeDocument/2006/relationships/notesMaster" Target="/ppt/notesMasters/notesMaster1.xml" Id="R2d8216dc93b14c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eaa506db904fae" /><Relationship Type="http://schemas.openxmlformats.org/officeDocument/2006/relationships/notesMaster" Target="/ppt/notesMasters/notesMaster1.xml" Id="R394b9716721848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1afef977fd4978" /><Relationship Type="http://schemas.openxmlformats.org/officeDocument/2006/relationships/notesMaster" Target="/ppt/notesMasters/notesMaster1.xml" Id="R7160a01f1c3445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00333e445d49d0" /><Relationship Type="http://schemas.openxmlformats.org/officeDocument/2006/relationships/notesMaster" Target="/ppt/notesMasters/notesMaster1.xml" Id="R818a7be40b6840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42bfd03fd44ff0" /><Relationship Type="http://schemas.openxmlformats.org/officeDocument/2006/relationships/notesMaster" Target="/ppt/notesMasters/notesMaster1.xml" Id="Rb2f128ab82ae48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7dc27c5c184695" /><Relationship Type="http://schemas.openxmlformats.org/officeDocument/2006/relationships/notesMaster" Target="/ppt/notesMasters/notesMaster1.xml" Id="Rf9e57d394f5c4e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244.8.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Answers vary and must preserve the stated values and give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244.8..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320 cm3.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49.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1088e9a8b4b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4228c87d0d4977" /><Relationship Type="http://schemas.openxmlformats.org/officeDocument/2006/relationships/slideLayout" Target="/ppt/slideLayouts/slideLayout1.xml" Id="R6fa7e17745b3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a7e17745b3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6b226160a48b3" /><Relationship Type="http://schemas.openxmlformats.org/officeDocument/2006/relationships/notesSlide" Target="/ppt/notesSlides/notesSlide1.xml" Id="R347b74e78ce54b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3b86d4ccd4338" /><Relationship Type="http://schemas.openxmlformats.org/officeDocument/2006/relationships/notesSlide" Target="/ppt/notesSlides/notesSlide2.xml" Id="R2535e539794a41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f58ebd4004d90" /><Relationship Type="http://schemas.openxmlformats.org/officeDocument/2006/relationships/notesSlide" Target="/ppt/notesSlides/notesSlide3.xml" Id="Rd27517c5cb7241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b312b54fc4718" /><Relationship Type="http://schemas.openxmlformats.org/officeDocument/2006/relationships/notesSlide" Target="/ppt/notesSlides/notesSlide4.xml" Id="Rf37ee91d00d343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a4f932c284bb9" /><Relationship Type="http://schemas.openxmlformats.org/officeDocument/2006/relationships/notesSlide" Target="/ppt/notesSlides/notesSlide5.xml" Id="R1d5314e3a9484a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cd822fdd1448c" /><Relationship Type="http://schemas.openxmlformats.org/officeDocument/2006/relationships/notesSlide" Target="/ppt/notesSlides/notesSlide6.xml" Id="R7a0f3d0b26c843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d8f563eff4da0" /><Relationship Type="http://schemas.openxmlformats.org/officeDocument/2006/relationships/image" Target="/ppt/media/image.png" Id="R4ba8a84221a840e9" /><Relationship Type="http://schemas.openxmlformats.org/officeDocument/2006/relationships/notesSlide" Target="/ppt/notesSlides/notesSlide7.xml" Id="R23e1db8556ad4c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cc7b341e74ebc" /><Relationship Type="http://schemas.openxmlformats.org/officeDocument/2006/relationships/notesSlide" Target="/ppt/notesSlides/notesSlide8.xml" Id="R8b689a92a2b84d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d3554ccd14c71" /><Relationship Type="http://schemas.openxmlformats.org/officeDocument/2006/relationships/notesSlide" Target="/ppt/notesSlides/notesSlide9.xml" Id="Re491fbf6071c4e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2fca84fff4560" /><Relationship Type="http://schemas.openxmlformats.org/officeDocument/2006/relationships/notesSlide" Target="/ppt/notesSlides/notesSlide10.xml" Id="R1a6fef9b3d2141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21000aef444d1" /><Relationship Type="http://schemas.openxmlformats.org/officeDocument/2006/relationships/notesSlide" Target="/ppt/notesSlides/notesSlide11.xml" Id="R5921c2fd8c3e4d9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f89ff9b2344de" /><Relationship Type="http://schemas.openxmlformats.org/officeDocument/2006/relationships/notesSlide" Target="/ppt/notesSlides/notesSlide12.xml" Id="R7c2dd76d5d3d45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DAF72-D902-47B9-87B2-F6D1DCB9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EF485-B70B-49A9-8262-23E061F2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EE7DC-8579-4C6E-920B-0419EF6D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A45F8-BF6B-41B9-8177-FD1B512E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70579-3CF8-47A1-80EE-F299CB8E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CF4EB-AF13-4406-A5B8-76AB69D6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C5DC5-42BF-42A0-A893-21B94057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8FB1E-9055-4FED-98A7-BDBBFD3C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create, compare and improve mathematical solutions.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92DE1-09C6-432B-BE15-761A6670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24224-33BE-4479-A165-81B8B631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340A87-0922-404D-8E4A-40F49687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84987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C8C859-53BB-4287-AAC3-488CD099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C03FE-C5CA-4011-9976-F1F801B4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9E698-4E23-487C-AC2A-4CE9651C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D29E2-6990-4CAF-8B5F-C363538B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1C7A6-48A8-41DB-962D-7A5C130D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618D0-0864-48AE-9993-4AC75560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DE9BA-03B6-48ED-9A4B-B66C1D4D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F82C6-0D49-4AE7-8B69-4CB5B6BD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91C09-8EDC-4D7F-8FEB-253C31BB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F659E-1F71-4E5F-8F5A-746C192D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A6D161-6543-4F84-839C-476D5085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5BA04-1B6C-49E4-9042-F4CC08E0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5899C-73BB-4B46-A55F-EE42FB9A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5EF78F-448A-4A46-92A4-B3951486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9CE458-4A05-4A8D-8796-44AAA107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6F131-CC1C-4C4C-8FFB-52BE74B9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792F8-0A8F-4F63-8E39-2CAA7CD1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AB323A-2A1F-4BAE-A900-C4A33EA8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A422D-DAF6-4EB1-A15F-5C490E2F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D3F909-B269-4451-A63D-23B441FA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3DFD2C-6658-4A1D-B67B-D87F67FD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Create two different calculations using 3/4, 0.6 and 25% that both give 30.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60E5F0-AC53-494F-BAEC-1D5CFC3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759122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1AB020-EC12-4645-82F5-8A628AC3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45F3F-BA2F-4409-B711-3891884F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D7E16-6280-4FB1-8DCA-A3833AD3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F4359-1E4E-48B4-9D47-0DFB4FB1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3EEE1-6A4C-472A-858F-C92132D5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E0E67-4288-458D-A1C1-22BFC709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3022A-D48D-4724-A40E-EFC79B4F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AEDA3E-0EB6-418E-990D-6B446A64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174A3-0BAD-4DB0-9CD3-AC4A2C38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75FD1-6902-4760-AF48-A690E501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create, compare and improve mathematical solutions.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38F47-AB44-4C18-8C28-30A9A5C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135652-7D7F-431F-BB2A-2BBD6DEB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59A42-88B7-4A95-9728-01C45A87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CF563-5BDB-4716-A9FB-DE2531B1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9E771-EBDC-45B2-8DE8-33C70059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17462602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EB1617-C46C-464A-B6F6-0D4B0F65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B2ABA-85D3-4169-A22A-47D759F5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B2A08-89D2-4849-B490-D2B543A8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0D211-C8AC-4818-B534-1E150395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36ADB-6A0E-4C9D-8A9B-3764503C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96245-D3C3-465A-9E14-CDCCEE3D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1AA965-3D24-43B8-8DC4-C43CE2B0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6630A1-9686-44DB-8E7E-CB1895EF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A10A2-29A5-436D-8974-19A063C4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6896F-ECBC-42F7-A621-4274DCD0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DD83A-7EF8-4F35-B10A-64B6A898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3293B3-6DA4-43EB-9B23-2C69EC96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38FC8-8C00-4335-87D2-73E67AA0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goal, constraints and useful information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C7220-224E-43D6-A987-DA28DFC2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E3588-5696-4054-B2F7-F079B3F1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B0BB5-F6B5-4193-841E-7D691B27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Choose a representation and complete each labelled step.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2377B-1A50-450D-9E87-F2967C60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350EA3-FEE2-424E-BF4E-5FC94031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145C90-DDF4-4A70-89D5-781D16CE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Answers vary and must preserve the stated values and give 30.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EBA8D-A356-4432-8809-B5E1D5C8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7C7863-D40C-416C-B048-9DBACE72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8C492E-8EB3-4F0F-AFDE-8AA3AFFB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solution and explain why it satisfies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20547851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E68BD7-ED6A-4296-838C-25593A0E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C61AC-A4D2-4578-861D-F658E3C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85261-5E87-4221-9252-0309B447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2896E-F5EE-4474-AEE1-75578E88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FF81A-2E3E-48FB-BBFD-8EE13633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9BAC6-C1F8-4417-968E-11B6546B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C2D30-8AD1-418E-8AC5-8EC3C535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E0729A-71EC-4198-AAD3-8F6D1860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CC4CE4-19AF-4FD0-AB0A-6F7D44AA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6D252-43B6-47A7-A196-B2764AC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2EBCD-7CE5-4E88-A05F-BDDC37D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Answers vary and must preserve the stated values and give 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00A10-EE99-425B-B357-C7392DDD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82252-3507-4A43-A3D1-5FBFBA4C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72DE2-5C83-4D8A-BD5D-686B150B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436580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7E2D15-19E2-49DE-872F-84131C82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DC641-5518-4034-A227-6848DD0C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7AB91-8EF8-4193-B0CA-651F87D1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91427-17A6-47A6-8E74-EE250E59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01117-9975-4C65-AABA-65D1983E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DFB53-8B45-4717-8CCD-BF103F79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00E27-3F39-471F-8E2F-18B6BB9F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F5C42-2E77-45F3-9A5C-3A31DFD8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BE061-B02D-470C-A368-0D454F38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8AE66-2DD2-4121-9DEA-F52D986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A2F36-A106-40FC-8EFF-6EC2F4F4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7023D-67A4-48CC-8946-63613CDC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6F62F9-839D-4FFD-A6B9-24C7FFE0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1C002-5E1D-4636-98D6-FCAB7C8F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2BC6A-A302-4919-B67E-DAE4FC49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244.8.</a:t>
            </a:r>
          </a:p>
        </p:txBody>
      </p:sp>
    </p:spTree>
    <p:extLst>
      <p:ext uri="{BB962C8B-B14F-4D97-AF65-F5344CB8AC3E}">
        <p14:creationId xmlns:p14="http://schemas.microsoft.com/office/powerpoint/2010/main" val="7853168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3C21A0-9D59-4C81-A806-E215A053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D094E-3279-442C-9638-108AD0F4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87F85-82DA-4730-9D32-CA220B76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BFAFE-4267-42E4-9CC3-4A435802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A8ED4-397A-4A77-8B7C-4CA52802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27C18-B60E-433B-BC0F-D51CCFDF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D6DC0-787B-484C-A7F0-D83C34D7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D8C02-534A-4B13-8FAF-EB6D9F84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D8F49-536F-456E-B052-D2F9B04A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8a84221a840e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11E76-6905-4EE8-A1C9-CDC970FB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A7F77-45BA-4252-851B-E577FF48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3E602-F9F6-42BC-88D9-892BD3D1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FF4146-B23A-4C0B-9C4E-81B5FD65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D6F7C-2099-4FF9-9933-BA4602B1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5530105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81D3E9-EAC2-467E-AEEF-0ACBF9C6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5E37F-AB33-473E-A67E-0509BEBB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B4D62F-51E8-48CE-955A-E9960CC9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2DCE5-7205-43DF-BEC5-32060457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9649A-2F66-4510-A825-979387DF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E2BC7-0AF0-4D3C-AA1E-722FBB93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6001F-130C-4C85-8927-B0502729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A79B1-D2CA-4DD8-9BDB-A8660147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86D71-E403-4E57-B325-784367EA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6904B2-D1B0-413A-9C9C-3B5066EA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A9040-C3A6-4344-A598-602D6C77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CD8446-FBCC-4E5B-8F7F-F641C14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BB383-824C-4C00-AD73-197BA058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AB5C1-540C-4038-8C71-92DC409B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9AE37-CA6C-4332-BFDB-5D1ED54A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5BFE1-51F2-46B4-AB41-42BE14F5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8EA1BF-1DD3-4B38-87AD-3DECEAE0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006DA2-6CC0-445A-A0AB-EF5E346A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43A34-98DE-4361-ABDA-2C5AF0F3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A7C45A-6092-4AD2-AFF9-C6A2E944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02C99C-AAC0-4DE9-A837-5D01DFFD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244.8.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1AC7F-B5C1-42DD-A1E9-87BE569E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213192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5870A1-D999-41CD-86D7-B1A80F8F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41A92-2FE1-4797-A4AA-6FCBA950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38061-977A-45CA-8947-1BC34862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A2571-CA47-45FF-A5D4-B9BE437D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48652-D102-473B-AD1D-21340FF0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BBC5D3-96DE-4E79-86DE-2D43831B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35C75-CCAE-4A4C-85C8-86823483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C589B-3AE6-48F1-8900-2EB04E45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3243A-A43A-4BC2-9417-1D47EB21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9FDE69-BF41-434E-9D03-E05C607E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65389-DFC5-4EA8-A791-79138F56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8A528-96C2-4986-8268-F26BBF00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041E14-1FE8-48F5-A983-16459507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920CE2-8F04-4B7C-B432-86AC8BAB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39AF3-EA85-46A4-B50E-702D8B3F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41AA7-1555-4026-A496-193F30DA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76A6B-D98E-40DC-AE0F-F66756B3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2721A3-457D-4055-8B08-4AC0F2E8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18F67-D898-4336-BA7E-C7094A38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0A684-B506-4896-98C1-07C93CCB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902870-435B-44B1-958B-723F0813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918069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03B4F-4557-4E28-A1AD-998EC57F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40827-3C88-4FE2-8909-2E5F52F7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017D40-48A5-4A00-9810-A1313EC9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DBC37-82C4-4F45-BD3E-7E628646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64A77-C2C9-430A-8212-DF0EBC40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787F3-8D6D-46A7-B7B5-C1B87D69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1F4FCA-4179-4B71-BEC5-A20FDFEB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EFBCA-5353-4D22-A5E9-9330BF85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92808-F9CF-49BF-982B-A0C2D8BA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2CAF9-C208-45E8-A65B-5F2A50EC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is 12 cm by 8 cm by 5 cm. A third of its volume is filled. What volume remains empty?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09278-871C-48AC-BD16-3E1033D3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7AA5CF-5DEB-424F-BD83-23E5E006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715E6-23C7-472B-A8A0-3FF5462D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320 cm3.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41422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89B492-6E6D-4F39-A9C9-8AC9A8E5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2CE20-8C75-4B10-8D05-742AF4D2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6C154-1C8D-4466-A15D-644C0954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A9328-9E92-4902-AAFB-496848E5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2FD6D-D763-43B3-AB12-19E25184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71F7A-1A0C-4275-917C-DEF7F96E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656DB-0EFE-433C-8741-4C1BE38C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956A6-7068-4B6A-99B8-667054B4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A7F3A-113F-4076-922B-2843F96B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E7D05-A20F-4D3D-9286-4F491806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21F7E-6CD2-4F76-832F-75F72A7E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CC34F-F45A-4004-BFF3-76FF7092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78323-E961-4EBE-9012-A170C955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BC16B-5D91-47CE-B18E-C3DAF7E6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87E423-043D-4D03-9E9E-489E6AEE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B9611C-96BE-4A4C-A416-FBBA0438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8BF1C3-3C82-49CA-A5EE-B4C10EC5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BB9311-A1F4-487E-A848-2A7F9EBB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856969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E38BAE-3760-4F77-B849-3D7581CE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5CF79-2BA8-4F18-9C6E-8C731CFF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65E9C8-5A94-4082-A974-9A47F017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BD156-E669-4AF9-9CC0-8F357F47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4A0CD-DBB3-48AF-92B6-EBD7C1FA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D85E9-1157-436F-84BA-DD39745B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76B56-D09D-420A-BF30-B86D020A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6BB29-F7BC-45A0-8D30-E59E3476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3872A-D435-4B23-9F1F-4E79B81B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8FB16-141B-4834-94F2-7BB62266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FF5A20-6826-4CD0-A50E-CBDF3DB8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3560B-C88A-484F-8AFD-EC9C7517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133487-C6DA-4E6E-BC1F-0ED8B528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D1FD7-E33E-4721-99D9-5577D4AB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E2C57-9745-46F2-A806-EA264090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261BBA-9E23-4F47-9F0D-4FF8F654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F7B484-6BCA-486B-B4D6-6FAFD076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958AAB-9D57-4448-A92C-2E7E712A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E621FB-C696-4D1D-B71E-7D0D79F5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6E3FCF-8307-44D3-AB8D-045027B3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9DA90-A286-4FAE-89D2-4BEDAD62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5D24C-5E20-45AA-8726-CD737AD5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521976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2026-09-09T20:50:32.6550000Z</dcterms:created>
  <dcterms:modified xsi:type="dcterms:W3CDTF">2026-09-09T20:50:32.6550000Z</dcterms:modified>
</coreProperties>
</file>