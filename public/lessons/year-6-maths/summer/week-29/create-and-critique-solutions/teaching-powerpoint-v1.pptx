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2e065b52e884dfd" /><Relationship Type="http://schemas.openxmlformats.org/officeDocument/2006/relationships/extended-properties" Target="/docProps/app.xml" Id="R2e0121aeb28a4b6b" /><Relationship Type="http://schemas.openxmlformats.org/officeDocument/2006/relationships/officeDocument" Target="/ppt/presentation.xml" Id="R882adfbe902c4bb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8fcc6b492244937"/>
  </p:sldMasterIdLst>
  <p:notesMasterIdLst>
    <p:notesMasterId xmlns:r="http://schemas.openxmlformats.org/officeDocument/2006/relationships" r:id="R8c07f1fa1f2e48c0"/>
  </p:notesMasterIdLst>
  <p:sldIdLst>
    <p:sldId xmlns:r="http://schemas.openxmlformats.org/officeDocument/2006/relationships" id="256" r:id="Rf465b58f45264448"/>
    <p:sldId xmlns:r="http://schemas.openxmlformats.org/officeDocument/2006/relationships" id="257" r:id="Re34a8706360f45fa"/>
    <p:sldId xmlns:r="http://schemas.openxmlformats.org/officeDocument/2006/relationships" id="258" r:id="R8a92ab36f3ea449d"/>
    <p:sldId xmlns:r="http://schemas.openxmlformats.org/officeDocument/2006/relationships" id="259" r:id="R0d30300334f1484c"/>
    <p:sldId xmlns:r="http://schemas.openxmlformats.org/officeDocument/2006/relationships" id="260" r:id="R0c3ff1fed0c1419d"/>
    <p:sldId xmlns:r="http://schemas.openxmlformats.org/officeDocument/2006/relationships" id="261" r:id="R31ac8b4c6d4c41c0"/>
    <p:sldId xmlns:r="http://schemas.openxmlformats.org/officeDocument/2006/relationships" id="262" r:id="R8310ca4f54ab436c"/>
    <p:sldId xmlns:r="http://schemas.openxmlformats.org/officeDocument/2006/relationships" id="263" r:id="Redde877dcb4040cb"/>
    <p:sldId xmlns:r="http://schemas.openxmlformats.org/officeDocument/2006/relationships" id="264" r:id="Ra0ce01e0272c4275"/>
    <p:sldId xmlns:r="http://schemas.openxmlformats.org/officeDocument/2006/relationships" id="265" r:id="Reff94741295b42c3"/>
    <p:sldId xmlns:r="http://schemas.openxmlformats.org/officeDocument/2006/relationships" id="266" r:id="R193869e813b54d05"/>
    <p:sldId xmlns:r="http://schemas.openxmlformats.org/officeDocument/2006/relationships" id="267" r:id="R49c943233a0b4b5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07df9d99af8492c" /><Relationship Type="http://schemas.openxmlformats.org/officeDocument/2006/relationships/slideMaster" Target="/ppt/slideMasters/slideMaster1.xml" Id="Ra8fcc6b492244937" /><Relationship Type="http://schemas.openxmlformats.org/officeDocument/2006/relationships/notesMaster" Target="/ppt/notesMasters/notesMaster1.xml" Id="R8c07f1fa1f2e48c0" /><Relationship Type="http://schemas.openxmlformats.org/officeDocument/2006/relationships/presProps" Target="/ppt/presProps.xml" Id="Rd99b0c751e024f88" /><Relationship Type="http://schemas.openxmlformats.org/officeDocument/2006/relationships/tableStyles" Target="/ppt/tableStyles.xml" Id="R2506bf5f969341e3" /><Relationship Type="http://schemas.openxmlformats.org/officeDocument/2006/relationships/slide" Target="/ppt/slides/slide1.xml" Id="Rf465b58f45264448" /><Relationship Type="http://schemas.openxmlformats.org/officeDocument/2006/relationships/slide" Target="/ppt/slides/slide2.xml" Id="Re34a8706360f45fa" /><Relationship Type="http://schemas.openxmlformats.org/officeDocument/2006/relationships/slide" Target="/ppt/slides/slide3.xml" Id="R8a92ab36f3ea449d" /><Relationship Type="http://schemas.openxmlformats.org/officeDocument/2006/relationships/slide" Target="/ppt/slides/slide4.xml" Id="R0d30300334f1484c" /><Relationship Type="http://schemas.openxmlformats.org/officeDocument/2006/relationships/slide" Target="/ppt/slides/slide5.xml" Id="R0c3ff1fed0c1419d" /><Relationship Type="http://schemas.openxmlformats.org/officeDocument/2006/relationships/slide" Target="/ppt/slides/slide6.xml" Id="R31ac8b4c6d4c41c0" /><Relationship Type="http://schemas.openxmlformats.org/officeDocument/2006/relationships/slide" Target="/ppt/slides/slide7.xml" Id="R8310ca4f54ab436c" /><Relationship Type="http://schemas.openxmlformats.org/officeDocument/2006/relationships/slide" Target="/ppt/slides/slide8.xml" Id="Redde877dcb4040cb" /><Relationship Type="http://schemas.openxmlformats.org/officeDocument/2006/relationships/slide" Target="/ppt/slides/slide9.xml" Id="Ra0ce01e0272c4275" /><Relationship Type="http://schemas.openxmlformats.org/officeDocument/2006/relationships/slide" Target="/ppt/slides/slide10.xml" Id="Reff94741295b42c3" /><Relationship Type="http://schemas.openxmlformats.org/officeDocument/2006/relationships/slide" Target="/ppt/slides/slide11.xml" Id="R193869e813b54d05" /><Relationship Type="http://schemas.openxmlformats.org/officeDocument/2006/relationships/slide" Target="/ppt/slides/slide12.xml" Id="R49c943233a0b4b5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812656bb4db412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1573accf3424bba" /><Relationship Type="http://schemas.openxmlformats.org/officeDocument/2006/relationships/notesMaster" Target="/ppt/notesMasters/notesMaster1.xml" Id="Rde6fe1adb99a41f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4841e5e95fd4c97" /><Relationship Type="http://schemas.openxmlformats.org/officeDocument/2006/relationships/notesMaster" Target="/ppt/notesMasters/notesMaster1.xml" Id="R9be7cf69a61c428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cbbc8d0ecf434a" /><Relationship Type="http://schemas.openxmlformats.org/officeDocument/2006/relationships/notesMaster" Target="/ppt/notesMasters/notesMaster1.xml" Id="R5c9396225bc5444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b55afbaeb794c59" /><Relationship Type="http://schemas.openxmlformats.org/officeDocument/2006/relationships/notesMaster" Target="/ppt/notesMasters/notesMaster1.xml" Id="Rca2140c98ff8400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e07a0bb18814e36" /><Relationship Type="http://schemas.openxmlformats.org/officeDocument/2006/relationships/notesMaster" Target="/ppt/notesMasters/notesMaster1.xml" Id="Rfec8f5c681a34b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027b568c6f48da" /><Relationship Type="http://schemas.openxmlformats.org/officeDocument/2006/relationships/notesMaster" Target="/ppt/notesMasters/notesMaster1.xml" Id="R3c50f5e31c1e472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7d4f60f49af42a9" /><Relationship Type="http://schemas.openxmlformats.org/officeDocument/2006/relationships/notesMaster" Target="/ppt/notesMasters/notesMaster1.xml" Id="R92c2a28d29f0478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a9b765ce7554b14" /><Relationship Type="http://schemas.openxmlformats.org/officeDocument/2006/relationships/notesMaster" Target="/ppt/notesMasters/notesMaster1.xml" Id="Re9b70f0d04d14e0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1857b699b414747" /><Relationship Type="http://schemas.openxmlformats.org/officeDocument/2006/relationships/notesMaster" Target="/ppt/notesMasters/notesMaster1.xml" Id="R23d3498424a64d6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55dea38552e4aa2" /><Relationship Type="http://schemas.openxmlformats.org/officeDocument/2006/relationships/notesMaster" Target="/ppt/notesMasters/notesMaster1.xml" Id="R71dea8ba2b8c491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fd4040197984c06" /><Relationship Type="http://schemas.openxmlformats.org/officeDocument/2006/relationships/notesMaster" Target="/ppt/notesMasters/notesMaster1.xml" Id="R34441f539a9449e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2d658cfc9484563" /><Relationship Type="http://schemas.openxmlformats.org/officeDocument/2006/relationships/notesMaster" Target="/ppt/notesMasters/notesMaster1.xml" Id="R65f7c6316d1f43a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Problem-solving mats, bar models, rulers,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220.8. | Identify the goal, constraints and useful information before calculating. | Represent the relationships first, label each subtotal and test the final answer against every condition.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reason, represent, strategy, constraint, prove, evaluate.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Answers vary and must preserve the stated values and give 30.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220.8.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Represent the relationships first, label each subtotal and test the final answer against every condition.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220.8..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49..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320 cm3.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49.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49. | Represent the relationships first, label each subtotal and test the final answer against every condition.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b607b86cf14e0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bdad05435974f68" /><Relationship Type="http://schemas.openxmlformats.org/officeDocument/2006/relationships/slideLayout" Target="/ppt/slideLayouts/slideLayout1.xml" Id="R6575042cc04c4d2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75042cc04c4d2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18737f5c5c4ab2" /><Relationship Type="http://schemas.openxmlformats.org/officeDocument/2006/relationships/notesSlide" Target="/ppt/notesSlides/notesSlide1.xml" Id="Rc204a7631b2c4e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b9418692b74fbe" /><Relationship Type="http://schemas.openxmlformats.org/officeDocument/2006/relationships/notesSlide" Target="/ppt/notesSlides/notesSlide2.xml" Id="R5df537a43b234ac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cff09c112b4735" /><Relationship Type="http://schemas.openxmlformats.org/officeDocument/2006/relationships/notesSlide" Target="/ppt/notesSlides/notesSlide3.xml" Id="Re51be8e5504043f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412a7428e44728" /><Relationship Type="http://schemas.openxmlformats.org/officeDocument/2006/relationships/notesSlide" Target="/ppt/notesSlides/notesSlide4.xml" Id="R43917ffd532f433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02147bde934de1" /><Relationship Type="http://schemas.openxmlformats.org/officeDocument/2006/relationships/notesSlide" Target="/ppt/notesSlides/notesSlide5.xml" Id="R70fdc85e645044e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9a8cb3f63a4d01" /><Relationship Type="http://schemas.openxmlformats.org/officeDocument/2006/relationships/notesSlide" Target="/ppt/notesSlides/notesSlide6.xml" Id="Rd3e361fd9aac474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912468d7334b01" /><Relationship Type="http://schemas.openxmlformats.org/officeDocument/2006/relationships/image" Target="/ppt/media/image.png" Id="R11d0c4c05e7d4ce0" /><Relationship Type="http://schemas.openxmlformats.org/officeDocument/2006/relationships/notesSlide" Target="/ppt/notesSlides/notesSlide7.xml" Id="R83800c62a26d43b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bb0862016d4116" /><Relationship Type="http://schemas.openxmlformats.org/officeDocument/2006/relationships/notesSlide" Target="/ppt/notesSlides/notesSlide8.xml" Id="Rd34fec8fe15c4ab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75246bf42a46e9" /><Relationship Type="http://schemas.openxmlformats.org/officeDocument/2006/relationships/notesSlide" Target="/ppt/notesSlides/notesSlide9.xml" Id="Rd6363dcef3654cb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49896460104b7d" /><Relationship Type="http://schemas.openxmlformats.org/officeDocument/2006/relationships/notesSlide" Target="/ppt/notesSlides/notesSlide10.xml" Id="R94034a0270584df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13db3f13094258" /><Relationship Type="http://schemas.openxmlformats.org/officeDocument/2006/relationships/notesSlide" Target="/ppt/notesSlides/notesSlide11.xml" Id="R80697f4da439427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f2b40ab6654f9f" /><Relationship Type="http://schemas.openxmlformats.org/officeDocument/2006/relationships/notesSlide" Target="/ppt/notesSlides/notesSlide12.xml" Id="R49d5aaa0129f425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25BE34-F456-4E5B-97BC-EDCD01DD2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590E42-5872-4D66-A444-77B90184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80734E-45FA-45EB-B897-CF7971838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5F2899-189A-417F-9D3F-7F882EBD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22804D-F725-4923-BEBE-4624EA195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and critique solutions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52E4F8-3E25-4292-8942-26008D0BA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3DA266-27A1-4F3A-84E9-C9F0625A0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6A144D-E688-45CB-9D7D-322B7601E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create, compare and improve mathematical solutions.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6CCD2F-EA24-44E5-ACAD-B156560F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831B56-BB63-4B9D-91BA-86781D6D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Problem-solving mats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C63154-71E0-4703-8D0F-3A48B465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5488688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E20C27-8C28-413D-8316-9940EB42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C29A9C-F175-44E6-BFA9-BF48322A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11BAEB-F30F-4561-B934-CA1A97D29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C91D8A-6111-4B7B-8037-3004BA7CC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71512F-3DE7-4E12-82EB-AD12BD7EF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83A1DD-C975-4C46-9DB5-4193EBD0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9F40E0-C7DF-4A1B-A2E4-687A64F5A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AB8725-D7E3-4C5C-86C6-6AA34D8E6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C45332-02C0-44AB-BA23-B1F801EE4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Create and critique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254875-E437-4A11-BA90-3B44F0651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CBA649-F124-4BE1-A439-127665FEF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786FFD-FCB6-4CE1-904B-C1DC6BE26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C8D481-3189-4F71-8D34-A7E2E7436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Select and connect Year 6 methods in unfamiliar and multi-step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0E4770-F6CF-426F-B31F-89A6DB0AA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F62402-3BFF-4852-BF04-E603B23C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59F729-A8FF-4E2B-B313-617398778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673008-D473-41CA-A6EE-30907AD3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quantity increases from 240 by 15%, then decreases by 20%. Find the final quantity.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52E273-ADAE-4775-9A8D-B1F4807D9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4B88F8-1C78-4428-BEB5-016B91633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98D52B-CD27-445F-91C3-56C3F091D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DE7456-CAB5-45F2-8BAE-9C2770A99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Create two different calculations using 3/4, 0.6 and 25% that both give 30.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031EE5-BF01-4DCB-A6EF-D8BFC29F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72393769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A87502-3EA9-417E-A413-005E9EB6E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E0181E-DDE6-47F1-8A16-4F1CC6BB1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D5A588-85DC-48BB-BE6A-0160A416E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7B6F4A-E648-49D1-A646-D7B26EB14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182C5-2C71-4C4D-988B-B834514A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8BA102-C162-4849-8FD8-3201BB4A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093E8A-CD1C-4141-A447-1ABA3BB4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268E75-EA4B-40DC-9AA8-3F4D743E5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27DFD3-FD52-48DA-93C5-EE60CD0E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Create and critique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9B8632-F648-46B8-B4F5-5658C7BAA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create, compare and improve mathematical solutions.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EDA5C1-613A-4A22-95E4-7FF346999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074D31-E178-43C2-AC15-103CF7C04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goal, constraints and useful information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D059BA-94BD-4F85-A8B5-D1F71D76C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Choose a representation and complete each labelled step.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01B360-CDF9-4528-B072-5F8E71EB3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solution and explain why it satisfies every condition.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655120-7A61-4A7F-821F-E6A0085C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reason  |  represent  |  strategy  |  constraint  |  prove  |  evaluate</a:t>
            </a:r>
          </a:p>
        </p:txBody>
      </p:sp>
    </p:spTree>
    <p:extLst>
      <p:ext uri="{BB962C8B-B14F-4D97-AF65-F5344CB8AC3E}">
        <p14:creationId xmlns:p14="http://schemas.microsoft.com/office/powerpoint/2010/main" val="21081351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689403-002B-46E6-901D-23EF2FCDB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917EE6-10C4-49FC-A4C7-2FEDC10D6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D52476-CCFB-43E0-8F83-D781B512B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1643E6-5148-4AE4-AF9D-A1F83FF8A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13A1FC-DC2E-4499-BBAB-AB02A002C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BCBF09-3917-458D-A0F4-6C41BDAC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BFB077-AA8E-4644-98C5-30DB9208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1A8599-6159-4EBC-A782-D738BBD4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AC54C2-DEB5-4E76-86F6-E6B64C126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Create and critique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3A9669-3D0D-4725-BC7D-877F9A1BC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two different calculations using 3/4, 0.6 and 25% that both give 30.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DA143C-2BBD-47EE-9BA9-22F6D473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2B098A-5F07-4EA6-9FF6-12C7AC86F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68235D-8827-45CF-96EF-31BE6A917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a target of 30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905551-4F52-4280-8D14-14CE5C7E5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251CC6-F06E-43ED-B3FB-E9D99C2E6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6E0B26-E3D8-431E-AC27-C98094A06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3/4 of 40 = 30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33D18E-EAED-4706-A43B-10D3CF3AA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D4EDA1-8452-4483-A5E9-3F5B61258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C9A0B9-277B-4F7F-9787-5896CEFA2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25% of 120 = 30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482D1E-9B6F-4FD7-92C3-E268BA657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49E9F8-F155-4C2A-BA1C-3CE3E78FB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5912CA-20C2-4F66-A3D7-48590CE0C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both calculations give 30</a:t>
            </a:r>
          </a:p>
        </p:txBody>
      </p:sp>
    </p:spTree>
    <p:extLst>
      <p:ext uri="{BB962C8B-B14F-4D97-AF65-F5344CB8AC3E}">
        <p14:creationId xmlns:p14="http://schemas.microsoft.com/office/powerpoint/2010/main" val="55454692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2FED5F-7D8B-4DD6-BCF3-1CE3E62FD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273DFC-A4FC-4B4B-BB8E-100E05CE6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5FB91-855E-4678-9DE9-5BC97CC3D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973F4D-D12B-45B7-8DA1-E6E729504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7F582D-3C20-437D-87EC-8C2D19413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19F7A4-0695-4391-B84C-0DD92BB6B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201A38-7384-46A1-968C-A53674FA0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901A61-A1E2-4B8C-B37B-4F0696D75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ADF822-259B-45FB-B429-6620A349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Create and critique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D62217-6CD9-4131-85F8-3DB34E3D8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6BD5A2-501B-4F33-872F-FAF0225F2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Answers vary and must preserve the stated values and give 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0F1D4A-B8B4-48FC-9867-BD999927D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05251D-1131-4980-B2D2-06E53522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solution and explain why it satisfies every condition.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EE874A-7F68-4755-B038-B8C5BBF70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995258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7F7F29-24CF-4E35-B8FC-6EDA65FDD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D8EED9-BA9D-4F60-92DC-92B9BB4D0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FA7238-646C-4D03-901E-F4432CF25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872CDF-81C6-4E7A-8348-8D689010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8B8DC0-4A7C-4054-8459-97D774D04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909FE1-6641-4C59-A732-33E98090A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BD711F-DE82-4659-AEE3-AEA7D11FC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F3E31D-FAA5-4ED3-B67E-7B3CB3C4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8B48A5-4CBA-4F98-BC40-52566A1E8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Create and critique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AEF596-A4F3-4337-B92C-09A008651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quantity increases from 240 by 15%, then decreases by 20%. Find the final quantity.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5922D8-B945-41B5-B544-2062BA8A5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3375F6-B861-4ECF-884D-C5E70187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3E379D-E10F-4D9F-9554-233689B4B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037162-7BC1-49DC-9153-27FB2EB5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0AFEEC-B07F-45D5-A66E-2D69EE9BE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220.8.</a:t>
            </a:r>
          </a:p>
        </p:txBody>
      </p:sp>
    </p:spTree>
    <p:extLst>
      <p:ext uri="{BB962C8B-B14F-4D97-AF65-F5344CB8AC3E}">
        <p14:creationId xmlns:p14="http://schemas.microsoft.com/office/powerpoint/2010/main" val="2521462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2D250D-D9DF-495B-AEE4-F03646379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3E81C0-6DB7-43B2-80BC-70DBC61FF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91C751-95B4-4E27-9D71-F1D8BF0F8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4E89E5-84F7-421D-96A1-D0B3E7338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D36731-F9A1-461D-AF9D-180A09519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49B380-DA50-41AB-95DE-1A0813F7E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F2D18C-5DC2-4D7F-B50A-3EC7F3B0B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CE3F72-4C9F-494A-8CDA-45FB05CD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9C1927-74A4-42BA-BE83-6BCF30AA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Create and critique solutions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0c4c05e7d4ce0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3C05AE-E4CF-48DC-9E10-3E3202D0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3DF178-B2EE-4C2B-B212-837A2D48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starts calculating before deciding what the problem asks and which information matters.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92989D-1A75-4A0C-A5D1-C60CAE5B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935493-8642-4955-8E20-859263437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6BC825-9A41-4519-8D7D-E1F41A3B1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Represent the relationships first, label each subtotal and test the final answer against every condition.</a:t>
            </a:r>
          </a:p>
        </p:txBody>
      </p:sp>
    </p:spTree>
    <p:extLst>
      <p:ext uri="{BB962C8B-B14F-4D97-AF65-F5344CB8AC3E}">
        <p14:creationId xmlns:p14="http://schemas.microsoft.com/office/powerpoint/2010/main" val="112367245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5FA7A0-B9A7-4AA1-800C-84D9B2995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FF24AC-E198-438F-86D0-26FCB757E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C926CB-CAEB-45A3-905F-91564A4F4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C60174-64ED-4F21-81A1-678DF8FE7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567236-468D-4E0E-A91B-3CCC6E376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2BCC3E-E147-4FB1-A44B-8D262FBAD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432566-B600-4643-A3B2-F43B975B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B2D235-95C2-4CB4-8C27-5D5F173D8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685748-0987-4B77-B616-0907E7D5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Create and critique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30AE2E-CFC5-4FCE-82AA-6F579D30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95B7D8-54FC-4F14-A3C3-193BA8E46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B28314-2566-4B51-96EC-5AB9D32A3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17C8EE-11D2-4FF6-9D08-77EE48B9A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quantity increases from 240 by 15%, then decreases by 20%. Find the final quantity.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612D0E-AFD6-4649-9536-D5E70874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B61647-7092-4A91-BE4D-B23829A4F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9E1990-1EA4-4452-BE62-71C9921F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E49D58-3E15-41C0-8ACC-3C2762A73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3D0549-D98C-4BF2-95C1-A29816DE3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E4BA1F-B847-4A78-A079-F049945C1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8A3266-D573-43EA-AE47-7556B68F1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26511A-899B-4EA9-96F7-721680397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220.8.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776CCF-F7B8-4BF9-911A-E44BA1372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92994598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EB86D9-87C3-48E6-87B0-70CD0FBAD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52770F-BE27-422A-A925-51700036B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CFD445-1BF5-4D9D-BC40-E5E7FCEA2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8F0971-F564-43DB-885B-9DEEA37C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8521FA-3173-4F6B-8BBC-81473851B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17A714-C3BE-46A1-869F-DEA6A6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3889DA-BC94-413E-8A5C-8D71707D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CC2855-48FC-4A67-B55C-F50B82707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FF12D3-B175-406E-9F4A-51DBE42C3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Create and critique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D82A2D-112B-41DB-B953-6D7DBABE3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15837E-8780-4B09-B235-2C632DA6E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25FBDA-222C-4124-B726-96422EA95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0979A7-02BC-4F13-AA03-2F068327C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Three fifths of a number is 84. Find 35% of the number.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B76253-42C6-42C6-AB86-153B7CE3F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9D944B-455C-4E65-9ADC-4B4C69C6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72B44C-E022-4C6A-9692-7132A0FE2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8A6108-1505-44B9-9141-D00E647B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A8E46C-7743-4BE3-9888-9A030BE15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8A9A6E-6C86-4441-95F4-62DE76B64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ADFDB5-9F6B-4A46-A514-03E7840C2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01EAB3-24CE-4D67-8D19-1703C9BAA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4912356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FEAFA1-FF72-4374-BB4D-9E8265E88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40EF09-ECE5-4044-9C23-17C8B6DCA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437D14-B88F-4098-87BB-4BA1F4D2B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5E5979-54DA-4E8B-BF80-990D3650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6B4427-2E59-44F3-97A9-A62929752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505201-606F-445D-94E0-B2C3DB9D1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2EF9D0-B208-49BD-9BBA-B7A2D58E6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135296-EC86-4381-A3DF-6F396B23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E8C697-8485-4273-8D86-49646A01B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Create and critique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647995-C5BE-41B0-94D2-7D0A3F17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cuboid is 12 cm by 8 cm by 5 cm. A third of its volume is filled. What volume remains empty?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8E9A0E-2FC4-45B4-B76F-1B59D5FD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32426B-89F7-40A9-BF14-22A077778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E1352F-83AF-4934-A78A-ED9A2BC67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320 cm3.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20924119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768718-D663-4B93-A46B-5A097AE3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87339A-6508-4DA9-8FEF-3962A27E3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5D779E-205A-4D6E-BF73-C22FF66C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3266AE-CD91-4063-9C39-6C757E775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107E29-8524-4C9F-BF53-AD6D8BA5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7A361D-D242-4CC0-8AA4-EBA58180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36E982-B7D6-4CA6-ABA4-0F6D45A56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69E2F0-A0BB-4A1B-A47A-041A72897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CA9582-24BA-43DA-9BCD-B06630F92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Create and critique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6257BD-79B3-4513-8785-E060BEE03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36B000-43AA-4FF9-8CD3-ACBEB744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245BE2-0485-4B9E-9082-6129F3CA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Three fifths of a number is 84. Find 35% of the number.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D2ACF3-6E96-4269-9D0E-871539FAC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077D7-CEC0-4999-86B9-144A90A2D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EF8C8E-4B6B-4912-84A3-17D05A305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65D41E-CFAA-4D11-9A20-209D9EB18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49.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5E35C2-1DC1-4BB6-9255-79FAA5FCF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B3F64E-8A9D-44AE-9CB6-8C3EC460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7667805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C56C1C-B982-4725-B6C1-D11A7F38C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395117-94AD-4E28-AAFB-D8A0930DE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DDF479-0203-46E3-B0B2-FD67439D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FF5845-69AC-490F-9B3F-B9C79DDE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2748EC-F73E-45C2-A0F8-D484B993D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88C2E2-C830-46DE-A5A4-B587A4799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502F50-6E19-4C2A-8B62-A57E316D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F076A7-3F54-4F60-86DE-A5C3C20CE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00D19C-6C37-42FB-82AF-A3DAF053F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Create and critique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DCF421-E784-4D6A-8A4B-C4995658A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F46771-F477-4C6F-9B71-77B472DB4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DACE0C-C4EE-44BD-BD88-207A2373E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96322F-DF3C-4640-BC41-1126A978D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Three fifths of a number is 84. Find 35% of the number.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BDEA59-89FA-4D71-B336-BC5B5BBA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A8C6E9-27E5-4293-81EC-96A5249C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E0A7F8-870C-4D0C-B321-F785BD10D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00AD72-FB3E-4F6F-BBE9-3D413FB4F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starts calculating before deciding what the problem asks and which information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B3A8E0-320B-45D3-88D4-246AC099D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E54ADD-1FCA-45CE-BE3D-86FEF2CFE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E56012-2E99-4FB6-969E-4D887BAC7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362F11-9660-41F7-B9D1-22AFE8C84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A6F88C-EB0C-4B29-8D61-0B0B19C32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7892171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2026-09-09T22:14:30.5690000Z</dcterms:created>
  <dcterms:modified xsi:type="dcterms:W3CDTF">2026-09-09T22:14:30.5690000Z</dcterms:modified>
</coreProperties>
</file>