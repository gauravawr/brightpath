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a5aadcfe849dc" /><Relationship Type="http://schemas.openxmlformats.org/officeDocument/2006/relationships/extended-properties" Target="/docProps/app.xml" Id="R035e6ac544c64bd7" /><Relationship Type="http://schemas.openxmlformats.org/officeDocument/2006/relationships/officeDocument" Target="/ppt/presentation.xml" Id="Rc86c01704f6d41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bf3c7490214da3"/>
  </p:sldMasterIdLst>
  <p:notesMasterIdLst>
    <p:notesMasterId xmlns:r="http://schemas.openxmlformats.org/officeDocument/2006/relationships" r:id="R89448752488646e6"/>
  </p:notesMasterIdLst>
  <p:sldIdLst>
    <p:sldId xmlns:r="http://schemas.openxmlformats.org/officeDocument/2006/relationships" id="256" r:id="Rc163fe961aaf47ca"/>
    <p:sldId xmlns:r="http://schemas.openxmlformats.org/officeDocument/2006/relationships" id="257" r:id="Re15ca2b79af846c9"/>
    <p:sldId xmlns:r="http://schemas.openxmlformats.org/officeDocument/2006/relationships" id="258" r:id="Rd93a697b1457453b"/>
    <p:sldId xmlns:r="http://schemas.openxmlformats.org/officeDocument/2006/relationships" id="259" r:id="Rba7804b0c838414e"/>
    <p:sldId xmlns:r="http://schemas.openxmlformats.org/officeDocument/2006/relationships" id="260" r:id="Rb1f27403f49f481f"/>
    <p:sldId xmlns:r="http://schemas.openxmlformats.org/officeDocument/2006/relationships" id="261" r:id="Re688b1e514574021"/>
    <p:sldId xmlns:r="http://schemas.openxmlformats.org/officeDocument/2006/relationships" id="262" r:id="R017bdc8f6ebb4f83"/>
    <p:sldId xmlns:r="http://schemas.openxmlformats.org/officeDocument/2006/relationships" id="263" r:id="R698d227cc6eb472e"/>
    <p:sldId xmlns:r="http://schemas.openxmlformats.org/officeDocument/2006/relationships" id="264" r:id="Ra08a2207b7de4425"/>
    <p:sldId xmlns:r="http://schemas.openxmlformats.org/officeDocument/2006/relationships" id="265" r:id="Rc06f81f7203a45c7"/>
    <p:sldId xmlns:r="http://schemas.openxmlformats.org/officeDocument/2006/relationships" id="266" r:id="R2975a392f0a84914"/>
    <p:sldId xmlns:r="http://schemas.openxmlformats.org/officeDocument/2006/relationships" id="267" r:id="R9c2d126e239748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65dc9b405345ca" /><Relationship Type="http://schemas.openxmlformats.org/officeDocument/2006/relationships/slideMaster" Target="/ppt/slideMasters/slideMaster1.xml" Id="Reabf3c7490214da3" /><Relationship Type="http://schemas.openxmlformats.org/officeDocument/2006/relationships/notesMaster" Target="/ppt/notesMasters/notesMaster1.xml" Id="R89448752488646e6" /><Relationship Type="http://schemas.openxmlformats.org/officeDocument/2006/relationships/presProps" Target="/ppt/presProps.xml" Id="R30bf71cc11f7423b" /><Relationship Type="http://schemas.openxmlformats.org/officeDocument/2006/relationships/tableStyles" Target="/ppt/tableStyles.xml" Id="R823c90b0c3374a5e" /><Relationship Type="http://schemas.openxmlformats.org/officeDocument/2006/relationships/slide" Target="/ppt/slides/slide1.xml" Id="Rc163fe961aaf47ca" /><Relationship Type="http://schemas.openxmlformats.org/officeDocument/2006/relationships/slide" Target="/ppt/slides/slide2.xml" Id="Re15ca2b79af846c9" /><Relationship Type="http://schemas.openxmlformats.org/officeDocument/2006/relationships/slide" Target="/ppt/slides/slide3.xml" Id="Rd93a697b1457453b" /><Relationship Type="http://schemas.openxmlformats.org/officeDocument/2006/relationships/slide" Target="/ppt/slides/slide4.xml" Id="Rba7804b0c838414e" /><Relationship Type="http://schemas.openxmlformats.org/officeDocument/2006/relationships/slide" Target="/ppt/slides/slide5.xml" Id="Rb1f27403f49f481f" /><Relationship Type="http://schemas.openxmlformats.org/officeDocument/2006/relationships/slide" Target="/ppt/slides/slide6.xml" Id="Re688b1e514574021" /><Relationship Type="http://schemas.openxmlformats.org/officeDocument/2006/relationships/slide" Target="/ppt/slides/slide7.xml" Id="R017bdc8f6ebb4f83" /><Relationship Type="http://schemas.openxmlformats.org/officeDocument/2006/relationships/slide" Target="/ppt/slides/slide8.xml" Id="R698d227cc6eb472e" /><Relationship Type="http://schemas.openxmlformats.org/officeDocument/2006/relationships/slide" Target="/ppt/slides/slide9.xml" Id="Ra08a2207b7de4425" /><Relationship Type="http://schemas.openxmlformats.org/officeDocument/2006/relationships/slide" Target="/ppt/slides/slide10.xml" Id="Rc06f81f7203a45c7" /><Relationship Type="http://schemas.openxmlformats.org/officeDocument/2006/relationships/slide" Target="/ppt/slides/slide11.xml" Id="R2975a392f0a84914" /><Relationship Type="http://schemas.openxmlformats.org/officeDocument/2006/relationships/slide" Target="/ppt/slides/slide12.xml" Id="R9c2d126e239748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881861311349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d7992dc594d9a" /><Relationship Type="http://schemas.openxmlformats.org/officeDocument/2006/relationships/notesMaster" Target="/ppt/notesMasters/notesMaster1.xml" Id="R6a2afa1a7f9d4a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d11339c23453a" /><Relationship Type="http://schemas.openxmlformats.org/officeDocument/2006/relationships/notesMaster" Target="/ppt/notesMasters/notesMaster1.xml" Id="R0bac91b7eac044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7255c7fc7b47b6" /><Relationship Type="http://schemas.openxmlformats.org/officeDocument/2006/relationships/notesMaster" Target="/ppt/notesMasters/notesMaster1.xml" Id="Rb99636e8043e45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855f78fce14ba0" /><Relationship Type="http://schemas.openxmlformats.org/officeDocument/2006/relationships/notesMaster" Target="/ppt/notesMasters/notesMaster1.xml" Id="R9fd81ff5b64646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fb821c92f04237" /><Relationship Type="http://schemas.openxmlformats.org/officeDocument/2006/relationships/notesMaster" Target="/ppt/notesMasters/notesMaster1.xml" Id="R957158702a734e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89daf54c93451f" /><Relationship Type="http://schemas.openxmlformats.org/officeDocument/2006/relationships/notesMaster" Target="/ppt/notesMasters/notesMaster1.xml" Id="Rab75ed415a014c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ec521c0c414864" /><Relationship Type="http://schemas.openxmlformats.org/officeDocument/2006/relationships/notesMaster" Target="/ppt/notesMasters/notesMaster1.xml" Id="R39f1a512dd1645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a80d384ce94610" /><Relationship Type="http://schemas.openxmlformats.org/officeDocument/2006/relationships/notesMaster" Target="/ppt/notesMasters/notesMaster1.xml" Id="R3953a20126034d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fd7c4c3c1c4c78" /><Relationship Type="http://schemas.openxmlformats.org/officeDocument/2006/relationships/notesMaster" Target="/ppt/notesMasters/notesMaster1.xml" Id="Rcbd2981820f74e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75a5aff0764523" /><Relationship Type="http://schemas.openxmlformats.org/officeDocument/2006/relationships/notesMaster" Target="/ppt/notesMasters/notesMaster1.xml" Id="R1c17ef50eba441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7e1f11819a438b" /><Relationship Type="http://schemas.openxmlformats.org/officeDocument/2006/relationships/notesMaster" Target="/ppt/notesMasters/notesMaster1.xml" Id="Ra123bb58747e4d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8e1ffe064e4f27" /><Relationship Type="http://schemas.openxmlformats.org/officeDocument/2006/relationships/notesMaster" Target="/ppt/notesMasters/notesMaster1.xml" Id="R2f7d4451ae10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Rulers, squared paper, cut-out shapes, formula cards,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84 cm2. | Identify the required measure and mark the relevant lengths. | Mark the perpendicular height, use base times height, and divide by two only for a triangle.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perimeter, area, base, perpendicular height, triangle, parallelogram.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Area 126 cm2; perimeter 46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84 cm2.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Mark the perpendicular height, use base times height, and divide by two only for a triangle.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84 cm2..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60 cm2..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9 cm.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60 cm2.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60 cm2. | Mark the perpendicular height, use base times height, and divide by two only for a triangle.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bdbe0ceb146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e0bda443f04b3d" /><Relationship Type="http://schemas.openxmlformats.org/officeDocument/2006/relationships/slideLayout" Target="/ppt/slideLayouts/slideLayout1.xml" Id="Rb454e732aef040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54e732aef040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a0605f6d54181" /><Relationship Type="http://schemas.openxmlformats.org/officeDocument/2006/relationships/notesSlide" Target="/ppt/notesSlides/notesSlide1.xml" Id="R0fda9e0fac9b43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e87be31464f34" /><Relationship Type="http://schemas.openxmlformats.org/officeDocument/2006/relationships/notesSlide" Target="/ppt/notesSlides/notesSlide2.xml" Id="R01b3cea59ba74b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73e8777e74908" /><Relationship Type="http://schemas.openxmlformats.org/officeDocument/2006/relationships/notesSlide" Target="/ppt/notesSlides/notesSlide3.xml" Id="R25cdd2aaa4a046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998c281c84b34" /><Relationship Type="http://schemas.openxmlformats.org/officeDocument/2006/relationships/notesSlide" Target="/ppt/notesSlides/notesSlide4.xml" Id="R295b359fc99c4b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b94b7c83a4db2" /><Relationship Type="http://schemas.openxmlformats.org/officeDocument/2006/relationships/notesSlide" Target="/ppt/notesSlides/notesSlide5.xml" Id="R0fa83f7dc06241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14ae52ece45f2" /><Relationship Type="http://schemas.openxmlformats.org/officeDocument/2006/relationships/notesSlide" Target="/ppt/notesSlides/notesSlide6.xml" Id="R40960ec63655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f8d9f33384705" /><Relationship Type="http://schemas.openxmlformats.org/officeDocument/2006/relationships/image" Target="/ppt/media/image.png" Id="R68cfac778c1d45bf" /><Relationship Type="http://schemas.openxmlformats.org/officeDocument/2006/relationships/notesSlide" Target="/ppt/notesSlides/notesSlide7.xml" Id="Rb924f12ad66f4d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78c8ca9134ecd" /><Relationship Type="http://schemas.openxmlformats.org/officeDocument/2006/relationships/notesSlide" Target="/ppt/notesSlides/notesSlide8.xml" Id="R93e3a67d517e4c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251bf47a747da" /><Relationship Type="http://schemas.openxmlformats.org/officeDocument/2006/relationships/notesSlide" Target="/ppt/notesSlides/notesSlide9.xml" Id="Rb6e19d0fd64f47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47fa515a64d5a" /><Relationship Type="http://schemas.openxmlformats.org/officeDocument/2006/relationships/notesSlide" Target="/ppt/notesSlides/notesSlide10.xml" Id="R27c8977e533343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a09aea56c4291" /><Relationship Type="http://schemas.openxmlformats.org/officeDocument/2006/relationships/notesSlide" Target="/ppt/notesSlides/notesSlide11.xml" Id="Rb304930d860a45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13d1ebd6a4db2" /><Relationship Type="http://schemas.openxmlformats.org/officeDocument/2006/relationships/notesSlide" Target="/ppt/notesSlides/notesSlide12.xml" Id="Rf59c92df3107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84CE1-3F8B-44D4-9415-5DD9CED9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B68D9-6143-4AC8-A967-8B03FC78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B84A2-637B-4875-87DE-7E2D2AC1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BF099-7DC1-42A3-9978-66F8E45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5C7C5-5BE3-4DB7-9FCC-55134367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FF155-0FDF-4ECD-B71F-4A2B3D85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1830D-2D79-48AE-81E7-AFE0F255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D9982-24E7-4CB2-BABD-6E64CBF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choose whether a problem requires perimeter or area.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3D2A5-DFEA-4E27-998F-DCC189C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51EF2-88DB-4EF3-B3CA-81EF3255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Rulers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32708-5D89-47B5-B961-AADDF321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797329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A8502-0F7C-4384-BC44-2A74151A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E51D8-79AE-47B3-A29F-A09141C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96F28-687A-4A2E-A215-1638CFF0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A00C2-1B14-4EDB-9116-51BC36C1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7168D-E18C-4679-9EEC-44858420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DC536-84C7-457D-A2B0-6997E616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2AB35-7E90-4D32-AB83-0AFADF8E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8C509B-5F0F-4436-A70E-B570DD5F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308FF-5486-4ACF-8F14-E8108819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0AEA8-F8CC-4E44-BB2C-1EC7B1CF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3ED08-2AFF-4B5C-BCAD-1577F017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1D1B5-7A4E-4CA7-9DAC-7630B3D5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9B7D4-FCFD-4168-AE90-676885A1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Calculate areas of rectangles and use dimensions and formulae accurately.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1DBF1-8827-4E19-85A8-3F83816D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5ED15-D1A0-483C-A4B9-7E03DD0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08974-601C-44D4-8A6D-20EC6D3E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E998D-5C4C-44FC-8F40-8E57976C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parallelogram with base 12 cm and perpendicular height 7 cm.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77301-F2C7-4485-8EA5-A35FC190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3B13C-CDA8-4505-BC58-0D64E75B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5861D-C885-4339-876C-CE1B2EF3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31590-7ED9-48BE-87DB-8C40299F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rectangle is 14 cm by 9 cm. Find its area and perimeter.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01D2F-0174-40DC-BFBC-12CC28B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529658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2BA4D-6EDD-4093-946C-C53F678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40F4A-13A7-4C96-B5DC-AE03D21F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E00DB-4AC4-48FA-AD9B-2B04C67B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72C05-55B9-4B94-BCF3-C0951A9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22090-774B-47DC-9CB3-DC6783E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99678-DAC0-4393-ACB0-0964617F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A778B-A901-48A5-89AC-46B628EC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23816-9D10-4983-9962-0EFE1B34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5FC2B-EE7B-4198-9C91-5FD8486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2E884-6D01-42CB-A584-A3B9748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choose whether a problem requires perimeter or area.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0E816-6A52-4FED-A117-CC134D37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C280C-00CF-4309-8E79-2669FAA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required measure and mark the relevant lengths.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3F10E-8C3C-4F2F-9469-B8AC1EC7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Use the perpendicular height, not a sloping side, in the area formula.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A7EC1-A816-4856-AC77-C484D7C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Include squared units for area and check by decomposition.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CB733-CE00-426A-AFC3-2D039E5A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perimeter  |  area  |  base  |  perpendicular height  |  triangle  |  parallelogram</a:t>
            </a:r>
          </a:p>
        </p:txBody>
      </p:sp>
    </p:spTree>
    <p:extLst>
      <p:ext uri="{BB962C8B-B14F-4D97-AF65-F5344CB8AC3E}">
        <p14:creationId xmlns:p14="http://schemas.microsoft.com/office/powerpoint/2010/main" val="12285707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58B13-50CE-41CC-864B-FC95134C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8BBD2-8CD7-417C-813D-EF64CFAD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80BF2-5EDC-4933-9165-AC21D189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663C0-FC3A-445B-8764-E1488329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70F8E-8B2A-437B-BBD8-B5B08C2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9BB7D-FAD5-4172-8B47-59C6C74D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17442-4AB3-4C83-8FD6-FD59F64C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1BB8E-213F-453D-B81A-75E6CAA1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25534E-73A7-42F5-B1F0-BE7124E8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1450E-C97B-4D7D-B0FC-CB65F6A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rectangle is 14 cm by 9 cm. Find its area and perimeter.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14473-B589-4805-97D7-47E2304A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973E8-4ED0-417A-BB41-D68E3CB2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20D46-8665-4771-9A3E-C682628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Rectangle 14 cm by 9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3B953-51A3-41C7-8BAA-C0B6247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0BDFD-C547-41B1-8ED0-60CA1C2A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678FF-DBAA-417D-B65F-0ACFD9BE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Area = 14 × 9 = 126 cm²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AC7D6-8C7B-442B-9E7A-6C7673FD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5DB47-A1E8-4C29-8C24-E0067127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8E87E-D323-40CD-A72C-452D752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Perimeter = 2 × (14 + 9)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C37CF-1110-4A4E-843A-DC92982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64129-C96F-4A78-A15F-44559E4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7BFB0-E7AF-46B0-8F0B-A763458C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Perimeter = 2 × 23 = 46 cm</a:t>
            </a:r>
          </a:p>
        </p:txBody>
      </p:sp>
    </p:spTree>
    <p:extLst>
      <p:ext uri="{BB962C8B-B14F-4D97-AF65-F5344CB8AC3E}">
        <p14:creationId xmlns:p14="http://schemas.microsoft.com/office/powerpoint/2010/main" val="6305272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2961E-2226-46D8-9B23-B8C670E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830B7-B43A-422B-B1F0-8B910862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FF686-37A2-4B2E-B1C2-C3F99C6A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40D74-8A38-4B50-8C53-AEB7C9FB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92531-45D6-4005-9A47-1ED3B350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59A8D-D654-4751-939F-CAA328E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12B10-F9BB-4EE9-926A-A85B0EA4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E2512-1068-4EB9-946A-64F935DF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5149B-5F62-4B99-859F-E07D374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F1C81-A924-4CAE-B29F-6C7652DE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07FC3-3DCF-4BB2-90E9-0592543E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Area 126 cm2; perimeter 46 cm.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F8993-342C-4851-80DF-76B45990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B3E0C-CC09-4EE0-AEF0-0B4F5BFE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Include squared units for area and check by decomposition.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49853-9F72-43DB-B71B-058565DD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7614803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680F1-6C1B-4B69-A388-036C4124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ACF41-E5B1-4B63-BD7D-A3F2099D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80176-C185-4366-B1FA-736185C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6F17F-BEB2-48F9-8F9E-F2881A4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28F93-5F04-4794-9A61-A2105152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F9470-E182-41A5-981E-066DDC6D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7F9E0-C853-422D-82C7-91E2685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4A237-742F-4D20-A225-273C65B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76B5D-4C73-4C18-88E4-B52DAD59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501EE-8B20-445D-A1D9-A22C915F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parallelogram with base 12 cm and perpendicular height 7 cm.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E7B6F-110E-4668-9C1E-8B5ECA3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C32BB-A644-4E4F-A52A-9B8FB0D0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4DC3F-0D49-4D0C-902C-39CA732C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30188-2104-4731-A523-6AF95560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86E8F-E240-485D-985B-4A138351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84 cm2.</a:t>
            </a:r>
          </a:p>
        </p:txBody>
      </p:sp>
    </p:spTree>
    <p:extLst>
      <p:ext uri="{BB962C8B-B14F-4D97-AF65-F5344CB8AC3E}">
        <p14:creationId xmlns:p14="http://schemas.microsoft.com/office/powerpoint/2010/main" val="15916292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8BEF7-4CAC-4C86-9226-574FD5F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78736-A936-4ECB-B0D6-B3E4C4A7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8A3A-4F28-4859-8377-C9AD568C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DDDBA-6A89-4BB6-899F-8E26A6B0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853DA-0178-4C3B-9051-2897C71C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147CF-D8A9-4CD8-AC4C-CE1202B9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55019-53A4-4209-8981-9A3428E2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8E9BE-678C-4587-905D-B6185852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163D7-4245-4A2E-8A04-2C0253B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cfac778c1d45bf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2B257-28E1-492E-8411-72785FC0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D5F9D-ACC3-47A4-B27A-E697DBC4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uses the sloping side as the height and forgets to halve a triangle's area.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259D3-37EE-4D8C-A09F-B1B57DC7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B1FEB-F966-4E1C-9DAE-ACD98F71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ECF9F-0FB0-41B7-A3DB-12FE01A3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Mark the perpendicular height, use base times height, and divide by two only for a triangle.</a:t>
            </a:r>
          </a:p>
        </p:txBody>
      </p:sp>
    </p:spTree>
    <p:extLst>
      <p:ext uri="{BB962C8B-B14F-4D97-AF65-F5344CB8AC3E}">
        <p14:creationId xmlns:p14="http://schemas.microsoft.com/office/powerpoint/2010/main" val="212909980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22E6F-B026-4440-B15F-87FEE426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538AB-2262-48AA-A73F-5D37BE44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EBEDB-C866-4510-AFB0-E64187EE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D5710-16B4-46D8-9573-FE391CB1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5AE6E-4B0C-4825-ABA4-CB9DB5AF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2DBA0-D4CE-46DE-B498-A83FDFC3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C8B06-B26A-4835-BF24-4D688547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E6BFC-BF19-43C4-B6A9-462802FB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62893-C962-46C6-BE0D-4743419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14D7F-873E-4C72-98BB-16F08C5A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79E78-05B1-41C4-AA1E-7B2CB744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3991D-C8B8-4CB9-912D-FB591CE7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03433-3623-492B-B3BD-F69D905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parallelogram with base 12 cm and perpendicular height 7 cm.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A5F2A-E9D0-483D-ABF3-61C1FBA6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DFD41-EC7F-40A3-AA04-93448923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F507C-16A7-49AB-9974-EE9C3A50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54886-C068-448C-8DFC-73B48674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8FE6F-53B3-474D-B2CE-0E25588B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0DF82-E64B-4048-AE5D-8EEB6C81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5C147-1760-4FF9-93D9-0D2B5E7D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E38E7-3F2D-440E-8A75-4981B0FD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84 cm2.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3796F-7F4C-4EDF-8AC4-759B3F23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6190238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DDC0F-945B-4FD5-B5B2-E3E78BD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35234-5EC1-406D-9153-A3C1B4BC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82488-66BB-46C0-AB99-C83A02A2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CDBF1-0185-4424-88E2-D8CD58AC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D6DF-DA92-4FED-8FB2-FFA2172F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4809C-E498-4A66-A353-E53A3442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8159F-AA12-47A3-BF8A-D058FB0D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C7AB3-0150-45C7-9FD1-10843CB2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596B8-D139-43B4-9A3E-23D3547F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4094C-732B-447B-A163-A67B3AD9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77103-8A37-4F61-8B95-2B1E1A38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2988D-CFF7-4481-98CD-38205296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CC9F7-38CD-4B6F-862B-56E57612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15 cm and perpendicular height 8 cm.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16B39-766C-4A92-A4AC-9FC8C4A1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655AF-8D26-46F2-BB03-96089056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CC3D0-8747-40EA-B37A-64EA5574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9C301-C136-4D71-AAEF-694F1E7F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492CF-F006-4C1E-9B47-19A898FD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DE65B-8748-45DA-B76D-4D4798D9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7452D-7196-4E32-ABF3-7395869A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08380-2C78-484D-924F-E209BAA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0847603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440D3-AC1B-4AA9-8BF8-6DB5FD3C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73E7E-776E-41E4-A022-2C06F2C5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A36B1-2D6E-472D-883D-FD0C5D60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C0F2E-0062-46AB-9913-4692D85D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DA511-FEAA-430C-BA34-8BD7F812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6525A-E7EC-4384-AFF5-CC61596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195EB-5C34-452B-AB70-BDC0433D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C4B4D-5F28-44C0-9472-3F7CD010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608CB-D9AB-4F42-96F8-C1CF01BD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12EC9-FA75-4637-8C54-EC6C2D17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triangle has area 54 cm2 and base 12 cm. Find its perpendicular height.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B5BEA-8A23-43B4-B069-42DA1E74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D3876-CCBB-4C60-AA12-C59BF97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45371-D3C6-492B-9819-FC152F26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9 cm.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7528258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354E3-76E5-4EEF-A77F-21CA78B6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2BA26-C5D2-405A-9903-B606EE7A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EFC1-66A2-49E4-8187-BBEC373E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97A95-E43D-4B6B-8EB4-B6E94B18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AEB39-730A-4073-AB53-564BDC8E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53659-0C79-4D71-B05D-F8C19BC9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D8901-D637-4299-BF8F-490E1259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04771-CC0C-430B-98B5-E7C1BCD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B102B-3C9D-4A18-9C94-512C6ABF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E2BD3-6B39-42A8-908A-64B1B3FF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3F308-7040-4E60-A770-4FDF779E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9B239-2AAA-468D-94E3-717FC51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15 cm and perpendicular height 8 cm.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95C1D-7015-401F-BEE7-A7E814C8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39A27-3884-498B-AE1D-63943104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2EF9C-E419-4069-9A76-C944092C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CE33F-D214-43C2-BB88-DFDFA432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60 cm2.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FD393-6C49-42F2-9027-AE15922A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E48FF-8FE4-4DA2-B7C1-90BA883E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3037021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32E39-4961-45B2-9B08-4634D5FB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60BA7-E2D2-483C-9523-37C4D2E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DA32E-462C-4828-95DF-2B710EA7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161A4-B697-41E0-A2BD-3C5C47AA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3DB39-F01D-42A7-9E05-F5F75AA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D9382-FE30-4995-A1A5-B85887AB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4FC65-6D18-44D8-BFDF-3FA44C64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70907-6CFF-4E45-A92A-3E0A3071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0F231-D779-45EE-BF62-8B7B014E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Distinguish perimeter and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F31F1-6C1C-4CE2-A928-1161392E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7F131-5877-4F27-8E2C-C8F896AB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D3314-388D-48B7-9A63-E9A6047C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A6591-7C3D-4FA2-9276-001721C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15 cm and perpendicular height 8 cm.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08976-E020-4140-BFE2-17079E1C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8992F-9C49-4D16-9BB9-543C63AC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8D8F8-A1D2-4639-8029-9FF5BE0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200CF-3EC9-42F8-9E8E-0CBB1A81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uses the sloping side as the height and forgets to halve a triangle's area.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18DA5-A84A-4B99-9D13-90BD21D5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661C2-D201-444E-8C3C-98CDF60D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2FF53-98E6-4C14-98DE-7B5FA564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93E45-45AD-481A-9256-A3FF8028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B0F26-DF73-4404-891F-A1D1ED59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364309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2026-09-09T22:13:48.1300000Z</dcterms:created>
  <dcterms:modified xsi:type="dcterms:W3CDTF">2026-09-09T22:13:48.1300000Z</dcterms:modified>
</coreProperties>
</file>