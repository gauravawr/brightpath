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17cd2d8d07f42cf" /><Relationship Type="http://schemas.openxmlformats.org/officeDocument/2006/relationships/extended-properties" Target="/docProps/app.xml" Id="R1bb9f070734d4dd9" /><Relationship Type="http://schemas.openxmlformats.org/officeDocument/2006/relationships/officeDocument" Target="/ppt/presentation.xml" Id="R9e83f1f295b24af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2557ae8b04e443c"/>
  </p:sldMasterIdLst>
  <p:notesMasterIdLst>
    <p:notesMasterId xmlns:r="http://schemas.openxmlformats.org/officeDocument/2006/relationships" r:id="R01ad8b04e0bb4df9"/>
  </p:notesMasterIdLst>
  <p:sldIdLst>
    <p:sldId xmlns:r="http://schemas.openxmlformats.org/officeDocument/2006/relationships" id="256" r:id="Rc89c6b92c200477d"/>
    <p:sldId xmlns:r="http://schemas.openxmlformats.org/officeDocument/2006/relationships" id="257" r:id="R94e706c14e404b22"/>
    <p:sldId xmlns:r="http://schemas.openxmlformats.org/officeDocument/2006/relationships" id="258" r:id="R363dc8a282fb42c6"/>
    <p:sldId xmlns:r="http://schemas.openxmlformats.org/officeDocument/2006/relationships" id="259" r:id="Ra5a42ad7092e4436"/>
    <p:sldId xmlns:r="http://schemas.openxmlformats.org/officeDocument/2006/relationships" id="260" r:id="R11679b39dd5c49cd"/>
    <p:sldId xmlns:r="http://schemas.openxmlformats.org/officeDocument/2006/relationships" id="261" r:id="R5830cfc2a6c148a1"/>
    <p:sldId xmlns:r="http://schemas.openxmlformats.org/officeDocument/2006/relationships" id="262" r:id="R88720190a2484357"/>
    <p:sldId xmlns:r="http://schemas.openxmlformats.org/officeDocument/2006/relationships" id="263" r:id="Rbeee7e2780ed4dd2"/>
    <p:sldId xmlns:r="http://schemas.openxmlformats.org/officeDocument/2006/relationships" id="264" r:id="Re10d0d484cf544cd"/>
    <p:sldId xmlns:r="http://schemas.openxmlformats.org/officeDocument/2006/relationships" id="265" r:id="Raa0789b777494ec4"/>
    <p:sldId xmlns:r="http://schemas.openxmlformats.org/officeDocument/2006/relationships" id="266" r:id="R332dafb8fb7140b2"/>
    <p:sldId xmlns:r="http://schemas.openxmlformats.org/officeDocument/2006/relationships" id="267" r:id="R74f5df60054b4b7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e8111085e834203" /><Relationship Type="http://schemas.openxmlformats.org/officeDocument/2006/relationships/slideMaster" Target="/ppt/slideMasters/slideMaster1.xml" Id="Ra2557ae8b04e443c" /><Relationship Type="http://schemas.openxmlformats.org/officeDocument/2006/relationships/notesMaster" Target="/ppt/notesMasters/notesMaster1.xml" Id="R01ad8b04e0bb4df9" /><Relationship Type="http://schemas.openxmlformats.org/officeDocument/2006/relationships/presProps" Target="/ppt/presProps.xml" Id="Rb5a5e0f0e06b44cf" /><Relationship Type="http://schemas.openxmlformats.org/officeDocument/2006/relationships/tableStyles" Target="/ppt/tableStyles.xml" Id="R7ab8b21ae64e442f" /><Relationship Type="http://schemas.openxmlformats.org/officeDocument/2006/relationships/slide" Target="/ppt/slides/slide1.xml" Id="Rc89c6b92c200477d" /><Relationship Type="http://schemas.openxmlformats.org/officeDocument/2006/relationships/slide" Target="/ppt/slides/slide2.xml" Id="R94e706c14e404b22" /><Relationship Type="http://schemas.openxmlformats.org/officeDocument/2006/relationships/slide" Target="/ppt/slides/slide3.xml" Id="R363dc8a282fb42c6" /><Relationship Type="http://schemas.openxmlformats.org/officeDocument/2006/relationships/slide" Target="/ppt/slides/slide4.xml" Id="Ra5a42ad7092e4436" /><Relationship Type="http://schemas.openxmlformats.org/officeDocument/2006/relationships/slide" Target="/ppt/slides/slide5.xml" Id="R11679b39dd5c49cd" /><Relationship Type="http://schemas.openxmlformats.org/officeDocument/2006/relationships/slide" Target="/ppt/slides/slide6.xml" Id="R5830cfc2a6c148a1" /><Relationship Type="http://schemas.openxmlformats.org/officeDocument/2006/relationships/slide" Target="/ppt/slides/slide7.xml" Id="R88720190a2484357" /><Relationship Type="http://schemas.openxmlformats.org/officeDocument/2006/relationships/slide" Target="/ppt/slides/slide8.xml" Id="Rbeee7e2780ed4dd2" /><Relationship Type="http://schemas.openxmlformats.org/officeDocument/2006/relationships/slide" Target="/ppt/slides/slide9.xml" Id="Re10d0d484cf544cd" /><Relationship Type="http://schemas.openxmlformats.org/officeDocument/2006/relationships/slide" Target="/ppt/slides/slide10.xml" Id="Raa0789b777494ec4" /><Relationship Type="http://schemas.openxmlformats.org/officeDocument/2006/relationships/slide" Target="/ppt/slides/slide11.xml" Id="R332dafb8fb7140b2" /><Relationship Type="http://schemas.openxmlformats.org/officeDocument/2006/relationships/slide" Target="/ppt/slides/slide12.xml" Id="R74f5df60054b4b7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1396df9d9284c7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31a9e1abaf6402b" /><Relationship Type="http://schemas.openxmlformats.org/officeDocument/2006/relationships/notesMaster" Target="/ppt/notesMasters/notesMaster1.xml" Id="R6ef4600c63924cc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fdbaef2849b4a26" /><Relationship Type="http://schemas.openxmlformats.org/officeDocument/2006/relationships/notesMaster" Target="/ppt/notesMasters/notesMaster1.xml" Id="R9742ecf004b7406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fe0d2e7a1024a4c" /><Relationship Type="http://schemas.openxmlformats.org/officeDocument/2006/relationships/notesMaster" Target="/ppt/notesMasters/notesMaster1.xml" Id="R9e9e5829c38d493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13af2453b3946ee" /><Relationship Type="http://schemas.openxmlformats.org/officeDocument/2006/relationships/notesMaster" Target="/ppt/notesMasters/notesMaster1.xml" Id="Rf2e4b03fc4c9426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97ea1920c564e22" /><Relationship Type="http://schemas.openxmlformats.org/officeDocument/2006/relationships/notesMaster" Target="/ppt/notesMasters/notesMaster1.xml" Id="R8a357cda6a194cc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55e8b754cc04809" /><Relationship Type="http://schemas.openxmlformats.org/officeDocument/2006/relationships/notesMaster" Target="/ppt/notesMasters/notesMaster1.xml" Id="Ree4495b9a9c04b7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c6d1464ec134769" /><Relationship Type="http://schemas.openxmlformats.org/officeDocument/2006/relationships/notesMaster" Target="/ppt/notesMasters/notesMaster1.xml" Id="R6e80278dfa344eb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743bb7a3f1c49c3" /><Relationship Type="http://schemas.openxmlformats.org/officeDocument/2006/relationships/notesMaster" Target="/ppt/notesMasters/notesMaster1.xml" Id="R69740889d64e42b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d2c9ee135cf499f" /><Relationship Type="http://schemas.openxmlformats.org/officeDocument/2006/relationships/notesMaster" Target="/ppt/notesMasters/notesMaster1.xml" Id="Rbbc4c533bc93431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fd914a851f74191" /><Relationship Type="http://schemas.openxmlformats.org/officeDocument/2006/relationships/notesMaster" Target="/ppt/notesMasters/notesMaster1.xml" Id="Rcda80fd126824b0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af59a026bc348cb" /><Relationship Type="http://schemas.openxmlformats.org/officeDocument/2006/relationships/notesMaster" Target="/ppt/notesMasters/notesMaster1.xml" Id="Rb9fee54cbfb24e3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117e3af9d86405e" /><Relationship Type="http://schemas.openxmlformats.org/officeDocument/2006/relationships/notesMaster" Target="/ppt/notesMasters/notesMaster1.xml" Id="R7cc58499d50a424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Rulers, squared paper, cut-out shapes, formula cards,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84 cm2. | Identify the required measure and mark the relevant lengths. | Mark the perpendicular height, use base times height, and divide by two only for a triangle.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perimeter, area, base, perpendicular height, triangle, parallelogram.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Area 126 cm2; perimeter 46 cm.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84 cm2.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Mark the perpendicular height, use base times height, and divide by two only for a triangle.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84 cm2..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60 cm2..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9 cm.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60 cm2.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60 cm2. | Mark the perpendicular height, use base times height, and divide by two only for a triangle.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f162df14f4493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6fc1a92314446fb" /><Relationship Type="http://schemas.openxmlformats.org/officeDocument/2006/relationships/slideLayout" Target="/ppt/slideLayouts/slideLayout1.xml" Id="Re19223fc935d462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19223fc935d462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caf613363e44d5" /><Relationship Type="http://schemas.openxmlformats.org/officeDocument/2006/relationships/notesSlide" Target="/ppt/notesSlides/notesSlide1.xml" Id="Rc5eb02686f94437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cd1b2d89d04968" /><Relationship Type="http://schemas.openxmlformats.org/officeDocument/2006/relationships/notesSlide" Target="/ppt/notesSlides/notesSlide2.xml" Id="R01a196b718954c3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08ed4aea294dad" /><Relationship Type="http://schemas.openxmlformats.org/officeDocument/2006/relationships/notesSlide" Target="/ppt/notesSlides/notesSlide3.xml" Id="R1568f7fb3054400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8358ab97f24796" /><Relationship Type="http://schemas.openxmlformats.org/officeDocument/2006/relationships/notesSlide" Target="/ppt/notesSlides/notesSlide4.xml" Id="R1dc035114d3847d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c524ff40394dbd" /><Relationship Type="http://schemas.openxmlformats.org/officeDocument/2006/relationships/notesSlide" Target="/ppt/notesSlides/notesSlide5.xml" Id="R7a2adb6d7f724c3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8973b9eb8546c2" /><Relationship Type="http://schemas.openxmlformats.org/officeDocument/2006/relationships/notesSlide" Target="/ppt/notesSlides/notesSlide6.xml" Id="R53b6aff1aef1490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9a7c4cef7a4b8d" /><Relationship Type="http://schemas.openxmlformats.org/officeDocument/2006/relationships/image" Target="/ppt/media/image.png" Id="R83e4a937888d4c58" /><Relationship Type="http://schemas.openxmlformats.org/officeDocument/2006/relationships/notesSlide" Target="/ppt/notesSlides/notesSlide7.xml" Id="Ra9767bb517714f1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ecdd15db9a49b6" /><Relationship Type="http://schemas.openxmlformats.org/officeDocument/2006/relationships/notesSlide" Target="/ppt/notesSlides/notesSlide8.xml" Id="R7266e32dc242402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02083a6c844ca4" /><Relationship Type="http://schemas.openxmlformats.org/officeDocument/2006/relationships/notesSlide" Target="/ppt/notesSlides/notesSlide9.xml" Id="R4218fa5fc15f433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1589ef42634d93" /><Relationship Type="http://schemas.openxmlformats.org/officeDocument/2006/relationships/notesSlide" Target="/ppt/notesSlides/notesSlide10.xml" Id="R25644f13f92541a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07251458a54a49" /><Relationship Type="http://schemas.openxmlformats.org/officeDocument/2006/relationships/notesSlide" Target="/ppt/notesSlides/notesSlide11.xml" Id="R81b361fdb111424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997b79ab4348ef" /><Relationship Type="http://schemas.openxmlformats.org/officeDocument/2006/relationships/notesSlide" Target="/ppt/notesSlides/notesSlide12.xml" Id="Rcde5f9f11a9e42e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058F6E-0AAD-4677-9563-322CCB67E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6A553B-996D-4B72-B7C3-340AF9B61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BD5A99-B3E9-4A71-89A6-5D3CE2CF1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5AC4DA-9225-4790-916B-FAF254C93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E64421-C0D5-476F-87C8-9C19F5A5A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Distinguish perimeter and area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79426B-108B-4BCC-95D3-AAC19149B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86715E-68EA-495A-8C0D-52E303B53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4F0717-E873-4545-ACA5-AFAE7409C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choose whether a problem requires perimeter or area.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D47496-F3F4-4F58-A747-021C2395D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5B0FF6-C3AE-4765-B67C-C2AC782A5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Rulers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93EE11-FECF-44FE-A7F9-0D5ABE10D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56216205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CC127AA-0C51-45EC-8F62-FCDBCD3F7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129F4E-5DBF-4ADB-9D30-7FAF47E89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66553D-5AC5-4288-ACE5-D648FF79B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976714-CF23-4405-92F1-6620BD5FA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7FC34A-5759-4F3D-BB0A-858F921FD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B11F07-12CD-4470-8693-88B39DAAE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4F3952-A63B-4830-A520-15B4A985E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BC1DEB-A0B1-4E0D-8C0B-F94A4C7A2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AB65CB-DBA3-47A9-9A99-BD7178174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Distinguish perimeter and area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1810D4-3B0D-46BC-9E82-8A17ED87E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A9AD18-F6F2-4512-B5E5-FA96A51E9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A42342-C68B-4568-A542-CAB076A44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FAFF06-E806-4D8C-BA37-A3ED7ECED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Calculate areas of rectangles and use dimensions and formulae accurately.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FDFA50-3EC9-47D3-9F25-385753DC3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5F5F78-8B58-4EF5-9732-9C111CBE7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590460-4CB1-4E02-B2EE-90E331F71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E50AE1-3CBA-4042-911F-E6FA2152C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area of a parallelogram with base 12 cm and perpendicular height 7 cm.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4E7982-8B88-4BDE-B217-1FC2C5C0F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B64782-A310-41CE-AB75-B40E4CB95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7D23563-3566-4092-8B9E-23257100B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D88E4F4-A197-4E1A-A0BE-561253C83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A rectangle is 14 cm by 9 cm. Find its area and perimeter.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2A6577B-64DE-463C-8E9C-54EBCC9C7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64369905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EBBB7A-1AE7-444B-BCC3-522BDEDB2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010AC8-B7E8-4132-BC78-17DFB06AA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9CB462-3F22-4E10-BD59-15DA03B66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F3D207-3282-441A-A4F4-F286775BC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EA1E9F-C10C-49E5-A018-2EFDB188C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17D347-FAAB-428E-AA6D-0AF60DB3A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E2BDAF-C02E-4364-AE1E-9BD740013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8C2AD1-E196-4397-82C9-E6410F6CA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95AF5A-338F-4003-A9E7-56BF5A301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Distinguish perimeter and area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618D72-7F0E-42BE-BCF0-46648946E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choose whether a problem requires perimeter or area.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E78A7D-E8A0-4561-B86E-6DACA3534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E24CD2-3E1B-4912-953C-5CDF6C3CB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the required measure and mark the relevant lengths.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CCCA07-10FD-4EB7-B130-4B7894C33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Use the perpendicular height, not a sloping side, in the area formula.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0BF897-6094-49A7-8254-F8FD7AB58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Include squared units for area and check by decomposition.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5EF9CF-8391-442C-ADE4-4D886BD8C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perimeter  |  area  |  base  |  perpendicular height  |  triangle  |  parallelogram</a:t>
            </a:r>
          </a:p>
        </p:txBody>
      </p:sp>
    </p:spTree>
    <p:extLst>
      <p:ext uri="{BB962C8B-B14F-4D97-AF65-F5344CB8AC3E}">
        <p14:creationId xmlns:p14="http://schemas.microsoft.com/office/powerpoint/2010/main" val="53668140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25A0779-3AB7-40F2-B346-7418BB563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444C62-86E1-40C4-8C4A-B1B3D9300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C6D356-B280-415E-B09C-F3BAC35B9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4425FC-0B53-49A9-BBCC-EDFA0E8E3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8521E6-609B-4F4C-9A3C-EAF5CB9C7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30AC70-75F0-4700-92E3-03882E3B0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B5F19C-0204-4821-8CD4-40DD75D82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7C2EF4-3B09-4144-A748-1B664B929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EF1B71-E1E2-435C-89A9-03FCDBF2E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Distinguish perimeter and area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0179D0-5BC0-493D-BFC2-31BCE08BF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rectangle is 14 cm by 9 cm. Find its area and perimeter.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DFF580-EE90-4176-A10F-93B6183F7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B8CFD5-CE59-4A55-99A2-4FBE21C67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9645EB-E192-4E6E-A0F1-D81D12EB1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Identify the required measure and mark the relevant lengths.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C7A635-6CE2-4E11-AD14-13D0DFDE6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809B21-3929-49D4-B40A-706BE78D4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C0E523-9A7C-45E5-8901-8716E2D54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Use the perpendicular height, not a sloping side, in the area formula.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83F50C-32E7-4EEA-A19D-7363A8F98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A82D6F-FE91-49F1-B26D-381B51892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1FFF36A-A90C-49E7-B635-0151418B1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Area 126 cm2; perimeter 46 cm.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73768A2-9380-4894-9AB9-C320B0637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1161513-EB65-47BE-89FE-C2528394D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67DF6D4-629B-4A0F-BC6C-D71F145C9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Include squared units for area and check by decomposition.</a:t>
            </a:r>
          </a:p>
        </p:txBody>
      </p:sp>
    </p:spTree>
    <p:extLst>
      <p:ext uri="{BB962C8B-B14F-4D97-AF65-F5344CB8AC3E}">
        <p14:creationId xmlns:p14="http://schemas.microsoft.com/office/powerpoint/2010/main" val="116581643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07078B-47D2-4DBD-A236-1AA441379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FEBC55-1BD9-4542-A82A-FEDEB51F9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5C1DBE-FAD3-43FA-8557-F9709DA36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43C3F0-7973-4CC6-A3A3-CBFCA66E9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B715F3-F9D7-4295-8F0D-AEB800028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4E3879-5D57-4EC7-9FC1-A2B663079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387D8C-5A18-4FA9-8F61-9D8E70FB3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0B1E89-0845-4087-B829-6A5224841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2F6985-7AF8-472F-8AB2-C5AA803C3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Distinguish perimeter and area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1ED47C-A3D9-4E17-BE4B-92A0A4771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F2DF7A-C6DD-44BF-82EE-C0AFF65BF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Area 126 cm2; perimeter 46 cm.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1D43CF-3E80-45D4-9ADE-7CE3DD846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617679-B835-4F76-BF58-3690E9555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Include squared units for area and check by decomposition.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F4B227-0787-42D6-BDED-377D74BE3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46897922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B2E7C3-F8B0-4FA4-95EC-BECD8F2CC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197796-D990-419C-BBED-75D054A68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540B17-269D-4EF5-9A56-CF6B79C55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0A33EA-AC88-4DD7-AD36-EA885B780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95B3E3-8251-4DFC-B756-11CE4E135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7C3F4B-E4FE-49BE-A71A-716C699CC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0A1FCC-CCC3-42BB-AE42-177C295ED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510666-A477-4A6A-BF9D-63F0DC18E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7BCF49-410D-4B48-80C8-B982E7FFB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Distinguish perimeter and area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7914DC-FB3D-40FC-8535-89116D124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area of a parallelogram with base 12 cm and perpendicular height 7 cm.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6FF898-388A-4BE8-8A90-971ACF545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9C0573-179C-4551-895F-C9DA419A4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75686B-EBD1-4BE0-83E6-2B4A23C96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57C6CB-0CF7-4EBD-8706-25FF5DAB0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921FF3-0096-4149-8697-E1190E6FE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84 cm2.</a:t>
            </a:r>
          </a:p>
        </p:txBody>
      </p:sp>
    </p:spTree>
    <p:extLst>
      <p:ext uri="{BB962C8B-B14F-4D97-AF65-F5344CB8AC3E}">
        <p14:creationId xmlns:p14="http://schemas.microsoft.com/office/powerpoint/2010/main" val="26667653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E56332-BE15-40B6-BE1F-29C5144BD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D86B4D-02A3-42E4-8A78-E02DDC0F5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64DE1E-D0CA-4BFC-BEBD-C7C6875C9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7A4AA8-A468-4467-A217-190C9C4F6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5B745D-4460-4F67-9FE1-383308017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50DD4D-3FAF-43A0-924D-C197F7BC2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E13648-3D8E-4F3F-84F2-6E0C11E6B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C9DC3F-42A6-4F4E-A39C-5A1DDD0B4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693B28-B9FD-4D80-A036-723A59BA6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Distinguish perimeter and area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e4a937888d4c58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DC167D-C305-46FA-A085-7874596CA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52276C-4056-4FDD-AE30-448EBBE2A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uses the sloping side as the height and forgets to halve a triangle's area.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D3652D-E3EF-47F9-874B-DC4E877A1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18874B-F065-453C-B389-AEF5BF34C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03D913-A455-4497-9C1B-9C9F91BC9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Mark the perpendicular height, use base times height, and divide by two only for a triangle.</a:t>
            </a:r>
          </a:p>
        </p:txBody>
      </p:sp>
    </p:spTree>
    <p:extLst>
      <p:ext uri="{BB962C8B-B14F-4D97-AF65-F5344CB8AC3E}">
        <p14:creationId xmlns:p14="http://schemas.microsoft.com/office/powerpoint/2010/main" val="147770035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180591B-2665-4BDC-8978-F06797991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A5AF17-173B-467B-B746-445470A7D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78D743-359A-4235-8854-F809387C4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198CB5-EA40-4167-A4B0-69722CE9B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7E1DE0-445A-4732-A1DB-35F917977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5FC48D-CD5E-499C-B764-F31AF5E73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D27E95-4336-433A-9B29-A8D0174B5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E0C8AA-8ACF-4B95-8D87-FEDD6DAB6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9D0495-A982-485F-8311-35A48E529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Distinguish perimeter and area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20A268-6C2E-454A-A117-02A79D79C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F25D54-C0D1-49C8-A757-447F7BEAD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5CCBCB-1B41-4175-ADB1-51AC741D1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55B751-2B1C-4771-8C87-69C35007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area of a parallelogram with base 12 cm and perpendicular height 7 cm.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BE09E3-5854-4C3D-B096-A61F2D083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9747A7-D4F6-472D-BEFE-C7303D63F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C09772-EEB3-4A23-999E-E210CE6F5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DD70C9-1A81-4F97-A506-D715DEAB1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E7C612-E52C-45AA-B5DB-A4F670456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A0FC134-29DB-44F1-908B-D37A05C10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45EDAF-D037-4F85-AA26-DA9611573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70829D-F5DE-4EA8-9F48-D9DED3AC7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84 cm2.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DBB1422-88E6-473E-B4E0-368E5FE96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87172388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536F172-9D1C-4A46-99FD-DCE609E78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A2F311-678D-44C1-8319-A2D03B276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FD3623-7D47-4286-BBF7-AD6A3E2A4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65DCA5-F13F-4607-A718-5871080F0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8D2A23-AC67-4988-B54E-5A7B0DBB1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21F7C6-CCB3-4EAC-A971-CE62A5E90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03A507-050C-49AD-AFB0-EF320E703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F135DE-4D8C-40D6-AE68-3C1B0C3DC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CADA2C-66F3-4AE6-BDBC-2755463D2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Distinguish perimeter and area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E7006B-912F-4D3E-8F26-2B1B4298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61582A-56F6-42B8-8BE1-0157779F4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A85D92-4998-4E99-9BE0-20FC8AEFC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17262C-7670-4914-846B-2FBF75E9D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area of a triangle with base 15 cm and perpendicular height 8 cm.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FF72C2-6763-4B1A-B46D-C210EF121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42680D-06F4-4480-B530-9E035FF57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F5A3E7-CEC0-4C16-BB1B-768A7D7A5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00FB5F-7E48-4D17-B236-0BAF5A99B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911897-C4E1-4490-B69B-1CF1D4380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92E2197-A8A1-415B-9638-D180C1EA2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95C023-C358-4E32-968A-E54380BF5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BD70F2D-F2D7-4771-A808-B8098A457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71573560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A38178-E021-46F0-BA57-6F7846605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FF2A63-33EC-4F48-9F05-C6BC4AF51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B44D79-CA7E-4A73-AB3F-21E0BB25D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C788A8-C4AC-4CC9-963E-79CA7DB47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9E001C-54A7-4177-8D2D-95609FBF0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12242F-DC2C-4945-BAD6-256DF8AB3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F5CD3B-97CB-417E-A2C2-625637EEC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EA4137-1714-4893-956C-ECDA4D57F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C6925D-AE0B-4823-92EE-F9F30ED84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Distinguish perimeter and area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FC116E-74CF-4037-966A-9EDFA78E3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A triangle has area 54 cm2 and base 12 cm. Find its perpendicular height.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5C6EFF-61FB-4A4B-921A-B0A60ACE7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332E88-E70B-44BE-BD07-4ADFA6458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C8765A-013B-4E29-92B7-4E6134113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9 cm.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1415412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F252C8-BCA3-49BC-BE52-F1126E7EE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CE5041-D55F-45C7-95E5-87ADF3661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5FA013-D558-4DE9-88B1-43045D10C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C063CF-03BC-42C7-BE49-89FF6729D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CC616C-0087-40A2-936E-78699CF51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40F6B5-FA8F-47FF-A6E9-44A651384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943F5E-C130-49A9-B0FB-E192998A8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1C37E1-DA2D-4578-9125-DB2E7E8CD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60F149-5F9C-42E3-8D86-836F90FC6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Distinguish perimeter and area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F18B45-DD60-4ACA-8F55-18D57E04E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5F8692-6E6F-47B1-A8AC-B95706BB6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A6260B-C63C-4258-AA32-E59D91E25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area of a triangle with base 15 cm and perpendicular height 8 cm.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B243AC-CB2D-4558-BB02-0F0D6ABE8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A470F2-FC61-4B7C-8831-4FF359A48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3DA8F9-16ED-4017-8216-E7285118F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467A81-6627-4C22-929B-4F43A9265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60 cm2.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4A3FAD-B16B-4091-8519-1DDA1668C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3553B0-4667-4436-A290-C0206431E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26657990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6B32EB7-B93F-4BCF-B06E-1AED172DB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E0BE0E-7209-4F6F-A4CA-0A15B677B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CBB70D-2ED9-4B5E-8F7F-325DB0171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0A518A-2B28-48DB-BB2C-567743C04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D5846D-EBE7-4C02-A226-C33C40C6D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9566EB-8D91-4FB0-8069-CD890689D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695190-62B3-44A5-88D9-CC30AADCD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555F8E-0E75-46BE-B31E-9507AE14C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B26828-771E-4149-A73B-3669F26F4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Distinguish perimeter and area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5EB20F-0379-42EE-8E76-021A87D24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CB7275-CFF0-447B-8CEC-C40185ABA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60DEC6-52AA-4768-93C6-AB74E300C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B929C9-90DB-4AC0-A1A4-64A0C4F93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area of a triangle with base 15 cm and perpendicular height 8 cm.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5BE12F-31AC-47B2-ACD0-7C041D251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4ADB7E-98E4-4C81-A4BC-F37E492B8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1ECAA9-1621-4CA2-BA2A-10C970C99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8DF841-AE0D-4FF7-BC16-11BB428D7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uses the sloping side as the height and forgets to halve a triangle's area.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83AE4E-AD4F-4FAD-9B6F-38143B500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FAFA17-BF86-4399-829C-977B842E8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14004F-E941-43B7-A127-D8EF83E8C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42C1264-0F22-4012-B735-9FB89EB8F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3D2D721-EF85-4011-B30D-9DE7EC6D1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73667797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2026-09-09T20:49:53.8550000Z</dcterms:created>
  <dcterms:modified xsi:type="dcterms:W3CDTF">2026-09-09T20:49:53.8550000Z</dcterms:modified>
</coreProperties>
</file>