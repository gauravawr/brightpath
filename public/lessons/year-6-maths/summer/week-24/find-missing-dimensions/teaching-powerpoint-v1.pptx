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163ea3edd64c1b" /><Relationship Type="http://schemas.openxmlformats.org/officeDocument/2006/relationships/extended-properties" Target="/docProps/app.xml" Id="R255150e170de409b" /><Relationship Type="http://schemas.openxmlformats.org/officeDocument/2006/relationships/officeDocument" Target="/ppt/presentation.xml" Id="R55cce419e21942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2335267db5413b"/>
  </p:sldMasterIdLst>
  <p:notesMasterIdLst>
    <p:notesMasterId xmlns:r="http://schemas.openxmlformats.org/officeDocument/2006/relationships" r:id="Rd7368d6558624987"/>
  </p:notesMasterIdLst>
  <p:sldIdLst>
    <p:sldId xmlns:r="http://schemas.openxmlformats.org/officeDocument/2006/relationships" id="256" r:id="R84f83165bade4b42"/>
    <p:sldId xmlns:r="http://schemas.openxmlformats.org/officeDocument/2006/relationships" id="257" r:id="Rbe7dfd42af534233"/>
    <p:sldId xmlns:r="http://schemas.openxmlformats.org/officeDocument/2006/relationships" id="258" r:id="R0e52a098ba7949b0"/>
    <p:sldId xmlns:r="http://schemas.openxmlformats.org/officeDocument/2006/relationships" id="259" r:id="R6f67468650204a27"/>
    <p:sldId xmlns:r="http://schemas.openxmlformats.org/officeDocument/2006/relationships" id="260" r:id="R9eb3b04e4edf46d8"/>
    <p:sldId xmlns:r="http://schemas.openxmlformats.org/officeDocument/2006/relationships" id="261" r:id="R149dda52225d444d"/>
    <p:sldId xmlns:r="http://schemas.openxmlformats.org/officeDocument/2006/relationships" id="262" r:id="Rff9d86a85b4c4e49"/>
    <p:sldId xmlns:r="http://schemas.openxmlformats.org/officeDocument/2006/relationships" id="263" r:id="R3f1992f7e0b34188"/>
    <p:sldId xmlns:r="http://schemas.openxmlformats.org/officeDocument/2006/relationships" id="264" r:id="Rbf94e73b47194a94"/>
    <p:sldId xmlns:r="http://schemas.openxmlformats.org/officeDocument/2006/relationships" id="265" r:id="Reab9c5a5d3f14bcd"/>
    <p:sldId xmlns:r="http://schemas.openxmlformats.org/officeDocument/2006/relationships" id="266" r:id="R77eb6c04eb394310"/>
    <p:sldId xmlns:r="http://schemas.openxmlformats.org/officeDocument/2006/relationships" id="267" r:id="Rcb84a711a4fd4f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b6c24415fb433d" /><Relationship Type="http://schemas.openxmlformats.org/officeDocument/2006/relationships/slideMaster" Target="/ppt/slideMasters/slideMaster1.xml" Id="R302335267db5413b" /><Relationship Type="http://schemas.openxmlformats.org/officeDocument/2006/relationships/notesMaster" Target="/ppt/notesMasters/notesMaster1.xml" Id="Rd7368d6558624987" /><Relationship Type="http://schemas.openxmlformats.org/officeDocument/2006/relationships/presProps" Target="/ppt/presProps.xml" Id="R7b66cf5225e448dd" /><Relationship Type="http://schemas.openxmlformats.org/officeDocument/2006/relationships/tableStyles" Target="/ppt/tableStyles.xml" Id="R5c43a2bdb60b46b0" /><Relationship Type="http://schemas.openxmlformats.org/officeDocument/2006/relationships/slide" Target="/ppt/slides/slide1.xml" Id="R84f83165bade4b42" /><Relationship Type="http://schemas.openxmlformats.org/officeDocument/2006/relationships/slide" Target="/ppt/slides/slide2.xml" Id="Rbe7dfd42af534233" /><Relationship Type="http://schemas.openxmlformats.org/officeDocument/2006/relationships/slide" Target="/ppt/slides/slide3.xml" Id="R0e52a098ba7949b0" /><Relationship Type="http://schemas.openxmlformats.org/officeDocument/2006/relationships/slide" Target="/ppt/slides/slide4.xml" Id="R6f67468650204a27" /><Relationship Type="http://schemas.openxmlformats.org/officeDocument/2006/relationships/slide" Target="/ppt/slides/slide5.xml" Id="R9eb3b04e4edf46d8" /><Relationship Type="http://schemas.openxmlformats.org/officeDocument/2006/relationships/slide" Target="/ppt/slides/slide6.xml" Id="R149dda52225d444d" /><Relationship Type="http://schemas.openxmlformats.org/officeDocument/2006/relationships/slide" Target="/ppt/slides/slide7.xml" Id="Rff9d86a85b4c4e49" /><Relationship Type="http://schemas.openxmlformats.org/officeDocument/2006/relationships/slide" Target="/ppt/slides/slide8.xml" Id="R3f1992f7e0b34188" /><Relationship Type="http://schemas.openxmlformats.org/officeDocument/2006/relationships/slide" Target="/ppt/slides/slide9.xml" Id="Rbf94e73b47194a94" /><Relationship Type="http://schemas.openxmlformats.org/officeDocument/2006/relationships/slide" Target="/ppt/slides/slide10.xml" Id="Reab9c5a5d3f14bcd" /><Relationship Type="http://schemas.openxmlformats.org/officeDocument/2006/relationships/slide" Target="/ppt/slides/slide11.xml" Id="R77eb6c04eb394310" /><Relationship Type="http://schemas.openxmlformats.org/officeDocument/2006/relationships/slide" Target="/ppt/slides/slide12.xml" Id="Rcb84a711a4fd4f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edda1c569c46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88e92ac013480a" /><Relationship Type="http://schemas.openxmlformats.org/officeDocument/2006/relationships/notesMaster" Target="/ppt/notesMasters/notesMaster1.xml" Id="R2f6058c4686940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658601dc0d4218" /><Relationship Type="http://schemas.openxmlformats.org/officeDocument/2006/relationships/notesMaster" Target="/ppt/notesMasters/notesMaster1.xml" Id="Rf0e3c0f2589c4a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01be538cf04ec6" /><Relationship Type="http://schemas.openxmlformats.org/officeDocument/2006/relationships/notesMaster" Target="/ppt/notesMasters/notesMaster1.xml" Id="R591b013d02c347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de77e0f0864c17" /><Relationship Type="http://schemas.openxmlformats.org/officeDocument/2006/relationships/notesMaster" Target="/ppt/notesMasters/notesMaster1.xml" Id="R434bce4ce2fd49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167a9fac7242d4" /><Relationship Type="http://schemas.openxmlformats.org/officeDocument/2006/relationships/notesMaster" Target="/ppt/notesMasters/notesMaster1.xml" Id="Rb7932abac81a47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78ade9cd1d4d36" /><Relationship Type="http://schemas.openxmlformats.org/officeDocument/2006/relationships/notesMaster" Target="/ppt/notesMasters/notesMaster1.xml" Id="Rbd98d49154004b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7b112ab01444e7" /><Relationship Type="http://schemas.openxmlformats.org/officeDocument/2006/relationships/notesMaster" Target="/ppt/notesMasters/notesMaster1.xml" Id="Rcc79fb07a3db48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8bf5ed7acd4835" /><Relationship Type="http://schemas.openxmlformats.org/officeDocument/2006/relationships/notesMaster" Target="/ppt/notesMasters/notesMaster1.xml" Id="Rd30ccc297d224f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115940609245fc" /><Relationship Type="http://schemas.openxmlformats.org/officeDocument/2006/relationships/notesMaster" Target="/ppt/notesMasters/notesMaster1.xml" Id="R9645e32539c248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f128a642974a90" /><Relationship Type="http://schemas.openxmlformats.org/officeDocument/2006/relationships/notesMaster" Target="/ppt/notesMasters/notesMaster1.xml" Id="Reb709988e4df48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af105d1048459f" /><Relationship Type="http://schemas.openxmlformats.org/officeDocument/2006/relationships/notesMaster" Target="/ppt/notesMasters/notesMaster1.xml" Id="R4c332c90222946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97cd4182274550" /><Relationship Type="http://schemas.openxmlformats.org/officeDocument/2006/relationships/notesMaster" Target="/ppt/notesMasters/notesMaster1.xml" Id="R884b8c4c66ef43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80 cm2.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80 cm2..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Area 126 cm2; perimeter 46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84 cm2.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Area 126 cm2; perimeter 46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Area 126 cm2; perimeter 46 cm.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c090eb0a4d4c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e418154752467a" /><Relationship Type="http://schemas.openxmlformats.org/officeDocument/2006/relationships/slideLayout" Target="/ppt/slideLayouts/slideLayout1.xml" Id="R711f136f40e742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1f136f40e742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ce1a395344c6c" /><Relationship Type="http://schemas.openxmlformats.org/officeDocument/2006/relationships/notesSlide" Target="/ppt/notesSlides/notesSlide1.xml" Id="Rb0ffa34501c042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10f653b994606" /><Relationship Type="http://schemas.openxmlformats.org/officeDocument/2006/relationships/notesSlide" Target="/ppt/notesSlides/notesSlide2.xml" Id="R1af61d6d9cac48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bf996303342cf" /><Relationship Type="http://schemas.openxmlformats.org/officeDocument/2006/relationships/notesSlide" Target="/ppt/notesSlides/notesSlide3.xml" Id="R9271c1f664fe4e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faaf68a204846" /><Relationship Type="http://schemas.openxmlformats.org/officeDocument/2006/relationships/notesSlide" Target="/ppt/notesSlides/notesSlide4.xml" Id="R7dcbbfe01c1141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820f5d9034758" /><Relationship Type="http://schemas.openxmlformats.org/officeDocument/2006/relationships/notesSlide" Target="/ppt/notesSlides/notesSlide5.xml" Id="R265031521afd4a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4a42229684aea" /><Relationship Type="http://schemas.openxmlformats.org/officeDocument/2006/relationships/notesSlide" Target="/ppt/notesSlides/notesSlide6.xml" Id="R41ff04625d1744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c10d1df5e4cff" /><Relationship Type="http://schemas.openxmlformats.org/officeDocument/2006/relationships/image" Target="/ppt/media/image.png" Id="Ra44f4a3b94364741" /><Relationship Type="http://schemas.openxmlformats.org/officeDocument/2006/relationships/notesSlide" Target="/ppt/notesSlides/notesSlide7.xml" Id="Rcd5f0972854d4f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bd195f37b4d38" /><Relationship Type="http://schemas.openxmlformats.org/officeDocument/2006/relationships/notesSlide" Target="/ppt/notesSlides/notesSlide8.xml" Id="R7ad4e3de531d4f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747d9a8a348b8" /><Relationship Type="http://schemas.openxmlformats.org/officeDocument/2006/relationships/notesSlide" Target="/ppt/notesSlides/notesSlide9.xml" Id="R4f89ea7d717c40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ccaea855a4113" /><Relationship Type="http://schemas.openxmlformats.org/officeDocument/2006/relationships/notesSlide" Target="/ppt/notesSlides/notesSlide10.xml" Id="Rc7eedcc5dfd74a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7eb1bc5114d5f" /><Relationship Type="http://schemas.openxmlformats.org/officeDocument/2006/relationships/notesSlide" Target="/ppt/notesSlides/notesSlide11.xml" Id="R3bd9737cee7c45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c98f4943e4594" /><Relationship Type="http://schemas.openxmlformats.org/officeDocument/2006/relationships/notesSlide" Target="/ppt/notesSlides/notesSlide12.xml" Id="Rbf6d470b34d944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93A8FA-F726-4C9D-A7AF-B64E25AF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7358D-55D0-4852-9271-D748A575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05CB6-155A-4A1D-BBB1-50E979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68D96-1C13-49B3-90C7-20CB5707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96ABB-3D8A-47F4-A45F-A1D18489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0D55A-5806-4EB9-B7B3-D9DCF8BC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F0375B-DBA1-477D-8411-8F783A6B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7277B-E043-4D67-AF9A-557338C7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 known area to find a missing base or height.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3F541-8F88-496D-BD3A-EAFC7BE3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72798-91D0-46F6-9342-10A726F6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E2B93-4723-4BFC-8790-FFB0D807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363939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3481E4-5E7E-4361-8464-FD737707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25841-CFCB-48A0-A9CC-47E29FBB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B867D-9668-4090-A519-859578F9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84C49-7AB6-4353-9312-D8F59874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6435C-17CD-4C69-A578-344D40E7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C82B2-BD27-43E3-B2AA-DE32D458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F829-A109-4431-82E8-694E89B4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97A8E-2188-409E-825F-76040F26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004720-3957-418A-8F5A-9F2F3865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ADEF0-303C-4C46-81B2-25A3379E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7EE7E0-0D96-427C-9577-6A4522DB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45FAD-BD2F-41FC-BFDE-AAD31A22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F8566-A8C0-44C4-9EB5-2810D434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B221A4-367D-45FA-8941-AD962D7B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425D9-C7E6-4879-9A04-23886C46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A3A32E-3693-4ECA-94A7-B3784769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947603-C3D2-4F98-933C-F7F63E36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5C5AC-BA67-46C7-A885-66500033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EE3E28-462C-48F2-BFF0-451BE42C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B2191F-5115-4AE8-8A09-D925998B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72F883-E396-4131-BC81-FB73512D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triangle has area 54 cm2 and base 12 cm. Find its perpendicular height.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6E64BA-F555-4C89-A986-EEFE49D5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778332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E0A73-F5A7-45B4-B73E-70142A49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2811E-13AC-4247-9638-AA411905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805E4-5613-4640-B54D-5AF07A88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468B0-5A6C-4740-9382-0ACA2EEC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4FD69-3C6B-4532-8301-2C29971F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9ADF7-89B3-4C2E-9855-6A2586EC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432F4-E44C-48D5-BF26-0990162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CA06A-A2D8-403E-A6EC-989EFB3E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77A57-1DB2-45D7-A9E5-022BE6FC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7F60B-1A3A-496A-A67A-B469A9B7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 known area to find a missing base or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C7D707-FD9C-4E51-8E62-A4BF04A1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4561F-AF1F-4725-8A1A-3F5E06E1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601BD-4EB8-4239-83D1-3B71244F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804AEE-B6DF-456B-840F-CCF001CD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5FED71-FAE2-4B74-ABD0-813FF21A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20316234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7B6F9-93FB-4297-A29A-15C48FD5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ADCAF-57F2-4041-83F5-B6E1DDAC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E1AB-36B2-4F9F-A0DE-F24F475D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0F46C-CD6D-4B8E-8762-DE0F4241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76F796-2F5B-4EFB-AEF4-4B083331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CFD74-708D-41D4-B780-8DC7BAB0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4B726-2429-46B4-A6C4-F7CEAD4A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42B75-76E4-4327-82B1-72F17B14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81710-D2C5-4047-992A-C6EDC564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F75CA-CC21-4582-9B9C-44FAD089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7A5332-744A-4C6A-B560-BF441921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CB985-399E-4BF7-A20E-B6C5A430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76C1B-8144-423F-B764-306CA8F5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required measure and mark the relevant lengths.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2BFF9-0D65-4317-AC96-E395F1C5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7222F-F34E-483C-96B3-3E0E18DB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C38B3-5FCB-4FAD-A97B-7CBD3B77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the perpendicular height, not a sloping side, in the area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AA9FF5-F1C4-47BD-BE6F-A9CCD31E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7C7FA-65E6-4BC2-8318-66391491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F3C93-606B-4FC3-B780-796F2E71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44A2FB-5A1B-45AA-89B9-AFFD6570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57B72F-966A-4C9A-9A44-B67EC799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AA636C-D6AF-450B-BD80-FF1D069C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Include squared units for area and check by decomposition.</a:t>
            </a:r>
          </a:p>
        </p:txBody>
      </p:sp>
    </p:spTree>
    <p:extLst>
      <p:ext uri="{BB962C8B-B14F-4D97-AF65-F5344CB8AC3E}">
        <p14:creationId xmlns:p14="http://schemas.microsoft.com/office/powerpoint/2010/main" val="3994056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67823-42E9-4F76-9956-123CF2CD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F3904-E1A0-4D30-8D3B-DBFF42A8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5A7D9-B58C-4380-B3E0-2316C60A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C5639-C94D-4FF1-90A0-089A1C1F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73E23-17D2-4086-BD7D-A9F6C98E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AFF7C-9641-452B-B65D-78C9EF94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B3821-A41F-4DD4-BB34-F94FB183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FBB59-80BB-4A14-B0F8-7B3C39EC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D7A9B3-8A10-4BE9-BADF-5598965B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6E560-7374-4202-B015-CB49009D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15A1A-5B6B-472B-8D47-E5468955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04E73E-C3FD-4463-89BD-FE65E960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4EBDC-E07B-4D35-BBD1-99A4141F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CC80A-DE5B-499E-BAF7-53EB3C1D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90205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4C4A2A-C71B-44A9-B46B-8E4E8147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61A39-C1C5-4697-AF91-C98F0EAF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740B1-380D-4849-A6E5-D25E6047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531167-AAF5-433A-8455-B93F1DE3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CA002-C5C9-43E5-B46F-B693D2CC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9F541-EFFE-4024-B9EB-E8E537E2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0BE85-2BE5-4B77-AC0B-17D7F5A4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F66B5-B9AA-4A41-92BC-4F6C1C16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A9AC8-66A0-4363-8D86-D55451D4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56CF1-2555-48D0-BB88-46F58188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0D94A-2574-4A7F-8334-2895CFFF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E2822-6642-4158-A08D-F7416B3F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DE11D-0259-4420-9E4D-9E9CDFA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B3B6BB-55AC-4B3C-B577-B7F9F9CD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B386FE-1067-4123-BD2A-F5766F2E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80 cm2.</a:t>
            </a:r>
          </a:p>
        </p:txBody>
      </p:sp>
    </p:spTree>
    <p:extLst>
      <p:ext uri="{BB962C8B-B14F-4D97-AF65-F5344CB8AC3E}">
        <p14:creationId xmlns:p14="http://schemas.microsoft.com/office/powerpoint/2010/main" val="20147721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2D0215-8A58-4939-B488-AC95E4E8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181DA-86D4-4AED-AB16-100FA9FB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DB4C4-F2B4-4A89-B688-4DE02BAF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5CA81F-60BC-4BE5-B6E2-1E5EDBFC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E0E9A-E22A-4ADD-BE77-21EE966B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09663-467A-441C-B04F-8782530F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6F9AF-5C5F-45C5-B788-EA4972A0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9AB62-12B9-46ED-AC78-259447DE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410BE-2973-4D4F-947C-D01DAE59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f4a3b9436474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A37D4-D380-41BF-9BEB-4F476887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9A89F-6A16-479C-B589-97AA62BE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0A060B-BE19-4F21-BC84-0AC008B2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B93FB-FF2A-41F8-9C24-01750758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480E8-0BE9-4FB0-8708-CE7E3DD6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14010867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9395A9-C460-442D-84F0-2DC16E27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39782-9EB3-4F67-96A1-E18B66A2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CBE06-1B17-4F57-9E29-251D1866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435DB-00E7-46FB-9560-4ED5F161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7F773-01F0-4D67-B12B-61DFDCBA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56FE7-3CC8-4005-80E2-0AD20695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9CF2A-A18C-4C74-9EAB-28F896C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E32D4-3FFF-4D85-A9B3-B7C706EB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F4AED-ACC3-4C12-8785-1DECAC81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69C49-1A5A-4292-A95E-D1B54886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62B3D-B992-44A7-BB64-5051DC09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B55503-54CB-4AFB-B473-856BC395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E6025-5E8E-488F-9BA2-E4EDBBC0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13E24-0623-4327-9608-7CFEBCA2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BF582-D14C-4C63-A939-603737E3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8F01A4-06A6-43A3-BEFE-E28BEDEF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75C70-62E5-4883-8998-7147DF9B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82E00-BC7F-4A81-908F-F494A006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65CC9B-3072-4520-87B2-6BD01D8C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B4594B-8905-468A-B07D-AF07FE6D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08CC5-4B4A-434E-A0FD-E42EB8AC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80 cm2.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EA0F96-B2A4-4A66-A938-3343BB05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999419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BF5C8-B805-4856-ACCF-63022A19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59538-4AE5-4396-9FD6-CA644B20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9A65F-8B09-44E7-A29A-B61AFC49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44AE9-C5A3-413B-9D47-802FC0D6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E7884-146B-484B-98C7-23FF147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CCD7D1-2ABB-472C-85FB-474D52D4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659E0-2940-489B-B81D-808CE905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823B23-74DE-403B-8CA4-BD7672F5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98A492-5D55-4A15-8288-98658D08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BF504-72CD-4B18-96E0-CDBE10BD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F75A0-A4E1-48D4-87D5-BC3A8439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DA4C8-62AC-4123-A1D1-F0CEDE98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EEF88-A9F5-4AE4-BCCF-995DCD78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73F05-2E98-4AFD-A057-D7C78B7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B4B8C-FD2B-43E2-BAD4-72831871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8E9B78-52D7-4DC5-A48E-134334D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D645FE-6EF1-41A8-88F9-5709A99F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5B0AF-A3B4-4053-8F37-7EAC17A7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BEF7D-71F8-4B79-9BC9-939B3CA2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C9154-1C3C-4FA7-A7E0-A6F7224D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6173EA-7355-44C1-B0A0-004206DB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536603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0123D-9714-4811-BAB1-B510A980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5D4F4-0FF3-4DE9-A702-D642FC19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5D17C-1106-4BA5-839C-C736A3F6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C3F52-CA94-4E3D-915E-A476AD8E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39342-C91C-4E70-B2C5-45193BEA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668E9-8228-4CD1-9B71-E5132D2A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4DC94-3DF7-4A66-9CBA-2D8A1416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B0BEB-31F3-42DD-8DEC-3109FF1A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34325-8B75-47AA-8093-6EB06954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C87B0-3571-45D7-9A0A-7CAC737C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area of a parallelogram with base 12 cm and perpendicular height 7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2455C-2E5F-4F3D-8D55-59472FB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2E351E-4480-498E-A722-5A761A36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6CA8A-3A6F-41AA-805E-5CCA7932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84 cm2.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419906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0538FA-E85B-44F1-9961-8675F5B5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9538E-A555-40A4-B90F-61BD8EA2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E5BB7-A45D-4DE5-BE43-18C3A772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6ED19-5224-4F50-8840-C5A575B8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26903-3517-4771-97FB-6715F59E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1C527-A56F-4AA3-8607-65216967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E3BCE-2CC7-40B4-BA5C-8EDDFE18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D16D2-319E-4180-8326-5CA72719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D6FD0-4909-4B1A-BAD9-1902D80E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2C52A-523C-4BA0-9D3E-95F6ED0C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3191EC-7726-4B4A-B883-CF78210D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1DD829-8837-4D85-A7A7-E5BB3799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10505-3451-4BBA-AEAF-6E4046CF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5D8B0-AA8B-4A3C-A2A8-FFFB3E5E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9B42AE-F5AF-4A53-8323-1F8CF194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4DB5B-89F1-4BD7-9B57-71984EBB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501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Area 126 cm2; perimeter 46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524CE-9B4C-406A-BA77-8D9E4AFD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784BC-441D-4ABD-B8F4-8F74C549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622121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6808A4-EB22-4AA0-B6CD-D407619F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949835-DFFD-44F3-8DC2-53868884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FEE79-F479-4AE2-8819-AB69DEE0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226DAA-DC5F-470E-BF6D-B27F06D4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A5BA0-8C50-4AF3-9A58-D8940DE1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111EF-1399-4AC7-8C1E-C9CD5597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C1045-8F9A-4387-82D5-C2D5426F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32879-8B56-40BA-B23C-479A2CCB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88134-7A30-456D-9ED4-C92D6B58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DB977-EF47-4214-B87B-D626C54F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0DD3A-0BC5-46F9-8160-3025D6FC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7C8C6-89D9-4915-A02C-534937F8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31031-7DA5-477A-8A07-8712076D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0DE96-AF6F-402A-BE92-615615B9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11C4F9-7204-4832-9211-2CC598DE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99C13E-FCC6-4CD2-A51E-804B7061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273CCE-DAC8-4CB8-AF61-BA1DF165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C07D8F-8DEB-4F3E-A418-B4A1A5DB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2EDC38-6F76-4DD0-9678-1F5BC908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4E54E6-DFB7-4E9B-81AF-2B25ED74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7A591F-3BEB-44EE-9249-7D02E901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AF72C7-AA5B-4D1B-B618-C61FBCC4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741000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2026-09-09T20:49:59.9640000Z</dcterms:created>
  <dcterms:modified xsi:type="dcterms:W3CDTF">2026-09-09T20:49:59.9640000Z</dcterms:modified>
</coreProperties>
</file>