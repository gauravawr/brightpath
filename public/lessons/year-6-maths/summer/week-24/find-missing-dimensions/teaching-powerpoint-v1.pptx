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7a475f945b4d11" /><Relationship Type="http://schemas.openxmlformats.org/officeDocument/2006/relationships/extended-properties" Target="/docProps/app.xml" Id="R39d6a9a660e04a88" /><Relationship Type="http://schemas.openxmlformats.org/officeDocument/2006/relationships/officeDocument" Target="/ppt/presentation.xml" Id="R1e62deb0c9114a1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18010461b4484d"/>
  </p:sldMasterIdLst>
  <p:notesMasterIdLst>
    <p:notesMasterId xmlns:r="http://schemas.openxmlformats.org/officeDocument/2006/relationships" r:id="R352feca6c8f040a3"/>
  </p:notesMasterIdLst>
  <p:sldIdLst>
    <p:sldId xmlns:r="http://schemas.openxmlformats.org/officeDocument/2006/relationships" id="256" r:id="Rf95047076ad44712"/>
    <p:sldId xmlns:r="http://schemas.openxmlformats.org/officeDocument/2006/relationships" id="257" r:id="Ra96ce2f9afdb4720"/>
    <p:sldId xmlns:r="http://schemas.openxmlformats.org/officeDocument/2006/relationships" id="258" r:id="R100c39589da0494d"/>
    <p:sldId xmlns:r="http://schemas.openxmlformats.org/officeDocument/2006/relationships" id="259" r:id="Rd160da3cd560457c"/>
    <p:sldId xmlns:r="http://schemas.openxmlformats.org/officeDocument/2006/relationships" id="260" r:id="R3d831bca85fe4236"/>
    <p:sldId xmlns:r="http://schemas.openxmlformats.org/officeDocument/2006/relationships" id="261" r:id="R77224a8ee7a54687"/>
    <p:sldId xmlns:r="http://schemas.openxmlformats.org/officeDocument/2006/relationships" id="262" r:id="R48d9f139a4ed4313"/>
    <p:sldId xmlns:r="http://schemas.openxmlformats.org/officeDocument/2006/relationships" id="263" r:id="Rd7b218b96ae4497b"/>
    <p:sldId xmlns:r="http://schemas.openxmlformats.org/officeDocument/2006/relationships" id="264" r:id="R8cedbe363dea4aec"/>
    <p:sldId xmlns:r="http://schemas.openxmlformats.org/officeDocument/2006/relationships" id="265" r:id="Rebe7117eacf842f6"/>
    <p:sldId xmlns:r="http://schemas.openxmlformats.org/officeDocument/2006/relationships" id="266" r:id="R363283a233124bce"/>
    <p:sldId xmlns:r="http://schemas.openxmlformats.org/officeDocument/2006/relationships" id="267" r:id="R3e17087149e7490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e7c2bbcaaa44442" /><Relationship Type="http://schemas.openxmlformats.org/officeDocument/2006/relationships/slideMaster" Target="/ppt/slideMasters/slideMaster1.xml" Id="Rcb18010461b4484d" /><Relationship Type="http://schemas.openxmlformats.org/officeDocument/2006/relationships/notesMaster" Target="/ppt/notesMasters/notesMaster1.xml" Id="R352feca6c8f040a3" /><Relationship Type="http://schemas.openxmlformats.org/officeDocument/2006/relationships/presProps" Target="/ppt/presProps.xml" Id="R646bdd4d303e4d08" /><Relationship Type="http://schemas.openxmlformats.org/officeDocument/2006/relationships/tableStyles" Target="/ppt/tableStyles.xml" Id="Rd0466d9800ca4a74" /><Relationship Type="http://schemas.openxmlformats.org/officeDocument/2006/relationships/slide" Target="/ppt/slides/slide1.xml" Id="Rf95047076ad44712" /><Relationship Type="http://schemas.openxmlformats.org/officeDocument/2006/relationships/slide" Target="/ppt/slides/slide2.xml" Id="Ra96ce2f9afdb4720" /><Relationship Type="http://schemas.openxmlformats.org/officeDocument/2006/relationships/slide" Target="/ppt/slides/slide3.xml" Id="R100c39589da0494d" /><Relationship Type="http://schemas.openxmlformats.org/officeDocument/2006/relationships/slide" Target="/ppt/slides/slide4.xml" Id="Rd160da3cd560457c" /><Relationship Type="http://schemas.openxmlformats.org/officeDocument/2006/relationships/slide" Target="/ppt/slides/slide5.xml" Id="R3d831bca85fe4236" /><Relationship Type="http://schemas.openxmlformats.org/officeDocument/2006/relationships/slide" Target="/ppt/slides/slide6.xml" Id="R77224a8ee7a54687" /><Relationship Type="http://schemas.openxmlformats.org/officeDocument/2006/relationships/slide" Target="/ppt/slides/slide7.xml" Id="R48d9f139a4ed4313" /><Relationship Type="http://schemas.openxmlformats.org/officeDocument/2006/relationships/slide" Target="/ppt/slides/slide8.xml" Id="Rd7b218b96ae4497b" /><Relationship Type="http://schemas.openxmlformats.org/officeDocument/2006/relationships/slide" Target="/ppt/slides/slide9.xml" Id="R8cedbe363dea4aec" /><Relationship Type="http://schemas.openxmlformats.org/officeDocument/2006/relationships/slide" Target="/ppt/slides/slide10.xml" Id="Rebe7117eacf842f6" /><Relationship Type="http://schemas.openxmlformats.org/officeDocument/2006/relationships/slide" Target="/ppt/slides/slide11.xml" Id="R363283a233124bce" /><Relationship Type="http://schemas.openxmlformats.org/officeDocument/2006/relationships/slide" Target="/ppt/slides/slide12.xml" Id="R3e17087149e749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63d14b56ed3444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9de559eb204506" /><Relationship Type="http://schemas.openxmlformats.org/officeDocument/2006/relationships/notesMaster" Target="/ppt/notesMasters/notesMaster1.xml" Id="R1131211ca3c448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7fec066315427d" /><Relationship Type="http://schemas.openxmlformats.org/officeDocument/2006/relationships/notesMaster" Target="/ppt/notesMasters/notesMaster1.xml" Id="Rdd087671dacb4b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c2fb68b1fd4600" /><Relationship Type="http://schemas.openxmlformats.org/officeDocument/2006/relationships/notesMaster" Target="/ppt/notesMasters/notesMaster1.xml" Id="R01c512cbcef64a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fac43e1907492c" /><Relationship Type="http://schemas.openxmlformats.org/officeDocument/2006/relationships/notesMaster" Target="/ppt/notesMasters/notesMaster1.xml" Id="Rf8c61d4c27e2446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317eb1615d46d7" /><Relationship Type="http://schemas.openxmlformats.org/officeDocument/2006/relationships/notesMaster" Target="/ppt/notesMasters/notesMaster1.xml" Id="Recaf698ab2bb437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2e892c85174324" /><Relationship Type="http://schemas.openxmlformats.org/officeDocument/2006/relationships/notesMaster" Target="/ppt/notesMasters/notesMaster1.xml" Id="R97baf60c47764d2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bfe91e3fca24dc2" /><Relationship Type="http://schemas.openxmlformats.org/officeDocument/2006/relationships/notesMaster" Target="/ppt/notesMasters/notesMaster1.xml" Id="Rd13a091932e243b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6566216483b41e7" /><Relationship Type="http://schemas.openxmlformats.org/officeDocument/2006/relationships/notesMaster" Target="/ppt/notesMasters/notesMaster1.xml" Id="R8d1263f16cfd444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1780bf8dd634a5c" /><Relationship Type="http://schemas.openxmlformats.org/officeDocument/2006/relationships/notesMaster" Target="/ppt/notesMasters/notesMaster1.xml" Id="Rf09c87778a1e487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1f86b6ee0984e32" /><Relationship Type="http://schemas.openxmlformats.org/officeDocument/2006/relationships/notesMaster" Target="/ppt/notesMasters/notesMaster1.xml" Id="Rd6faba0b53a3490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bd19cf91c4c4621" /><Relationship Type="http://schemas.openxmlformats.org/officeDocument/2006/relationships/notesMaster" Target="/ppt/notesMasters/notesMaster1.xml" Id="R7e39ec4a8d104d9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69ba929e07046ea" /><Relationship Type="http://schemas.openxmlformats.org/officeDocument/2006/relationships/notesMaster" Target="/ppt/notesMasters/notesMaster1.xml" Id="Rf093d78a7f454cf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Rulers, squared paper, cut-out shapes, formula cards,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80 cm2. | Identify the required measure and mark the relevant lengths. | Mark the perpendicular height, use base times height, and divide by two only for a triangle.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perimeter, area, base, perpendicular height, triangle, parallelogram.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9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80 cm2.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Mark the perpendicular height, use base times height, and divide by two only for a triangle.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80 cm2..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Area 126 cm2; perimeter 46 cm..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84 cm2.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Area 126 cm2; perimeter 46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Area 126 cm2; perimeter 46 cm. | Mark the perpendicular height, use base times height, and divide by two only for a triangle.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3e06175375438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37ca86426094eda" /><Relationship Type="http://schemas.openxmlformats.org/officeDocument/2006/relationships/slideLayout" Target="/ppt/slideLayouts/slideLayout1.xml" Id="R05b6b14031774d5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5b6b14031774d5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23925205094c86" /><Relationship Type="http://schemas.openxmlformats.org/officeDocument/2006/relationships/notesSlide" Target="/ppt/notesSlides/notesSlide1.xml" Id="R40b1c6f96e45434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1022d9e8394dbe" /><Relationship Type="http://schemas.openxmlformats.org/officeDocument/2006/relationships/notesSlide" Target="/ppt/notesSlides/notesSlide2.xml" Id="R66740674d8004c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8e090ecb044461" /><Relationship Type="http://schemas.openxmlformats.org/officeDocument/2006/relationships/notesSlide" Target="/ppt/notesSlides/notesSlide3.xml" Id="R7bb79bf81e9142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a8a97c73a4ce0" /><Relationship Type="http://schemas.openxmlformats.org/officeDocument/2006/relationships/notesSlide" Target="/ppt/notesSlides/notesSlide4.xml" Id="Rcbe77a21e0ec47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37e1afef8c4a45" /><Relationship Type="http://schemas.openxmlformats.org/officeDocument/2006/relationships/notesSlide" Target="/ppt/notesSlides/notesSlide5.xml" Id="Rdbb23cc4de534c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49bcd7fac142ae" /><Relationship Type="http://schemas.openxmlformats.org/officeDocument/2006/relationships/notesSlide" Target="/ppt/notesSlides/notesSlide6.xml" Id="R04d4697d53f549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d9bbfb640e4b0d" /><Relationship Type="http://schemas.openxmlformats.org/officeDocument/2006/relationships/image" Target="/ppt/media/image.png" Id="R4bbc037a1be2484d" /><Relationship Type="http://schemas.openxmlformats.org/officeDocument/2006/relationships/notesSlide" Target="/ppt/notesSlides/notesSlide7.xml" Id="R379d7d8485924a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5b486701d9403b" /><Relationship Type="http://schemas.openxmlformats.org/officeDocument/2006/relationships/notesSlide" Target="/ppt/notesSlides/notesSlide8.xml" Id="R9445df7820384a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3f145bd6134bd6" /><Relationship Type="http://schemas.openxmlformats.org/officeDocument/2006/relationships/notesSlide" Target="/ppt/notesSlides/notesSlide9.xml" Id="Ra6e59ad043ad46a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59caac26e347e0" /><Relationship Type="http://schemas.openxmlformats.org/officeDocument/2006/relationships/notesSlide" Target="/ppt/notesSlides/notesSlide10.xml" Id="R395f894d73ad400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24970b07354ea3" /><Relationship Type="http://schemas.openxmlformats.org/officeDocument/2006/relationships/notesSlide" Target="/ppt/notesSlides/notesSlide11.xml" Id="Rbe9e0d3631414cd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7e95a7d0344bb3" /><Relationship Type="http://schemas.openxmlformats.org/officeDocument/2006/relationships/notesSlide" Target="/ppt/notesSlides/notesSlide12.xml" Id="R67bbe627721c49e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F1C90C-0B9A-4A18-848C-113632F9B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2965D9-0763-4250-B7EF-6217874E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7EBA3-745E-49D0-ADEC-7820C0A1F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10C3C-551A-4436-93DA-53818898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64EC49-B801-4390-9096-A91190427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1F7757-3037-40D9-A37E-1F5AC23F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EAA80A-2B42-456F-9DC1-AAC851023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69BEE3-8AB7-4743-88D4-93826311D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a known area to find a missing base or height.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D85F25-FF21-4E4B-879A-A7093E23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9D0607-F937-4490-9A06-0B89E1C2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Rulers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A11174-4008-4A03-866C-DB5F304D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3115874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D579A0-3B4F-4D11-A460-C8278219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6C3086-3769-40E9-8FD9-157ECCBE4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21079D-19DF-4DBB-8DA6-52364946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942D97-4FE4-4E2E-971C-4967D308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749AF7-C8CA-4B61-AFB7-75E16E6F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874498-7152-4AFE-A98E-CAD583DC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20A349-CBC7-4CFB-A5AF-A5FD48400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F79B61-06D5-4992-B83A-8A628AFA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60A041-F427-4446-8D05-58C70E51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7CCC81-DA37-4FAB-BCC6-CE265389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93D469-E046-4377-8C5B-83F252D81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043B67-7B2A-4856-9CB7-2AB943CB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A14C5D-D974-4290-9A91-C0A6D861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areas of rectangles and use dimensions and formulae accurately.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1EEBF9-8697-4831-8A7E-DAFC1371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60A21D-2332-4E6C-89F9-E66940BF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29895B-C226-45C1-BF79-AC443068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845827-FC2E-4A00-864D-A256EA45F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shape combines a 10 cm by 6 cm rectangle and a triangle with base 10 cm and height 4 cm. Find total area.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7ADA62-18C2-4023-B9A2-C8838BF3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8C0473-6734-4B3F-9ACF-B77C5AE37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F4F2AB-BE49-4493-8E31-D5E60BC4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97EA0A-363E-4979-9F16-C1D46400D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triangle has area 54 cm2 and base 12 cm. Find its perpendicular height.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FC28CF-70B1-40CF-8CD2-424EA8CB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222638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06EEC3-3185-426C-8EBB-8461013B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C439A3-2D19-4495-89C4-78BF8940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58EED8-E4AA-4124-8241-5B24FFA24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B6A775-8108-445D-A822-F6E877489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679D13-5EB8-4A75-A312-F11A1966F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94F7A9-A375-4E62-92F2-5DE2828E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C844D8-9E91-46A7-A949-75537AE9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BE5B77-9F1D-41DD-962D-BE0C399F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58DBA5-4FB7-422E-A4CB-AC999619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26E449-DC03-43F6-AD06-F21FCD7F7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a known area to find a missing base or height.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ED0051-8FEB-41C8-B131-C855D8ED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846CD8-C6F0-4A2C-8EF8-FB4EBB51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required measure and mark the relevant lengths.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1AC44B-2183-4807-85E0-0F1B2CE0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the perpendicular height, not a sloping side, in the area formula.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E6022E-9E64-4FAE-ABD5-6F9C6EAB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Include squared units for area and check by decomposition.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C43528-8A8F-49BC-A156-B19A81E6F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perimeter  |  area  |  base  |  perpendicular height  |  triangle  |  parallelogram</a:t>
            </a:r>
          </a:p>
        </p:txBody>
      </p:sp>
    </p:spTree>
    <p:extLst>
      <p:ext uri="{BB962C8B-B14F-4D97-AF65-F5344CB8AC3E}">
        <p14:creationId xmlns:p14="http://schemas.microsoft.com/office/powerpoint/2010/main" val="1588992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303DD4-DA81-4C3C-8799-66BD40E6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FAF559-F2E1-4423-ABE6-4DE40A6B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3FC701-4E0F-4C65-A6AD-EC3D3C53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B29E58-E916-4AD8-AFBB-70CA6217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3DD3A9-A461-4039-8E6C-D8052DB7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C4B2E1-D472-48BF-9834-7C18A6F6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828606-5E82-47B6-A2D8-587E6A06A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7C4948-16E9-4198-90C7-32A9C9D0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2B3F64-A637-4D07-ABDA-4AAD716F4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27D08A-834F-4185-B3FF-E46D02B7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area 54 cm2 and base 12 cm. Find its perpendicular height.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BA5CD-B7A0-4192-B998-1CE25A55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16AD53-B4DC-4006-B2C0-6D4F0BB45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C90BD1-E075-4FAA-A00B-7DB590E5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Area = 54 cm², base = 12 cm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D15FCF-191A-46C7-AD96-B5E4BFE87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D2812D-46AF-427A-8F4D-D0120B80E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8DFEAC-9D33-4738-9B65-168F4414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54 = 12 × height ÷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AFFC2F-A39A-45E0-A12F-BD52F15E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226E1F-2358-45B6-BC28-E10072544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3CBE83-D2A0-482E-B3B7-56583E8E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54 × 2 = 12 × height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5B5624-AF4D-489A-B538-FBF013DBF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E89EF3-ED89-434B-A95C-91AA50F2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4634A2-F7DE-4A0D-ABB7-BB23389C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108 ÷ 12 = 9 cm</a:t>
            </a:r>
          </a:p>
        </p:txBody>
      </p:sp>
    </p:spTree>
    <p:extLst>
      <p:ext uri="{BB962C8B-B14F-4D97-AF65-F5344CB8AC3E}">
        <p14:creationId xmlns:p14="http://schemas.microsoft.com/office/powerpoint/2010/main" val="62989474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9D542F-C779-41EF-8198-60ED6CF2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3768A9-724A-43C7-9ECB-DF8C4C0EC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43B2F8-2307-433E-9FFD-3BCCF18C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09561-692B-4B03-9F3C-8B58A906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96E4C0-B3C2-4BF2-96DF-FC9D8F4F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D3ACB9-D4FF-4C16-8D52-4204B9632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67588C-FCEC-4061-AC68-4A6C6AD1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A4FB3-F6CC-4439-ACD9-0C0F1ABC3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0F05B5-B8E7-428D-AD9D-A56D915F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182ED8-2B56-45F9-95A3-B6696C3F2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442181-C148-496F-9A49-1F850855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 cm.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6F0F32-0156-4612-857B-20CAB713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ABEBF7-B70A-4E1E-9C13-5A31FCD5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Include squared units for area and check by decomposition.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4953E9-8FDB-465C-9E72-929025D4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5051117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6EE1CB-5D4F-41E5-B5CC-37A4CC365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DCD1B6-E17E-49E4-BA0E-2B9824227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A2FBC-5A49-4A75-8BE5-16B2A12A0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4705EB-2783-4619-8BAE-1565F236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081C66-3B60-48EA-96C1-52B6CA5C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566D8F-AAC7-4519-BBC5-2DBFFA7E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7FFEC1-FE82-46E6-AB28-87B021F6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E56CA1-AFE0-4049-878C-C887C137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DA608F-E49B-4557-88C1-CB15E2F12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62B4B4-8922-4D19-ADF9-A21CC1A5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shape combines a 10 cm by 6 cm rectangle and a triangle with base 10 cm and height 4 cm. Find total area.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93A4D4-366F-48C3-B84D-C69F543B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EDCCA3-ABBB-4F23-AAA2-DCEE0321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E0368B-6ADC-437D-8592-A9193ED22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CB84E9-2B2A-4550-8A6E-3DE93CD7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202D3D-78D2-4D80-BD5A-65264277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80 cm2.</a:t>
            </a:r>
          </a:p>
        </p:txBody>
      </p:sp>
    </p:spTree>
    <p:extLst>
      <p:ext uri="{BB962C8B-B14F-4D97-AF65-F5344CB8AC3E}">
        <p14:creationId xmlns:p14="http://schemas.microsoft.com/office/powerpoint/2010/main" val="13688312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85D2FF-8B2E-44FA-B01D-0E6E5A2EC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0DB56-5D68-47AD-9EFD-F5CA5945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D05FA1-2F5C-47E3-918D-8601CB50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C988A5-D2B1-48A0-A4AB-62D40EF82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644A74-06A6-4395-BEE4-0FC777C48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E31750-39D2-400F-BA3C-AD282182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0A50EA-AF7E-4903-BA6B-BC147ED4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35A2B7-AA44-4AC0-B996-52D96975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3DE529-24D1-4A1F-A155-0D88ACE75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bc037a1be2484d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D2EDB7-A526-4066-A09A-908AB8642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E90E79-BD7B-4190-B795-1E1FF43E5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the sloping side as the height and forgets to halve a triangle's area.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89FE2E-D135-445E-AC57-7A9A938B8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8611A6-54D6-4C16-9EDC-DCB78F3B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7938CA-8F07-4963-85DE-6EF66243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Mark the perpendicular height, use base times height, and divide by two only for a triangle.</a:t>
            </a:r>
          </a:p>
        </p:txBody>
      </p:sp>
    </p:spTree>
    <p:extLst>
      <p:ext uri="{BB962C8B-B14F-4D97-AF65-F5344CB8AC3E}">
        <p14:creationId xmlns:p14="http://schemas.microsoft.com/office/powerpoint/2010/main" val="5909954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DCF701-DF5B-460B-862D-A0A434A7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336A40-BD6B-47A4-8FF0-254F3B8CC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9A19EB-46D1-4F15-A828-40A021510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D02157-0B0C-4240-ACA3-776CB52BC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42A974-8AA3-4D72-819A-41626CA2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9A7D49-300B-441B-81DA-EF8262AF4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3FE247-093E-4D52-A479-74990A48B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3501E9-CD2F-4657-99C7-972096892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2628DF-D88D-4CEF-9195-FFD39052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421626-CB80-4A41-B059-15011385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50BE78-F0DE-4EE8-9EF0-DB8D4D53A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D33045-C621-45EA-9A5F-97FF87F9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98B3AE-BF70-4029-B052-87941D23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shape combines a 10 cm by 6 cm rectangle and a triangle with base 10 cm and height 4 cm. Find total area.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A12DDD-54CB-4B0D-8619-F0187B21C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87459A-5DA7-497A-93BA-C34FBFAC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9E5864-D20E-4736-9FCE-3E8185C19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6711A8-4033-4DC3-A2BF-B70DC70E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58B141-55D3-49B2-B8D5-3B9C144E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551DC5-956F-4B2C-8E87-0E4FE3AC3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62E3B3-4651-4AC5-B8C3-82C91A00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F023ED-602B-4BBD-97C3-EFCAA013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80 cm2.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54D9A3-FB66-4FF4-9198-3FDC539CE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0571670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145FA-6BB4-4B52-9514-949C692B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43DA65-1642-4BA0-B11A-12F4DA0A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3BEBCD-F57F-4B99-909C-FDD370CB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9CBA9D-B0EA-46F8-BA7E-960989F9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392F0D-51BD-422D-BE61-09D7802AD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D75927-7503-43D0-AEB3-62487EEA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6988B5-5B81-4610-AB8C-7F53D318F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F62760-D87B-4E40-9FDE-72A17781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F12E6B-0DE3-49FE-B72C-A0C7D4F7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F58C7D-36C7-4FFF-BCCC-1394C4A5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EA3B63-999E-41FE-ADE0-63D1DF1C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7197DF-1467-4D9C-876E-575775BD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23DC24-E858-43A7-8D1E-6FEFB22C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is 14 cm by 9 cm. Find its area and perimeter.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28CBC5-1F5E-45A1-B90C-643D1C22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373602-0ACC-42B5-8FEE-AA1EEF019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BA7027-8F3D-419F-8BE2-64DE854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10856C-2AFC-41F3-B1EC-B60AEADF1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AEE8A7-8548-46FE-A805-7732E3D1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72EA5E-2E7B-45F9-AC77-FB0D4CCD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3E960E-F294-4047-995B-AB2CFC6D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36F785-8D50-4F09-8ED0-BF40FB55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9803849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7930A5-2E47-434A-AAF7-BE0ED0CA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EE162F-DBFC-4235-968C-F4E85830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B4673F-C9C7-48A7-8017-E21151FB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933ED1-40FB-4557-8084-1B3D6EF6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880681-3E57-45AF-96E1-77C07C2F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65CD65-5DDF-47AE-A228-618F1269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8473A-B528-4D0B-8AD3-65F1FB27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2A4548-EBF3-471F-84F1-FA381EAF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51950B-7FC3-4126-84F0-896E2BBA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A6C837-4E3B-4BED-9008-0589149C7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Find the area of a parallelogram with base 12 cm and perpendicular height 7 cm.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34B384-1859-4A41-BB72-7C0BDC80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44EA34-630F-41D9-BB20-8605165AC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3A0D8F-E9F5-4D35-A49D-AF1F912C7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84 cm2.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9605562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116DF0-A49A-457B-B03B-97629C4C5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D19FBB-384B-4EAA-BBE3-7640948F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2D3746-3361-43F9-A20B-7B3C9049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E1059F-DE8E-4106-8736-BB96EC08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BFCEFA-C5FD-4A83-B827-FA6F8E474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6E3614-06A5-4056-AF67-8D68515B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EBE308-3A93-4E7E-A2F9-44EC78CE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07D537-5360-4D67-8322-25500B40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D38C8B-6CE1-4001-A645-1DA384D55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846E94-F12C-4B9D-A4B8-5379877A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44548D-8609-4CA3-9CE6-6C26E2C5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5E7DE2-BDE5-42F8-9348-CCBCB4ED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is 14 cm by 9 cm. Find its area and perimeter.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0FB526-58B3-46B1-AB9A-1B284325F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ABF405-8D2F-42C8-B59C-25A7DABF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21F73E-2D72-431D-AAC3-7198B82E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00C074-2B28-41FC-B010-FF9F5497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501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Area 126 cm2; perimeter 46 cm.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CCEF3A-88D4-43E3-89C7-7ED9DFE0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220BED-A5C2-4409-A33B-68E84E28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790841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4C1CB0-BF87-4FD5-B4C1-8C938C38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EF0532-68A7-438B-92D4-B5AF90D3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CD677-D68F-441E-804F-9CA8A18B5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6C8436-017A-4D0C-9408-D2BD13AD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8A3C36-2286-4A94-A10B-3F433B98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BE7594-F25F-4E1F-B37E-07F1F3DD8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7CA1C5-5CEB-4B92-9F3E-17007A0F6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FD37CB-EF03-477E-9688-92540E8B3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C99280-BBF9-472B-BAA6-6572BAA3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missing dimensions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A1EA97-F996-491B-84FE-3990B24E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E8A0A2-186B-461F-BAEB-9BB36A792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37A4BC-ED5E-4367-BC7F-B2522A2B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CA5C7D-80A4-41E6-A636-28AD333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is 14 cm by 9 cm. Find its area and perimeter.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FC6A2-D4F2-43F4-8DB2-D4418E80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B6F738-86CC-4D2F-B8BC-1B1680CC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8A4F0A-B248-4CA5-BFAA-6F3EF798B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CF9020-9165-43D3-A7A9-358D8702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the sloping side as the height and forgets to halve a triangle's area.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2D6207-955E-40BC-BA9A-0A04D73F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C8A2B5-CD10-4B4D-AAD2-E3B56293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682307-2578-4A25-917E-1AC6485F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8A26CF-0A87-4B76-AD06-C5F016DB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1476A8-080B-48FD-A2BD-645385ED6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362743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2026-09-09T22:13:52.7330000Z</dcterms:created>
  <dcterms:modified xsi:type="dcterms:W3CDTF">2026-09-09T22:13:52.7330000Z</dcterms:modified>
</coreProperties>
</file>