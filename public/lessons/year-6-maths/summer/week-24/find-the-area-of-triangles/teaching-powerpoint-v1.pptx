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35b0d0ff8e42b5" /><Relationship Type="http://schemas.openxmlformats.org/officeDocument/2006/relationships/extended-properties" Target="/docProps/app.xml" Id="R18065af1deba4f83" /><Relationship Type="http://schemas.openxmlformats.org/officeDocument/2006/relationships/officeDocument" Target="/ppt/presentation.xml" Id="R0087c5f3eb4847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96e762b928424f"/>
  </p:sldMasterIdLst>
  <p:notesMasterIdLst>
    <p:notesMasterId xmlns:r="http://schemas.openxmlformats.org/officeDocument/2006/relationships" r:id="Rbcd84e3a0e454767"/>
  </p:notesMasterIdLst>
  <p:sldIdLst>
    <p:sldId xmlns:r="http://schemas.openxmlformats.org/officeDocument/2006/relationships" id="256" r:id="Rebe650df151e4b2e"/>
    <p:sldId xmlns:r="http://schemas.openxmlformats.org/officeDocument/2006/relationships" id="257" r:id="R0bf08d256d4d4176"/>
    <p:sldId xmlns:r="http://schemas.openxmlformats.org/officeDocument/2006/relationships" id="258" r:id="Rcca3ad61b16b4715"/>
    <p:sldId xmlns:r="http://schemas.openxmlformats.org/officeDocument/2006/relationships" id="259" r:id="R953b19bc287e46e6"/>
    <p:sldId xmlns:r="http://schemas.openxmlformats.org/officeDocument/2006/relationships" id="260" r:id="Rb9d6897f2f274f59"/>
    <p:sldId xmlns:r="http://schemas.openxmlformats.org/officeDocument/2006/relationships" id="261" r:id="Red1f4b6764fc4d53"/>
    <p:sldId xmlns:r="http://schemas.openxmlformats.org/officeDocument/2006/relationships" id="262" r:id="R92f5929ce30c46e2"/>
    <p:sldId xmlns:r="http://schemas.openxmlformats.org/officeDocument/2006/relationships" id="263" r:id="R9d6beceeb1bc402e"/>
    <p:sldId xmlns:r="http://schemas.openxmlformats.org/officeDocument/2006/relationships" id="264" r:id="Rf4f802d0b8c64dc1"/>
    <p:sldId xmlns:r="http://schemas.openxmlformats.org/officeDocument/2006/relationships" id="265" r:id="R65f09ef39838498e"/>
    <p:sldId xmlns:r="http://schemas.openxmlformats.org/officeDocument/2006/relationships" id="266" r:id="R6559a566a15b4dbe"/>
    <p:sldId xmlns:r="http://schemas.openxmlformats.org/officeDocument/2006/relationships" id="267" r:id="R993b508aaaca47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96a13cf7c64fd5" /><Relationship Type="http://schemas.openxmlformats.org/officeDocument/2006/relationships/slideMaster" Target="/ppt/slideMasters/slideMaster1.xml" Id="Rd796e762b928424f" /><Relationship Type="http://schemas.openxmlformats.org/officeDocument/2006/relationships/notesMaster" Target="/ppt/notesMasters/notesMaster1.xml" Id="Rbcd84e3a0e454767" /><Relationship Type="http://schemas.openxmlformats.org/officeDocument/2006/relationships/presProps" Target="/ppt/presProps.xml" Id="Re1f52317111643be" /><Relationship Type="http://schemas.openxmlformats.org/officeDocument/2006/relationships/tableStyles" Target="/ppt/tableStyles.xml" Id="R8ceb5a00ae954fea" /><Relationship Type="http://schemas.openxmlformats.org/officeDocument/2006/relationships/slide" Target="/ppt/slides/slide1.xml" Id="Rebe650df151e4b2e" /><Relationship Type="http://schemas.openxmlformats.org/officeDocument/2006/relationships/slide" Target="/ppt/slides/slide2.xml" Id="R0bf08d256d4d4176" /><Relationship Type="http://schemas.openxmlformats.org/officeDocument/2006/relationships/slide" Target="/ppt/slides/slide3.xml" Id="Rcca3ad61b16b4715" /><Relationship Type="http://schemas.openxmlformats.org/officeDocument/2006/relationships/slide" Target="/ppt/slides/slide4.xml" Id="R953b19bc287e46e6" /><Relationship Type="http://schemas.openxmlformats.org/officeDocument/2006/relationships/slide" Target="/ppt/slides/slide5.xml" Id="Rb9d6897f2f274f59" /><Relationship Type="http://schemas.openxmlformats.org/officeDocument/2006/relationships/slide" Target="/ppt/slides/slide6.xml" Id="Red1f4b6764fc4d53" /><Relationship Type="http://schemas.openxmlformats.org/officeDocument/2006/relationships/slide" Target="/ppt/slides/slide7.xml" Id="R92f5929ce30c46e2" /><Relationship Type="http://schemas.openxmlformats.org/officeDocument/2006/relationships/slide" Target="/ppt/slides/slide8.xml" Id="R9d6beceeb1bc402e" /><Relationship Type="http://schemas.openxmlformats.org/officeDocument/2006/relationships/slide" Target="/ppt/slides/slide9.xml" Id="Rf4f802d0b8c64dc1" /><Relationship Type="http://schemas.openxmlformats.org/officeDocument/2006/relationships/slide" Target="/ppt/slides/slide10.xml" Id="R65f09ef39838498e" /><Relationship Type="http://schemas.openxmlformats.org/officeDocument/2006/relationships/slide" Target="/ppt/slides/slide11.xml" Id="R6559a566a15b4dbe" /><Relationship Type="http://schemas.openxmlformats.org/officeDocument/2006/relationships/slide" Target="/ppt/slides/slide12.xml" Id="R993b508aaaca47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5bba7c6f0c41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e9c241a09a47cd" /><Relationship Type="http://schemas.openxmlformats.org/officeDocument/2006/relationships/notesMaster" Target="/ppt/notesMasters/notesMaster1.xml" Id="R938c2580e0494c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2ea98b4ae0494f" /><Relationship Type="http://schemas.openxmlformats.org/officeDocument/2006/relationships/notesMaster" Target="/ppt/notesMasters/notesMaster1.xml" Id="R51bf00f18e5945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c2da5fe447441b" /><Relationship Type="http://schemas.openxmlformats.org/officeDocument/2006/relationships/notesMaster" Target="/ppt/notesMasters/notesMaster1.xml" Id="R0ae8b77791fd4a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025750f02441d8" /><Relationship Type="http://schemas.openxmlformats.org/officeDocument/2006/relationships/notesMaster" Target="/ppt/notesMasters/notesMaster1.xml" Id="R7fec15dc023740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1d130595ab4e2b" /><Relationship Type="http://schemas.openxmlformats.org/officeDocument/2006/relationships/notesMaster" Target="/ppt/notesMasters/notesMaster1.xml" Id="Red54f1f5f95645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836d8e48a44b86" /><Relationship Type="http://schemas.openxmlformats.org/officeDocument/2006/relationships/notesMaster" Target="/ppt/notesMasters/notesMaster1.xml" Id="R2d201ec17b5443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f8c548a75cd4c09" /><Relationship Type="http://schemas.openxmlformats.org/officeDocument/2006/relationships/notesMaster" Target="/ppt/notesMasters/notesMaster1.xml" Id="R9b850aa1acba42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84e9694af240aa" /><Relationship Type="http://schemas.openxmlformats.org/officeDocument/2006/relationships/notesMaster" Target="/ppt/notesMasters/notesMaster1.xml" Id="Rbf48bc1d18184b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0f227eb3d243a9" /><Relationship Type="http://schemas.openxmlformats.org/officeDocument/2006/relationships/notesMaster" Target="/ppt/notesMasters/notesMaster1.xml" Id="Rd62916fe77fe43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6fc808b5ff645ad" /><Relationship Type="http://schemas.openxmlformats.org/officeDocument/2006/relationships/notesMaster" Target="/ppt/notesMasters/notesMaster1.xml" Id="R77314e60c47e464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f7cec1e18c94eb2" /><Relationship Type="http://schemas.openxmlformats.org/officeDocument/2006/relationships/notesMaster" Target="/ppt/notesMasters/notesMaster1.xml" Id="Rb2129fdb41fc435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ce75ba0c264d21" /><Relationship Type="http://schemas.openxmlformats.org/officeDocument/2006/relationships/notesMaster" Target="/ppt/notesMasters/notesMaster1.xml" Id="R48104328943a43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Rulers, squared paper, cut-out shapes, formula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 cm. | Identify the required measure and mark the relevant lengths. |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perimeter, area, base, perpendicular height, triangle, parallelogram.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60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 cm..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80 cm2..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Area 126 cm2; perimeter 46 cm.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80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80 cm2. | Mark the perpendicular height, use base times height, and divide by two only for a triangle.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75c950922246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673894fd4d4cab" /><Relationship Type="http://schemas.openxmlformats.org/officeDocument/2006/relationships/slideLayout" Target="/ppt/slideLayouts/slideLayout1.xml" Id="R0535a9281c4d4e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35a9281c4d4e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94122fd9df403d" /><Relationship Type="http://schemas.openxmlformats.org/officeDocument/2006/relationships/notesSlide" Target="/ppt/notesSlides/notesSlide1.xml" Id="R1ea1d55ae31e44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c3d88da7642b1" /><Relationship Type="http://schemas.openxmlformats.org/officeDocument/2006/relationships/notesSlide" Target="/ppt/notesSlides/notesSlide2.xml" Id="R0696aaea92da4b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1a960a467424d" /><Relationship Type="http://schemas.openxmlformats.org/officeDocument/2006/relationships/notesSlide" Target="/ppt/notesSlides/notesSlide3.xml" Id="Rfbf2d8c277f149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84bb68139426e" /><Relationship Type="http://schemas.openxmlformats.org/officeDocument/2006/relationships/notesSlide" Target="/ppt/notesSlides/notesSlide4.xml" Id="R498cf951741b4b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7a165e24f4e10" /><Relationship Type="http://schemas.openxmlformats.org/officeDocument/2006/relationships/notesSlide" Target="/ppt/notesSlides/notesSlide5.xml" Id="R9472f02a2b1842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ed363c7b54442" /><Relationship Type="http://schemas.openxmlformats.org/officeDocument/2006/relationships/notesSlide" Target="/ppt/notesSlides/notesSlide6.xml" Id="Rd154f8c1c7064c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7425d5e0124edd" /><Relationship Type="http://schemas.openxmlformats.org/officeDocument/2006/relationships/image" Target="/ppt/media/image.png" Id="Rb11970135d114556" /><Relationship Type="http://schemas.openxmlformats.org/officeDocument/2006/relationships/notesSlide" Target="/ppt/notesSlides/notesSlide7.xml" Id="R6cc2930d1db744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3e72243044b9c" /><Relationship Type="http://schemas.openxmlformats.org/officeDocument/2006/relationships/notesSlide" Target="/ppt/notesSlides/notesSlide8.xml" Id="Rb6d41643af5f4a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7ff5b0d59547f4" /><Relationship Type="http://schemas.openxmlformats.org/officeDocument/2006/relationships/notesSlide" Target="/ppt/notesSlides/notesSlide9.xml" Id="Rd61788bd4678491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8d1f599f324582" /><Relationship Type="http://schemas.openxmlformats.org/officeDocument/2006/relationships/notesSlide" Target="/ppt/notesSlides/notesSlide10.xml" Id="R1a6b3590a76f41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9ee5fc05c4c05" /><Relationship Type="http://schemas.openxmlformats.org/officeDocument/2006/relationships/notesSlide" Target="/ppt/notesSlides/notesSlide11.xml" Id="R8faa2f6daf3f48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cda4c8e5d4fef" /><Relationship Type="http://schemas.openxmlformats.org/officeDocument/2006/relationships/notesSlide" Target="/ppt/notesSlides/notesSlide12.xml" Id="R8632b379d7ac49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7478F-08D1-48DF-A2E9-8AA77D79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7024A1-B893-4429-8E16-AA18C4B2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4826B-C42F-491D-BA13-4C760CC4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D99D0B-9124-44F8-812B-17383457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25570-49E2-4B57-BDD1-ACC7B3E6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6D0C82-7904-4F9C-94FC-00356F29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4D7AA1-00D2-4EE8-94AF-65F50280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71FDBC-A2CE-4B2B-9771-13AF41BE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the area of triangles.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FF139-DD04-4F3F-AD08-F5507521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EF5AC0-ED21-43FA-B334-89530062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Rulers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3FF474-28CB-42AF-AFA7-841E7050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6727813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496728-AA61-45B9-A282-6D02A69B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E91108-E696-4633-BA27-8029430F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8710C-A864-49EC-BD64-E6EE20D7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28EF7-E703-4439-8AEB-D1B1C7B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0FC1E-C1F5-47EA-9B76-0216CBF6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887924-923C-43D0-918E-563A6F80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722B6E-379D-4DD2-A547-1D6178E1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9467C3-EC6D-4A15-9D5C-FCFB6933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8A932-D21A-4786-BC91-8A981A7E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C1107F-4FF6-48EB-8817-F4021616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B09149-B19D-4382-A3F4-C5F3FB91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E412A-2F83-4B55-85FD-E97CC2F5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0297E0-B3DE-42D2-BDE2-70C44496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areas of rectangles and use dimensions and formulae accurately.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D48A2-46C4-40B2-9A2F-7BFA137D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D34445-06AB-42F7-A9CB-EBFAF250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D9D14D-0D7C-49BE-B272-0DFB423F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ECDE8C-5A48-4150-9C64-07598CE4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1139E0-E62D-4450-AE4C-8A1EC2A0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37FE5A-468D-49C8-B2CF-57CCEE1E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E2C945-E64B-46E1-B7A8-003E9E0F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B02A1B-59B5-4CD8-80FE-A7F7DF9B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area of a triangle with base 15 cm and perpendicular height 8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259B8F-05F2-47ED-AFCE-BC62B7AB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872095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87F735-52EC-46E4-AE9C-D51B0EFA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FD96C6-E5B6-4700-82A0-57F87E3C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A4B191-993D-4B77-9662-0A59A4D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9EEAA-8965-4DE9-A177-EE9E666E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662978-98D8-4A13-984D-8E1669D3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C0816-758F-4927-875B-D303A2A4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099CA-E221-4F3E-823D-D5076D39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8D0EB9-40DD-45A7-A3EC-C17C6D9A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F593AC-8000-44A6-9DAF-577BF456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25856-A47E-46DA-97F5-FDBEBF6F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the area of triangles.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7BAB26-31A8-4006-9111-9CE1221D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367502-0EFB-4842-82B6-53F42BEA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required measure and mark the relevant lengths.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D8EC07-CDA2-4CE9-93A5-D0471C2E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the perpendicular height, not a sloping side, in the area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6D44F4-1A7D-4B53-BACE-6FCED267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Include squared units for area and check by decomposition.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158D0C-43B4-4988-8F33-C469C683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perimeter  |  area  |  base  |  perpendicular height  |  triangle  |  parallelogram</a:t>
            </a:r>
          </a:p>
        </p:txBody>
      </p:sp>
    </p:spTree>
    <p:extLst>
      <p:ext uri="{BB962C8B-B14F-4D97-AF65-F5344CB8AC3E}">
        <p14:creationId xmlns:p14="http://schemas.microsoft.com/office/powerpoint/2010/main" val="6151264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24C8E7-5622-44E4-A4B3-719F70FD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F4FA3-0E45-4541-A97F-09883528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58547-4087-4DE7-96BA-ECFE1C899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2B18DC-B38E-40B4-9CD3-01D6C395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45B56-53C6-4B33-836C-9056370E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37203C-EF8A-47D8-AB38-F4709E03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547AE9-D122-4F86-A56B-2F474D90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EA9C50-DB24-470D-B3F1-5BB69EC2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56E6A-1274-4AE9-BAF8-FD62EBE8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B8278-CE12-4AA0-B04E-843C800E6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15 cm and perpendicular height 8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7F4902-4151-4612-8CAD-1472D782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D6C84-C100-4C03-AAB2-17E576AF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6D553-B3E3-45E5-AED3-4B7CAEA4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required measure and mark the relevant lengths.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EC4605-3E06-48E5-AB0C-9FB240C6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2F004F-14E6-4230-AB5D-745EA10A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28617C-7A31-4B31-AB9D-9886BE43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the perpendicular height, not a sloping side, in the area formula.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568943-14E7-4F41-89EE-52FAF74A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AFCEDC-45AE-4DB2-894A-C878AF16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3FF747-DFAD-45AE-873B-FB8371A0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60 cm2.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D19C77-65A3-4240-83CD-BBAFA93D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01F0E5-848E-4F33-A8C3-D6690044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FE9287-2EAA-4855-9225-D0B7D66B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Include squared units for area and check by decomposition.</a:t>
            </a:r>
          </a:p>
        </p:txBody>
      </p:sp>
    </p:spTree>
    <p:extLst>
      <p:ext uri="{BB962C8B-B14F-4D97-AF65-F5344CB8AC3E}">
        <p14:creationId xmlns:p14="http://schemas.microsoft.com/office/powerpoint/2010/main" val="16564949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F423A0-6C44-4D0E-8388-725F2155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F9F34E-B602-4449-BAA3-0AB01250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1CE85B-FFF2-48B2-8D09-A857AF88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039400-BBCF-434D-B4B7-0578D84D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EE8C77-5B8C-4F18-A896-62BAAA93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BA4AAE-5760-4B3A-80B0-A7FA23AA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4CB6B5-69BC-4F48-A9A4-0A4E4049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41267-1CDC-48F5-A6E0-9A0D447F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65AD4D-7F32-4352-B21D-C9AF3748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B21F2A-4556-4A8F-95CC-232A1C58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359D2B-BB7A-417A-834C-F90BA903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60 cm2.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ECFE70-653C-4DF7-A6E7-E2078119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F44587-9583-4774-800E-EFC5627D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Include squared units for area and check by decomposition.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D94BCC-3BFE-4A78-BC48-4A0BAA9E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1092496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97D4A-9269-487A-A103-400B31F3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5D4B0-B210-4B34-B614-038DA472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97408-1E58-4E81-95ED-ED585402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CF085-7FE1-4E5D-A927-2753F6EF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98398-E7B0-4A73-9F87-7F40FF2D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18E50-2DFE-4160-9276-F032657D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7958DE-D4DA-444A-9606-C4F91F0E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650C4D-36A2-4A54-AA78-A596C4E9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C8ACA6-028D-4CB9-9797-52903A182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02A0F-750A-4204-8A73-27EDDCD7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F7E60B-5D4B-4345-9630-362CE859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D637CE-51DD-4D37-8B33-6A3BC2A9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72B73E-B40C-4CF6-ADA7-74BE4DF7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F67336-8129-41FC-A1C8-B3CCEBE6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FFBDCC-6A35-474B-8633-EC81055E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 cm.</a:t>
            </a:r>
          </a:p>
        </p:txBody>
      </p:sp>
    </p:spTree>
    <p:extLst>
      <p:ext uri="{BB962C8B-B14F-4D97-AF65-F5344CB8AC3E}">
        <p14:creationId xmlns:p14="http://schemas.microsoft.com/office/powerpoint/2010/main" val="5704002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5D3D1F-74B4-427B-8456-A8099053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328A2-1DD6-4437-AA80-839940C0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4CA16-6101-401B-89D4-8982CB35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93455-042E-46D1-A378-B749497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24E38-64CF-4627-B47F-609EFEDB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4AB327-A279-49C6-9451-D523848F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17F1C0-ED99-4E57-A239-88454865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363138-EBB6-4AA1-8342-0B385029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7C3A31-76B9-4331-8ED3-B2C8580B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1970135d11455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EC8F5-0441-4D33-BC91-8D52FE85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89D0E9-2A8C-4932-8470-39A2BA2E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sloping side as the height and forgets to halve a triangle's area.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FD3236-3AA1-4867-9DBD-DB0A4C63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FE3C5A-0888-4C12-8B8B-69F39F45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487DD7-F5C4-4B9F-ABD9-45525EBE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the perpendicular height, use base times height, and divide by two only for a triangle.</a:t>
            </a:r>
          </a:p>
        </p:txBody>
      </p:sp>
    </p:spTree>
    <p:extLst>
      <p:ext uri="{BB962C8B-B14F-4D97-AF65-F5344CB8AC3E}">
        <p14:creationId xmlns:p14="http://schemas.microsoft.com/office/powerpoint/2010/main" val="16924577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C27477-330C-45ED-9408-9D6A525F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19F9E4-65AF-43D6-BF32-BA0F3512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A7AE31-04A0-4BF1-861D-176AB56E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633A49-E33F-4D3C-9E71-420D51DB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D6A53-2B61-44E8-BF6A-7F826B17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5D6681-791C-463C-B5E8-23241FEA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8A0DF0-FB9B-4EA5-9A50-729851D7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0EE310-C15E-46EA-A0A3-451E82B3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FF3EF5-0E37-48A5-82EC-B4407029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6E76D3-9016-450E-8B14-F0F83A5E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A1A29-0677-47DE-942E-B3F99E3F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7B1FCA-8706-4E55-A7CE-0CE1797F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49F8A0-81C6-4CDA-98D2-F7F3A014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3BA297-1F72-4DC3-9146-FAFA6D68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7D1E76-E23A-408A-8E90-397D0BE1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3C911B-57E1-439D-A645-0B2B9F54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DAEF0-B0DD-4AB3-932B-47578CCF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D443B1-5CDF-4D6E-A03D-4005FE73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E8E8A-FA66-4F2A-B683-BE3B8668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EEA0C2-EBEF-4E04-8356-6F3DA042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0821BD-76AE-442F-8F95-E1EABAC0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E13A2D-A5BA-473E-B365-8FD37579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773308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9BFDBD-28B2-42AD-831E-9555538A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BB388-20C3-4EEB-BED4-209F6CFC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CC2D9-97DF-46A5-BCF6-12ABD20E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909FE-B50E-4CCA-A6DA-F624A594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FA707-75DC-4C0D-B329-969E9639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86BCE-DD62-41AB-B937-FBD2C343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AEE1C-7E8F-4776-B470-D9E70CEF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8C8CC-EFC2-4A9A-A2AB-7D3EBB9C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51C536-0EC9-42CE-A9F0-43E1468A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10F1E2-6E0B-41FB-8A53-6CE20D62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3D39DB-BC12-4AC7-A75A-83DA6D40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2581F1-21D1-4873-8072-F7E66925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B28044-C991-469E-A7FF-0E877822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A0E01F-64F0-472C-9CD9-7B9D5852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A616B-6813-4165-92F5-69B01057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D365D4-F1A3-4770-84CA-D5C3C861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DF1DFF-27D5-4DFB-947C-91682212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85A837-FC50-458A-8A6F-C48D1A60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BFD9E-A38F-4647-87D6-CFB73377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18078-8FE5-4ED3-AE0A-11F5C64E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8B190E-B7CF-456A-9AB3-904BBB3D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3953581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072C14-064C-4FA3-BA90-0CA1625C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BBEE66-0431-4062-8910-8B339E5A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11F7C-C8A5-40F0-B8AE-BFCB5533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50814-97BD-4149-97AF-A3D21636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B72F19-2FD3-4249-BC10-A7325949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32FF43-C653-4C45-B1B4-7B073030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AF7137-336C-4208-A8FA-3BD922F9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F53B49-29FB-4D7F-A9BC-5618F295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8ADA6-6513-4A43-8BCD-A0AC44AE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8080C-F315-45B9-8594-F1BFD60D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rectangle is 14 cm by 9 cm. Find its area and perimeter.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D94844-42D4-4096-9DB2-BB51235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6DE810-6F8B-46DC-90B2-9E923B84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087691-0697-4452-A91A-EFD3EF48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Area 126 cm2; perimeter 46 cm.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8482595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40498C-2E1A-4B4E-9B7C-E8B608BD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92194-9907-4DF6-B102-AE48AA6E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4C0CC-3DD4-42FD-A42F-99FFE9B6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6AD95D-C168-4918-A533-575A0FE0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FAC781-B298-46FD-BE40-F9330829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B40FA-9722-4A9E-A8E8-8757BB03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EAEF07-9B03-4688-ADE7-4D74F656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0B6ADC-776C-4E8E-84B6-0ECD3F07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7C68F8-6D07-4454-9488-99535073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77EECD-3027-488C-B752-7D39B273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43506A-A1A3-4E35-9910-A4135C47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1E120E-4DA5-4A09-AEE1-6D474063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999EF2-8D43-427F-B58E-E1D92AF3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4FEBAB-2EE8-43D9-BC8B-57236825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1DFFBB-D5C0-4EBF-BBB4-6D724AE5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A9FFAD-31DB-40E4-AF80-C4BE7D11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80 cm2.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F2FD6B-A589-46CC-A640-2845D468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34093D-F097-4381-9921-604834E5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815718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BB0E40-B5F3-4666-BA66-828DDDE0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81168-B53D-465D-A3A8-2E8DFA99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3D467A-AF28-49E9-8E57-5891C5C2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CCDEBC-864F-4F79-9064-A815EC65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C59E7-96E1-43E7-9C50-C6A3C1EC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5E85C3-4CA6-4B71-B030-53844BB8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09E9B2-4803-4FB4-A201-B5D58D99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CBAE7-E936-4611-BC9D-7C60C79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28427B-6AF6-432D-812B-9A411F0A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A23AD-A056-4966-A5A0-7F6E201B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F83F0-014A-4442-88CA-8A95924D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5B871B-8FB2-4824-AC55-330F11E0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9C7E36-A09C-45B2-9EF2-A6993002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8327C-6183-4D9C-A654-4F923A93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8D05B2-57AA-44F4-8568-E014B3C4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C7936E-D0F0-4A45-B399-7D1EA6A8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B83815-CC65-456A-BAB7-D96521B8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sloping side as the height and forgets to halve a triangle's area.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3CA91A-4E07-4D1E-AB90-D1853327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7EF55A-233E-4071-BEA2-4A5AD8E3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38D15-30DE-480E-A0EF-1A756201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4DF05F-2A42-4A46-8E44-42C9E733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3811D4-87DB-423E-B465-038C12A2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030378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2026-09-09T20:49:57.9380000Z</dcterms:created>
  <dcterms:modified xsi:type="dcterms:W3CDTF">2026-09-09T20:49:57.9380000Z</dcterms:modified>
</coreProperties>
</file>