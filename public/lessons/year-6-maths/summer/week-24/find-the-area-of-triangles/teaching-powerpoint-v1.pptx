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Find the area of triangles. Find the area of triangles. Introduce the mathematical idea using the first worked example. The lesson can be placed anywhere in the teaching sequence.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Find the area of triangles. I do. Show the perpendicular height. Rearrange the parallelogram into a rectangle or use two equal triangles to make the base-times-height area.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Find the area of triangles. You do. Pause before clicking. Let pupils try independently, then reveal and discuss every step. Show the perpendicular height. Rearrange the parallelogram into a rectangle or use two equal triangles to make the base-times-height area.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Find the area of triangles. I do. Show the perpendicular height. Rearrange the parallelogram into a rectangle or use two equal triangles to make the base-times-height area.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Find the area of triangles. You do. Pause before clicking. Let pupils try independently, then reveal and discuss every step. Show the perpendicular height. Rearrange the parallelogram into a rectangle or use two equal triangles to make the base-times-height area.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Find the area of triangles. You do. Pause before clicking. Let pupils try independently, then reveal and discuss every step. These are the existing expected-level worksheet questions, in their original order. Do not advance to the answer slide until pupils have had time to finish.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Find the area of triangles. Answers. Answers to the preceding complete activity question set, in matching order. Accept mathematically valid alternatives for open questions.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-1">
            <a:extLst>
              <a:ext uri="{FF2B5EF4-FFF2-40B4-BE49-F238E27FC236}">
                <a16:creationId xmlns:a16="http://schemas.microsoft.com/office/drawing/2014/main" id="{20AEB1D0-5DB6-4163-A670-49953A0AD392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15478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Find the area of triangles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40D13D2B-CC84-4C64-A804-6975F7175B5C}"/>
              </a:ext>
            </a:extLst>
          </p:cNvPr>
          <p:cNvSpPr>
            <a:spLocks noGrp="1"/>
          </p:cNvSpPr>
          <p:nvPr/>
        </p:nvSpPr>
        <p:spPr>
          <a:xfrm>
            <a:off x="654844" y="2024063"/>
            <a:ext cx="13930313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Watch the model. Try the next question. Explain what changes.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A6F687EF-6A6D-4DAD-9646-AF0A06FB30C4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3D96498C-1AC1-4AAA-BB67-E1B5ACB34424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Find the area of triangles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2DEE2DB0-9DE0-4016-87ED-B9BAFFC3775C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CCA90D4B-6381-4CC5-8152-BDDD38753B61}"/>
              </a:ext>
            </a:extLst>
          </p:cNvPr>
          <p:cNvSpPr>
            <a:spLocks noGrp="1"/>
          </p:cNvSpPr>
          <p:nvPr/>
        </p:nvSpPr>
        <p:spPr>
          <a:xfrm>
            <a:off x="1190625" y="3631406"/>
            <a:ext cx="12858750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To calculate the area of triangles.</a:t>
            </a:r>
          </a:p>
        </p:txBody>
      </p:sp>
    </p:spTree>
    <p:extLst>
      <p:ext uri="{BB962C8B-B14F-4D97-AF65-F5344CB8AC3E}">
        <p14:creationId xmlns:p14="http://schemas.microsoft.com/office/powerpoint/2010/main" val="1311268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-1">
            <a:extLst>
              <a:ext uri="{FF2B5EF4-FFF2-40B4-BE49-F238E27FC236}">
                <a16:creationId xmlns:a16="http://schemas.microsoft.com/office/drawing/2014/main" id="{1E4A87C6-F586-491F-B26C-5736938231EA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4453DEFA-A6A5-4C92-999F-94687090A31D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the area: base 15 cm, perpendicular height 8 cm.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C51D7F48-AE0E-47AE-A250-55EA5E88F9A3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2CFAAC4E-E984-4A65-9636-082EEFDE34A7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Find the area of triangles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706E759F-5E58-41AB-B486-CEBD40FC8E8B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BB31779E-5FF4-42FB-98E8-BEFEB1CCCB29}"/>
              </a:ext>
            </a:extLst>
          </p:cNvPr>
          <p:cNvSpPr>
            <a:spLocks noGrp="1"/>
          </p:cNvSpPr>
          <p:nvPr/>
        </p:nvSpPr>
        <p:spPr>
          <a:xfrm>
            <a:off x="1547813" y="3095625"/>
            <a:ext cx="6191250" cy="2857500"/>
          </a:xfrm>
          <a:custGeom>
            <a:avLst/>
            <a:gdLst/>
            <a:ahLst/>
            <a:cxnLst/>
            <a:rect l="0" t="0" r="0" b="0"/>
            <a:pathLst>
              <a:path w="6191250" h="2857500">
                <a:moveTo>
                  <a:pt x="0" y="2857500"/>
                </a:moveTo>
                <a:lnTo>
                  <a:pt x="6191250" y="2857500"/>
                </a:lnTo>
                <a:lnTo>
                  <a:pt x="2500313" y="0"/>
                </a:lnTo>
                <a:close/>
              </a:path>
            </a:pathLst>
          </a:cu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54BD5220-324E-4D1C-A40D-CF977C090B1B}"/>
              </a:ext>
            </a:extLst>
          </p:cNvPr>
          <p:cNvSpPr>
            <a:spLocks noGrp="1"/>
          </p:cNvSpPr>
          <p:nvPr/>
        </p:nvSpPr>
        <p:spPr>
          <a:xfrm>
            <a:off x="2262188" y="6155531"/>
            <a:ext cx="4405313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15 cm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6838B667-4BD9-4EDE-A1F4-F7B4C0103C59}"/>
              </a:ext>
            </a:extLst>
          </p:cNvPr>
          <p:cNvSpPr>
            <a:spLocks noGrp="1"/>
          </p:cNvSpPr>
          <p:nvPr/>
        </p:nvSpPr>
        <p:spPr>
          <a:xfrm>
            <a:off x="4226719" y="4250531"/>
            <a:ext cx="21431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 cm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1B43E02C-8D54-4250-8AF6-C447434F9124}"/>
              </a:ext>
            </a:extLst>
          </p:cNvPr>
          <p:cNvSpPr>
            <a:spLocks noGrp="1"/>
          </p:cNvSpPr>
          <p:nvPr/>
        </p:nvSpPr>
        <p:spPr>
          <a:xfrm>
            <a:off x="4048125" y="3095625"/>
            <a:ext cx="0" cy="2857500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EDE8B26E-AC05-4183-A407-99445EE2A8C4}"/>
              </a:ext>
            </a:extLst>
          </p:cNvPr>
          <p:cNvSpPr>
            <a:spLocks noGrp="1"/>
          </p:cNvSpPr>
          <p:nvPr/>
        </p:nvSpPr>
        <p:spPr>
          <a:xfrm>
            <a:off x="9703594" y="3690938"/>
            <a:ext cx="4405313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15 × 8 ÷ 2 = 60 cm²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023D5F26-AAF5-4D73-AE55-7F3B38430FB1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Count square units, not the length around the edge.</a:t>
            </a:r>
          </a:p>
        </p:txBody>
      </p:sp>
    </p:spTree>
    <p:extLst>
      <p:ext uri="{BB962C8B-B14F-4D97-AF65-F5344CB8AC3E}">
        <p14:creationId xmlns:p14="http://schemas.microsoft.com/office/powerpoint/2010/main" val="1195065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-1">
            <a:extLst>
              <a:ext uri="{FF2B5EF4-FFF2-40B4-BE49-F238E27FC236}">
                <a16:creationId xmlns:a16="http://schemas.microsoft.com/office/drawing/2014/main" id="{2615D20B-EF60-449C-B01F-AD2C916FB52C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0352E2B0-04A7-4A6C-8D40-C02A82DBB469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D10DD73C-24C2-4BC3-92C4-136F3C6A3427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the area: base 17 cm, perpendicular height 8 cm.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0D30856A-219F-4A47-8BDD-D5306E21305B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2DF03C53-F2BD-4EE4-B2B2-370EBFB2B095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Find the area of triangles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990AF531-4610-441F-8CF7-7B5AF19800A9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4563D3DD-3AF7-41B9-BD55-68C8242F2D7B}"/>
              </a:ext>
            </a:extLst>
          </p:cNvPr>
          <p:cNvSpPr>
            <a:spLocks noGrp="1"/>
          </p:cNvSpPr>
          <p:nvPr/>
        </p:nvSpPr>
        <p:spPr>
          <a:xfrm>
            <a:off x="1547813" y="3095625"/>
            <a:ext cx="6191250" cy="2857500"/>
          </a:xfrm>
          <a:custGeom>
            <a:avLst/>
            <a:gdLst/>
            <a:ahLst/>
            <a:cxnLst/>
            <a:rect l="0" t="0" r="0" b="0"/>
            <a:pathLst>
              <a:path w="6191250" h="2857500">
                <a:moveTo>
                  <a:pt x="0" y="2857500"/>
                </a:moveTo>
                <a:lnTo>
                  <a:pt x="6191250" y="2857500"/>
                </a:lnTo>
                <a:lnTo>
                  <a:pt x="2500313" y="0"/>
                </a:lnTo>
                <a:close/>
              </a:path>
            </a:pathLst>
          </a:cu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2945DA6E-37E5-43EF-AD2B-0208C67D6F0E}"/>
              </a:ext>
            </a:extLst>
          </p:cNvPr>
          <p:cNvSpPr>
            <a:spLocks noGrp="1"/>
          </p:cNvSpPr>
          <p:nvPr/>
        </p:nvSpPr>
        <p:spPr>
          <a:xfrm>
            <a:off x="2262188" y="6155531"/>
            <a:ext cx="4405313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17 cm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A45C0670-114F-47EC-A07B-40A0E333BE54}"/>
              </a:ext>
            </a:extLst>
          </p:cNvPr>
          <p:cNvSpPr>
            <a:spLocks noGrp="1"/>
          </p:cNvSpPr>
          <p:nvPr/>
        </p:nvSpPr>
        <p:spPr>
          <a:xfrm>
            <a:off x="4226719" y="4250531"/>
            <a:ext cx="21431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 cm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FBBB99DC-10BF-4DB1-9352-10C018D0A6D4}"/>
              </a:ext>
            </a:extLst>
          </p:cNvPr>
          <p:cNvSpPr>
            <a:spLocks noGrp="1"/>
          </p:cNvSpPr>
          <p:nvPr/>
        </p:nvSpPr>
        <p:spPr>
          <a:xfrm>
            <a:off x="4048125" y="3095625"/>
            <a:ext cx="0" cy="2857500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4DBF90C4-7C63-4345-B87E-0535E6720178}"/>
              </a:ext>
            </a:extLst>
          </p:cNvPr>
          <p:cNvSpPr>
            <a:spLocks noGrp="1"/>
          </p:cNvSpPr>
          <p:nvPr/>
        </p:nvSpPr>
        <p:spPr>
          <a:xfrm>
            <a:off x="9703594" y="3690938"/>
            <a:ext cx="4405313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17 × 8 ÷ 2 = 68 cm²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63BD642A-1D4F-403F-AB64-A400208C2B61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Count square units, not the length around the edge.</a:t>
            </a:r>
          </a:p>
        </p:txBody>
      </p:sp>
    </p:spTree>
    <p:extLst>
      <p:ext uri="{BB962C8B-B14F-4D97-AF65-F5344CB8AC3E}">
        <p14:creationId xmlns:p14="http://schemas.microsoft.com/office/powerpoint/2010/main" val="1955620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-1">
            <a:extLst>
              <a:ext uri="{FF2B5EF4-FFF2-40B4-BE49-F238E27FC236}">
                <a16:creationId xmlns:a16="http://schemas.microsoft.com/office/drawing/2014/main" id="{88164F9B-6C10-4E4B-83B5-E0CD580D88CD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FEEBFA7B-EE98-42E7-9D03-17AC0997E694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the area: base 19 cm, perpendicular height 8 cm.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BC0E0A08-6E80-4CA3-B5A1-E6AD05201A07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AD56798A-1FF9-42BF-92F9-846EF59B604F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Find the area of triangles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8DBF88A6-A447-48E4-A7C5-510B7165EB58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7FB556CD-C472-45E3-BDBE-F426D6CDD090}"/>
              </a:ext>
            </a:extLst>
          </p:cNvPr>
          <p:cNvSpPr>
            <a:spLocks noGrp="1"/>
          </p:cNvSpPr>
          <p:nvPr/>
        </p:nvSpPr>
        <p:spPr>
          <a:xfrm>
            <a:off x="1547813" y="3095625"/>
            <a:ext cx="6191250" cy="2857500"/>
          </a:xfrm>
          <a:custGeom>
            <a:avLst/>
            <a:gdLst/>
            <a:ahLst/>
            <a:cxnLst/>
            <a:rect l="0" t="0" r="0" b="0"/>
            <a:pathLst>
              <a:path w="6191250" h="2857500">
                <a:moveTo>
                  <a:pt x="0" y="2857500"/>
                </a:moveTo>
                <a:lnTo>
                  <a:pt x="6191250" y="2857500"/>
                </a:lnTo>
                <a:lnTo>
                  <a:pt x="2500313" y="0"/>
                </a:lnTo>
                <a:close/>
              </a:path>
            </a:pathLst>
          </a:cu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3DE25639-0A11-459E-86CA-E0C1FED8C4C9}"/>
              </a:ext>
            </a:extLst>
          </p:cNvPr>
          <p:cNvSpPr>
            <a:spLocks noGrp="1"/>
          </p:cNvSpPr>
          <p:nvPr/>
        </p:nvSpPr>
        <p:spPr>
          <a:xfrm>
            <a:off x="2262188" y="6155531"/>
            <a:ext cx="4405313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19 cm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5D5D67F7-D462-419F-A2BA-0701F1744A10}"/>
              </a:ext>
            </a:extLst>
          </p:cNvPr>
          <p:cNvSpPr>
            <a:spLocks noGrp="1"/>
          </p:cNvSpPr>
          <p:nvPr/>
        </p:nvSpPr>
        <p:spPr>
          <a:xfrm>
            <a:off x="4226719" y="4250531"/>
            <a:ext cx="21431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 cm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55F7B587-6926-4591-AC71-E14F0C62F817}"/>
              </a:ext>
            </a:extLst>
          </p:cNvPr>
          <p:cNvSpPr>
            <a:spLocks noGrp="1"/>
          </p:cNvSpPr>
          <p:nvPr/>
        </p:nvSpPr>
        <p:spPr>
          <a:xfrm>
            <a:off x="4048125" y="3095625"/>
            <a:ext cx="0" cy="2857500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879B03CD-1761-41E5-A9AC-C1DCB2D1B5AF}"/>
              </a:ext>
            </a:extLst>
          </p:cNvPr>
          <p:cNvSpPr>
            <a:spLocks noGrp="1"/>
          </p:cNvSpPr>
          <p:nvPr/>
        </p:nvSpPr>
        <p:spPr>
          <a:xfrm>
            <a:off x="9703594" y="3690938"/>
            <a:ext cx="4405313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19 × 8 ÷ 2 = 76 cm²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72598F07-7B23-426A-B886-5DA7B0DA6E76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Count square units, not the length around the edge.</a:t>
            </a:r>
          </a:p>
        </p:txBody>
      </p:sp>
    </p:spTree>
    <p:extLst>
      <p:ext uri="{BB962C8B-B14F-4D97-AF65-F5344CB8AC3E}">
        <p14:creationId xmlns:p14="http://schemas.microsoft.com/office/powerpoint/2010/main" val="959971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-1">
            <a:extLst>
              <a:ext uri="{FF2B5EF4-FFF2-40B4-BE49-F238E27FC236}">
                <a16:creationId xmlns:a16="http://schemas.microsoft.com/office/drawing/2014/main" id="{E5A394E9-8E65-49F9-9AEA-36CE2226EAAE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983309A0-E8EC-4174-B7EF-3CECE0FB3A4D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6F7102ED-F881-4F49-AD5A-5A28E913B9D9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the area: base 21 cm, perpendicular height 8 cm.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9C1B0A5E-5F80-4656-809A-52F6DF3DADFC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2E5BB2EC-68ED-4A6E-9D10-CB8B69FAB189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Find the area of triangles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AB9EAC1A-01C8-428D-921D-EEEFDFCEA4D7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0FEC5E08-E6F7-492B-A363-1308E850FB3D}"/>
              </a:ext>
            </a:extLst>
          </p:cNvPr>
          <p:cNvSpPr>
            <a:spLocks noGrp="1"/>
          </p:cNvSpPr>
          <p:nvPr/>
        </p:nvSpPr>
        <p:spPr>
          <a:xfrm>
            <a:off x="1547813" y="3095625"/>
            <a:ext cx="6191250" cy="2857500"/>
          </a:xfrm>
          <a:custGeom>
            <a:avLst/>
            <a:gdLst/>
            <a:ahLst/>
            <a:cxnLst/>
            <a:rect l="0" t="0" r="0" b="0"/>
            <a:pathLst>
              <a:path w="6191250" h="2857500">
                <a:moveTo>
                  <a:pt x="0" y="2857500"/>
                </a:moveTo>
                <a:lnTo>
                  <a:pt x="6191250" y="2857500"/>
                </a:lnTo>
                <a:lnTo>
                  <a:pt x="2500313" y="0"/>
                </a:lnTo>
                <a:close/>
              </a:path>
            </a:pathLst>
          </a:cu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F7A4C46C-9B1C-42A6-A884-10389F9FBDD7}"/>
              </a:ext>
            </a:extLst>
          </p:cNvPr>
          <p:cNvSpPr>
            <a:spLocks noGrp="1"/>
          </p:cNvSpPr>
          <p:nvPr/>
        </p:nvSpPr>
        <p:spPr>
          <a:xfrm>
            <a:off x="2262188" y="6155531"/>
            <a:ext cx="4405313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21 cm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78E673B5-9A7D-4AAB-A85C-089BC06A9CE9}"/>
              </a:ext>
            </a:extLst>
          </p:cNvPr>
          <p:cNvSpPr>
            <a:spLocks noGrp="1"/>
          </p:cNvSpPr>
          <p:nvPr/>
        </p:nvSpPr>
        <p:spPr>
          <a:xfrm>
            <a:off x="4226719" y="4250531"/>
            <a:ext cx="21431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 cm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B7F923B0-B5F5-4A42-8F14-75B8C2512C57}"/>
              </a:ext>
            </a:extLst>
          </p:cNvPr>
          <p:cNvSpPr>
            <a:spLocks noGrp="1"/>
          </p:cNvSpPr>
          <p:nvPr/>
        </p:nvSpPr>
        <p:spPr>
          <a:xfrm>
            <a:off x="4048125" y="3095625"/>
            <a:ext cx="0" cy="2857500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E1EF006D-7AF7-457D-AFD3-E0C0EBD5E443}"/>
              </a:ext>
            </a:extLst>
          </p:cNvPr>
          <p:cNvSpPr>
            <a:spLocks noGrp="1"/>
          </p:cNvSpPr>
          <p:nvPr/>
        </p:nvSpPr>
        <p:spPr>
          <a:xfrm>
            <a:off x="9703594" y="3690938"/>
            <a:ext cx="4405313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21 × 8 ÷ 2 = 84 cm²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E7556110-A307-4FEC-99B0-D8BB6E77A87A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Count square units, not the length around the edge.</a:t>
            </a:r>
          </a:p>
        </p:txBody>
      </p:sp>
    </p:spTree>
    <p:extLst>
      <p:ext uri="{BB962C8B-B14F-4D97-AF65-F5344CB8AC3E}">
        <p14:creationId xmlns:p14="http://schemas.microsoft.com/office/powerpoint/2010/main" val="100365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-1">
            <a:extLst>
              <a:ext uri="{FF2B5EF4-FFF2-40B4-BE49-F238E27FC236}">
                <a16:creationId xmlns:a16="http://schemas.microsoft.com/office/drawing/2014/main" id="{8E46E52A-3DA1-4299-B6CB-D970A3E58209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F7487488-6210-451F-BC15-6370CB1E1A7D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4C684C21-6500-453E-B048-B8038C0FD410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Try these questions.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5D4EBA0D-58F0-41D9-91EA-959FBF1E33A0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D508516D-B75B-4286-8CCF-1DAE2F1D3452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Find the area of triangles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873B02FB-E57E-4166-8B3B-084D1C893C3A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29DAE940-1354-4C1A-ADCE-CC1CD10C1574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3EA25760-992A-4248-9EEA-9880D084A494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the area of a triangle with base 15 cm and perpendicular height 8 cm.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AD67F520-1500-4AF4-875E-F2B2AEBF2568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5E794071-275C-4241-A73D-4ADAE7B05865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 triangle has area 54 cm2 and base 12 cm. Find its perpendicular height.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B2E02DA4-6A6B-46FB-894D-13306F495925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150D9C46-2678-4130-81F6-5A2C5FF5DB47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 shape combines a 10 cm by 6 cm rectangle and a triangle with base 10 cm and height 4 cm. Find total area.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BAFACC84-ACD5-4A88-8DCF-675F0CF36026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DB70E942-6C2D-4B54-945D-ABFA8D568A63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Solve this independently and show every stage: Find the area of a triangle with base 15 cm and perpendicular height 8 cm.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CCF11DA2-5BF1-4F94-BFC1-97C7E32617C6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01A7208B-0DA2-4282-9EE8-C515AE4870D8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a second method or representation for: A triangle has area 54 cm2 and base 12 cm. Find its perpendicular height.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3ACBC22C-7117-46C1-A1B7-38B3E2F18B36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5FC90F87-611B-4A7B-A096-851AF4742DD6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8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this result using an inverse, estimate or known fact: A shape combines a 10 cm by 6 cm rectangle and a triangle with base 10 cm and height 4 cm. Find total area.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6403644F-F9B2-41C4-8781-FA31171C16D8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5D0C0443-3620-4840-AEDD-C795E1A3491B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Prove or explain your reasoning: A rectangle is 14 cm by 9 cm. Find its area and perimeter.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5A436EBF-54DB-48A3-96E5-FD0DA67C721C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23464F72-E979-4FB7-B902-A4942FB6D98A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Identify and correct this misconception: Miro uses the sloping side as the height and forgets to halve a triangle's area.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3FAE61CF-6750-4459-BED6-7A60F9324E65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0D7CBE2C-8781-4372-A797-F163616989B3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 complete sentence explaining how you checked one answer.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08FA2F3F-8808-44A3-BE5F-3514424770CB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3A2ED20D-153A-47D0-B733-A4A9B330DB15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and solve a similar question to: A shape combines a 10 cm by 6 cm rectangle and a triangle with base 10 cm and height 4 cm. Find total area.</a:t>
            </a:r>
          </a:p>
        </p:txBody>
      </p:sp>
    </p:spTree>
    <p:extLst>
      <p:ext uri="{BB962C8B-B14F-4D97-AF65-F5344CB8AC3E}">
        <p14:creationId xmlns:p14="http://schemas.microsoft.com/office/powerpoint/2010/main" val="1987169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-1">
            <a:extLst>
              <a:ext uri="{FF2B5EF4-FFF2-40B4-BE49-F238E27FC236}">
                <a16:creationId xmlns:a16="http://schemas.microsoft.com/office/drawing/2014/main" id="{516FA5A2-7619-4897-859D-439E78384228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782E0B3E-D414-4D2C-8C55-B836270CBF22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your answers. Explain any corrections.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AF07F368-4ACB-4740-8585-05ADC440DD5E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F924D2FE-B557-49D9-B139-57F3F1E6BFDA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Find the area of triangles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E023B5C2-28E7-46E2-9C9F-088F1576F8E5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696CD7F0-2556-466E-AB9A-56AE6415E296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E1F11B4A-13B5-41E6-ACAC-D50EE67479C7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60 cm2.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14B6775D-7734-4A43-B977-F960361B677B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5270BE54-F7F9-4E16-85B0-D5CD4C91196E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9 cm.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2CA3018B-1F48-419A-A1A9-4E9B33507A2C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24372006-4469-43AD-A9C9-6D3D3305026A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80 cm2.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28AD1AB5-6F1F-41A0-89C4-3C67A88BEEED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FD307F26-49CB-42BF-AAE9-3BA31928D02C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60 cm2.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29337A87-DBDB-4E57-BB35-D664A50EDEC8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4FA117F8-A9BC-441C-BF34-E68740715C8C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9 cm. Method or representation may vary.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6BEF7322-0452-4383-A4D9-ED35B7D8D5B5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3DE9EDEF-5837-4686-AFA4-9EFA6E7BFB17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80 cm2. A valid check must be shown.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604D83D6-0370-4C09-97DE-4ABE7F66188D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2F8ECEB1-B44F-43C5-AB09-262B3A8882E5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Area 126 cm2; perimeter 46 cm. The explanation must show why the method works.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30603DBC-84F3-42A4-BB70-5C2EE6CB419A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F398A053-0597-40BD-A68D-86B563028BC2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Mark the perpendicular height, use base times height, and divide by two only for a triangle.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247E2EB1-A996-4813-AC7B-55718C90C77B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849CE16A-BE93-4E0C-93B6-7281D707DCFB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 should name an inverse, estimate, boundary, known fact or equivalent representation.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887EBB03-F20B-47B5-8AA6-9E36D6224E4F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D9510A55-FD92-4508-8AB6-3EC4A9609D7D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vary. The new question must use the same mathematical structure and include a correct solution.</a:t>
            </a:r>
          </a:p>
        </p:txBody>
      </p:sp>
    </p:spTree>
    <p:extLst>
      <p:ext uri="{BB962C8B-B14F-4D97-AF65-F5344CB8AC3E}">
        <p14:creationId xmlns:p14="http://schemas.microsoft.com/office/powerpoint/2010/main" val="150353744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1089</Words>
  <Application>Microsoft Office PowerPoint</Application>
  <DocSecurity>0</DocSecurity>
  <PresentationFormat>Custom</PresentationFormat>
  <Paragraphs>102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Garima Sharma</cp:lastModifiedBy>
  <cp:revision>1</cp:revision>
  <dcterms:created xsi:type="dcterms:W3CDTF">2026-09-14T13:19:19Z</dcterms:created>
  <dcterms:modified xsi:type="dcterms:W3CDTF">2026-09-14T13:20:57Z</dcterms:modified>
</cp:coreProperties>
</file>