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18dd4db52841a0" /><Relationship Type="http://schemas.openxmlformats.org/officeDocument/2006/relationships/extended-properties" Target="/docProps/app.xml" Id="R79e5ed601d6946d7" /><Relationship Type="http://schemas.openxmlformats.org/officeDocument/2006/relationships/officeDocument" Target="/ppt/presentation.xml" Id="R2c2ff0894cfd463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4d9586a1684191"/>
  </p:sldMasterIdLst>
  <p:notesMasterIdLst>
    <p:notesMasterId xmlns:r="http://schemas.openxmlformats.org/officeDocument/2006/relationships" r:id="Rb747f36fd96f45af"/>
  </p:notesMasterIdLst>
  <p:sldIdLst>
    <p:sldId xmlns:r="http://schemas.openxmlformats.org/officeDocument/2006/relationships" id="256" r:id="R3c4904ea725e4418"/>
    <p:sldId xmlns:r="http://schemas.openxmlformats.org/officeDocument/2006/relationships" id="257" r:id="Rbd11a659f29f4c1e"/>
    <p:sldId xmlns:r="http://schemas.openxmlformats.org/officeDocument/2006/relationships" id="258" r:id="Ra4c242a0d5cd4d1a"/>
    <p:sldId xmlns:r="http://schemas.openxmlformats.org/officeDocument/2006/relationships" id="259" r:id="Ra920d4a69c1b4bd3"/>
    <p:sldId xmlns:r="http://schemas.openxmlformats.org/officeDocument/2006/relationships" id="260" r:id="R81e7586604ee4d75"/>
    <p:sldId xmlns:r="http://schemas.openxmlformats.org/officeDocument/2006/relationships" id="261" r:id="Rf327187cd4204e02"/>
    <p:sldId xmlns:r="http://schemas.openxmlformats.org/officeDocument/2006/relationships" id="262" r:id="R62c2599e371e4353"/>
    <p:sldId xmlns:r="http://schemas.openxmlformats.org/officeDocument/2006/relationships" id="263" r:id="R24340754a5f94d76"/>
    <p:sldId xmlns:r="http://schemas.openxmlformats.org/officeDocument/2006/relationships" id="264" r:id="R3dcaa610013a4979"/>
    <p:sldId xmlns:r="http://schemas.openxmlformats.org/officeDocument/2006/relationships" id="265" r:id="R35abf5c039ea4057"/>
    <p:sldId xmlns:r="http://schemas.openxmlformats.org/officeDocument/2006/relationships" id="266" r:id="R9012fccd753a48fc"/>
    <p:sldId xmlns:r="http://schemas.openxmlformats.org/officeDocument/2006/relationships" id="267" r:id="Reeccc7063f564f3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6305ae656f4712" /><Relationship Type="http://schemas.openxmlformats.org/officeDocument/2006/relationships/slideMaster" Target="/ppt/slideMasters/slideMaster1.xml" Id="Rda4d9586a1684191" /><Relationship Type="http://schemas.openxmlformats.org/officeDocument/2006/relationships/notesMaster" Target="/ppt/notesMasters/notesMaster1.xml" Id="Rb747f36fd96f45af" /><Relationship Type="http://schemas.openxmlformats.org/officeDocument/2006/relationships/presProps" Target="/ppt/presProps.xml" Id="Rd550a4aa04f440bd" /><Relationship Type="http://schemas.openxmlformats.org/officeDocument/2006/relationships/tableStyles" Target="/ppt/tableStyles.xml" Id="R18890ea9c26041e0" /><Relationship Type="http://schemas.openxmlformats.org/officeDocument/2006/relationships/slide" Target="/ppt/slides/slide1.xml" Id="R3c4904ea725e4418" /><Relationship Type="http://schemas.openxmlformats.org/officeDocument/2006/relationships/slide" Target="/ppt/slides/slide2.xml" Id="Rbd11a659f29f4c1e" /><Relationship Type="http://schemas.openxmlformats.org/officeDocument/2006/relationships/slide" Target="/ppt/slides/slide3.xml" Id="Ra4c242a0d5cd4d1a" /><Relationship Type="http://schemas.openxmlformats.org/officeDocument/2006/relationships/slide" Target="/ppt/slides/slide4.xml" Id="Ra920d4a69c1b4bd3" /><Relationship Type="http://schemas.openxmlformats.org/officeDocument/2006/relationships/slide" Target="/ppt/slides/slide5.xml" Id="R81e7586604ee4d75" /><Relationship Type="http://schemas.openxmlformats.org/officeDocument/2006/relationships/slide" Target="/ppt/slides/slide6.xml" Id="Rf327187cd4204e02" /><Relationship Type="http://schemas.openxmlformats.org/officeDocument/2006/relationships/slide" Target="/ppt/slides/slide7.xml" Id="R62c2599e371e4353" /><Relationship Type="http://schemas.openxmlformats.org/officeDocument/2006/relationships/slide" Target="/ppt/slides/slide8.xml" Id="R24340754a5f94d76" /><Relationship Type="http://schemas.openxmlformats.org/officeDocument/2006/relationships/slide" Target="/ppt/slides/slide9.xml" Id="R3dcaa610013a4979" /><Relationship Type="http://schemas.openxmlformats.org/officeDocument/2006/relationships/slide" Target="/ppt/slides/slide10.xml" Id="R35abf5c039ea4057" /><Relationship Type="http://schemas.openxmlformats.org/officeDocument/2006/relationships/slide" Target="/ppt/slides/slide11.xml" Id="R9012fccd753a48fc" /><Relationship Type="http://schemas.openxmlformats.org/officeDocument/2006/relationships/slide" Target="/ppt/slides/slide12.xml" Id="Reeccc7063f564f3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7a0d7417a994ed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85fa5cb33074a31" /><Relationship Type="http://schemas.openxmlformats.org/officeDocument/2006/relationships/notesMaster" Target="/ppt/notesMasters/notesMaster1.xml" Id="R1c96ad92dfcb41b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cebd6220b74478" /><Relationship Type="http://schemas.openxmlformats.org/officeDocument/2006/relationships/notesMaster" Target="/ppt/notesMasters/notesMaster1.xml" Id="R2561506bbc684d2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9d45acc4104445" /><Relationship Type="http://schemas.openxmlformats.org/officeDocument/2006/relationships/notesMaster" Target="/ppt/notesMasters/notesMaster1.xml" Id="R54998d87279e41b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c5d6e8985245dd" /><Relationship Type="http://schemas.openxmlformats.org/officeDocument/2006/relationships/notesMaster" Target="/ppt/notesMasters/notesMaster1.xml" Id="R5856b02544a549c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17b158bed574b45" /><Relationship Type="http://schemas.openxmlformats.org/officeDocument/2006/relationships/notesMaster" Target="/ppt/notesMasters/notesMaster1.xml" Id="Rb1044ef68a7f4d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8f9837fc26140b8" /><Relationship Type="http://schemas.openxmlformats.org/officeDocument/2006/relationships/notesMaster" Target="/ppt/notesMasters/notesMaster1.xml" Id="R966e94e55f40406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a19f9f2be8c4f93" /><Relationship Type="http://schemas.openxmlformats.org/officeDocument/2006/relationships/notesMaster" Target="/ppt/notesMasters/notesMaster1.xml" Id="Reba2819e86fa444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e2efdf34dd34d3d" /><Relationship Type="http://schemas.openxmlformats.org/officeDocument/2006/relationships/notesMaster" Target="/ppt/notesMasters/notesMaster1.xml" Id="R3fcebdb6b8514e3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9a20c19df74873" /><Relationship Type="http://schemas.openxmlformats.org/officeDocument/2006/relationships/notesMaster" Target="/ppt/notesMasters/notesMaster1.xml" Id="Rf20de740907f409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c5f01b937664bd1" /><Relationship Type="http://schemas.openxmlformats.org/officeDocument/2006/relationships/notesMaster" Target="/ppt/notesMasters/notesMaster1.xml" Id="R1a638dab7896421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cbb8f762864d61" /><Relationship Type="http://schemas.openxmlformats.org/officeDocument/2006/relationships/notesMaster" Target="/ppt/notesMasters/notesMaster1.xml" Id="R5d081083a4b7446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2f8731de5c24c2f" /><Relationship Type="http://schemas.openxmlformats.org/officeDocument/2006/relationships/notesMaster" Target="/ppt/notesMasters/notesMaster1.xml" Id="R0f0ced4938ed4d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Rulers, squared paper, cut-out shapes, formula cards,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9 cm. | Identify the required measure and mark the relevant lengths. |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perimeter, area, base, perpendicular height, triangle, parallelogram.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60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the perpendicular height, use base times height, and divide by two only for a triangle.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9 cm..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80 cm2..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Area 126 cm2; perimeter 46 cm.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80 cm2.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80 cm2. | Mark the perpendicular height, use base times height, and divide by two only for a triangle.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e70b0e96bb64d3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107a9e2dd624c51" /><Relationship Type="http://schemas.openxmlformats.org/officeDocument/2006/relationships/slideLayout" Target="/ppt/slideLayouts/slideLayout1.xml" Id="Ref7761c126fd406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7761c126fd406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8b6fc7c7cc475e" /><Relationship Type="http://schemas.openxmlformats.org/officeDocument/2006/relationships/notesSlide" Target="/ppt/notesSlides/notesSlide1.xml" Id="R6524ffdb2638419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19c6a991324721" /><Relationship Type="http://schemas.openxmlformats.org/officeDocument/2006/relationships/notesSlide" Target="/ppt/notesSlides/notesSlide2.xml" Id="Rbf5a0dabf48b42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1a26bb9d0a4cdb" /><Relationship Type="http://schemas.openxmlformats.org/officeDocument/2006/relationships/notesSlide" Target="/ppt/notesSlides/notesSlide3.xml" Id="R79e56617e0c6457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d03aa0863429f" /><Relationship Type="http://schemas.openxmlformats.org/officeDocument/2006/relationships/notesSlide" Target="/ppt/notesSlides/notesSlide4.xml" Id="R41af8df1394640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89c1ee37b46bb" /><Relationship Type="http://schemas.openxmlformats.org/officeDocument/2006/relationships/notesSlide" Target="/ppt/notesSlides/notesSlide5.xml" Id="R83f113116f0b473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7d6e8f51a3485f" /><Relationship Type="http://schemas.openxmlformats.org/officeDocument/2006/relationships/notesSlide" Target="/ppt/notesSlides/notesSlide6.xml" Id="Ra0e0fb23e6ee4f3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6062b012f54530" /><Relationship Type="http://schemas.openxmlformats.org/officeDocument/2006/relationships/image" Target="/ppt/media/image.png" Id="Rde2297fcb0b54fe1" /><Relationship Type="http://schemas.openxmlformats.org/officeDocument/2006/relationships/notesSlide" Target="/ppt/notesSlides/notesSlide7.xml" Id="Ra3f61da6e120466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17e56b98ba410c" /><Relationship Type="http://schemas.openxmlformats.org/officeDocument/2006/relationships/notesSlide" Target="/ppt/notesSlides/notesSlide8.xml" Id="R0310f653bf6241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63f20f61041bb" /><Relationship Type="http://schemas.openxmlformats.org/officeDocument/2006/relationships/notesSlide" Target="/ppt/notesSlides/notesSlide9.xml" Id="R66d2661205b4491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ba86f6ab2e4ff0" /><Relationship Type="http://schemas.openxmlformats.org/officeDocument/2006/relationships/notesSlide" Target="/ppt/notesSlides/notesSlide10.xml" Id="Rdb80185eb4984ed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11388751994463" /><Relationship Type="http://schemas.openxmlformats.org/officeDocument/2006/relationships/notesSlide" Target="/ppt/notesSlides/notesSlide11.xml" Id="R3a53e4df689a44c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49c3ce3759445b" /><Relationship Type="http://schemas.openxmlformats.org/officeDocument/2006/relationships/notesSlide" Target="/ppt/notesSlides/notesSlide12.xml" Id="R257f16bcae5740d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67DFB4-43EF-4111-A74A-B8989F0DA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1229AB-C0B6-4FA4-A74E-7250B38C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599565-27FB-4D0C-9F7B-C7F2ADF9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5BE911-E3A1-4AD4-9BEE-11498942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383F28-CC6E-40C8-9A41-538C21C6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18454A-BABF-4CD4-9AD5-7F6493B56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D3DA65-3DD8-4D5D-A074-D4DB6758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EFD9A5-925D-40EA-81E8-4450F2C2D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the area of triangles.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51EABC-600C-49AA-842A-2E0E080C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CE7F86-12E1-4380-833F-25BE31BD4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Rulers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E89A18-6F63-4DFB-BCB4-1D198AE0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61122645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A04E323-2558-47E5-A4EA-667F5BBA2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455678-0F72-47DA-BF08-3E541A9B1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640332-6C87-41C6-9B7E-5A5C1285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503AD8-83EC-4A9A-A836-5A2BB5C4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681489-AFB3-46DC-A9FD-3E89D4A2A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1DAAB0-7229-4563-8063-D8BFFFD1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B1DE7B-ACDE-4DBC-9D8A-028E3513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E280B2-06AD-44B7-9844-F0366A98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169B7F-76ED-46BC-BF0C-EF0CEC48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45035-F374-4AFB-A079-0A7ACAEA6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886DCB-7B00-4654-BEAB-3232C1DD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9459F7-1A10-4D17-896F-BE8CE844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D07BC8-5058-4573-A591-5019C2F9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Calculate areas of rectangles and use dimensions and formulae accurately.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35C065-62F7-4D1A-8CA1-3D928735E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FB19C7-E146-43C3-A837-9600765FB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BAC248-0832-4395-9087-5F422829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86B069-9DFA-49B3-84F9-F75A2A49E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927F12-9B13-4DB6-A709-F4FC57507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6395B-ECBE-4BFD-8897-8D90F43A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3F8F46-0DF1-46D1-8B58-9E181734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7B4311-8A1A-481C-ACFF-347FA472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area of a triangle with base 15 cm and perpendicular height 8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76647E-DAFF-4B1E-A5A1-08FCB138A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6432858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721E6B-7B62-4B84-BC1C-D42FA5C6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EADCA4-EFC9-4160-BAFF-DC18673F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5DD162-FC23-4D3D-8989-03292865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7D0183-D6D7-4752-8BA2-FD902938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CE0447-ACFA-4AC0-9FD2-210E8DE3A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2AE8AE-B881-470F-B3C7-41C7A03D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FE3823-8292-4D65-A11B-A52E6FF7C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C9F5FB-59C0-46A4-A385-C7B4EB3A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A74E55-C97F-4FF1-B4AE-B15BDE516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524AC-FDAC-44A8-96C0-B8F181368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the area of triangles.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BAC453-6D8A-4F76-B09F-182F4033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3A62AA-5A86-410C-94DE-253E47C91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required measure and mark the relevant lengths.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8197E4-C1D5-4635-96E9-71E3BD9F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the perpendicular height, not a sloping side, in the area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6E989B-4A82-4811-98ED-2C616B3F8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Include squared units for area and check by decomposition.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D7D180-2F0B-47A2-A066-880DCB9A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perimeter  |  area  |  base  |  perpendicular height  |  triangle  |  parallelogram</a:t>
            </a:r>
          </a:p>
        </p:txBody>
      </p:sp>
    </p:spTree>
    <p:extLst>
      <p:ext uri="{BB962C8B-B14F-4D97-AF65-F5344CB8AC3E}">
        <p14:creationId xmlns:p14="http://schemas.microsoft.com/office/powerpoint/2010/main" val="41891394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E33DF2-0F7A-428E-9D81-AE0BAF1D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362609-E604-411D-AB81-065B9083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37F01C-D308-4E9E-8AA8-D63194A0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FC4728-3F3D-4BB3-AD9A-67650C73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8303CA-5E0B-42AB-B6E5-F93BFDF9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ABEC9B-37B1-411D-96CE-7D6EF9DBE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41A5F-5137-4D7F-8840-BBE6165EC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B96A2-7AC4-4609-BDA4-2F82BA05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574FC9-CC4A-4DD5-96C4-A4B673F6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D2A20B-FF50-44DD-9532-0B42B43D1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15 cm and perpendicular height 8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E591A2-E52D-4B6B-A8C0-E27E2CB17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CFE38-B850-491C-BFF7-03C2F7B24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4DB3D9-4CE4-4247-8860-1809384F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Triangle base = 15 cm, perpendicular height = 8 cm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D58699-E68B-46E7-BC24-30238C11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432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08BB24-044E-48FF-B508-0612D6AC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765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54ED78-76B9-4AD2-AC9E-B45BAD1B8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908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Area = base × height ÷ 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2AC375-FA48-461E-BE6F-41AED284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195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8B7FAA-FF31-46FC-BDD5-F9FE1A317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528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7EAD47-C22E-46AE-932A-9321036C9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671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15 × 8 ÷ 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3BE865-D83B-485C-B8EE-3474EA112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958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F063DC-9BD8-4CF2-AFD6-1F9B2A5F2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291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9D1233-BB1D-425A-B1C2-296832061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43450"/>
            <a:ext cx="9525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120 ÷ 2 = 60 cm²</a:t>
            </a:r>
          </a:p>
        </p:txBody>
      </p:sp>
    </p:spTree>
    <p:extLst>
      <p:ext uri="{BB962C8B-B14F-4D97-AF65-F5344CB8AC3E}">
        <p14:creationId xmlns:p14="http://schemas.microsoft.com/office/powerpoint/2010/main" val="72966352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A1F1F4-77FA-4ABA-9D4D-4A6BC983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339DCC-74D9-42D0-9BF6-6E500B113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0F31D-1E55-4625-9FBE-03160BD6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CF5B90-29A2-4F0B-8AD0-CAF70B68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9127A6-EC2D-4E13-B2C4-C7C4329EC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10331-A5CB-4909-A9A8-F643D6F8B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12EB0-4A20-4067-AFD6-21E9D09F5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F3F4ED-AC41-4A10-AA2B-5CB69FF0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03E161-A41F-4D78-84A4-BA4B0450F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3EEC5-F8AB-49F8-9E47-78FDA06E2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3C1C21-E679-47AE-A8EF-41BD610F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60 cm2.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8E6B0F-317A-47A1-83AD-7AA050BF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E92029-4430-4658-ACE8-F366EACE9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Include squared units for area and check by decomposition.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E80248-E881-4ABC-9CFA-B846B24DD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9318230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1C412A-4387-4578-935F-B4BC38BB4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66DE55-81BE-4928-94FC-0CA4C2A6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0FED28-279A-418F-8342-F4298C5C2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EB0A5F-EABD-4C8E-A721-32C1DE80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3D17EE-F4CB-4F3D-BB95-8A9F422C2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733CBE-F327-43B9-AF8A-0DE4E2F3B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B711EE-66BE-4185-8E2F-40000022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30535E-33BA-4BF9-A015-195B38B7E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93EA39-6925-47DF-A4FB-8398F6ABD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DC0690-C6E6-4332-88C9-E69B6674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F5D112-5D39-4628-8C3D-3C3E7513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5B7EF7-D41A-4890-B0CF-DC54F7AA5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837699-50EB-442F-80C4-6436D2E7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831A7F-CFFB-40AF-A565-2B390BC8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4819B3-7272-4165-959E-D992AA9A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9 cm.</a:t>
            </a:r>
          </a:p>
        </p:txBody>
      </p:sp>
    </p:spTree>
    <p:extLst>
      <p:ext uri="{BB962C8B-B14F-4D97-AF65-F5344CB8AC3E}">
        <p14:creationId xmlns:p14="http://schemas.microsoft.com/office/powerpoint/2010/main" val="20399172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EAFBEB-5FAB-4B4E-B333-2538D1E5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82F6C9-FEC5-4880-B5B8-85A4633A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04C3A1-3982-4710-B6CD-7748EB09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58E299-34ED-4EDC-9252-89DCCC1DF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BF8CAB-5574-486F-8716-6E393EB61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9E0813-E1F2-4363-A95F-415798089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DC319D-52AB-4D45-9DA5-CE97E16DF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FC0BCD-137B-4B1A-A71F-35A701378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1D4143-2AF0-4BC5-8D2B-A9B06655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2297fcb0b54fe1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2D0B56-CB5E-4893-98FD-603D2454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319B22-6A3D-45EF-8023-C2978DD1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uses the sloping side as the height and forgets to halve a triangle's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D8FD63-FDF7-4E6D-9ED6-3F58C67EA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20555B-478D-4E27-9966-6E357B87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C333F2-90B7-470F-B3F1-473BDE8DE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perpendicular height, use base times height, and divide by two only for a triangle.</a:t>
            </a:r>
          </a:p>
        </p:txBody>
      </p:sp>
    </p:spTree>
    <p:extLst>
      <p:ext uri="{BB962C8B-B14F-4D97-AF65-F5344CB8AC3E}">
        <p14:creationId xmlns:p14="http://schemas.microsoft.com/office/powerpoint/2010/main" val="7870519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B737E1-3719-434A-9169-8BAE4F68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D351C0-FD03-4182-9856-471A9EE7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E37F95-3902-4CAA-A995-D69A7D36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B8565-C424-405C-A80D-1EC4EDBAC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3D7C60-6F11-4679-AB50-3D98C30C8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4BA556-5EB0-4880-A964-382229ED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10691D-E6A1-4EA4-9A6C-334843C4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9BCD8D-69A5-4F17-8A50-029B5F7A7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B6D1E8-D12F-4DB0-8214-084E0300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7304CE-9285-42C9-BDBC-E0FB0E079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ABAD69-62AF-4170-93F6-DE9647569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C867CE-11A0-4AFF-A1EA-360EDF1B0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0FB075-5950-4792-A1B0-DBC41D68E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triangle has area 54 cm2 and base 12 cm. Find its perpendicular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1CEB4B-517F-4FBA-A94F-9C8B7B43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721A65-2FE3-4A8B-961A-21E0B55B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974A55-5D8E-489D-888D-286345B6B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7BBAC1-2982-4C76-B1E6-A15FE62D3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EC3BB2-6F49-40EB-89B1-657F7E6A3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89FFC4-A0C4-41C6-97C7-7879163F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296E11-93B0-4489-9792-1C03EF76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9057D6A-B264-4EF9-B001-1D8F425C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9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D66F56-F810-4AD3-A411-53AE0C2E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0825501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8F5F0C-C779-4238-BE5F-1ADDD1EEE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3B13D-C7D6-4BC3-BD7D-2D5A3AA2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F0DED4-6B17-4ADF-B4C0-878C612BB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0104E5-D281-4665-A765-6BB77658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47707C-2E89-422E-9389-B89132D3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85CC32-7EE1-42C4-AE2F-8EFF7F825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72F1BA-1AA5-4BED-A00D-F34048EA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200ABD-4775-4240-9ADE-342FFDE2B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9A3C11-1876-4695-9308-1E5B070A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2C79CC-376F-4EBB-8BF7-4A9681BB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23ACD1-DF85-48FD-8464-61333B799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E40310-7510-493F-A446-30C93166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BEE45F-C77E-4040-ACC8-79E5A0925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C4469F-D017-4E5F-9247-1B02F760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67486-8352-4CE1-824E-0E85B9C61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577CEE-9FCC-4CB7-B079-6A001CCD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EBB01A-0234-4606-8851-C84B43A05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4D7ED1-2366-4281-B4CB-FF425901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8C05A9-4757-45E8-B052-F2FFEFE55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488B3B-6C13-4E38-B9CA-895A21FAC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85CE36-1A28-4D41-B1B4-10A6339E8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6418823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585CA7-B9B2-40DB-8F7C-7A91AB58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D1FC62-AB7B-4AC8-9AD0-BF7426F7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B12342-1E12-4B3F-AACF-B80AD38D0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4A9C68-8E84-48C4-AAD7-91335F49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781239-3FD4-40EF-846B-434855354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E88CC0-7AF5-479D-8EFD-AB3003D52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93D05A-9099-41C4-91BC-7532EAF58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C90B4F-CC20-4BEC-B9B8-82A8BEFDB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8CDF2-AB07-4913-B308-F7396DBB5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43824-6525-4D22-BC01-95D41123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rectangle is 14 cm by 9 cm. Find its area and perimeter.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28A366-501E-4222-9E30-A5FEA7548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0707AA-2D29-4133-8AA3-C4256BD36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807F8C-C608-4A04-A6B0-F24B9B3B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9242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Area 126 cm2; perimeter 46 cm.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74662952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A22DD8-D2A8-4234-A08C-0D3AECC7F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3BF996-E75E-433E-BD20-E030EAFF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30DB67-2148-4552-A660-26E931AD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7B96CB-2F17-4797-A379-2F5C7F83A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2BE580-5668-446D-8696-46EE0297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1EC04-50A1-4240-891E-87347B5B5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491AE8-A461-4485-9F8B-EF222DE15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92892-1AC2-412C-A4BB-22588D79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CBEE9A-CDFB-45FA-BC2C-39A058EA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8612AA-5EDF-4997-AB7F-0ECDA036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372482-F60B-4E8E-AEF2-E83257C1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5704A5-C6DB-4C99-A519-CF5725854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419058-4F76-4E94-BA22-7AC5E94C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6171A6-89D2-4EFA-9864-448D5B04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120400-E956-43FC-9414-B1537BEAF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D40930-D366-43E5-BC15-683FCA24D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80 cm2.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081F20-C316-4795-B7A0-D7B5A6770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DF7471-56F6-497C-98F9-CF7B62219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3021446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55B536-2DC7-44EB-A135-B5D1284D5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D2A6E0-82BB-4428-BCBA-29009C2E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8D3E2B-2BCD-4908-88A2-040D8410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33A0AC-B588-4A7A-A8D6-8D9F8F46D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2E07E1-0CE8-4AE0-9582-04827795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B75E1D-47F9-40CF-9A9B-4C7A93D1C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D127F-4DF4-4E7F-9E7B-94314931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FF3885-FEF6-4B4D-9AD5-0D2ADD644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AB7ABD-0548-4662-A88C-D7954A1D2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Find the area of triangles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7DD844-9915-4C6C-853A-7783BB27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78717-0B4A-47C7-88CB-8CD6033C5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ECF24F-DB9E-45EC-B4D9-8F6355ABC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C0ADA0-5479-45C8-95EF-26006FD1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shape combines a 10 cm by 6 cm rectangle and a triangle with base 10 cm and height 4 cm. Find total area.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8170F9-2BD6-4AC5-8FB3-F4209A19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9EE3DC-297C-4B78-9DF0-D4CE8CC3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6D3E81-F229-4DFC-A59E-202E50126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DD0BFA-2981-4162-853E-9E50B7688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uses the sloping side as the height and forgets to halve a triangle's area.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D43D6C-18CA-44EB-8CA1-A8C3D2EE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86EFC6-C943-442C-A492-C33EE2BBC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9BE3F0-222E-446E-8709-31B4A036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F66EBD-6035-4B6E-B6E5-0BB0EF99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9718F8-E22A-473F-903C-1BA4048F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302037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2026-09-09T22:13:51.4280000Z</dcterms:created>
  <dcterms:modified xsi:type="dcterms:W3CDTF">2026-09-09T22:13:51.4280000Z</dcterms:modified>
</coreProperties>
</file>