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90020076d14d34" /><Relationship Type="http://schemas.openxmlformats.org/officeDocument/2006/relationships/extended-properties" Target="/docProps/app.xml" Id="R607b0313eafc4312" /><Relationship Type="http://schemas.openxmlformats.org/officeDocument/2006/relationships/officeDocument" Target="/ppt/presentation.xml" Id="R44b6399fa8154b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16bfd965874f44"/>
  </p:sldMasterIdLst>
  <p:notesMasterIdLst>
    <p:notesMasterId xmlns:r="http://schemas.openxmlformats.org/officeDocument/2006/relationships" r:id="R64a7f71ed14741fd"/>
  </p:notesMasterIdLst>
  <p:sldIdLst>
    <p:sldId xmlns:r="http://schemas.openxmlformats.org/officeDocument/2006/relationships" id="256" r:id="R23c9bc117e1541e9"/>
    <p:sldId xmlns:r="http://schemas.openxmlformats.org/officeDocument/2006/relationships" id="257" r:id="R2d2fd5a513274a5f"/>
    <p:sldId xmlns:r="http://schemas.openxmlformats.org/officeDocument/2006/relationships" id="258" r:id="R7af4c5bdc81845cd"/>
    <p:sldId xmlns:r="http://schemas.openxmlformats.org/officeDocument/2006/relationships" id="259" r:id="Rc3aed71d61a84926"/>
    <p:sldId xmlns:r="http://schemas.openxmlformats.org/officeDocument/2006/relationships" id="260" r:id="R1b68927c91364f2b"/>
    <p:sldId xmlns:r="http://schemas.openxmlformats.org/officeDocument/2006/relationships" id="261" r:id="R151a415f067044e0"/>
    <p:sldId xmlns:r="http://schemas.openxmlformats.org/officeDocument/2006/relationships" id="262" r:id="R6fd419bd514248af"/>
    <p:sldId xmlns:r="http://schemas.openxmlformats.org/officeDocument/2006/relationships" id="263" r:id="R11b122dd4ba4491f"/>
    <p:sldId xmlns:r="http://schemas.openxmlformats.org/officeDocument/2006/relationships" id="264" r:id="Rcfdcbc00aa3941fb"/>
    <p:sldId xmlns:r="http://schemas.openxmlformats.org/officeDocument/2006/relationships" id="265" r:id="Rfc09e1e55a5246f0"/>
    <p:sldId xmlns:r="http://schemas.openxmlformats.org/officeDocument/2006/relationships" id="266" r:id="R31500a4408fb49de"/>
    <p:sldId xmlns:r="http://schemas.openxmlformats.org/officeDocument/2006/relationships" id="267" r:id="Rbd885aa8fb2741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16c5608e3e498e" /><Relationship Type="http://schemas.openxmlformats.org/officeDocument/2006/relationships/slideMaster" Target="/ppt/slideMasters/slideMaster1.xml" Id="Ra116bfd965874f44" /><Relationship Type="http://schemas.openxmlformats.org/officeDocument/2006/relationships/notesMaster" Target="/ppt/notesMasters/notesMaster1.xml" Id="R64a7f71ed14741fd" /><Relationship Type="http://schemas.openxmlformats.org/officeDocument/2006/relationships/presProps" Target="/ppt/presProps.xml" Id="R19636d53ce7c45cd" /><Relationship Type="http://schemas.openxmlformats.org/officeDocument/2006/relationships/tableStyles" Target="/ppt/tableStyles.xml" Id="R90274c8edf4a4cfd" /><Relationship Type="http://schemas.openxmlformats.org/officeDocument/2006/relationships/slide" Target="/ppt/slides/slide1.xml" Id="R23c9bc117e1541e9" /><Relationship Type="http://schemas.openxmlformats.org/officeDocument/2006/relationships/slide" Target="/ppt/slides/slide2.xml" Id="R2d2fd5a513274a5f" /><Relationship Type="http://schemas.openxmlformats.org/officeDocument/2006/relationships/slide" Target="/ppt/slides/slide3.xml" Id="R7af4c5bdc81845cd" /><Relationship Type="http://schemas.openxmlformats.org/officeDocument/2006/relationships/slide" Target="/ppt/slides/slide4.xml" Id="Rc3aed71d61a84926" /><Relationship Type="http://schemas.openxmlformats.org/officeDocument/2006/relationships/slide" Target="/ppt/slides/slide5.xml" Id="R1b68927c91364f2b" /><Relationship Type="http://schemas.openxmlformats.org/officeDocument/2006/relationships/slide" Target="/ppt/slides/slide6.xml" Id="R151a415f067044e0" /><Relationship Type="http://schemas.openxmlformats.org/officeDocument/2006/relationships/slide" Target="/ppt/slides/slide7.xml" Id="R6fd419bd514248af" /><Relationship Type="http://schemas.openxmlformats.org/officeDocument/2006/relationships/slide" Target="/ppt/slides/slide8.xml" Id="R11b122dd4ba4491f" /><Relationship Type="http://schemas.openxmlformats.org/officeDocument/2006/relationships/slide" Target="/ppt/slides/slide9.xml" Id="Rcfdcbc00aa3941fb" /><Relationship Type="http://schemas.openxmlformats.org/officeDocument/2006/relationships/slide" Target="/ppt/slides/slide10.xml" Id="Rfc09e1e55a5246f0" /><Relationship Type="http://schemas.openxmlformats.org/officeDocument/2006/relationships/slide" Target="/ppt/slides/slide11.xml" Id="R31500a4408fb49de" /><Relationship Type="http://schemas.openxmlformats.org/officeDocument/2006/relationships/slide" Target="/ppt/slides/slide12.xml" Id="Rbd885aa8fb2741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881769a05a42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8ff1faa3914413" /><Relationship Type="http://schemas.openxmlformats.org/officeDocument/2006/relationships/notesMaster" Target="/ppt/notesMasters/notesMaster1.xml" Id="R989c11f469e34b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b16e7069fb4777" /><Relationship Type="http://schemas.openxmlformats.org/officeDocument/2006/relationships/notesMaster" Target="/ppt/notesMasters/notesMaster1.xml" Id="R8ab5bb9a1a6240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1359eb574f471d" /><Relationship Type="http://schemas.openxmlformats.org/officeDocument/2006/relationships/notesMaster" Target="/ppt/notesMasters/notesMaster1.xml" Id="Rc8aa80842c3948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1d07eb911a4e3e" /><Relationship Type="http://schemas.openxmlformats.org/officeDocument/2006/relationships/notesMaster" Target="/ppt/notesMasters/notesMaster1.xml" Id="Rc7d87d559ace44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8381042cdc465a" /><Relationship Type="http://schemas.openxmlformats.org/officeDocument/2006/relationships/notesMaster" Target="/ppt/notesMasters/notesMaster1.xml" Id="R703775e2c6a74d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09f9beea3f451b" /><Relationship Type="http://schemas.openxmlformats.org/officeDocument/2006/relationships/notesMaster" Target="/ppt/notesMasters/notesMaster1.xml" Id="Re9f64efe359145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11cbd00ae944e6" /><Relationship Type="http://schemas.openxmlformats.org/officeDocument/2006/relationships/notesMaster" Target="/ppt/notesMasters/notesMaster1.xml" Id="R28ca232554fd47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2f7496b3d24063" /><Relationship Type="http://schemas.openxmlformats.org/officeDocument/2006/relationships/notesMaster" Target="/ppt/notesMasters/notesMaster1.xml" Id="Rcb4c645ad3cd41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9cb22628c849e1" /><Relationship Type="http://schemas.openxmlformats.org/officeDocument/2006/relationships/notesMaster" Target="/ppt/notesMasters/notesMaster1.xml" Id="Ra42a492ff4f846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74202a9ec2f449b" /><Relationship Type="http://schemas.openxmlformats.org/officeDocument/2006/relationships/notesMaster" Target="/ppt/notesMasters/notesMaster1.xml" Id="R8c91945a91da48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990ad8cc824aa6" /><Relationship Type="http://schemas.openxmlformats.org/officeDocument/2006/relationships/notesMaster" Target="/ppt/notesMasters/notesMaster1.xml" Id="R5a44850489a54d1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21f70d5ba24567" /><Relationship Type="http://schemas.openxmlformats.org/officeDocument/2006/relationships/notesMaster" Target="/ppt/notesMasters/notesMaster1.xml" Id="R376d8f888fcd4b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Rulers, squared paper, cut-out shapes, formula cards,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60 cm2. | Identify the required measure and mark the relevant lengths. | Mark the perpendicular height, use base times height, and divide by two only for a triangle.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perimeter, area, base, perpendicular height, triangle, parallelogram.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84 cm2.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60 cm2.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Mark the perpendicular height, use base times height, and divide by two only for a triangle.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60 cm2..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9 cm..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80 cm2.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9 cm.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9 cm. | Mark the perpendicular height, use base times height, and divide by two only for a triangle.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20f7a17814a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cf22e0d5e345ff" /><Relationship Type="http://schemas.openxmlformats.org/officeDocument/2006/relationships/slideLayout" Target="/ppt/slideLayouts/slideLayout1.xml" Id="R0cef4be2c8f344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ef4be2c8f344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0793e759c498b" /><Relationship Type="http://schemas.openxmlformats.org/officeDocument/2006/relationships/notesSlide" Target="/ppt/notesSlides/notesSlide1.xml" Id="Rd769eca687ef41f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4c206e5e546bb" /><Relationship Type="http://schemas.openxmlformats.org/officeDocument/2006/relationships/notesSlide" Target="/ppt/notesSlides/notesSlide2.xml" Id="Rf2fa0e3878a54e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0d6a1860045c2" /><Relationship Type="http://schemas.openxmlformats.org/officeDocument/2006/relationships/notesSlide" Target="/ppt/notesSlides/notesSlide3.xml" Id="Rb5f8c33bd4224e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ffbbe183f34e00" /><Relationship Type="http://schemas.openxmlformats.org/officeDocument/2006/relationships/notesSlide" Target="/ppt/notesSlides/notesSlide4.xml" Id="R0edd75733cc2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c90b5cb2d4601" /><Relationship Type="http://schemas.openxmlformats.org/officeDocument/2006/relationships/notesSlide" Target="/ppt/notesSlides/notesSlide5.xml" Id="R2ff3de16a0d44a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b1fe8230c4eab" /><Relationship Type="http://schemas.openxmlformats.org/officeDocument/2006/relationships/notesSlide" Target="/ppt/notesSlides/notesSlide6.xml" Id="R838c14b2789440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6e3b115e641cc" /><Relationship Type="http://schemas.openxmlformats.org/officeDocument/2006/relationships/image" Target="/ppt/media/image.png" Id="R8e77641e69764d75" /><Relationship Type="http://schemas.openxmlformats.org/officeDocument/2006/relationships/notesSlide" Target="/ppt/notesSlides/notesSlide7.xml" Id="Rb115d4cfa7c542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b9af8bf7f4b69" /><Relationship Type="http://schemas.openxmlformats.org/officeDocument/2006/relationships/notesSlide" Target="/ppt/notesSlides/notesSlide8.xml" Id="Raa22e0fccd8e41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9e9e3c7be44e4" /><Relationship Type="http://schemas.openxmlformats.org/officeDocument/2006/relationships/notesSlide" Target="/ppt/notesSlides/notesSlide9.xml" Id="R02e8e1e6d4bc4a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cd93d46b342a3" /><Relationship Type="http://schemas.openxmlformats.org/officeDocument/2006/relationships/notesSlide" Target="/ppt/notesSlides/notesSlide10.xml" Id="R17d7be2e8e814e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3b9b37f9c4c59" /><Relationship Type="http://schemas.openxmlformats.org/officeDocument/2006/relationships/notesSlide" Target="/ppt/notesSlides/notesSlide11.xml" Id="R655a6d10f96549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815b401cd04c97" /><Relationship Type="http://schemas.openxmlformats.org/officeDocument/2006/relationships/notesSlide" Target="/ppt/notesSlides/notesSlide12.xml" Id="Rf868aff1de2849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E71745-ADCE-439B-B3B1-73B44785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792A6-2239-4D1A-AC77-DEEC720F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2C7B4-ED66-426D-933F-3D015A9F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2CD99-74A9-44EC-8C81-1EAD30E3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344CA-3892-4568-8FE7-BBDE43B9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4C60B2-B683-42E8-A9C9-5BA358FB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20BF3-99E1-400A-9395-6E6DD3C49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89384-D1D3-42AD-AED3-29B52A00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8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the area of parallelograms using base and perpendicular height.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F2958E-E617-4821-88D0-969900E6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995FA-3650-4525-B82B-A818F770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Rulers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7088A-A2AA-4486-8DBC-09D74091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821747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C392F9-7CBF-479D-A515-75A671E1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D7A55-B594-4398-9436-6FB1F252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E264B3-8846-4B05-8578-14FDCD87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D8FCBC-F57F-45CD-93EE-51EAA387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EF7643-992C-4897-ACB9-EEB64A27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20625-7525-4747-9E15-55B77A92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A85B3-53C3-43EC-8745-898827C9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961B2-5760-436F-8951-46210BD9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506912-5657-4768-8534-02FFAB85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070D0-E057-40A2-9101-C61991B3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E9B062-2837-48E1-A0C5-4DBE98A5A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1083A-6089-4471-A975-64B1A3F2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706BE4-105E-4ED0-B248-77A65B09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Calculate areas of rectangles and use dimensions and formulae accurately.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DA5901-299A-4C16-B952-E39F969E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10E8B-9A76-402A-9D35-09D7EA57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37B165-AD32-4D31-A2C4-B17A8738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6AF7BE-6DEE-48E4-8BED-3BC87405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triangle with base 15 cm and perpendicular height 8 cm.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7AE446-142C-48B1-919C-0EFE8A2A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49F73-CE2F-40AA-AF16-CA3D5334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56FB97-9D70-4743-AC95-CF91E71F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873995-7B0A-49E5-98F8-22842EBA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Find the area of a parallelogram with base 12 cm and perpendicular height 7 cm.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63617-EFE7-4359-8B38-CCF08A05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2731491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7A8A1-D613-4FCC-B6B2-260D4BCC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98CBBC-6EEC-4EAB-89E0-E05D72D01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1381AC-413F-411E-A0D4-1F6956FA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6660CF-4B32-4A12-B69A-E913CA01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F947FE-1146-4177-BA2C-876E04DD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3C395-77C3-494A-AB31-F00B804CA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9927BE-28C5-4EA3-9F2B-05EB48648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AF5235-59DC-471B-B461-A6D8EC2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78DB6-1CBC-4A72-9A7C-75389848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27C166-ACE9-4135-9FF9-B93CA0BF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711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calculate the area of parallelograms using base and perpendicular height.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0973BA-62A2-47F3-854B-BFD88E67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EEBFAF-0F8E-4805-B64C-7E181D7A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Identify the required measure and mark the relevant lengths.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541E0E-9C9B-4C14-93A1-BF01EFBD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Use the perpendicular height, not a sloping side, in the area formula.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6C2CD-53D0-4F11-857D-C1CDD8E8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Include squared units for area and check by decomposition.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0B4AF-51E8-4C75-A206-D53BA85C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perimeter  |  area  |  base  |  perpendicular height  |  triangle  |  parallelogram</a:t>
            </a:r>
          </a:p>
        </p:txBody>
      </p:sp>
    </p:spTree>
    <p:extLst>
      <p:ext uri="{BB962C8B-B14F-4D97-AF65-F5344CB8AC3E}">
        <p14:creationId xmlns:p14="http://schemas.microsoft.com/office/powerpoint/2010/main" val="79067946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1C759D-C868-4E78-A133-7E91D69B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49E17-E348-4F42-B824-2D5C7570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D5D4C-AEA5-42F8-94E9-F5DCFF57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B8811-472A-4FAF-BFB2-2956A22D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C84C1C-3F23-4003-B66A-F67BDD08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27779F-795E-4596-9683-8CA34797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A45B82-E137-435C-91E7-6226F84F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F4898-5EE8-4DB2-B74B-B4894C19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B49B3D-C5E3-4DF7-A761-B2DCEDD5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CC2804-F3D9-4333-84B5-878EFDE0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parallelogram with base 12 cm and perpendicular height 7 cm.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3F53D-BBB0-48D0-BD9E-BF272835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8455D-DFCD-4A43-8DAC-A48793FC4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0B810-9158-494E-838D-4B1A9D6F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Parallelogram base = 12 cm, perpendicular height = 7 cm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BAE08-8286-4C14-94F0-95924106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5D231E-E410-4532-A0AC-6D05927A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5E7604-FAE4-4436-9417-2ABA2741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Area = base × perpendicular height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091BAE-2554-4DBA-A454-9CDC560D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44215D-DA69-468C-B7AD-B42EDDC4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D3D07-E197-4B88-9EEF-EBDC609B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Area = 12 × 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B021E-3731-4D17-802A-6B229968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459D5F-CD80-4094-B401-41B65EAA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F2D2C-DF29-45D1-9F5C-5699B3DD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84 cm²</a:t>
            </a:r>
          </a:p>
        </p:txBody>
      </p:sp>
    </p:spTree>
    <p:extLst>
      <p:ext uri="{BB962C8B-B14F-4D97-AF65-F5344CB8AC3E}">
        <p14:creationId xmlns:p14="http://schemas.microsoft.com/office/powerpoint/2010/main" val="21229256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64B33-3D07-4BA0-B270-1E5F98B8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F821B-8D09-4646-A7DC-15A3D923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27637-AB42-48D9-98E0-58086D18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60674-C2E0-42B8-9205-6156FD3E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C3CA28-AB42-4C08-83E2-6C8942EC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9A90B-6FB5-4E7F-8517-E22A45A9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8F133-3DFB-41DF-B360-266793C4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7210B-A9D8-47DB-896B-EC7131ED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DF3DB-5B2C-45DC-936F-8258FCFD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22D201-58C8-403D-B90A-BA75C4E2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0F6B09-777E-440F-9F21-D77CA6D7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84 cm2.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410F1-6418-4C03-800C-9B129A65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5A1784-AD85-4A94-B2BB-F630C838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Include squared units for area and check by decomposition.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616F5-E603-4B99-8B37-21DC8F0B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99106039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D7BBB4-4D6D-4455-9857-6D068943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D1CA3-4D2A-42EE-885A-8D35FA9A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E3ED23-7BFE-4B2C-AD2F-3CC84615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863F7-D651-45D3-99F1-4698097E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20C07-BCBE-4F37-91C2-1C0DD322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EC03C-E975-4794-9D60-27BC1CB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D84E2-2AA7-492A-898F-0BE7B235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00245-C6EB-4FFF-BED5-15004B0F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A39A9-2616-457E-97F5-2652CB45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75ED2-F10D-4018-86F4-5C6FD63D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triangle with base 15 cm and perpendicular height 8 cm.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D324F-5D7F-4F01-AD3F-C56E7589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89432-37B2-4962-BB7A-2071CDA2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6056A-B4AB-43CC-8C78-D8A911D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29E3BA-861B-4571-920C-44376677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B30AB-6B0D-4E5A-B039-EBF44A75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60 cm2.</a:t>
            </a:r>
          </a:p>
        </p:txBody>
      </p:sp>
    </p:spTree>
    <p:extLst>
      <p:ext uri="{BB962C8B-B14F-4D97-AF65-F5344CB8AC3E}">
        <p14:creationId xmlns:p14="http://schemas.microsoft.com/office/powerpoint/2010/main" val="117969061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5073D8-8470-4061-9A50-D8152C47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01C68-C4A5-434D-84CB-6D305618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AE293-BB4C-4D66-B1F6-046A4914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61982-DC0C-4E96-907D-17867D17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942F2-4962-4ED3-898E-04F4AADB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44EF2-E628-4392-B1D4-C5B9A96C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CFCA6-70F3-49CD-B1E8-A42438D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D417E-4B88-4446-B7F3-CAF9F8E1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555EF2-E5BE-4454-BAD3-16575FB2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77641e69764d75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39CDC1-66E0-4CAD-9096-712221B0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3C1E5E-B860-403E-981C-89F4A900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uses the sloping side as the height and forgets to halve a triangle's area.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09BA70-9C8B-46D4-AD19-18FF8F49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8256DE-75D5-49D1-A0AB-3A2FE597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1C0EB-312F-4E74-A4BB-6D81BD51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Mark the perpendicular height, use base times height, and divide by two only for a triangle.</a:t>
            </a:r>
          </a:p>
        </p:txBody>
      </p:sp>
    </p:spTree>
    <p:extLst>
      <p:ext uri="{BB962C8B-B14F-4D97-AF65-F5344CB8AC3E}">
        <p14:creationId xmlns:p14="http://schemas.microsoft.com/office/powerpoint/2010/main" val="97670222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AFF362-77BB-4C97-A439-9D2CE7E09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4E084-5685-4F09-99A6-BBB20AA5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7AF67-2D36-4160-955F-A64E62C6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78AD0C-ADCF-48EE-8A8B-300FFF4F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53305-2FE5-43C7-AF14-0F9A2322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97F15A-230B-404F-BC74-728AA8C8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C0776-28B3-4C68-BA43-F10A4BC0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50EDF-72BD-4B28-8B5D-A96FC8F5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8724C-11DA-4A8C-85CD-5EA0C9FD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CCC689-D8E8-41B6-8FF9-B5C66947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0B491-E5A8-412F-9045-BCFF38CC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F5AA9-0B6C-4C4E-A01F-29523DFA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FEFAF-5A98-4A54-AE99-A57CA85C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area of a triangle with base 15 cm and perpendicular height 8 cm.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20BAA2-598F-42FF-A005-08FC393F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F2027-7556-4731-A3E5-88C06AE4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83A0D-3668-476B-BC0B-8CC58393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FD0AC7-FCB0-4FB0-B439-2E27130A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98284F-82CE-41D0-8B65-F993DB7C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BC0C35-7C73-4A6D-BB73-76BA11BEE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D65AC-D8C7-4981-BA82-E86AEA19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8DB913-B32A-4328-88DA-E6D6B6D6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60 cm2.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D038B6-96B2-4534-862B-9644A16D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88663336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6927A5-2DDD-45D0-B06F-3D0CAA42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62A6B-DB25-41A0-BE2D-CFF140E4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A024C-F63C-4D53-8D1F-2374B1AF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6F439-FFD8-4B79-BED9-6AEB989B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22A15-F8CF-4877-9264-B40B3B57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77F94-768D-4F71-9E1F-469C68A5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51707-3F03-4F36-BDA3-8D85E3FA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287C5-0BE0-4CC4-957E-78275CC1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C0FC8-D31E-44F9-89C7-EEB49E90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70CE2-E52D-480A-97EA-CCAA1385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6E2D7-666C-4776-B0B7-C3748925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ACBB76-E0D1-450C-89E6-66458A0A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C2BDB-07BE-4B07-8373-63D763E1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triangle has area 54 cm2 and base 12 cm. Find its perpendicular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E0373F-196E-4C64-A50F-BB4AB7F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61FF6-FE56-488D-975B-8DB23BEE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E07C6-5EFE-4D3F-B37E-EBFAC59E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471DF-9330-4C5D-9733-3C52EB75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AB00C-EBEA-4BEC-AC64-747B6F1B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CE43FC-AC64-40EC-97EC-781E001B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68350-1E19-4343-9800-CE27B657F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6388A-C69C-4605-A144-B4FCD7E5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0101965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C9D2EA-6421-4F75-AE08-85F27F29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CFD742-9D00-4C19-A720-99368280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4A47A-D4F3-4DFC-ABEF-64C3BF56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967DA-2222-4997-A736-DBA937EBD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79631-1F7D-438D-9592-7E3EA68E8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FA7AED-65D8-47AE-A40C-E131F297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0AA4B-D9C2-4EDC-AB19-3BB20511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97AFD-25D5-4C45-9CA2-1F17F82B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6D9BE-F65A-47D6-82A2-533091F1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43B51-3F58-4F12-8E5A-2E9861B8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925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A shape combines a 10 cm by 6 cm rectangle and a triangle with base 10 cm and height 4 cm. Find total area.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DBEAC-DC01-463F-9586-92D0E01A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BD859-561B-4223-8CBE-94EB6A7A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DAE7A6-3E3D-4F4C-B766-D23DF411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80 cm2.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9588403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71DB62-99EF-401B-96DE-B3FB8E06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2592D-561D-4656-B5F6-C97E526F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6AED4-3B1A-428A-A991-56941DF2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05BB4-3CBA-49EA-9D23-793F426C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D3AFD-43CF-4D93-8CFE-34C9AAFE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2B715-E2F9-4072-A213-D6623BE6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FB162-C0C9-48B0-8BB2-4EF4D8E8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732538-DB06-495A-A3B4-0B5AF461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2103B-CA9A-4149-9D47-8DAD6BE0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1865DC-1538-487E-9960-DD5C3BEA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894A7-A13C-4671-AF4D-EB8A07D3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F18DB-52C1-4803-96BD-C33B7DAF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triangle has area 54 cm2 and base 12 cm. Find its perpendicular height.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A4565-4C00-4878-ADE9-BEEBEF50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FB0EB0-B7D0-4082-82FB-807BBB16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C5C80E-A015-4EBB-BDF9-BD733E8A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FAD84-60CF-49D5-97F1-DE63CE1DD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9 cm.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C5AD76-8106-4916-A603-B8131443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D46B5-5D39-45A9-B541-BF66794A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52451536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534EFB-B166-4210-831D-3F43FA02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EFA45-DB4F-4099-A060-74878F9D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0BB02-04AC-43ED-BDD2-132572BE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FCA93-35AB-4585-A2EB-8655E510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85EDB1-7941-4761-B202-610BB041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5285B9-7519-4F15-9AF2-BFD107E5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0CA2C-0A70-448B-AE1E-6B3B9193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2F0270-CA78-4205-B110-AB244DBB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1CF2F-3CEA-4967-B373-B8EC838F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the area of parallelograms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B5072C-107F-418C-849D-974147E6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265F6E-04BA-4E1F-A116-0AEC7801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5742C-B33F-4C16-B201-A5D3D9FF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6585B-AEAB-43EE-A85C-09E7A6F2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triangle has area 54 cm2 and base 12 cm. Find its perpendicular height.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A5904-1ED2-4A01-9274-F871A944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3F9BC1-D714-425E-A5B6-BE5E7744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DAB059-01E2-450B-B990-39F3E696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B5765-28FF-4C5D-AA3E-FD229B7D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uses the sloping side as the height and forgets to halve a triangle's area.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BE21C-FFE5-4BD7-93BC-35892A6A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BED20F-14FF-425D-BE10-A7E218B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3B049D-9916-47B1-A743-92B13A45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D1A28F-9408-4EE3-8C1C-590A2007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A511E5-166F-4CEF-AA84-E5D486F8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29074905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2026-09-09T22:13:49.9440000Z</dcterms:created>
  <dcterms:modified xsi:type="dcterms:W3CDTF">2026-09-09T22:13:49.9440000Z</dcterms:modified>
</coreProperties>
</file>