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d379e6ac1e4de5" /><Relationship Type="http://schemas.openxmlformats.org/officeDocument/2006/relationships/extended-properties" Target="/docProps/app.xml" Id="Re8fe665998e548be" /><Relationship Type="http://schemas.openxmlformats.org/officeDocument/2006/relationships/officeDocument" Target="/ppt/presentation.xml" Id="R83c114c77c404a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73f7cea4ac4274"/>
  </p:sldMasterIdLst>
  <p:notesMasterIdLst>
    <p:notesMasterId xmlns:r="http://schemas.openxmlformats.org/officeDocument/2006/relationships" r:id="R6bf506659a024a94"/>
  </p:notesMasterIdLst>
  <p:sldIdLst>
    <p:sldId xmlns:r="http://schemas.openxmlformats.org/officeDocument/2006/relationships" id="256" r:id="Rdfb6d303d4a34418"/>
    <p:sldId xmlns:r="http://schemas.openxmlformats.org/officeDocument/2006/relationships" id="257" r:id="R9780c02bf82a4077"/>
    <p:sldId xmlns:r="http://schemas.openxmlformats.org/officeDocument/2006/relationships" id="258" r:id="Ra21e052d9fcb4443"/>
    <p:sldId xmlns:r="http://schemas.openxmlformats.org/officeDocument/2006/relationships" id="259" r:id="Ra12fa09f8a9d4b26"/>
    <p:sldId xmlns:r="http://schemas.openxmlformats.org/officeDocument/2006/relationships" id="260" r:id="Rdcfd23d19f794d48"/>
    <p:sldId xmlns:r="http://schemas.openxmlformats.org/officeDocument/2006/relationships" id="261" r:id="R7f601d3cff014ab1"/>
    <p:sldId xmlns:r="http://schemas.openxmlformats.org/officeDocument/2006/relationships" id="262" r:id="R48d2b97d204445d2"/>
    <p:sldId xmlns:r="http://schemas.openxmlformats.org/officeDocument/2006/relationships" id="263" r:id="R915025f66bd2468f"/>
    <p:sldId xmlns:r="http://schemas.openxmlformats.org/officeDocument/2006/relationships" id="264" r:id="Ra005fed40ede4b6b"/>
    <p:sldId xmlns:r="http://schemas.openxmlformats.org/officeDocument/2006/relationships" id="265" r:id="R6e6e69ca1c9c4a1c"/>
    <p:sldId xmlns:r="http://schemas.openxmlformats.org/officeDocument/2006/relationships" id="266" r:id="R9dc4cdf53a464465"/>
    <p:sldId xmlns:r="http://schemas.openxmlformats.org/officeDocument/2006/relationships" id="267" r:id="Recde5964c1104f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4cda769a3a43ff" /><Relationship Type="http://schemas.openxmlformats.org/officeDocument/2006/relationships/slideMaster" Target="/ppt/slideMasters/slideMaster1.xml" Id="R7f73f7cea4ac4274" /><Relationship Type="http://schemas.openxmlformats.org/officeDocument/2006/relationships/notesMaster" Target="/ppt/notesMasters/notesMaster1.xml" Id="R6bf506659a024a94" /><Relationship Type="http://schemas.openxmlformats.org/officeDocument/2006/relationships/presProps" Target="/ppt/presProps.xml" Id="R7a1f834750fa4ea2" /><Relationship Type="http://schemas.openxmlformats.org/officeDocument/2006/relationships/tableStyles" Target="/ppt/tableStyles.xml" Id="R0d19d0d889824b58" /><Relationship Type="http://schemas.openxmlformats.org/officeDocument/2006/relationships/slide" Target="/ppt/slides/slide1.xml" Id="Rdfb6d303d4a34418" /><Relationship Type="http://schemas.openxmlformats.org/officeDocument/2006/relationships/slide" Target="/ppt/slides/slide2.xml" Id="R9780c02bf82a4077" /><Relationship Type="http://schemas.openxmlformats.org/officeDocument/2006/relationships/slide" Target="/ppt/slides/slide3.xml" Id="Ra21e052d9fcb4443" /><Relationship Type="http://schemas.openxmlformats.org/officeDocument/2006/relationships/slide" Target="/ppt/slides/slide4.xml" Id="Ra12fa09f8a9d4b26" /><Relationship Type="http://schemas.openxmlformats.org/officeDocument/2006/relationships/slide" Target="/ppt/slides/slide5.xml" Id="Rdcfd23d19f794d48" /><Relationship Type="http://schemas.openxmlformats.org/officeDocument/2006/relationships/slide" Target="/ppt/slides/slide6.xml" Id="R7f601d3cff014ab1" /><Relationship Type="http://schemas.openxmlformats.org/officeDocument/2006/relationships/slide" Target="/ppt/slides/slide7.xml" Id="R48d2b97d204445d2" /><Relationship Type="http://schemas.openxmlformats.org/officeDocument/2006/relationships/slide" Target="/ppt/slides/slide8.xml" Id="R915025f66bd2468f" /><Relationship Type="http://schemas.openxmlformats.org/officeDocument/2006/relationships/slide" Target="/ppt/slides/slide9.xml" Id="Ra005fed40ede4b6b" /><Relationship Type="http://schemas.openxmlformats.org/officeDocument/2006/relationships/slide" Target="/ppt/slides/slide10.xml" Id="R6e6e69ca1c9c4a1c" /><Relationship Type="http://schemas.openxmlformats.org/officeDocument/2006/relationships/slide" Target="/ppt/slides/slide11.xml" Id="R9dc4cdf53a464465" /><Relationship Type="http://schemas.openxmlformats.org/officeDocument/2006/relationships/slide" Target="/ppt/slides/slide12.xml" Id="Recde5964c1104f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e67137039744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d30a74ca8243c8" /><Relationship Type="http://schemas.openxmlformats.org/officeDocument/2006/relationships/notesMaster" Target="/ppt/notesMasters/notesMaster1.xml" Id="Rde83b52ee00c47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b7a613b69045d0" /><Relationship Type="http://schemas.openxmlformats.org/officeDocument/2006/relationships/notesMaster" Target="/ppt/notesMasters/notesMaster1.xml" Id="R80ca5d9dcfd640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15150c6798477e" /><Relationship Type="http://schemas.openxmlformats.org/officeDocument/2006/relationships/notesMaster" Target="/ppt/notesMasters/notesMaster1.xml" Id="Ree3f7c979f2945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eb70966ced4d95" /><Relationship Type="http://schemas.openxmlformats.org/officeDocument/2006/relationships/notesMaster" Target="/ppt/notesMasters/notesMaster1.xml" Id="Rcf962a5130a44e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c8c6b3e0db4887" /><Relationship Type="http://schemas.openxmlformats.org/officeDocument/2006/relationships/notesMaster" Target="/ppt/notesMasters/notesMaster1.xml" Id="R1b185bcde0d34e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9f1ad690374577" /><Relationship Type="http://schemas.openxmlformats.org/officeDocument/2006/relationships/notesMaster" Target="/ppt/notesMasters/notesMaster1.xml" Id="R478b90cc9fe44d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487a8288474c78" /><Relationship Type="http://schemas.openxmlformats.org/officeDocument/2006/relationships/notesMaster" Target="/ppt/notesMasters/notesMaster1.xml" Id="R40ae00b6aed348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47ecaf879d4712" /><Relationship Type="http://schemas.openxmlformats.org/officeDocument/2006/relationships/notesMaster" Target="/ppt/notesMasters/notesMaster1.xml" Id="R32d32f6da5a346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a5e3b38aa3451c" /><Relationship Type="http://schemas.openxmlformats.org/officeDocument/2006/relationships/notesMaster" Target="/ppt/notesMasters/notesMaster1.xml" Id="Rd05664408b8441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f517b0bb2c4c97" /><Relationship Type="http://schemas.openxmlformats.org/officeDocument/2006/relationships/notesMaster" Target="/ppt/notesMasters/notesMaster1.xml" Id="R3b7dc52e18074d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ab3bb94e7e74927" /><Relationship Type="http://schemas.openxmlformats.org/officeDocument/2006/relationships/notesMaster" Target="/ppt/notesMasters/notesMaster1.xml" Id="R9f9f0c547eb849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878afb07ca64d14" /><Relationship Type="http://schemas.openxmlformats.org/officeDocument/2006/relationships/notesMaster" Target="/ppt/notesMasters/notesMaster1.xml" Id="Re43a68d214a74d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Rulers, squared paper, cut-out shapes, formula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60 cm2. | Identify the required measure and mark the relevant lengths. |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perimeter, area, base, perpendicular height, triangle, parallelogram.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84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60 cm2..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80 cm2.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 cm. | Mark the perpendicular height, use base times height, and divide by two only for a triangle.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74ce84c4ce4d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4acbfba0954538" /><Relationship Type="http://schemas.openxmlformats.org/officeDocument/2006/relationships/slideLayout" Target="/ppt/slideLayouts/slideLayout1.xml" Id="R3a0c5802392840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0c5802392840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9aa96876c4078" /><Relationship Type="http://schemas.openxmlformats.org/officeDocument/2006/relationships/notesSlide" Target="/ppt/notesSlides/notesSlide1.xml" Id="R21a3278339ae46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6d7bc4d53411c" /><Relationship Type="http://schemas.openxmlformats.org/officeDocument/2006/relationships/notesSlide" Target="/ppt/notesSlides/notesSlide2.xml" Id="R1367bf4b04694e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52a57723549a2" /><Relationship Type="http://schemas.openxmlformats.org/officeDocument/2006/relationships/notesSlide" Target="/ppt/notesSlides/notesSlide3.xml" Id="R9db6dab9c7534b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24a9c5dc94864" /><Relationship Type="http://schemas.openxmlformats.org/officeDocument/2006/relationships/notesSlide" Target="/ppt/notesSlides/notesSlide4.xml" Id="R2754a18872ef4f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85177378846ae" /><Relationship Type="http://schemas.openxmlformats.org/officeDocument/2006/relationships/notesSlide" Target="/ppt/notesSlides/notesSlide5.xml" Id="Rac818111739944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b919dd7514fd3" /><Relationship Type="http://schemas.openxmlformats.org/officeDocument/2006/relationships/notesSlide" Target="/ppt/notesSlides/notesSlide6.xml" Id="Rbad916d09e2e42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3f3434c4940d2" /><Relationship Type="http://schemas.openxmlformats.org/officeDocument/2006/relationships/image" Target="/ppt/media/image.png" Id="R557360c3a02548c1" /><Relationship Type="http://schemas.openxmlformats.org/officeDocument/2006/relationships/notesSlide" Target="/ppt/notesSlides/notesSlide7.xml" Id="R93e94b9369dc4e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cab2da5304a4a" /><Relationship Type="http://schemas.openxmlformats.org/officeDocument/2006/relationships/notesSlide" Target="/ppt/notesSlides/notesSlide8.xml" Id="Re69f0100f0924f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1541675b3421a" /><Relationship Type="http://schemas.openxmlformats.org/officeDocument/2006/relationships/notesSlide" Target="/ppt/notesSlides/notesSlide9.xml" Id="R0ef5755ec7764e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c86dc87a7426a" /><Relationship Type="http://schemas.openxmlformats.org/officeDocument/2006/relationships/notesSlide" Target="/ppt/notesSlides/notesSlide10.xml" Id="R40d5afcde2fb4a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cedef7b674827" /><Relationship Type="http://schemas.openxmlformats.org/officeDocument/2006/relationships/notesSlide" Target="/ppt/notesSlides/notesSlide11.xml" Id="R955254e36359418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24d29f1f2c4149" /><Relationship Type="http://schemas.openxmlformats.org/officeDocument/2006/relationships/notesSlide" Target="/ppt/notesSlides/notesSlide12.xml" Id="R7df0092e096e4d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CD39BC-F4CE-485E-9930-493EA319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D87715-A837-445E-906E-8D836C64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7B4BD-BF59-4DC2-834A-383D8FB0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2E86C-61DF-4964-AA95-E8D68759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61733F-6DED-437C-95C9-7AAE4D32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BA37D-3AEF-4391-80D4-68083203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96ADFD-70C3-467D-B779-DA12A26F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4B4D7-1E5E-4B94-AAFE-C95278DA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8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the area of parallelograms using base and perpendicular height.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945888-2A2D-4067-A4CC-93C1073A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B904F-0B12-4D97-818C-FD00E506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Rulers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3E283-B1DE-401A-BB56-A9E94C46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282824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C47ED-E5CC-47F7-B777-84984CBB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C958D3-A17C-4FCF-B5C0-9F84EF48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CF115-7D0F-4AFB-98CD-68C38367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09EB3-DAA3-43F1-9E5E-9F39DE9D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BB608-305E-4CF2-97D7-13C248CB6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483AE-E963-4DD1-8DD2-E076E924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1114A0-5A5E-4C23-BBDE-69D98C81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313DB2-17C2-442E-BD42-243ACF20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C7A94E-4711-4131-BC5D-6956F6C8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91F66F-A626-4B3C-B028-AE27BF7B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7640A-45AF-4A86-97C2-82D04445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0BEF8-ADA3-4DFA-9634-C10BC2D6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979AE-2054-44F3-94C6-27E04F5C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areas of rectangles and use dimensions and formulae accurately.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F439E-B4C3-4D44-B76D-390D7B73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45FB91-5A3A-4640-89FE-B4A5CB2A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751932-59E9-4B77-B985-D3102297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AB30A-E7FA-4D2C-9DB0-EC7CA36E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DAA030-F712-40D3-A0F2-37F8133B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9E27B8-F8FB-41A0-A98E-2C979046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1612C6-3FFD-4C4C-891E-90FC2419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DD0A9A-89F6-44D6-8DE7-2B2702E2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area of a parallelogram with base 12 cm and perpendicular height 7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866FD9-4C77-4280-A9C3-B05F8071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439576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B2466F-10EA-48A5-A592-196FDFD15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D29AF4-6487-4F10-B6EF-C555C04E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B51772-9CA8-49DD-8DE5-CB4B3D8A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1228D-5620-4A9B-B438-28A88FD7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D9C18-CADB-47D8-A772-68213E44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CCE501-5EE8-4253-A6CA-152AC726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2B6603-815F-46B9-ADBE-E450BAC5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361AA8-21DB-4B5D-B5CF-B43E11E1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995AC6-8EF1-4107-847C-B5FA63F7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F475E6-DAC7-4FB9-81CE-1F6BE40F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711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the area of parallelograms using base and perpendicular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F4BDBC-E47F-422B-8EDE-700DD845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89EC8B-813A-460D-A251-B8E4E397F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required measure and mark the relevant lengths.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DD2C97-9207-49AE-A3C2-2BA62F701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the perpendicular height, not a sloping side, in the area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866DDC-A736-44CC-AF66-38B3FBA3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Include squared units for area and check by decomposition.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B7A99-E144-4F6E-8283-EFF5C485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perimeter  |  area  |  base  |  perpendicular height  |  triangle  |  parallelogram</a:t>
            </a:r>
          </a:p>
        </p:txBody>
      </p:sp>
    </p:spTree>
    <p:extLst>
      <p:ext uri="{BB962C8B-B14F-4D97-AF65-F5344CB8AC3E}">
        <p14:creationId xmlns:p14="http://schemas.microsoft.com/office/powerpoint/2010/main" val="21395388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43645-014F-4BE8-A058-2353788D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66375-17B2-4F58-AAA2-A6F4BB9D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0CC4E2-B18F-47FD-A31A-12BFC0FE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FAEC17-89E1-46E9-8414-13FC0E94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BEC1C-0B5D-4DFD-BF99-18C88F2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2ACFC-D385-42A3-B5D5-540236A0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8771E-AECB-4326-B82F-7AD8347A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A6B1F2-DD8E-4979-B132-8DCC711C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759C7-05C3-4BE8-8E35-EFDDBF56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4FFCC-C788-4CB5-9EE5-9B691A00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A15BB-6AAA-4EB1-8FD4-3823BF44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5A1599-FF9B-47C7-929E-5924D3FD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1B85E4-A970-4CA7-8FE1-67DEC78D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required measure and mark the relevant lengths.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7E7830-8838-4E59-A44F-4C7A6F64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CAF28-C1C5-4AAE-8BCD-065595B7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1B8D2-7655-4B1A-BE43-6A3E7D83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the perpendicular height, not a sloping side, in the area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21AC47-16B2-40F9-8EE6-7B38A237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6D7FAA-FC38-47BF-B14E-913ED023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AC7EAE-4EF8-49F0-828A-DFEEC167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84 cm2.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AB1D6B-C1AE-4DE5-980F-9667596F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E2AC13-40B3-4334-88C1-B00483DA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AD6F8-B482-4B6D-BE76-30A3094F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Include squared units for area and check by decomposition.</a:t>
            </a:r>
          </a:p>
        </p:txBody>
      </p:sp>
    </p:spTree>
    <p:extLst>
      <p:ext uri="{BB962C8B-B14F-4D97-AF65-F5344CB8AC3E}">
        <p14:creationId xmlns:p14="http://schemas.microsoft.com/office/powerpoint/2010/main" val="16030339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20048-88C8-45A8-8C33-9F305C9B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9B1DD0-904A-47A2-B186-17817811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17EF4-7404-4014-A971-DDB0A053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8CD8DF-D0D6-44B3-A895-3ED0654F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AA9E2C-D8F7-4A14-A16D-F8B74F8C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E1F87-E5C3-4564-9C1F-B168159D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582AF-3874-491E-9F1B-92A58670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934FC1-D437-4DCD-9B0F-FC6C173F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1CE9E-3C1F-4BF3-B1E1-46C50CF0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32E79-CF9C-4BC0-BED8-F09A149C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B5579E-9019-4B0B-AA8D-9744965C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84 cm2.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17704F-7298-4E34-B726-20C0928C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828B7F-E435-4480-ABD0-D4FDE08A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Include squared units for area and check by decomposition.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821624-C3AD-4E1D-8962-2F4D7F3E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008814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7FA032-E5D8-436D-814A-DB42F32E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59D2A-D3CA-44C9-974D-18E953F7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B7ABE-E7EE-4F2F-AB37-DE9854E8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094FB-57AF-4273-A1CF-5133B7ED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640DDF-8B3B-4309-8704-B57684B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D9667-0626-4F8B-B015-7C1C37D4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25D4F-A9C2-4657-89E1-62CDF75E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9CDE6B-5165-4964-8C1C-C09D0B1F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C291F-D3E1-4131-B8A0-18CBF8EB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13FD54-7DA8-4871-BC9D-E46C0F54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2A5EB-3AC4-4CAE-8FFD-AA8CBA3B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38C243-8CCF-49EA-9D26-F658CAEF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326463-4650-43BC-909E-2ED1CE1A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AAEC56-A9D1-44ED-A3E1-AC9414AE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E48A8A-A49B-45BE-9D4B-C4A685F1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60 cm2.</a:t>
            </a:r>
          </a:p>
        </p:txBody>
      </p:sp>
    </p:spTree>
    <p:extLst>
      <p:ext uri="{BB962C8B-B14F-4D97-AF65-F5344CB8AC3E}">
        <p14:creationId xmlns:p14="http://schemas.microsoft.com/office/powerpoint/2010/main" val="17494318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D61D21-E9A9-4ADC-8EE5-A8CCF7B4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155A7E-8417-4978-BAC0-9B40A46F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C97F30-758B-4275-80EB-8EBA74E8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CE17A-DD78-4D3F-A801-D6841161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1CA98-DE3F-49CA-ADFD-B30EBEBE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442DAB-8BDD-46AF-B88A-B22D946D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D75722-BAB2-4FAE-A6CF-76822C1F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F71EA-7B74-4E57-92B0-B93C1912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6C90C-775A-4107-AEC8-7D614073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360c3a02548c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6B3CB-FC2C-42EF-812B-8BAECAE5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EE54E-E755-4D26-B5F2-A72BB08D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sloping side as the height and forgets to halve a triangle's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AEE726-341F-46B0-8DB3-FD6777F3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432A53-356D-4A2A-8944-9BD37775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8F134F-F3D4-46CE-AE7C-6B288B8E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</p:spTree>
    <p:extLst>
      <p:ext uri="{BB962C8B-B14F-4D97-AF65-F5344CB8AC3E}">
        <p14:creationId xmlns:p14="http://schemas.microsoft.com/office/powerpoint/2010/main" val="4160885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8BADA-12A3-42BA-A683-E5CA897B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7C129-D118-4C09-82B6-ABFDCB22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28708-8F67-4F4A-A733-99C044CD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F1F5DA-DC23-4EB6-8A17-4B6524E1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D1B769-758B-47D8-9EAA-17D6AE2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D0CD50-8A21-4067-9E3B-B09368CE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E88D91-C79D-4CAF-B3AA-EFB5DB72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361FE9-86EB-4D29-BBA9-60D366D4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3C965A-5231-4B01-B75B-3B33CF67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D2F26-C77B-4B7E-8062-139D2F1C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55CA57-2B07-4A3E-A739-A33FE021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22D7AB-0D4F-43BC-9601-6D20F0E46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381A57-D81E-4B32-844D-31177DBE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AB459-B353-457D-92C7-AB1427B0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0CAD0-FBF4-4E08-9233-D00DFAA8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B9AAD3-A859-4185-A31D-65F5720C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94FD4D-0B72-4EA6-9517-F94B6ACE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D344C9-C9CD-4FB8-986C-E172AFEF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416E62-6B44-4686-8E62-614D86FF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6F0074-57E0-4266-8985-5D785B36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2BDCB5-591E-4441-B97B-30FAA6AC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60 cm2.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6FE99C-3BCA-4FA5-B8DE-3073B808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721783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8EC11E-4A54-4A9D-863C-D517B7BB2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8597B-77B7-4FC8-AB04-92477CDB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291048-6D69-4A4A-B625-86FA748DA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D1421-C999-4180-9052-10EF1098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0F4C7-0852-4008-8070-EB25EC91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C6026-B7B0-4D22-AB06-FF3519FB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2B84E-227A-4F60-9904-C9AE257E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EC291-F0E1-4D37-9150-419623057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9FE76-F9C6-4F32-B504-69747879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A8A30-1781-4BB2-BAE3-F90395B0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D3C07-1D2F-4779-8663-3AD989F5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1767BB-DEF4-4818-89BF-A0CDAD8B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08BE03-D5EA-43D3-A65D-97815FAA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9AFD5-2190-48C6-8855-B0103A08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14B62-67F2-42AA-A048-FD2E897C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5F1A42-E5D6-4BA0-B0DF-7AFB5D7A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CEC1EA-0880-41A7-99AA-3C4116B4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DAFC1F-E269-4F3F-B91C-2EED2B9C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EF694D-EBE1-4C3F-9957-EACDC4C0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DFDE97-FFA6-41F5-9C4C-26308FB9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DFE093-65BE-4A08-A003-985ECC83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7622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FD6821-4CA7-44C6-ADE1-4B8B2EEE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406EE-FAAE-4B2B-9E30-21E0572D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FDDE3-E7D9-404E-AFD4-0A1503D5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A62B0-5841-4426-BCF9-3EFF6369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8DF243-5899-4C4C-8438-799AFC6D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3284F-A07D-4B1E-8973-03044D95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8FC371-4BEC-443E-8445-EB9D7CBB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97D5B-ADB4-45D0-8D7D-EC8B13D0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D999E5-7CAB-48DC-97F6-0A5ED012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FC48C9-AE57-4E96-8525-D9F24300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925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shape combines a 10 cm by 6 cm rectangle and a triangle with base 10 cm and height 4 cm. Find total area.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194B9D-258D-478B-8721-9167713A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673857-DC1A-47A0-B24B-8B477618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F271A8-2B6A-46F5-9B83-EEBE2A87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80 cm2.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001768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052565-FA63-459A-837A-8B5FDFB2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B15E2-6747-4C8D-87E3-7A762BF7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FB619-D136-4B7F-AC28-5038F390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A55DF-EC11-4987-BB91-B1914529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4F035-49B8-4AE7-B5B7-CDE606A0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0A659-0A02-459F-A3C1-FBFD106E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4A1C0-DF92-4EEE-BB2E-119F2895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A0A83C-EDBE-45AD-A294-90C89F53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14E9C-2073-438B-A562-1E5D02E6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D9CEC-B66D-477C-B3B2-ED58875C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D672FA-544C-4075-B38C-953A7ECC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1A3C53-29F2-4C6B-B301-93DA8A69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175B29-F69B-4FF4-812C-F2D23134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21CA1C-10B0-4566-B607-73CF587C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264CC2-A5DE-44D1-BF3E-3C174D3E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973FA-54F5-4362-B050-B175D20E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26C12D-9B21-4EC8-A20B-55B75525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357162-FAD1-489E-8E6B-E341D69A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483512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CDE3D4-589C-48A3-B394-9984BA5C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47D347-18E7-49BE-8FDB-880BCC9D5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F6DFD-19E6-4C5E-A453-A484FAD1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E0BE1-EA45-43B8-9061-9AA37383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CE487-6DEC-4F20-BF63-2221DA68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7B975-231F-4BE8-BABA-52972AAD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CCBD2-5F28-47D0-83D8-D98FF541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26605-B763-42FF-9745-A2D4CD56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F9DD6-346D-4220-AEC7-EB863B83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parallelograms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D6588-477F-4DA8-BBF8-880EDC04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BAD6FE-B64F-4609-9048-969A843A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E9729-4ADD-4711-886B-135C7BFB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CCEC80-981F-4C2F-B095-87B1B10E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062D86-F1BB-4C72-BDE8-0030F906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57C19E-4B32-4540-A514-32A79F9F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E5ED6-8504-457E-8CF1-8144209F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54EA32-2C60-4B16-A195-2C42E174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sloping side as the height and forgets to halve a triangle's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6AFE5E-A90F-43A5-807A-F1BD6232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89986-BA1A-43A5-9730-973E8D98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25E7AA-B7DC-4DD3-80C7-142FC8ED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41206-89DF-44F7-AE4C-B1F9E7DB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6794FB-5FC6-4689-9876-69F47D2C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682993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2026-09-09T20:49:55.9870000Z</dcterms:created>
  <dcterms:modified xsi:type="dcterms:W3CDTF">2026-09-09T20:49:55.9870000Z</dcterms:modified>
</coreProperties>
</file>