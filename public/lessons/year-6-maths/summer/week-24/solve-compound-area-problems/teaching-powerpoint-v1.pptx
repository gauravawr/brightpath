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d0a0142bf04994" /><Relationship Type="http://schemas.openxmlformats.org/officeDocument/2006/relationships/extended-properties" Target="/docProps/app.xml" Id="Raba79cd184a74b42" /><Relationship Type="http://schemas.openxmlformats.org/officeDocument/2006/relationships/officeDocument" Target="/ppt/presentation.xml" Id="Ra762936639cf4b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37d4b6334043c3"/>
  </p:sldMasterIdLst>
  <p:notesMasterIdLst>
    <p:notesMasterId xmlns:r="http://schemas.openxmlformats.org/officeDocument/2006/relationships" r:id="R62fa20cbab664812"/>
  </p:notesMasterIdLst>
  <p:sldIdLst>
    <p:sldId xmlns:r="http://schemas.openxmlformats.org/officeDocument/2006/relationships" id="256" r:id="R544242f9fa474ffc"/>
    <p:sldId xmlns:r="http://schemas.openxmlformats.org/officeDocument/2006/relationships" id="257" r:id="R9a0e86fa54374299"/>
    <p:sldId xmlns:r="http://schemas.openxmlformats.org/officeDocument/2006/relationships" id="258" r:id="Rc9285a6dfe6c47d6"/>
    <p:sldId xmlns:r="http://schemas.openxmlformats.org/officeDocument/2006/relationships" id="259" r:id="R8ef4de9efd3b4657"/>
    <p:sldId xmlns:r="http://schemas.openxmlformats.org/officeDocument/2006/relationships" id="260" r:id="R3dafeda2077b4fca"/>
    <p:sldId xmlns:r="http://schemas.openxmlformats.org/officeDocument/2006/relationships" id="261" r:id="Rb4b7e1e3f3f3444a"/>
    <p:sldId xmlns:r="http://schemas.openxmlformats.org/officeDocument/2006/relationships" id="262" r:id="R79d7202f47f349e5"/>
    <p:sldId xmlns:r="http://schemas.openxmlformats.org/officeDocument/2006/relationships" id="263" r:id="Rc4f9699abdb34b2d"/>
    <p:sldId xmlns:r="http://schemas.openxmlformats.org/officeDocument/2006/relationships" id="264" r:id="Raf5a703b9cc24ae0"/>
    <p:sldId xmlns:r="http://schemas.openxmlformats.org/officeDocument/2006/relationships" id="265" r:id="R5cf30457019b4baf"/>
    <p:sldId xmlns:r="http://schemas.openxmlformats.org/officeDocument/2006/relationships" id="266" r:id="Red8f1bbb00924816"/>
    <p:sldId xmlns:r="http://schemas.openxmlformats.org/officeDocument/2006/relationships" id="267" r:id="R5c3630fb010e41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31997c14054e94" /><Relationship Type="http://schemas.openxmlformats.org/officeDocument/2006/relationships/slideMaster" Target="/ppt/slideMasters/slideMaster1.xml" Id="Rae37d4b6334043c3" /><Relationship Type="http://schemas.openxmlformats.org/officeDocument/2006/relationships/notesMaster" Target="/ppt/notesMasters/notesMaster1.xml" Id="R62fa20cbab664812" /><Relationship Type="http://schemas.openxmlformats.org/officeDocument/2006/relationships/presProps" Target="/ppt/presProps.xml" Id="R703f8cfecc4a4eb6" /><Relationship Type="http://schemas.openxmlformats.org/officeDocument/2006/relationships/tableStyles" Target="/ppt/tableStyles.xml" Id="Rdd1a4947bbbc419c" /><Relationship Type="http://schemas.openxmlformats.org/officeDocument/2006/relationships/slide" Target="/ppt/slides/slide1.xml" Id="R544242f9fa474ffc" /><Relationship Type="http://schemas.openxmlformats.org/officeDocument/2006/relationships/slide" Target="/ppt/slides/slide2.xml" Id="R9a0e86fa54374299" /><Relationship Type="http://schemas.openxmlformats.org/officeDocument/2006/relationships/slide" Target="/ppt/slides/slide3.xml" Id="Rc9285a6dfe6c47d6" /><Relationship Type="http://schemas.openxmlformats.org/officeDocument/2006/relationships/slide" Target="/ppt/slides/slide4.xml" Id="R8ef4de9efd3b4657" /><Relationship Type="http://schemas.openxmlformats.org/officeDocument/2006/relationships/slide" Target="/ppt/slides/slide5.xml" Id="R3dafeda2077b4fca" /><Relationship Type="http://schemas.openxmlformats.org/officeDocument/2006/relationships/slide" Target="/ppt/slides/slide6.xml" Id="Rb4b7e1e3f3f3444a" /><Relationship Type="http://schemas.openxmlformats.org/officeDocument/2006/relationships/slide" Target="/ppt/slides/slide7.xml" Id="R79d7202f47f349e5" /><Relationship Type="http://schemas.openxmlformats.org/officeDocument/2006/relationships/slide" Target="/ppt/slides/slide8.xml" Id="Rc4f9699abdb34b2d" /><Relationship Type="http://schemas.openxmlformats.org/officeDocument/2006/relationships/slide" Target="/ppt/slides/slide9.xml" Id="Raf5a703b9cc24ae0" /><Relationship Type="http://schemas.openxmlformats.org/officeDocument/2006/relationships/slide" Target="/ppt/slides/slide10.xml" Id="R5cf30457019b4baf" /><Relationship Type="http://schemas.openxmlformats.org/officeDocument/2006/relationships/slide" Target="/ppt/slides/slide11.xml" Id="Red8f1bbb00924816" /><Relationship Type="http://schemas.openxmlformats.org/officeDocument/2006/relationships/slide" Target="/ppt/slides/slide12.xml" Id="R5c3630fb010e41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bd85eed8d64f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ee7f00f98c4e9f" /><Relationship Type="http://schemas.openxmlformats.org/officeDocument/2006/relationships/notesMaster" Target="/ppt/notesMasters/notesMaster1.xml" Id="R59ca21d1fee34c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b0e61a8e2a4b72" /><Relationship Type="http://schemas.openxmlformats.org/officeDocument/2006/relationships/notesMaster" Target="/ppt/notesMasters/notesMaster1.xml" Id="R0c32a45e4d434a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24ceff9e074938" /><Relationship Type="http://schemas.openxmlformats.org/officeDocument/2006/relationships/notesMaster" Target="/ppt/notesMasters/notesMaster1.xml" Id="Rf30516d1f15944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ab6077261d4126" /><Relationship Type="http://schemas.openxmlformats.org/officeDocument/2006/relationships/notesMaster" Target="/ppt/notesMasters/notesMaster1.xml" Id="R504b41d610094b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7ab3449e92440f" /><Relationship Type="http://schemas.openxmlformats.org/officeDocument/2006/relationships/notesMaster" Target="/ppt/notesMasters/notesMaster1.xml" Id="R7fb9110c70804c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0ef983c61341ca" /><Relationship Type="http://schemas.openxmlformats.org/officeDocument/2006/relationships/notesMaster" Target="/ppt/notesMasters/notesMaster1.xml" Id="R1939b6baba6b43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792b843e244e1d" /><Relationship Type="http://schemas.openxmlformats.org/officeDocument/2006/relationships/notesMaster" Target="/ppt/notesMasters/notesMaster1.xml" Id="R504a05c53a074ca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4d8d6701554b64" /><Relationship Type="http://schemas.openxmlformats.org/officeDocument/2006/relationships/notesMaster" Target="/ppt/notesMasters/notesMaster1.xml" Id="R3bc94453f7ee4d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56da98feab45d4" /><Relationship Type="http://schemas.openxmlformats.org/officeDocument/2006/relationships/notesMaster" Target="/ppt/notesMasters/notesMaster1.xml" Id="Rd27d39ff3caa42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0966799da2412b" /><Relationship Type="http://schemas.openxmlformats.org/officeDocument/2006/relationships/notesMaster" Target="/ppt/notesMasters/notesMaster1.xml" Id="R6a1f2d8ff19d4c9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a2b24b5d204589" /><Relationship Type="http://schemas.openxmlformats.org/officeDocument/2006/relationships/notesMaster" Target="/ppt/notesMasters/notesMaster1.xml" Id="R6925e25c1dc149a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9b1c0d782bb4431" /><Relationship Type="http://schemas.openxmlformats.org/officeDocument/2006/relationships/notesMaster" Target="/ppt/notesMasters/notesMaster1.xml" Id="R2e40535be20141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Rulers, squared paper, cut-out shapes, formula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Area 126 cm2; perimeter 46 cm. | Identify the required measure and mark the relevant lengths. |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perimeter, area, base, perpendicular height, triangle, parallelogram.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80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Area 126 cm2; perimeter 46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Area 126 cm2; perimeter 46 cm..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84 cm2..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60 cm2.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84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84 cm2. | Mark the perpendicular height, use base times height, and divide by two only for a triangle.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cefa5058a442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a4315388e54e05" /><Relationship Type="http://schemas.openxmlformats.org/officeDocument/2006/relationships/slideLayout" Target="/ppt/slideLayouts/slideLayout1.xml" Id="Rf512a22927134b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12a22927134b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53cad1b584049" /><Relationship Type="http://schemas.openxmlformats.org/officeDocument/2006/relationships/notesSlide" Target="/ppt/notesSlides/notesSlide1.xml" Id="Rda1b5814002e45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28906d2552462a" /><Relationship Type="http://schemas.openxmlformats.org/officeDocument/2006/relationships/notesSlide" Target="/ppt/notesSlides/notesSlide2.xml" Id="R44c181a8a4254d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cb2ac9c7d94620" /><Relationship Type="http://schemas.openxmlformats.org/officeDocument/2006/relationships/notesSlide" Target="/ppt/notesSlides/notesSlide3.xml" Id="R6e68cab03e8c4a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3969039e9c47a6" /><Relationship Type="http://schemas.openxmlformats.org/officeDocument/2006/relationships/notesSlide" Target="/ppt/notesSlides/notesSlide4.xml" Id="Rda440482fbf949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41fa512fc4b0a" /><Relationship Type="http://schemas.openxmlformats.org/officeDocument/2006/relationships/notesSlide" Target="/ppt/notesSlides/notesSlide5.xml" Id="R19b0ca7b35c343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5ec3a245074e03" /><Relationship Type="http://schemas.openxmlformats.org/officeDocument/2006/relationships/notesSlide" Target="/ppt/notesSlides/notesSlide6.xml" Id="Reeacbf0feb174a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5b57fb9915418d" /><Relationship Type="http://schemas.openxmlformats.org/officeDocument/2006/relationships/image" Target="/ppt/media/image.png" Id="R41df7514bba14b8e" /><Relationship Type="http://schemas.openxmlformats.org/officeDocument/2006/relationships/notesSlide" Target="/ppt/notesSlides/notesSlide7.xml" Id="Re0beedf1dd5a4e4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01e876d6e4457" /><Relationship Type="http://schemas.openxmlformats.org/officeDocument/2006/relationships/notesSlide" Target="/ppt/notesSlides/notesSlide8.xml" Id="Re53dc99825b14b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ce7447d9c4504" /><Relationship Type="http://schemas.openxmlformats.org/officeDocument/2006/relationships/notesSlide" Target="/ppt/notesSlides/notesSlide9.xml" Id="R947f37e7b5e440c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6a8bd7440642b9" /><Relationship Type="http://schemas.openxmlformats.org/officeDocument/2006/relationships/notesSlide" Target="/ppt/notesSlides/notesSlide10.xml" Id="Rf895e85b9df049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671e41b1040db" /><Relationship Type="http://schemas.openxmlformats.org/officeDocument/2006/relationships/notesSlide" Target="/ppt/notesSlides/notesSlide11.xml" Id="Rd722bc40d3cc4d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80e6c03e874fdc" /><Relationship Type="http://schemas.openxmlformats.org/officeDocument/2006/relationships/notesSlide" Target="/ppt/notesSlides/notesSlide12.xml" Id="R7399f447cbf6466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E6759-95D9-4E81-9E7C-B1668536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DBAA33-1CFB-41EC-91DB-B7ED1639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3A9E3-CC0D-4656-88A8-5D1D15C9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7B3052-5C2A-4064-A309-AFFD9FF5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BBF797-7D85-4A0A-AD44-CED58CC2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6F6AB6-4E74-4C53-A6ED-FB460C8A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61EC76-0369-43C1-876E-178B1782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7D368-AD6D-42E3-AEE0-6E34C0C0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224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combined triangles and parallelograms.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6FF1C3-BECE-4923-96DF-4E43177C8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56EC8E-001A-496D-9060-608D5033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Rulers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7C497F-11D3-4FF9-877D-EBC690175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2908202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DA5026-5E45-4238-BC27-4FAC7799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30840-365C-42A1-B7BA-5A31B399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636A4A-32CA-491D-9DBD-AFCFED74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AA63A0-3144-4E73-9423-A60B0093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0B78D-CEF3-4C2A-AB57-B26D59DE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1553E6-DEB5-4F4F-9335-24DF924C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075E0F-F49B-42F6-A94E-B75D9F46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AC3585-431E-408C-8130-19A123B4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A58CD9-8F9C-4BB5-94C9-A5C21851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BFBD6B-9C29-4BB5-9A98-6F9A33CE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C2D469-B380-4ACD-991F-4849DD58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68F998-3445-41DF-9839-D8AA207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43F5F6-2E2F-4E57-8E0B-CEFD581C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areas of rectangles and use dimensions and formulae accurately.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0CE89A-06B9-491B-88BB-DB632FCC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B3EF99-CBE4-4E3F-9AE8-3BC0E9AA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4D50BB-BD7D-4384-9DFE-2B7FC85E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79334-2D02-48B8-9118-38943B532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DB25F2-E547-4D52-B72A-399B4C79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66D5A8-05A9-44C6-B02B-1556D6E6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2E9950-CD28-4B72-BA77-A5690A13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F0E646-8515-4A5F-9975-6F5370C9B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shape combines a 10 cm by 6 cm rectangle and a triangle with base 10 cm and height 4 cm. Find total area.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96615D-3D07-4763-83E7-08A5D6FD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084754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83A739-5ABA-4651-87AF-699D6055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42C4AD-165E-4905-8936-9952151F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6E09B0-2BE6-464F-A3C7-7650CB71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68CFA-4510-442D-8DB8-A50AC683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15C796-DA64-4B39-9A99-ADDB3D76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F2A101-04E1-4F60-8323-1BD97F5C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DA0178-54CE-41B4-8972-59B129F8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3D3B2F-3085-40C1-8755-303EE548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28C9EC-00BE-4326-B0F7-824DF491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28AB64-674F-4AE9-BFFA-81A7682C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combined triangles and parallelograms.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46D45-E813-4F89-9E26-DC8CEFF7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4E2A04-2B46-4584-93DF-5FDC0BF6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required measure and mark the relevant lengths.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CBEEE3-91C0-49B7-816A-774B8889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the perpendicular height, not a sloping side, in the area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969C26-3E59-48B9-A343-07416188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Include squared units for area and check by decomposition.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01A872-80EA-4AB0-98E3-2DDB97FD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perimeter  |  area  |  base  |  perpendicular height  |  triangle  |  parallelogram</a:t>
            </a:r>
          </a:p>
        </p:txBody>
      </p:sp>
    </p:spTree>
    <p:extLst>
      <p:ext uri="{BB962C8B-B14F-4D97-AF65-F5344CB8AC3E}">
        <p14:creationId xmlns:p14="http://schemas.microsoft.com/office/powerpoint/2010/main" val="11930556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1F4409-5474-4F33-B3A9-CAD7E0C6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5C1E9-E09B-4496-9C6E-4989ED05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BDE2F-3CF9-4AA0-A7E5-88F14008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C5654-F9BA-4731-8902-D4D200E5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3354C3-DE6E-4F8A-8952-759004B8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0D8C95-AFE4-4075-B2B0-3F041DC3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7835A1-1483-47DD-8DF6-919AB3A1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F21743-9D30-4C93-9E91-7BC52BD0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3CB9E4-2B45-49D5-B755-F98343BF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ECB204-14A2-4B88-99D3-F261832C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63F32-33F6-4F97-AC33-A8E9297D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31BF9-9970-4D8B-8DC9-6B30A3B9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110A6E-8B79-4B73-8591-43054285E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Rectangle area = 10 × 6 = 60 cm²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B831EF-6537-4637-BECE-358C4D9E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DACCE9-BCB3-4C5C-A833-5938D2EC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C24F8C-AD98-4BA2-A345-40B14B0D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Triangle area = 10 × 4 ÷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55F0E4-A617-4E53-8F26-E96000F9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3FAA60-658B-43CF-B10D-6A028378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1CF51D-2D6E-4951-BB4D-B185780E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Triangle area = 20 cm²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A6D5D4-B7A5-4F16-890E-311A767A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BD4E52-D784-4DCF-B215-1F3470C5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89F14D-A02C-45CE-9B0C-51DF6FA3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Total area = 60 + 20 = 80 cm²</a:t>
            </a:r>
          </a:p>
        </p:txBody>
      </p:sp>
    </p:spTree>
    <p:extLst>
      <p:ext uri="{BB962C8B-B14F-4D97-AF65-F5344CB8AC3E}">
        <p14:creationId xmlns:p14="http://schemas.microsoft.com/office/powerpoint/2010/main" val="3599921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A63515-98A1-4946-83D0-304176E6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FC9FE4-1772-4FA3-8FE8-241976C6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260CF2-7226-4562-ACBD-DACA65D7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E4F8-495A-480E-96F3-17131C58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8A682-327C-44F0-9C74-18A5D57A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CD6FB4-62EB-43F7-96BF-BC9CA61C1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27213A-63C5-4C2A-B7FC-36F5DD6D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1FBC95-D083-4D85-8219-311D5AAA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613F19-3FBA-4CB1-9C2B-CC789546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FEEE45-41FF-41E4-9738-415BC200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D7C457-7169-4B6A-A419-01572FD1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80 cm2.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C214A7-DF75-4229-8C70-72D5DC1A8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A1953-FAD6-47F3-BB76-3A094055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Include squared units for area and check by decomposition.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E90C03-D901-4A58-BAEA-E0DA8F96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7777656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D87E5F-0CB3-4B3E-9FF1-2DB4E9A9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AA162B-5128-4199-9EBC-1833B6FA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1D3684-F94B-4BB1-BE58-43F6BA59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0AED0-10B8-4CAD-B7A2-17956EB0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6E2BE5-36CF-455A-910F-3FF9F72C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16422-42CD-4DEE-9098-97BF0EAF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FED3DF-3A29-4151-AFDE-734DC286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01C07-7D43-401C-A294-85589ABF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E54EF-6090-42B8-A300-EE328E15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13E2DD-8658-46CD-8921-5F726D52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54CD90-A1E4-42C0-A9AC-576860A2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4228CF-45E7-4DCF-93D0-9A3EF287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8A4F40-5E7F-48B4-9D67-4D472B74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9DC498-3D4F-4877-A487-FB978BF8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F0CC61-7274-486E-BA64-D50E1C6E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Area 126 cm2; perimeter 46 cm.</a:t>
            </a:r>
          </a:p>
        </p:txBody>
      </p:sp>
    </p:spTree>
    <p:extLst>
      <p:ext uri="{BB962C8B-B14F-4D97-AF65-F5344CB8AC3E}">
        <p14:creationId xmlns:p14="http://schemas.microsoft.com/office/powerpoint/2010/main" val="3054088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47521D-1983-4AA5-A9E6-F15C378D6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E4D83-3DAA-41B9-9C47-1EBCF41A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3D0EA-6461-4F2B-A3B2-65AC703C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702074-1103-4B51-A8FC-60BD7ACC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66503-578F-42E3-A42D-A11EB59E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6A5D72-CE89-4395-9DE0-A277B82A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501F3-021B-43D6-9644-2DF86E96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9895E5-A3F1-4833-8F9F-B41EEFC5C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6A2274-BDD9-414D-8867-D4CDB96D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f7514bba14b8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4E2FF-73FA-4AD5-B583-2E8CFE46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C4D1EB-02CB-4FC5-A0D3-238E08CB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sloping side as the height and forgets to halve a triangle's area.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9EA2E7-3FA7-406A-B94E-D853869C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3DF6F3-842E-46C0-A70D-C9A58864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E881D3-8FAC-4A60-A2C4-EF28C130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the perpendicular height, use base times height, and divide by two only for a triangle.</a:t>
            </a:r>
          </a:p>
        </p:txBody>
      </p:sp>
    </p:spTree>
    <p:extLst>
      <p:ext uri="{BB962C8B-B14F-4D97-AF65-F5344CB8AC3E}">
        <p14:creationId xmlns:p14="http://schemas.microsoft.com/office/powerpoint/2010/main" val="15672193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982F2A-D4AB-4CAB-BB3B-208364CD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A6588C-48FF-4F53-ADBC-9B61F3A4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66070-DBA5-422D-A264-7399AA0E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789E9-D9B1-4327-A352-C3E3BE692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CE78A5-5505-4132-92D4-FA6BA8BA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DB532B-9086-433D-A4BE-7BF96C35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DB793E-2A80-47F4-90BF-5C45D602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C04F2B-8489-46B2-B4A0-6DC72874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4CDB0D-CFDC-4629-A3A4-0A7DC11D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4FA44A-E991-481B-B5FD-C11375A3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BF207-712C-4F5B-A5AE-DCF504BB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23D3FD-BED5-4D5C-A47C-F95E194B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0A31A2-1BE2-452D-9934-DAD4E4AD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DD1C8D-05E5-4222-9762-E7634CB9A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16AA1-882A-4060-B8E8-EC308ECE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8E151-DF67-406A-AAA8-AEB6B604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6D53B0-C526-4EE0-9ACD-B228DA62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EA151E-8C8A-469F-8C73-8BA9EF73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CC378F-B93F-4F4D-8A95-2F0D6C61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707793-F17A-4956-890B-AC28E32F7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8965F0-2DEB-49FA-9F95-C40C06D9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Area 126 cm2; perimeter 46 cm.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523B9E-4570-4AEF-9127-1D9F9DDA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7096867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5200D1-516D-4DFD-A498-5C6E02ED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CF9F6-74BE-4D48-8357-4B48F59D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41CE0A-97E5-4918-ABE3-0323A36AC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0A8087-A3B3-4578-9A76-458B1681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290E0-4B84-4101-9BFB-5B1B0AEC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A64EF-2034-41B8-BA24-577B7916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D58E98-D70D-476A-A96B-14205C5F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113BE3-3B1F-4051-B548-668AFC5A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8CFA9A-D5F2-47CE-A623-E0195D24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A00F2F-8362-4ECA-B276-496A2C45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B9EFFC-161F-4D2E-9650-43AB32C0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85ACA2-3D81-4DAD-BACB-F0130C33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3D225E-456F-4D40-B5FB-8ADB67EB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parallelogram with base 12 cm and perpendicular height 7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67896D-D37B-4AB8-9ACC-0649F465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5F383F-ED76-4C5A-A126-FB5AABCA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348EA7-F429-4D15-8A0D-2CC01B16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80D145-6DF3-4A36-B187-FE993A1D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26DC9D-C706-45B1-897C-FF1D81D6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3AC568-561A-4AF0-8249-1312C91D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7063DF-3121-4874-ABA1-89825788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72C5DA-73BC-4F71-B27C-50258534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9637080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38A92E-2FA2-40C2-8DF5-C0C936E5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0AB00-5A12-4120-B227-5141A94A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519F73-99EB-408B-9F98-6CD724DA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05588-98B2-4E08-B89E-32B7A470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831604-6636-4C43-9513-F20E9BE3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C1B18E-E4AF-4BA8-815D-28B83031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AB97A-3D83-4DA9-B783-5702CFF6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D7D647-B1D5-4FD7-8ECF-96D73BC1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E21A0-C183-46BE-8ABC-65C2BD62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69FD10-3AB9-4F7B-900F-B74202BF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the area of a triangle with base 15 cm and perpendicular height 8 cm.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B85440-F951-4B5D-81D1-029C1060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4132D2-9265-491D-9649-05C7953F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9330E9-7CB0-4E5A-8536-25C65A7A5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60 cm2.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877018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0C5D98-E602-4BDF-B82F-EC5D5ED3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DF4581-9BCD-45A2-9298-8F6C61AD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DFD318-EE68-4C50-8F54-83B72BEC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FE6919-CFC6-4A23-ADBF-1924CF88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43D36-4633-47B3-A7B5-F1978F66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884B8C-A900-4924-B698-4FFC6F36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52F468-DC45-48E0-BE2D-FC8ECCFC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4734B2-70A3-45B8-A1E7-59498566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A7587-7B7D-44C3-8352-89FA5E3A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A8A146-B99B-4B7B-A3A2-A5010C20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F6A45C-6B33-4EC3-B274-5591B818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854D82-AD12-49D7-89F7-DAF53519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parallelogram with base 12 cm and perpendicular height 7 cm.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71DB10-0292-41FE-9616-7B7B2A24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14A7D0-79AC-4D9D-90FB-A63C6224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609630-F301-4345-85E8-4985C27A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636C9C-74EB-429C-93A8-04E28C2C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84 cm2.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363BC2-C451-4E2C-ADB1-FC494987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DB8B5C-6A4D-4D13-9458-86490067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9617099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3CCDDB-E5B3-47CD-8D6A-5CAF7250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6FA80E-22B8-4901-AA91-88DC6538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8A82E-E21F-472C-8FFD-DA9BE0888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E03921-2104-47D3-8CB6-40F96C0C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878CE-4644-4186-B951-816B7FE8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E07769-D6C1-4C69-9B3C-EC6C4842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3C66DC-1E2E-45C3-BB89-E115864B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46492D-12D0-4791-9772-2691F0F9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929C0-C640-4638-B171-6473A6EB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compound area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9DF349-8BB3-4A76-ACC0-C1883AD2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C5D647-8B73-4670-96A9-A981C450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476EFB-5832-40D7-A6F4-C60A8285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FD1C75-751A-4D23-A913-A0D7354B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parallelogram with base 12 cm and perpendicular height 7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09EE33-6E65-4BD8-B3B5-4D48D994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D278B6-555C-4BD8-AA0C-4872A104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4C1514-23DB-415F-88DB-684E8836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60307B-3442-4EE4-BE37-336B3EC1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sloping side as the height and forgets to halve a triangle's area.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4EACD4-DF60-4ECA-9C58-CD3D9A6E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7A1F70-D8F4-45A8-AF8D-280D646D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7FDB16-D9FB-437B-BDFA-E660A1FA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370595-A24D-47CD-BEA8-D707ACFB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1817AE-11AD-472E-992B-3B6DBC42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588618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2026-09-09T22:13:54.1160000Z</dcterms:created>
  <dcterms:modified xsi:type="dcterms:W3CDTF">2026-09-09T22:13:54.1160000Z</dcterms:modified>
</coreProperties>
</file>