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0998e7d257430d" /><Relationship Type="http://schemas.openxmlformats.org/officeDocument/2006/relationships/extended-properties" Target="/docProps/app.xml" Id="R5fa7bce6b7104ceb" /><Relationship Type="http://schemas.openxmlformats.org/officeDocument/2006/relationships/officeDocument" Target="/ppt/presentation.xml" Id="Rf43104e602404a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3e2b676e4f450b"/>
  </p:sldMasterIdLst>
  <p:notesMasterIdLst>
    <p:notesMasterId xmlns:r="http://schemas.openxmlformats.org/officeDocument/2006/relationships" r:id="R680bb9de26e041da"/>
  </p:notesMasterIdLst>
  <p:sldIdLst>
    <p:sldId xmlns:r="http://schemas.openxmlformats.org/officeDocument/2006/relationships" id="256" r:id="R0dffb2cfe38f44e4"/>
    <p:sldId xmlns:r="http://schemas.openxmlformats.org/officeDocument/2006/relationships" id="257" r:id="Re18c9454406a4b2d"/>
    <p:sldId xmlns:r="http://schemas.openxmlformats.org/officeDocument/2006/relationships" id="258" r:id="Ra2d98dc4d4214cd0"/>
    <p:sldId xmlns:r="http://schemas.openxmlformats.org/officeDocument/2006/relationships" id="259" r:id="R5420083ce3494258"/>
    <p:sldId xmlns:r="http://schemas.openxmlformats.org/officeDocument/2006/relationships" id="260" r:id="Rcb3e8d1730fa410d"/>
    <p:sldId xmlns:r="http://schemas.openxmlformats.org/officeDocument/2006/relationships" id="261" r:id="Rc9b1eaeea3c540de"/>
    <p:sldId xmlns:r="http://schemas.openxmlformats.org/officeDocument/2006/relationships" id="262" r:id="Rca750eb2ec4c49dd"/>
    <p:sldId xmlns:r="http://schemas.openxmlformats.org/officeDocument/2006/relationships" id="263" r:id="R84950f23f0d44507"/>
    <p:sldId xmlns:r="http://schemas.openxmlformats.org/officeDocument/2006/relationships" id="264" r:id="R134d84a87f7e40d0"/>
    <p:sldId xmlns:r="http://schemas.openxmlformats.org/officeDocument/2006/relationships" id="265" r:id="Rddff43c96cee4010"/>
    <p:sldId xmlns:r="http://schemas.openxmlformats.org/officeDocument/2006/relationships" id="266" r:id="Rb7d66f90b9d04488"/>
    <p:sldId xmlns:r="http://schemas.openxmlformats.org/officeDocument/2006/relationships" id="267" r:id="R2c305156aa7248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4fcb0d9ab6a4fc8" /><Relationship Type="http://schemas.openxmlformats.org/officeDocument/2006/relationships/slideMaster" Target="/ppt/slideMasters/slideMaster1.xml" Id="R3a3e2b676e4f450b" /><Relationship Type="http://schemas.openxmlformats.org/officeDocument/2006/relationships/notesMaster" Target="/ppt/notesMasters/notesMaster1.xml" Id="R680bb9de26e041da" /><Relationship Type="http://schemas.openxmlformats.org/officeDocument/2006/relationships/presProps" Target="/ppt/presProps.xml" Id="Rc40bb4b610884a03" /><Relationship Type="http://schemas.openxmlformats.org/officeDocument/2006/relationships/tableStyles" Target="/ppt/tableStyles.xml" Id="R07c5eb0175ff43ae" /><Relationship Type="http://schemas.openxmlformats.org/officeDocument/2006/relationships/slide" Target="/ppt/slides/slide1.xml" Id="R0dffb2cfe38f44e4" /><Relationship Type="http://schemas.openxmlformats.org/officeDocument/2006/relationships/slide" Target="/ppt/slides/slide2.xml" Id="Re18c9454406a4b2d" /><Relationship Type="http://schemas.openxmlformats.org/officeDocument/2006/relationships/slide" Target="/ppt/slides/slide3.xml" Id="Ra2d98dc4d4214cd0" /><Relationship Type="http://schemas.openxmlformats.org/officeDocument/2006/relationships/slide" Target="/ppt/slides/slide4.xml" Id="R5420083ce3494258" /><Relationship Type="http://schemas.openxmlformats.org/officeDocument/2006/relationships/slide" Target="/ppt/slides/slide5.xml" Id="Rcb3e8d1730fa410d" /><Relationship Type="http://schemas.openxmlformats.org/officeDocument/2006/relationships/slide" Target="/ppt/slides/slide6.xml" Id="Rc9b1eaeea3c540de" /><Relationship Type="http://schemas.openxmlformats.org/officeDocument/2006/relationships/slide" Target="/ppt/slides/slide7.xml" Id="Rca750eb2ec4c49dd" /><Relationship Type="http://schemas.openxmlformats.org/officeDocument/2006/relationships/slide" Target="/ppt/slides/slide8.xml" Id="R84950f23f0d44507" /><Relationship Type="http://schemas.openxmlformats.org/officeDocument/2006/relationships/slide" Target="/ppt/slides/slide9.xml" Id="R134d84a87f7e40d0" /><Relationship Type="http://schemas.openxmlformats.org/officeDocument/2006/relationships/slide" Target="/ppt/slides/slide10.xml" Id="Rddff43c96cee4010" /><Relationship Type="http://schemas.openxmlformats.org/officeDocument/2006/relationships/slide" Target="/ppt/slides/slide11.xml" Id="Rb7d66f90b9d04488" /><Relationship Type="http://schemas.openxmlformats.org/officeDocument/2006/relationships/slide" Target="/ppt/slides/slide12.xml" Id="R2c305156aa7248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e5d9d618d846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5579f74bbb4f9e" /><Relationship Type="http://schemas.openxmlformats.org/officeDocument/2006/relationships/notesMaster" Target="/ppt/notesMasters/notesMaster1.xml" Id="R1e86f261c1824c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0bdc29979642d9" /><Relationship Type="http://schemas.openxmlformats.org/officeDocument/2006/relationships/notesMaster" Target="/ppt/notesMasters/notesMaster1.xml" Id="R360c817310bb48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6fff9f6b7e4505" /><Relationship Type="http://schemas.openxmlformats.org/officeDocument/2006/relationships/notesMaster" Target="/ppt/notesMasters/notesMaster1.xml" Id="R7dc288eed71d42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856282547240aa" /><Relationship Type="http://schemas.openxmlformats.org/officeDocument/2006/relationships/notesMaster" Target="/ppt/notesMasters/notesMaster1.xml" Id="R5938a51f10a14a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8341423bee489d" /><Relationship Type="http://schemas.openxmlformats.org/officeDocument/2006/relationships/notesMaster" Target="/ppt/notesMasters/notesMaster1.xml" Id="R0faab92deaca4b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8a78481a584733" /><Relationship Type="http://schemas.openxmlformats.org/officeDocument/2006/relationships/notesMaster" Target="/ppt/notesMasters/notesMaster1.xml" Id="Rc1dda7d6ac4449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1f13a34ecf4406" /><Relationship Type="http://schemas.openxmlformats.org/officeDocument/2006/relationships/notesMaster" Target="/ppt/notesMasters/notesMaster1.xml" Id="R8d15453c850643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f0c0395b46416e" /><Relationship Type="http://schemas.openxmlformats.org/officeDocument/2006/relationships/notesMaster" Target="/ppt/notesMasters/notesMaster1.xml" Id="R0a34e01d71f645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e6a4fbbcc1497b" /><Relationship Type="http://schemas.openxmlformats.org/officeDocument/2006/relationships/notesMaster" Target="/ppt/notesMasters/notesMaster1.xml" Id="R00d42e9f327349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555f49d88b42d3" /><Relationship Type="http://schemas.openxmlformats.org/officeDocument/2006/relationships/notesMaster" Target="/ppt/notesMasters/notesMaster1.xml" Id="R64ce39e828744b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fe544dfe2b4ae7" /><Relationship Type="http://schemas.openxmlformats.org/officeDocument/2006/relationships/notesMaster" Target="/ppt/notesMasters/notesMaster1.xml" Id="R602e7954f41442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d79d5c9a964866" /><Relationship Type="http://schemas.openxmlformats.org/officeDocument/2006/relationships/notesMaster" Target="/ppt/notesMasters/notesMaster1.xml" Id="R1573a3d0736e4a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Area 126 cm2; perimeter 46 cm.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Area 126 cm2; perimeter 46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Area 126 cm2; perimeter 46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84 cm2..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60 cm2.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84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84 cm2.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22f52392a943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642a62ef8846ca" /><Relationship Type="http://schemas.openxmlformats.org/officeDocument/2006/relationships/slideLayout" Target="/ppt/slideLayouts/slideLayout1.xml" Id="R10bd9823719f47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bd9823719f47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0dae107494fb0" /><Relationship Type="http://schemas.openxmlformats.org/officeDocument/2006/relationships/notesSlide" Target="/ppt/notesSlides/notesSlide1.xml" Id="Rc05d694e34a944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e1d9151e4464b" /><Relationship Type="http://schemas.openxmlformats.org/officeDocument/2006/relationships/notesSlide" Target="/ppt/notesSlides/notesSlide2.xml" Id="Rfad55aebd69b4a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afb3e4ada4714" /><Relationship Type="http://schemas.openxmlformats.org/officeDocument/2006/relationships/notesSlide" Target="/ppt/notesSlides/notesSlide3.xml" Id="Rb7fcd7c1b4754d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d6f3fa3c84cb4" /><Relationship Type="http://schemas.openxmlformats.org/officeDocument/2006/relationships/notesSlide" Target="/ppt/notesSlides/notesSlide4.xml" Id="R9d9dcb9eda3b49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ee23d4fb54af3" /><Relationship Type="http://schemas.openxmlformats.org/officeDocument/2006/relationships/notesSlide" Target="/ppt/notesSlides/notesSlide5.xml" Id="Rc37274ed90fa4e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5feb1529847ff" /><Relationship Type="http://schemas.openxmlformats.org/officeDocument/2006/relationships/notesSlide" Target="/ppt/notesSlides/notesSlide6.xml" Id="Raf0d661b36364d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72dd5587f476f" /><Relationship Type="http://schemas.openxmlformats.org/officeDocument/2006/relationships/image" Target="/ppt/media/image.png" Id="R4acad85632b8423c" /><Relationship Type="http://schemas.openxmlformats.org/officeDocument/2006/relationships/notesSlide" Target="/ppt/notesSlides/notesSlide7.xml" Id="R114226d7400d40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0bd76d1894e48" /><Relationship Type="http://schemas.openxmlformats.org/officeDocument/2006/relationships/notesSlide" Target="/ppt/notesSlides/notesSlide8.xml" Id="R89db9ca9e0ee47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8e70c33f040fd" /><Relationship Type="http://schemas.openxmlformats.org/officeDocument/2006/relationships/notesSlide" Target="/ppt/notesSlides/notesSlide9.xml" Id="Rb7a381f255984e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30f9ff65d6433d" /><Relationship Type="http://schemas.openxmlformats.org/officeDocument/2006/relationships/notesSlide" Target="/ppt/notesSlides/notesSlide10.xml" Id="R1bdbba9fdb844c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bd9c95fe248f8" /><Relationship Type="http://schemas.openxmlformats.org/officeDocument/2006/relationships/notesSlide" Target="/ppt/notesSlides/notesSlide11.xml" Id="R9c4d2cb0df9f45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1d4d7e2814b18" /><Relationship Type="http://schemas.openxmlformats.org/officeDocument/2006/relationships/notesSlide" Target="/ppt/notesSlides/notesSlide12.xml" Id="R5133d8ee392e48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2A9CA-459D-4C26-84CE-07272A8C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73588-9B55-4B6C-8F7F-315392A2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DAF18-7A1F-4FAB-9EAD-0990B3B57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1434C-9FAA-4DBF-B05E-A85F5CC3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4256E-CA8F-49BF-8DBD-009901D5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D6B37-B40A-4860-B998-3F3ED992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9C789-16AF-48A3-A29D-89EF5B77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3535F-8DDB-4BD9-9036-5CDA417F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24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combined triangles and parallelograms.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1444C-8B54-448D-8DE1-283D0909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FCC0E-5B8B-4160-AEEE-4DD362BB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44198-ADAD-475C-A342-86549BDE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264085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57A669-9B21-4075-9186-6E0AAF8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6CC08-FC60-4922-A4C0-53BB148E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A8AF7-3B10-4D9D-9369-0DF791BC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E7DED-E874-4C08-926F-909A793D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35C9A-298D-4A66-B781-D0E272E7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99454-ED8F-47EF-8C75-AB710AAA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175D8-97AE-4C5C-88BF-D341D43F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5E3CA-5652-4B69-B3BD-945B36F5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7D4028-9E5E-47CD-87F5-E52798A5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0C1EE-3AE9-4E7A-A566-9C2F902B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EC8A3-D655-40B0-88AC-0F160DC4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26435-A025-4765-B6C1-E609A13F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52A8CA-1D29-4327-B12F-35ED934A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CD8503-6DEA-41BF-925A-D9B336CC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B99A-99A2-4C25-9A20-FA3E3A2F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8BD05-4086-43BB-888B-C0DFA77D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AAAD43-CACD-43A2-9B3F-3A28A938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FEE12D-EEB5-49AB-B26E-22C3CE85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42459-6593-49F7-A866-EA8A2EE1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06349-F7C7-4EC8-B94C-0852DCFD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3B223-E057-44E2-ADE4-88264146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shape combines a 10 cm by 6 cm rectangle and a triangle with base 10 cm and height 4 cm. Find total area.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E4FEB-1FC5-440E-B357-6D5D0E3B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83721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42808-691E-4A18-9201-44D53647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C91F0-FDEB-4D2C-9A2F-C32D500A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3605F-7FF3-4B2A-A433-7DED4DD7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6A137-DEB4-4F87-83A8-2FFD8A3A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16F49-BD4D-40FE-A152-51ED2BAE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D3095-F279-49E0-B7B0-98ADF939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D647D-C4D0-42C7-AEE2-B4DF31F8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B0412-CD36-4801-96B7-D4CA7208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8F293-E4D4-4077-8144-30E182D2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B5442A-52DE-47D0-80BF-7E630954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combined triangles and parallelograms.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CD6929-2D80-4607-B6B7-3BDC4A7C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701ED-AFAB-4042-9FFF-C2253994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BB36CE-DB2A-45CF-9D86-8DF85F10D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023BB-3A7A-4F82-948F-FCF204F7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EF214F-B115-47CC-9A3A-26BD5776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9141854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A4FA6-07AC-4101-8E44-B6EC028A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8BDD5-BE93-4EE7-9D3F-869EBF78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F9B8D-F260-4BED-9FEE-629C58AB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DD697-3D27-43BA-BB00-E510924F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2134B-6F18-4742-BBE7-E10F8F94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2FB4D-3CF0-4064-A484-854E0524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DC665-AA43-4F94-B845-EC0E9053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B5EAC-7AE9-47C7-8122-874BBB52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C9F64-E5B9-4585-96E8-74E324E7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FB171-2D4E-4D29-BFD7-3E319889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DFFCA-7C4E-4047-B104-268B17CB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76C74-1FDF-4278-81E0-14ABCE4E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71FF4-3D74-4891-B872-C8642695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required measure and mark the relevant lengths.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8CDBCE-B37F-4F68-9F90-D56663D0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4BB0B0-548D-408D-86AD-8CDD3C0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52DA36-BC15-45AB-8C34-7A566239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the perpendicular height, not a sloping side, in the area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28E323-5610-4013-80DF-32D00C6C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A3D86-630F-4330-98C8-1C9E47E3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B02665-88EC-4255-86F9-DD4641D7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80 cm2.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3A7846-E007-4229-AA5C-3CE766B6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56EDB6-B59D-4530-BA48-6D2ED782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26953D-4C7C-4CE0-8E20-938B2A00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Include squared units for area and check by decomposition.</a:t>
            </a:r>
          </a:p>
        </p:txBody>
      </p:sp>
    </p:spTree>
    <p:extLst>
      <p:ext uri="{BB962C8B-B14F-4D97-AF65-F5344CB8AC3E}">
        <p14:creationId xmlns:p14="http://schemas.microsoft.com/office/powerpoint/2010/main" val="1683378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99EFC3-125F-45B1-88A4-2B3F3B6A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39FC3-6CFC-447A-97DA-483A702B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67F42-8363-4977-9C96-F5B89043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BAF25-222F-45E1-A434-FFB1B4C7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8D7112-7FC0-444E-9E2A-504FC642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9DF1F-EBE8-4C4F-90AF-312C61B8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457D0-5B36-49F1-90CC-F06F5215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6F0F2-D92C-4667-9038-27F65AB8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3D8EC-10DD-4062-8B2E-2F63ABE1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61DAD-C6E5-461D-914C-EFFC7082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C4F48-7354-4E34-A4C2-EAB20A4F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80 cm2.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35820-FE5B-4F82-9036-80E1065F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A7E8F5-621C-4A8E-876C-B81CEAE0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FBFC2-D9D4-4504-ADBC-EA0A92B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3853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75317A-CB17-4942-9433-F0A7D019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54B328-E6AE-4241-99E2-175AA083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0A0DF-7EF1-4017-90FE-2EFDA9EA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8AA9A9-61AD-4456-9E8C-BA2CE4B2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3842D-971E-478F-A296-8356050F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3449C-8162-45A3-8980-B2BB281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F18F1-B7C2-45E4-B9E3-B50B6FBA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74894-C629-4838-948D-3FF31863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31545-5BB1-4CBD-8C6E-054A609C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0EB5A-4043-4490-9000-FC87AEF8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3F719C-22C5-4FB2-B247-1A22DEF1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04839-3592-4D44-AB2F-4AE35F17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48A5C-B758-4092-9A3D-4D05C99D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66076B-1E4E-4FDC-AE50-8A2233C6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98ADC-21F0-4CA7-A364-140CCF54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Area 126 cm2; perimeter 46 cm.</a:t>
            </a:r>
          </a:p>
        </p:txBody>
      </p:sp>
    </p:spTree>
    <p:extLst>
      <p:ext uri="{BB962C8B-B14F-4D97-AF65-F5344CB8AC3E}">
        <p14:creationId xmlns:p14="http://schemas.microsoft.com/office/powerpoint/2010/main" val="17681564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CEAC7-2F6A-45D8-B37F-3284BD5B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9D94E2-17AF-4D3A-A457-9BFB6A64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44BE2-176E-4240-9E8C-1DBE9390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D29BB-14B2-43B7-86A5-88D54A8B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D2AEB-4625-4F65-B653-66331DD0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F19F3-53AE-4C49-B174-6C20FA06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59D02-ACDD-43BF-807B-8C0F91AB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F4787-56B1-494B-B033-73523246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BE74D9-B3C5-4A7A-B0A3-A10708D0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ad85632b8423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FA58A-B23C-4F42-954E-6C52FD18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DBD07-B062-44BF-8970-3E880F87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91529D-60C5-4379-B909-BE25FDA8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D7D81-9609-47FF-A167-5777677B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FD9D91-83C1-4EC5-8EEA-0A093ED1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17427453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3C7402-DF97-42FC-BE45-C77C33D2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D31E8-80F4-4648-9F65-FD7834FE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D770C-A96D-47D4-BAB9-05635A9E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B7C04-C672-4BC9-B2DF-A4512790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78728-947E-4F32-B156-EA8382D6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27813-11E6-4498-9A05-9B9FF5A3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4D761-8CAE-4FC4-AE84-ADBC1D5C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875E5-B4DB-4B19-AD3E-179A925B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656E-7511-4A29-B451-5F3FD5FE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E266A-7CC0-429B-86B1-FB13D702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6C69A6-676A-4B85-B3A0-D15E608F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F846F-46B6-4977-B723-46EAE155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DFF10-22F5-4738-90A2-BD1B2835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B0523-501E-466D-96DA-F2DBEE1E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9EF41-4D2F-4A32-9F1C-9BCBBDBB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9B82F3-61FE-4A93-9DC8-17721255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545580-1381-4143-B1EC-5DC60626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A456C-B160-4996-8C6A-AD5A2A29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F17CAE-5226-4AC0-A6A1-6B6FC9B0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CB00F4-763E-47F6-A20E-8653CA47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C98374-8900-4167-8DDA-848EA41A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Area 126 cm2; perimeter 46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9B6EB-D209-48CB-AC5F-3D7542AB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916135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B0C6D8-78E6-4084-9A65-81265A2D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19224-BE7E-4814-8CAA-28230325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DFE08-43A3-4004-814E-078ECB8E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CDDB5-1D69-4B1D-B8C5-3C04B690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9EDDF-7459-4B92-A371-A6AC328B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3201E-339F-4743-BB18-C38274EE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3F6DA-D441-482A-A255-02C79341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57E0E-307B-487E-B290-DA52F160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F529D0-C432-4229-AB5C-F2524B0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B1724-FA69-4DEF-AFF5-D8619E5F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2DFA1-71E0-4720-926C-E169E4BD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9D0B-24B5-4E24-A49F-1C8233AE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0D2DF-51F8-4E09-B534-FFC239C5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CAB51-E9D0-432A-8636-14644AAC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47871-2718-4693-9FD2-681A4AAE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A7D41-E8FA-4904-A701-9E423C57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B99624-9397-45AE-B2F8-68739B87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878DB-13FC-420F-99C3-D8A82FC8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546B4A-50B2-4017-A23D-B65B2B79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A0C73-3AA7-43AB-A2AB-38221D42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8D114-5711-4588-BBD9-BDE1CA34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454720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33DB2-627C-4545-A157-4CD3B558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0E4A53-2CAA-4AC6-A34A-84A924E7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A85E7-3F97-4364-9021-280675AA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3EA7C-DBB5-457A-99F7-6F94A7FA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F75E1-3767-405E-934D-B69E451C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C512C-7868-4F13-A9D1-F05600F9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50543-C4AA-42C1-A4ED-7808DC4E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90C5A-76D8-4829-9A44-BAAF2361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978D7-0132-42CC-BBF8-C78D384B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19F26F-8652-4E7A-9DA1-50A2E5E8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area of a triangle with base 15 cm and perpendicular height 8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F88F2-2804-44E7-AB5C-B0BEFFB8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C3822-6F37-4CCB-A32C-679002AB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E48F9B-A2F1-4EB9-BEE9-C2D72689F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60 cm2.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115941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08CA47-F571-4BA1-938B-A6C51032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89E71-6DAC-4DB2-8319-4094308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D3715-4A76-41F2-BD45-B8C9B335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F76BE-4C1E-4516-B088-96F5ED3DB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806E2-BF11-4B1F-993B-56C407B2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0A00B1-FC0D-470A-A48A-5624FC9F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BAF5B-C205-4200-972C-11C02674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648A0-F4D3-4FFD-BEF3-1095325E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A682D-4298-4C73-A1B8-F04A1165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63A53-38FF-4662-9338-47B98E44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53AF23-FB30-432E-A197-B6B76082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4E04CF-9E15-417F-9632-9711E9F8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AE234-2C34-445D-859E-8183D3E9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F6B9C-FC4E-44ED-90EC-28BB8BD0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DBE41-9CC0-45DA-B7EB-0045B0BE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88C91-F692-40AD-BEC7-7BD3B041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D9B1B-EF4F-4B21-8DB0-B37B454E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913BF2-CCC8-406F-951A-0DEFFA1F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715612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60907-853F-4A30-82E1-8469AE5E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9B043-F459-489C-A1A6-EF8A63BF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15ECC-7E72-4E2B-BFC5-7C0274A5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6B36F-E0D9-4CD3-8CF6-195DCCE1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91C92-DBE5-43B8-9CB8-2DBF103C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8A4BF-243B-47FA-8010-A5F9E019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B63B91-F60A-40EC-B183-EB4556A4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40795-6D64-44C2-B0C5-B6A3A4A7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FCC38-1234-4DEE-A321-B8A48FF9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CF804-E531-4F5C-9E80-A168DCED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4A355-1BD4-489B-B1EF-BD88A345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243DB0-9D57-4328-BCFB-98DA3D8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27ED36-F402-41F6-8678-CDC8DBE0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27661-8AE2-449E-9661-BEECB791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AEB45-8495-48A4-AC32-0AFCF12D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7E1B9C-1BCD-4212-8751-DD4BF6F3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052A3-C6E9-430E-81F9-708AD092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4DF4C-7F5B-47E0-9E37-E9ED26D6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0924F-F5D7-4C78-8D43-F3740795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296CD5-2B30-40AF-9B09-6F57E350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EAB8D3-7253-471A-9C33-0D7F9401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07FCD-49FA-4193-8F68-0D661B4D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163285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2026-09-09T20:50:01.5220000Z</dcterms:created>
  <dcterms:modified xsi:type="dcterms:W3CDTF">2026-09-09T20:50:01.5220000Z</dcterms:modified>
</coreProperties>
</file>