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bceda4e71440c9" /><Relationship Type="http://schemas.openxmlformats.org/officeDocument/2006/relationships/extended-properties" Target="/docProps/app.xml" Id="Rf8ccfa74943e4e14" /><Relationship Type="http://schemas.openxmlformats.org/officeDocument/2006/relationships/officeDocument" Target="/ppt/presentation.xml" Id="Rb9a0b2d49e474c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6fea7f4491408a"/>
  </p:sldMasterIdLst>
  <p:notesMasterIdLst>
    <p:notesMasterId xmlns:r="http://schemas.openxmlformats.org/officeDocument/2006/relationships" r:id="R8f9bc4df5a7e4726"/>
  </p:notesMasterIdLst>
  <p:sldIdLst>
    <p:sldId xmlns:r="http://schemas.openxmlformats.org/officeDocument/2006/relationships" id="256" r:id="R2c243d609975442b"/>
    <p:sldId xmlns:r="http://schemas.openxmlformats.org/officeDocument/2006/relationships" id="257" r:id="R58a5ae484b0f436e"/>
    <p:sldId xmlns:r="http://schemas.openxmlformats.org/officeDocument/2006/relationships" id="258" r:id="R25b7bee3792f400a"/>
    <p:sldId xmlns:r="http://schemas.openxmlformats.org/officeDocument/2006/relationships" id="259" r:id="R4ca3dcf9fa0640ed"/>
    <p:sldId xmlns:r="http://schemas.openxmlformats.org/officeDocument/2006/relationships" id="260" r:id="Ra1eceb81b0804aee"/>
    <p:sldId xmlns:r="http://schemas.openxmlformats.org/officeDocument/2006/relationships" id="261" r:id="R14e9ab1974e44ece"/>
    <p:sldId xmlns:r="http://schemas.openxmlformats.org/officeDocument/2006/relationships" id="262" r:id="R3bc921ebaee74d70"/>
    <p:sldId xmlns:r="http://schemas.openxmlformats.org/officeDocument/2006/relationships" id="263" r:id="R84a86b6438d14f7e"/>
    <p:sldId xmlns:r="http://schemas.openxmlformats.org/officeDocument/2006/relationships" id="264" r:id="Raef09e23676844e2"/>
    <p:sldId xmlns:r="http://schemas.openxmlformats.org/officeDocument/2006/relationships" id="265" r:id="Rce99cdee1bee43dd"/>
    <p:sldId xmlns:r="http://schemas.openxmlformats.org/officeDocument/2006/relationships" id="266" r:id="R45596d7941f54f83"/>
    <p:sldId xmlns:r="http://schemas.openxmlformats.org/officeDocument/2006/relationships" id="267" r:id="Rb03ac9478ce948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5a46afcf5b47c7" /><Relationship Type="http://schemas.openxmlformats.org/officeDocument/2006/relationships/slideMaster" Target="/ppt/slideMasters/slideMaster1.xml" Id="Rb76fea7f4491408a" /><Relationship Type="http://schemas.openxmlformats.org/officeDocument/2006/relationships/notesMaster" Target="/ppt/notesMasters/notesMaster1.xml" Id="R8f9bc4df5a7e4726" /><Relationship Type="http://schemas.openxmlformats.org/officeDocument/2006/relationships/presProps" Target="/ppt/presProps.xml" Id="R9eb83127c3074e7d" /><Relationship Type="http://schemas.openxmlformats.org/officeDocument/2006/relationships/tableStyles" Target="/ppt/tableStyles.xml" Id="R05541e8920ad425a" /><Relationship Type="http://schemas.openxmlformats.org/officeDocument/2006/relationships/slide" Target="/ppt/slides/slide1.xml" Id="R2c243d609975442b" /><Relationship Type="http://schemas.openxmlformats.org/officeDocument/2006/relationships/slide" Target="/ppt/slides/slide2.xml" Id="R58a5ae484b0f436e" /><Relationship Type="http://schemas.openxmlformats.org/officeDocument/2006/relationships/slide" Target="/ppt/slides/slide3.xml" Id="R25b7bee3792f400a" /><Relationship Type="http://schemas.openxmlformats.org/officeDocument/2006/relationships/slide" Target="/ppt/slides/slide4.xml" Id="R4ca3dcf9fa0640ed" /><Relationship Type="http://schemas.openxmlformats.org/officeDocument/2006/relationships/slide" Target="/ppt/slides/slide5.xml" Id="Ra1eceb81b0804aee" /><Relationship Type="http://schemas.openxmlformats.org/officeDocument/2006/relationships/slide" Target="/ppt/slides/slide6.xml" Id="R14e9ab1974e44ece" /><Relationship Type="http://schemas.openxmlformats.org/officeDocument/2006/relationships/slide" Target="/ppt/slides/slide7.xml" Id="R3bc921ebaee74d70" /><Relationship Type="http://schemas.openxmlformats.org/officeDocument/2006/relationships/slide" Target="/ppt/slides/slide8.xml" Id="R84a86b6438d14f7e" /><Relationship Type="http://schemas.openxmlformats.org/officeDocument/2006/relationships/slide" Target="/ppt/slides/slide9.xml" Id="Raef09e23676844e2" /><Relationship Type="http://schemas.openxmlformats.org/officeDocument/2006/relationships/slide" Target="/ppt/slides/slide10.xml" Id="Rce99cdee1bee43dd" /><Relationship Type="http://schemas.openxmlformats.org/officeDocument/2006/relationships/slide" Target="/ppt/slides/slide11.xml" Id="R45596d7941f54f83" /><Relationship Type="http://schemas.openxmlformats.org/officeDocument/2006/relationships/slide" Target="/ppt/slides/slide12.xml" Id="Rb03ac9478ce948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66fa03dbb140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241d0d9fec4bd2" /><Relationship Type="http://schemas.openxmlformats.org/officeDocument/2006/relationships/notesMaster" Target="/ppt/notesMasters/notesMaster1.xml" Id="R0bbfd209978b44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6a5d72d4d446cd" /><Relationship Type="http://schemas.openxmlformats.org/officeDocument/2006/relationships/notesMaster" Target="/ppt/notesMasters/notesMaster1.xml" Id="R23049c6abbfa44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6c1e5b8eb3497d" /><Relationship Type="http://schemas.openxmlformats.org/officeDocument/2006/relationships/notesMaster" Target="/ppt/notesMasters/notesMaster1.xml" Id="R57d52152fefc4b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74863a5dca4251" /><Relationship Type="http://schemas.openxmlformats.org/officeDocument/2006/relationships/notesMaster" Target="/ppt/notesMasters/notesMaster1.xml" Id="R939d7bd8481b4c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cd5739e7ac42a0" /><Relationship Type="http://schemas.openxmlformats.org/officeDocument/2006/relationships/notesMaster" Target="/ppt/notesMasters/notesMaster1.xml" Id="Rd4cc77ca31ea45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cde2fd4d548d4" /><Relationship Type="http://schemas.openxmlformats.org/officeDocument/2006/relationships/notesMaster" Target="/ppt/notesMasters/notesMaster1.xml" Id="R478cd10bf05f44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3f69ac5dfd48a8" /><Relationship Type="http://schemas.openxmlformats.org/officeDocument/2006/relationships/notesMaster" Target="/ppt/notesMasters/notesMaster1.xml" Id="R4a977a9c0caf4a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0ccfe33e144b41" /><Relationship Type="http://schemas.openxmlformats.org/officeDocument/2006/relationships/notesMaster" Target="/ppt/notesMasters/notesMaster1.xml" Id="Rd70263918d4f41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d61cd6d94c45ec" /><Relationship Type="http://schemas.openxmlformats.org/officeDocument/2006/relationships/notesMaster" Target="/ppt/notesMasters/notesMaster1.xml" Id="Rfc4635da078b4c2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92caa7ebb04284" /><Relationship Type="http://schemas.openxmlformats.org/officeDocument/2006/relationships/notesMaster" Target="/ppt/notesMasters/notesMaster1.xml" Id="R5ec879b43d1847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89448e8e5447aa" /><Relationship Type="http://schemas.openxmlformats.org/officeDocument/2006/relationships/notesMaster" Target="/ppt/notesMasters/notesMaster1.xml" Id="R1f683ddb0aac489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e6881515124417" /><Relationship Type="http://schemas.openxmlformats.org/officeDocument/2006/relationships/notesMaster" Target="/ppt/notesMasters/notesMaster1.xml" Id="R204912868efc4e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Balance models, function machines, algebra tiles,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x = 11. | Keep both sides balanced and identify the outer operation. |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equation, unknown, inverse, balance, expression,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x = 53.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x =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x = 11..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x = 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17.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x =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x = 8. | Use an inverse operation on the whole equation and check by substitution.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5cb7830f934b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d22983031c4c5d" /><Relationship Type="http://schemas.openxmlformats.org/officeDocument/2006/relationships/slideLayout" Target="/ppt/slideLayouts/slideLayout1.xml" Id="R5051fa8c76f742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51fa8c76f742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df31a3a2c4d81" /><Relationship Type="http://schemas.openxmlformats.org/officeDocument/2006/relationships/notesSlide" Target="/ppt/notesSlides/notesSlide1.xml" Id="R649f11f891544d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e6871e4494a65" /><Relationship Type="http://schemas.openxmlformats.org/officeDocument/2006/relationships/notesSlide" Target="/ppt/notesSlides/notesSlide2.xml" Id="Rc04ade0ac53341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62dd4dba744dd" /><Relationship Type="http://schemas.openxmlformats.org/officeDocument/2006/relationships/notesSlide" Target="/ppt/notesSlides/notesSlide3.xml" Id="R273c251126b448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f408b98a640a8" /><Relationship Type="http://schemas.openxmlformats.org/officeDocument/2006/relationships/notesSlide" Target="/ppt/notesSlides/notesSlide4.xml" Id="R476a79d2914748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79918853e4723" /><Relationship Type="http://schemas.openxmlformats.org/officeDocument/2006/relationships/notesSlide" Target="/ppt/notesSlides/notesSlide5.xml" Id="R3d0e4e7cdca144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e950112384ff3" /><Relationship Type="http://schemas.openxmlformats.org/officeDocument/2006/relationships/notesSlide" Target="/ppt/notesSlides/notesSlide6.xml" Id="R41b09015aae348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2f6f958914b6d" /><Relationship Type="http://schemas.openxmlformats.org/officeDocument/2006/relationships/image" Target="/ppt/media/image.png" Id="Rf14f0fdd5f6344a6" /><Relationship Type="http://schemas.openxmlformats.org/officeDocument/2006/relationships/notesSlide" Target="/ppt/notesSlides/notesSlide7.xml" Id="Rb631d65650e548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b07f8e3a7459b" /><Relationship Type="http://schemas.openxmlformats.org/officeDocument/2006/relationships/notesSlide" Target="/ppt/notesSlides/notesSlide8.xml" Id="R2197afd5436848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3f82670b240ef" /><Relationship Type="http://schemas.openxmlformats.org/officeDocument/2006/relationships/notesSlide" Target="/ppt/notesSlides/notesSlide9.xml" Id="R679ce64436a94a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a2d2f7bf94c72" /><Relationship Type="http://schemas.openxmlformats.org/officeDocument/2006/relationships/notesSlide" Target="/ppt/notesSlides/notesSlide10.xml" Id="R190e26f489764af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8b1b7e6cd4ac1" /><Relationship Type="http://schemas.openxmlformats.org/officeDocument/2006/relationships/notesSlide" Target="/ppt/notesSlides/notesSlide11.xml" Id="R18ff9c61257946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f156fd4c044da" /><Relationship Type="http://schemas.openxmlformats.org/officeDocument/2006/relationships/notesSlide" Target="/ppt/notesSlides/notesSlide12.xml" Id="Rbe4f181a68ac43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8647B8-FCE9-4B88-8965-02C1131E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ACB1D-AC22-4CE6-9688-980FEA88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F5345-BB68-4590-8278-9165BA03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2E0F5-CF00-4EE8-B803-AB3F7F62A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393BB-0DED-441F-BE06-3436C828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1A1F9-42AA-4D46-BF5C-E831F38A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2D118-8414-40E2-B0DE-A6F14896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76B8D4-C914-44F9-ABF6-5B416A2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one-step equations using inverse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FF1DC-0562-432F-B74F-5B992C32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1B5242-D986-4947-9745-4AEDF006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Balance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E97B-202B-40BA-916F-9A810A8D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41639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9547E9-5D1D-43D3-9038-68E8D465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42A17-1451-414F-978E-F6729915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18599-BCA2-4B95-85E9-84C59D8D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6C0C5-C06D-4987-9E94-79ED2BCE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CBA2D-2D45-4768-A7A2-CF44FD17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EF8CED-9EEF-40A9-9087-DFD4CE31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8D359-9292-446A-BA55-E55A07B2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DBDA7F-AB75-4CE7-9315-E485205E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EF8E29-C481-4448-A8F4-C0F33EEE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04B8D-2854-4060-926D-7A8EB8F8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5C3B1-ADF0-42A6-9056-45A6642C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1A172-C95C-49A8-A831-74F6BCB3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04AAD-C5DB-488F-AEC5-8C261495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inverse operations and the structure of equations to find unknown values.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EE7F16-E0EC-46A4-BF36-8F490232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1D3D67-C371-4F6E-9D81-1DD78E96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DA7CFF-8B92-46D8-B53E-8F1BD22C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0D3679-FB71-4BCA-801C-3603C5B8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3C4B02-31E1-4024-840C-EFCD0E99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B0EEFD-2F26-4599-A925-E314C25F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3D0F57-40E8-4D8F-8A66-7B97D2DA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122F4A-6A96-48E2-A4A3-9F937265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x + 38 = 91.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D53984-DD4C-4E6A-A3D9-CD3556C3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732717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539814-E436-4684-B715-34643199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8B8B7-CF76-42B5-945F-8BFDEEE6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EDF93-1580-4D09-8677-7366F38F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2B4AF-46F1-41E8-AAFE-D636151B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C3ACA-3412-4415-B0D5-8281FA32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CC2AB-19D5-4BC7-B32B-3670D711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4D964-5D33-4BBA-AF7F-5C9B1343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AF7F3C-4E88-4D16-83FC-07767165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D1FFC-950C-4409-B654-2B2D4A47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0FA11-C0AC-4843-939A-0E3B4560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one-step equations using inverse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5983C-20FF-4643-A259-985D553B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11F767-0FDE-4A58-9EFB-D0027C30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Keep both sides balanced and identify the outer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E9C31F-BE47-4BD3-8326-BB9F5B1D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Undo operations in reverse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A80524-57BF-440D-B2BD-8D81973D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the solution to check the original equation.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55F87-3BE0-4D8C-B713-CA10BB35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equation  |  unknown  |  inverse  |  balance  |  expression  |  solution</a:t>
            </a:r>
          </a:p>
        </p:txBody>
      </p:sp>
    </p:spTree>
    <p:extLst>
      <p:ext uri="{BB962C8B-B14F-4D97-AF65-F5344CB8AC3E}">
        <p14:creationId xmlns:p14="http://schemas.microsoft.com/office/powerpoint/2010/main" val="14684627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FC7A89-6225-4BA5-BFD4-CB2A211F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A2668-899D-4553-B58A-E95E58C5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D8A19-8206-4B43-A216-34078A15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15515-530B-496C-8759-BF654D86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0152D5-E939-431C-9EA7-3E438FAD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AF91C-E625-4379-81AC-5F3CE5EE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40B3D-A560-4023-BA00-63A263A2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3B28E-2B2F-42E6-8C43-97E969BF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E778F-7C1C-4613-8791-79EA2745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78EAAB-3D02-4991-BC85-11912D8A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x + 38 = 91.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12C7A-05BB-4A33-A409-6E4FBF69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6DFD0-3122-4D4E-B452-57B7FC3B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93D4C-4AB1-458A-A27A-DC1A212C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Keep both sides balanced and identify the outer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ADAC1-FC73-4590-B077-4F382CA4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B60436-A2B4-48FD-9541-27087932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602755-037D-4000-9730-1E375A7A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Undo operations in reverse order.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D8C8D7-5D7C-4FD1-9D01-1C2DB7C0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DAD434-B13E-49FD-BA27-E8C8FFAB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594035-E52C-4EB8-AC66-F0A04F15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x = 53.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532D33-1C85-44FD-B080-1A221AD7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58EE7-1544-4009-8D7D-B63AD66F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1909E3-1F71-4BD3-B175-62BA4F59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the solution to check the original equation.</a:t>
            </a:r>
          </a:p>
        </p:txBody>
      </p:sp>
    </p:spTree>
    <p:extLst>
      <p:ext uri="{BB962C8B-B14F-4D97-AF65-F5344CB8AC3E}">
        <p14:creationId xmlns:p14="http://schemas.microsoft.com/office/powerpoint/2010/main" val="6673797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9C6BB9-0D8B-432D-AE9E-2905833F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0E324D-8DC0-4C9C-BA9C-ECCBA05E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C0051-E94D-4EAD-8C5C-BA0D4AE9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7891D-919F-4999-A24C-F678B582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AADF0-7E44-45A3-BA4F-1E930581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001F8E-516D-4916-A486-F9C51237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6AD77-A558-452B-9BF1-57062A7F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EBA14-6076-4BF9-8B8E-75249C83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3429B-1BE0-4385-A447-463C81AD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8E452-E0E8-4311-A182-53792C40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EDF18-F0FF-476E-AACF-54FD95EA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53.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F080CF-D987-415A-984D-6BC3F063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07C30-E6CD-412C-8B31-2EFE8F67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the solution to check the original equation.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3BB68-DDD8-4D56-80F4-070E10F0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306172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788D4D-D082-48BF-85C5-1F28CAE1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4E3B5-8ADF-47ED-A1AD-D9811B54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E633F-B08F-48B2-9237-813EC3ED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530CB-C8D1-42F4-9FA6-0F86D861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B1138-5CB0-4DD3-A2FE-97660C70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780407-CA88-40BA-9E32-0D7A9CAB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F96E06-C0D2-4ADD-9922-6990F69E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A8726-C109-41A4-AB39-6D7EC054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F8D38-4760-4A39-A8D3-D84E6D70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84064-45FD-449A-9322-8ACB88E9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6481A1-1E9A-4579-82EA-BFF740E0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0FA8C3-2F2F-463D-B758-E86C420C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3BDC9-BC00-4F30-8ACE-54A4321C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5B7035-A2A6-4305-BC78-753C298B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A8CEB-A7CA-48AF-B699-78EBC66E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x = 11.</a:t>
            </a:r>
          </a:p>
        </p:txBody>
      </p:sp>
    </p:spTree>
    <p:extLst>
      <p:ext uri="{BB962C8B-B14F-4D97-AF65-F5344CB8AC3E}">
        <p14:creationId xmlns:p14="http://schemas.microsoft.com/office/powerpoint/2010/main" val="14853714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5CDB9-955C-4C3F-879F-7CA113E1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01FF3-2F36-4C1B-A140-4B06BBEF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B7E95-5483-4F2E-852F-996BF631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06D82-8F07-4148-9FEB-0FC76481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F0E92D-98DD-4555-AD9C-95085AE3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987BF-4474-4CD9-9C87-B52E0F09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70C1B1-7464-4399-BD53-C733C3C2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02CBB4-08AE-4285-9C34-0A8BFD11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EE1FA5-B48E-4F43-815E-A49FC2A6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4f0fdd5f6344a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3B75C-3C12-4EE5-9919-4DBD8639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D52AA5-0DB7-4C3E-A598-54EE7E52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side of an equation without making the same balanced change to the other side.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E74402-EEB0-436A-B30D-4BE5BF1A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977A24-3C4B-4DF0-90CC-17FA91A4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9D503-065B-4D5D-B0A9-AFE5517D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an inverse operation on the whole equation and check by substitution.</a:t>
            </a:r>
          </a:p>
        </p:txBody>
      </p:sp>
    </p:spTree>
    <p:extLst>
      <p:ext uri="{BB962C8B-B14F-4D97-AF65-F5344CB8AC3E}">
        <p14:creationId xmlns:p14="http://schemas.microsoft.com/office/powerpoint/2010/main" val="14491114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5E89E-7629-406A-94C7-BCA9AF17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49051D-AB0F-481F-BF36-386CAEE2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64F4B-0E6F-4E1E-96E5-6BFB91E5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3A15C-9FC2-4B99-9BAC-BAC216E4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3A46CC-C8CD-4A32-B8D3-EBCB3DDF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FEB22B-9E85-4C0B-94E7-38DFFED0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39B31-2A38-4983-9F4A-34EA01A5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78673-0116-46BC-AC34-0A80E2C7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257B24-7E91-459A-AC9F-A390BE09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918D2-3005-44E6-843D-344BEB8A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3627AE-A77F-456D-BE15-B961DF54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420C31-D55E-4E62-A536-B40805EF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1D64E-F88E-49FD-A220-28549751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F31E6-4785-4166-902B-14ED99A0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D732B5-9702-4BEA-8E6E-3E5BB850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381BF-77E1-43AA-AFB0-F82FBF19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8F3C74-E9F9-4BDC-BBA6-9C19BA84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627F44-9975-4494-8D37-2FCDA030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43C505-CCA1-4B4C-840B-27389CCB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99254B-F29D-4908-81F4-1878AB21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B1B62-9E7B-43DC-98D1-2F166513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x = 11.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ADA8A0-F923-4D66-87FC-DDFFD1DD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832768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BDFD2C-C162-48E2-A477-CA815032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06001-B737-4206-B9D6-7DDBDA0C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0B98B-55F1-4B4F-9AB5-0E26C26B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6C6169-CAE9-4F07-8A95-FDEA3F0F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367F0-16AC-4CC8-8359-3369681F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FC84F-5017-4647-9245-759DC98D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03630-ADF1-4FFB-885D-12ACCA1B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DC903-F26E-4816-ACFE-CA42671E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F7E55-A0F7-4D60-9379-101A30E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21F243-38DF-4FF4-8B79-DAA32746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C70AD-23D3-4B95-BD33-6F5D39E5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B2356-81AA-41C5-8063-7C509AB9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63D8B-9407-4A89-9605-908D6070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A767EE-47B9-4E1C-93DE-6C3D4BC7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C98A9-FE83-454B-A6C2-FC9D0B4A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C465A-73D2-4B6D-8A67-82B5800B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23CF8-F9E9-416A-AEC2-53325D6C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302126-4508-4DC2-A557-4149021C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C3404D-71DB-4F80-A2F1-9D1FE33C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8C4BDD-28BB-4DAF-A18B-A78C1E00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77B59-89C9-4840-8990-D8B137A8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2164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66EEE-4310-4EB8-823F-986ED819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8C72A-01DB-4F10-8BBF-ED5B2A2F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5468C-D770-40AA-90EA-410C2E20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E4F6BD-2179-4AC9-B115-57CBCB7D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18260-A581-4F54-8381-FC753A1D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5D154-2E10-42E6-BF4E-4EF4269C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2B6E1-1982-4001-9A19-D145D279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586CFC-1438-4FBF-80DB-348DC3F2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71520-7871-4E50-8EC1-C22F591F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EBCEF2-E5CF-4341-AC45-F983A709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number is tripled and 14 is added to make 65. Find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83A09-029B-492B-996B-FD134F68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D2086-4208-42B9-9BC8-B41A6950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71DE5E-88A5-4046-AD89-5C5A51A3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17.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208309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DB8F66-50D4-49E6-88E7-713A1D2C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AB2C7-352F-4AB8-BF2C-21D92D7E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6A7F1-D067-4A51-9723-0CE6B6BA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4C8C2-8C5F-4EA6-B2D3-1EC1AAA4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4E0E2-DECE-40AB-8AB6-A9E75CFA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1DADA-7105-4841-8BEE-BA410688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76CF2-17B3-4421-A44A-A22C0291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0BC3E-6605-423F-89E1-9DD737FC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CF746-B2AF-493D-91B5-CBFFE923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CB4A67-77EA-4BCB-84DC-91949B92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BCDAD-612D-489D-BA44-1E130BE8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067041-A990-4954-8DE5-72CDF59B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24D9C-7B03-44BE-84E5-8452501C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6DA4D3-D4F6-489C-B3B3-BE74C50B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66A55-D362-4A96-BEFC-FE5ABFDE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CC6060-232F-424C-9429-95EC8672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x = 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CE6576-5C1C-432A-A093-E6E89CB3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B42C4C-7FC4-4756-BEBE-60EA4600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985326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986D2A-BDC0-475F-98B0-4846CD60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18C03-0787-486A-AB53-03A76E52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51FA3-B8D3-4B94-A180-C8C53DE1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7C25F-794C-441B-ADB3-99B57751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708AB2-5B83-4685-8B0F-BF9CF233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78C4B-45A2-49CE-9448-6E0C9458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EE2C2-7A27-4293-A457-3A613C3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35D789-5BB6-42AC-AF27-F1A1C96C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7DE619-5D9D-47B7-B648-1EB93E5E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one-step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3BDD3-3473-478E-87EF-ECA75D5E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E5A83-1BE7-43EF-A4CA-7C2DA48D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18680-5DEE-43F2-A4BF-F571278C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CFD99-DD36-442B-AD6B-F05EA1CF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159C9-3178-45D0-A1E3-00BA304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AF976-F85B-4DCA-9759-1C2672D1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7BF65-152A-408B-8460-73EB75DC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BAC1FD-53E6-4B67-9389-F8D7676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side of an equation without making the same balanced change to the other side.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5A775D-2FE7-412D-A9E0-C05FDB6B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5CB180-9A14-4DBC-A4EC-5AD54520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233E32-CA58-4F51-99D5-68413AB9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2151D8-6E68-4CFF-8275-D1BE5493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E521C0-FF87-4561-810D-2FEEAEC4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185744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2026-09-09T20:49:38.9230000Z</dcterms:created>
  <dcterms:modified xsi:type="dcterms:W3CDTF">2026-09-09T20:49:38.9230000Z</dcterms:modified>
</coreProperties>
</file>