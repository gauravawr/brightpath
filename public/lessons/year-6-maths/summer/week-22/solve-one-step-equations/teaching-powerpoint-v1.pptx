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d10dd1db8445d" /><Relationship Type="http://schemas.openxmlformats.org/officeDocument/2006/relationships/extended-properties" Target="/docProps/app.xml" Id="R8dadcb33f7b744f5" /><Relationship Type="http://schemas.openxmlformats.org/officeDocument/2006/relationships/officeDocument" Target="/ppt/presentation.xml" Id="Re88856f5400043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f1e60cf004e77"/>
  </p:sldMasterIdLst>
  <p:notesMasterIdLst>
    <p:notesMasterId xmlns:r="http://schemas.openxmlformats.org/officeDocument/2006/relationships" r:id="R5bad56fef7fd4a3c"/>
  </p:notesMasterIdLst>
  <p:sldIdLst>
    <p:sldId xmlns:r="http://schemas.openxmlformats.org/officeDocument/2006/relationships" id="256" r:id="R0fc1325e595c439d"/>
    <p:sldId xmlns:r="http://schemas.openxmlformats.org/officeDocument/2006/relationships" id="257" r:id="R24487cfc7fcf4a12"/>
    <p:sldId xmlns:r="http://schemas.openxmlformats.org/officeDocument/2006/relationships" id="258" r:id="R35082ca55f3c4144"/>
    <p:sldId xmlns:r="http://schemas.openxmlformats.org/officeDocument/2006/relationships" id="259" r:id="R97bc8c05cba24074"/>
    <p:sldId xmlns:r="http://schemas.openxmlformats.org/officeDocument/2006/relationships" id="260" r:id="R6f4ec8e3f8f84614"/>
    <p:sldId xmlns:r="http://schemas.openxmlformats.org/officeDocument/2006/relationships" id="261" r:id="Rf6a053f046014594"/>
    <p:sldId xmlns:r="http://schemas.openxmlformats.org/officeDocument/2006/relationships" id="262" r:id="R7f88d5702d794514"/>
    <p:sldId xmlns:r="http://schemas.openxmlformats.org/officeDocument/2006/relationships" id="263" r:id="Rb46d4fcf780f4661"/>
    <p:sldId xmlns:r="http://schemas.openxmlformats.org/officeDocument/2006/relationships" id="264" r:id="R721ada3a32574d63"/>
    <p:sldId xmlns:r="http://schemas.openxmlformats.org/officeDocument/2006/relationships" id="265" r:id="Rb3d01435131543f8"/>
    <p:sldId xmlns:r="http://schemas.openxmlformats.org/officeDocument/2006/relationships" id="266" r:id="Rfab45f36413e4e54"/>
    <p:sldId xmlns:r="http://schemas.openxmlformats.org/officeDocument/2006/relationships" id="267" r:id="Rea07747daf6c42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bde925649c41f8" /><Relationship Type="http://schemas.openxmlformats.org/officeDocument/2006/relationships/slideMaster" Target="/ppt/slideMasters/slideMaster1.xml" Id="Rb66f1e60cf004e77" /><Relationship Type="http://schemas.openxmlformats.org/officeDocument/2006/relationships/notesMaster" Target="/ppt/notesMasters/notesMaster1.xml" Id="R5bad56fef7fd4a3c" /><Relationship Type="http://schemas.openxmlformats.org/officeDocument/2006/relationships/presProps" Target="/ppt/presProps.xml" Id="R23811f51710f4e79" /><Relationship Type="http://schemas.openxmlformats.org/officeDocument/2006/relationships/tableStyles" Target="/ppt/tableStyles.xml" Id="R0c74b921e0e74891" /><Relationship Type="http://schemas.openxmlformats.org/officeDocument/2006/relationships/slide" Target="/ppt/slides/slide1.xml" Id="R0fc1325e595c439d" /><Relationship Type="http://schemas.openxmlformats.org/officeDocument/2006/relationships/slide" Target="/ppt/slides/slide2.xml" Id="R24487cfc7fcf4a12" /><Relationship Type="http://schemas.openxmlformats.org/officeDocument/2006/relationships/slide" Target="/ppt/slides/slide3.xml" Id="R35082ca55f3c4144" /><Relationship Type="http://schemas.openxmlformats.org/officeDocument/2006/relationships/slide" Target="/ppt/slides/slide4.xml" Id="R97bc8c05cba24074" /><Relationship Type="http://schemas.openxmlformats.org/officeDocument/2006/relationships/slide" Target="/ppt/slides/slide5.xml" Id="R6f4ec8e3f8f84614" /><Relationship Type="http://schemas.openxmlformats.org/officeDocument/2006/relationships/slide" Target="/ppt/slides/slide6.xml" Id="Rf6a053f046014594" /><Relationship Type="http://schemas.openxmlformats.org/officeDocument/2006/relationships/slide" Target="/ppt/slides/slide7.xml" Id="R7f88d5702d794514" /><Relationship Type="http://schemas.openxmlformats.org/officeDocument/2006/relationships/slide" Target="/ppt/slides/slide8.xml" Id="Rb46d4fcf780f4661" /><Relationship Type="http://schemas.openxmlformats.org/officeDocument/2006/relationships/slide" Target="/ppt/slides/slide9.xml" Id="R721ada3a32574d63" /><Relationship Type="http://schemas.openxmlformats.org/officeDocument/2006/relationships/slide" Target="/ppt/slides/slide10.xml" Id="Rb3d01435131543f8" /><Relationship Type="http://schemas.openxmlformats.org/officeDocument/2006/relationships/slide" Target="/ppt/slides/slide11.xml" Id="Rfab45f36413e4e54" /><Relationship Type="http://schemas.openxmlformats.org/officeDocument/2006/relationships/slide" Target="/ppt/slides/slide12.xml" Id="Rea07747daf6c42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9f92303364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158525a3542bc" /><Relationship Type="http://schemas.openxmlformats.org/officeDocument/2006/relationships/notesMaster" Target="/ppt/notesMasters/notesMaster1.xml" Id="Rd7ce93e937d64a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427cdd74e24f6a" /><Relationship Type="http://schemas.openxmlformats.org/officeDocument/2006/relationships/notesMaster" Target="/ppt/notesMasters/notesMaster1.xml" Id="R5d8a606cb1ef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64813818e545fc" /><Relationship Type="http://schemas.openxmlformats.org/officeDocument/2006/relationships/notesMaster" Target="/ppt/notesMasters/notesMaster1.xml" Id="R54d289bf10144d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e01a084ee94ac2" /><Relationship Type="http://schemas.openxmlformats.org/officeDocument/2006/relationships/notesMaster" Target="/ppt/notesMasters/notesMaster1.xml" Id="Re7ed23c313ef42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2c4c4b86c4475d" /><Relationship Type="http://schemas.openxmlformats.org/officeDocument/2006/relationships/notesMaster" Target="/ppt/notesMasters/notesMaster1.xml" Id="R91e8de0d0c2643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614e776cc642b5" /><Relationship Type="http://schemas.openxmlformats.org/officeDocument/2006/relationships/notesMaster" Target="/ppt/notesMasters/notesMaster1.xml" Id="R0f3802747646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5175a3cb2b4f04" /><Relationship Type="http://schemas.openxmlformats.org/officeDocument/2006/relationships/notesMaster" Target="/ppt/notesMasters/notesMaster1.xml" Id="R2799b4ea2bcc46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95eba4c05841ce" /><Relationship Type="http://schemas.openxmlformats.org/officeDocument/2006/relationships/notesMaster" Target="/ppt/notesMasters/notesMaster1.xml" Id="Rb0babc656d8b40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8e82853f5c4510" /><Relationship Type="http://schemas.openxmlformats.org/officeDocument/2006/relationships/notesMaster" Target="/ppt/notesMasters/notesMaster1.xml" Id="R07456571ac5745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9314e9490a4276" /><Relationship Type="http://schemas.openxmlformats.org/officeDocument/2006/relationships/notesMaster" Target="/ppt/notesMasters/notesMaster1.xml" Id="Rfb796bb76c4c49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39883f92934662" /><Relationship Type="http://schemas.openxmlformats.org/officeDocument/2006/relationships/notesMaster" Target="/ppt/notesMasters/notesMaster1.xml" Id="R402c4f39e38b45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d2722dd54d4f09" /><Relationship Type="http://schemas.openxmlformats.org/officeDocument/2006/relationships/notesMaster" Target="/ppt/notesMasters/notesMaster1.xml" Id="R5eb8fe134ced41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Balance models, function machines, algebra tiles, bar models,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x = 11. | Keep both sides balanced and identify the outer operation. | Use an inverse operation on the whole equation and check by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equation, unknown, inverse, balance, expression, solution.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x = 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x =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an inverse operation on the whole equation and check by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x = 11..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x = 8..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17.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x =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x = 8. | Use an inverse operation on the whole equation and check by substitution.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e7b9977eb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1ee26066eb40cb" /><Relationship Type="http://schemas.openxmlformats.org/officeDocument/2006/relationships/slideLayout" Target="/ppt/slideLayouts/slideLayout1.xml" Id="Rf2a5b7cb6f06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a5b7cb6f06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3d4000f53402d" /><Relationship Type="http://schemas.openxmlformats.org/officeDocument/2006/relationships/notesSlide" Target="/ppt/notesSlides/notesSlide1.xml" Id="R6f214778e5c343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d9403c85f4536" /><Relationship Type="http://schemas.openxmlformats.org/officeDocument/2006/relationships/notesSlide" Target="/ppt/notesSlides/notesSlide2.xml" Id="R76d4a4cb5b03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7270b9d6c4248" /><Relationship Type="http://schemas.openxmlformats.org/officeDocument/2006/relationships/notesSlide" Target="/ppt/notesSlides/notesSlide3.xml" Id="Rfc230d10e3064e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7b94bd17b4ae7" /><Relationship Type="http://schemas.openxmlformats.org/officeDocument/2006/relationships/notesSlide" Target="/ppt/notesSlides/notesSlide4.xml" Id="R9bb223fad0aa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a66b6eded47c5" /><Relationship Type="http://schemas.openxmlformats.org/officeDocument/2006/relationships/notesSlide" Target="/ppt/notesSlides/notesSlide5.xml" Id="R7ec889a39b9d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b91f35594157" /><Relationship Type="http://schemas.openxmlformats.org/officeDocument/2006/relationships/notesSlide" Target="/ppt/notesSlides/notesSlide6.xml" Id="R7f1da90c4fe24e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2b40ad7fa4aa8" /><Relationship Type="http://schemas.openxmlformats.org/officeDocument/2006/relationships/image" Target="/ppt/media/image.png" Id="R13fcd446ee1f4f3c" /><Relationship Type="http://schemas.openxmlformats.org/officeDocument/2006/relationships/notesSlide" Target="/ppt/notesSlides/notesSlide7.xml" Id="Re282e7886a624d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d2f3de89747d8" /><Relationship Type="http://schemas.openxmlformats.org/officeDocument/2006/relationships/notesSlide" Target="/ppt/notesSlides/notesSlide8.xml" Id="Re30d600b1ef34a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4eb0c16b049bf" /><Relationship Type="http://schemas.openxmlformats.org/officeDocument/2006/relationships/notesSlide" Target="/ppt/notesSlides/notesSlide9.xml" Id="R212f824d891946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6917dc7d9485e" /><Relationship Type="http://schemas.openxmlformats.org/officeDocument/2006/relationships/notesSlide" Target="/ppt/notesSlides/notesSlide10.xml" Id="R5e303093fc594f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98f8b756a4c53" /><Relationship Type="http://schemas.openxmlformats.org/officeDocument/2006/relationships/notesSlide" Target="/ppt/notesSlides/notesSlide11.xml" Id="Rd28d6761a19f44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131f97be94cf9" /><Relationship Type="http://schemas.openxmlformats.org/officeDocument/2006/relationships/notesSlide" Target="/ppt/notesSlides/notesSlide12.xml" Id="R7b18cf6f42cc45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5ED12-3112-4652-91AD-59E14D4C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95E36-88AE-407A-8F8C-2D54CC88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139F8-65F0-410A-9571-C83EF4CD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C100A-40DA-4A1C-90AE-AC85DF3D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2F74A-3224-47CE-A9B3-8776323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2A0A0-A511-4845-A23B-464E924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2D162-903A-48C1-9674-1CC7A30D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9A3DC-52DB-4A43-B09E-6FF1A68B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one-step equations using inverse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DDE83-31D3-4B3D-B4C7-A7B7689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78C01-5056-4A38-B7AD-1EF09A6C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Balance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E2992-E3F2-4A8C-8BA5-5FC000B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190786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AEDCE-6ECC-4BBD-BCD2-83242B5F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2F87D-A335-47AF-A2C0-15181FE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EBA5B-FECF-47D6-8786-800C042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99591-C53A-4C4E-8358-EE45E8A3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B2369-C500-42CC-B70A-4FE26D10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42EB0-7A94-48CF-A137-D81CAF32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5F960-EC17-4103-8AF3-0F4F4091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50429-531A-4E87-81F6-50349FF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D49EF-43C9-4521-803D-B43CCFF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39C84-62EF-4723-BC91-E64C708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B255E-B600-4E10-BF62-FEDA86A4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BE90E-37DE-4B5B-A8FC-5474E59A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FE417-564C-4876-9492-2566AD2F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inverse operations and the structure of equations to find unknown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EF078-C75D-4C35-A917-DE64BACE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522FF-531F-4815-8AD2-FA91FF0F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76CB5-D2B8-40D3-83D3-DC9B10DE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640C1-DABF-4108-8198-BEA06233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- 7 = 48.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44AD0-94CD-4E01-982E-0900C1F9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09763-C146-4035-9063-C73B2B67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B1769-E1AF-4049-8E3E-9C226C81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6E01B-3567-40FA-B0A0-FE1C6D11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Solve x + 38 = 91.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CE8D5-9567-40CA-925B-14D57623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80521054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33F99-D875-4668-B118-6A4CB814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B232D-FB2E-4BCD-B79F-45D532D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DBAD-D79B-40C4-9A44-99E3726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36AA8-F209-4D71-B159-EA28020C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54D48-C0CD-44DF-8D5D-390FCA5F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2B7FC-4834-48F2-9166-DC370B54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81ACA-05AC-4357-A8FD-FAF50B5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F6420-A57A-42F5-8286-38A6B5F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CBF24-DA7A-419D-B536-A96C132B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07CD6-2D8A-4369-8FCB-F9518E91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one-step equations using inverse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62880-5AD0-46D4-A34E-E2A96DA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7D574-B2D7-4BF0-855B-2C47DA34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Keep both sides balanced and identify the outer operation.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170C0-66D7-4B7D-8909-CA81D9DF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Undo operations in reverse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EACE7-345F-4608-8E07-9A91B46C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the solution to check the original equation.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15A8E-C765-438A-9C45-60382C8E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equation  |  unknown  |  inverse  |  balance  |  expression  |  solution</a:t>
            </a:r>
          </a:p>
        </p:txBody>
      </p:sp>
    </p:spTree>
    <p:extLst>
      <p:ext uri="{BB962C8B-B14F-4D97-AF65-F5344CB8AC3E}">
        <p14:creationId xmlns:p14="http://schemas.microsoft.com/office/powerpoint/2010/main" val="18161618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9576D-74C2-462C-9FAD-228AE3C3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2DF9A-5391-4AD9-88C2-3720C8E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40244-B0B3-44D5-A71E-2E3AA70D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A28E5-5376-42CC-AFD2-FF46BBE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950E8-3759-44B5-A5A3-0E993B93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25D10-EE13-4A0F-8409-AD6520B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B9549-4924-4EE1-B56C-CB05B80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B1662-9381-4D95-A173-94BA7D62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B54C7-FBD4-4DDF-B408-6F125B5F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D485A-D321-4DD6-A99A-6A4FB4F4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x + 38 = 91.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CF05D-FD2A-4FA1-9197-4D7349F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5698F-63D3-4D8C-B1B3-064BA5B0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EE0CB-583D-4EC0-830E-0386126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x + 38 = 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B232-6289-4A65-95EC-58156F53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3E251-FA40-4F22-8C0D-F13F97FC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D45FB-810D-4E18-831B-CE6D4115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Subtract 38 from both sides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3DF89-94C0-48EE-890F-1F84DE8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1673F-FBE4-482C-A775-4E9B3FCA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30B2A-9927-4510-89A6-B2E0819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x = 91 - 38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9AC6F-B5E2-48A7-8DD6-4075A188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94EDB-2BD4-4E48-94CB-9A1D23B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8F20F-3A15-48D1-9453-0BB4F50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x = 53</a:t>
            </a:r>
          </a:p>
        </p:txBody>
      </p:sp>
    </p:spTree>
    <p:extLst>
      <p:ext uri="{BB962C8B-B14F-4D97-AF65-F5344CB8AC3E}">
        <p14:creationId xmlns:p14="http://schemas.microsoft.com/office/powerpoint/2010/main" val="4738034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DD60C-5BEA-4215-A45C-C6C73B6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45A90-4A0B-4B0F-9701-34A9394B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DC123-C728-48B4-A7E0-96BA2394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881CA-6D65-4474-B37D-5E676B11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798EC-8804-42FE-AE24-5F348BCB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99995-0A62-4A40-B6C8-82B6593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B89E7-CA82-44E3-87B3-749DF4D0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9C7B2-87EA-40CA-9C48-9AA299CF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E2FAF-8675-496F-8701-F8A993E6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9603E-D17B-4EEB-A0FE-077C9233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AEDBC-B659-443A-9A54-6D71147D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x = 53.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6304D-91A8-4264-A633-62DC21A9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DD454-3C03-4CB6-88AC-BA2C6F3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the solution to check the original equation.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2C263-2923-45C1-8ECE-22BE6794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6068777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3839B-D9F9-4206-B1FF-99E26E5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898B7-6A8E-4DA9-97FF-66F11B5E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F4344-25FA-4A7C-9CEF-9BB7DE0D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6DC40-6716-4170-BEDE-2D88ACE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0375B-1002-4FC5-9E52-87E7569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D0143-9FB1-4148-8A75-80B01FFA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DD62E-431E-4953-AFFB-F92472F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B0EC4-C833-410E-9B7B-8D2E21EF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4FFA9-AAC6-4A9A-85BE-3AFB577A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D1F34-0748-45F8-A5E5-20410ECC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- 7 = 48.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CE9FC-5251-4BF5-804C-D37662F0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9B8B3-4F47-4396-B8A2-0690D10E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FBC82-C1C6-490E-AE51-067A58B5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15B94-C57B-4C88-9635-80B312C6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B74E7-67CB-4BE4-8DD1-CFF9839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x = 11.</a:t>
            </a:r>
          </a:p>
        </p:txBody>
      </p:sp>
    </p:spTree>
    <p:extLst>
      <p:ext uri="{BB962C8B-B14F-4D97-AF65-F5344CB8AC3E}">
        <p14:creationId xmlns:p14="http://schemas.microsoft.com/office/powerpoint/2010/main" val="100947404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6D6A2-A138-481B-91E0-001950D1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D73C1-9A7B-4C69-A61B-ECC3B032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37FE4-CBAB-42FF-8A4E-F35C590D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F2964-FA83-48FF-88C3-499E2CF9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97E6-7095-4B77-B2B2-651F1DD4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38BF6-AF84-4B95-BDE8-D0E72747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B4656-E507-41F9-A5A6-069A2F7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B3F66-C1F8-4A6A-B84C-319D3C4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06816-4E5C-42AB-BD25-935C8076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cd446ee1f4f3c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FEC12-FACB-4F82-B2EA-6BA5A6D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84EEE-6F95-43E7-A7C1-3F680996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changes one side of an equation without making the same balanced change to the other side.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6057F-B7F2-45A2-813D-FD528AE3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B0C01-6A9F-48B4-9845-6298A99E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B7941-A6F0-4A94-9BC8-AE42F175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an inverse operation on the whole equation and check by substitution.</a:t>
            </a:r>
          </a:p>
        </p:txBody>
      </p:sp>
    </p:spTree>
    <p:extLst>
      <p:ext uri="{BB962C8B-B14F-4D97-AF65-F5344CB8AC3E}">
        <p14:creationId xmlns:p14="http://schemas.microsoft.com/office/powerpoint/2010/main" val="21287795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A6829-B3A7-44D3-B1E6-BF59861E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B0F1C-5789-456E-8918-B7B3E82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EFE14-38FF-4178-9658-AF9B1DCF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46C7A-E0F5-4D9B-802C-B6C6175B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DCC83-BC48-451D-A50F-7DAD64B5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DDCAB-C4F5-4399-92B2-63F947F2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855DD-3243-45FD-B566-F8846A8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DFEC2-702C-4034-B381-F80281BE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3AD8F-DE9B-4D9C-8A7D-CB4F3CA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48402-A771-4C97-B421-957D2B11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CC09F-0EEC-4DA2-BC68-29E1D99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9C0BD-E604-4E60-9D1C-B7EAE40B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EDB1B-5385-45D9-BECF-D6338AE1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- 7 = 48.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31C24-E1A4-4DE6-BF0E-90B03BAB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B8196-B593-472F-B9F0-09E7801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B1E8C-44A0-4F34-ACC2-17AA0C23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08E94-13BF-4128-BEAE-319866C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EDDAF-6F34-4493-85A5-DE23D181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FFAAB-F834-42B3-8B60-60D00F78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49C99-47AC-4111-B725-30B75BD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C0D12-223E-4D07-9764-35D6B24D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x = 11.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618F3-8170-4871-8735-A1DF6245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4632244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EC26B-0EA9-45D8-867B-080239EB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6636A-4912-4C4D-A43A-17BF561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70A42-72FB-40AF-A387-11EB5F26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59528-1212-4CB9-BD84-09214923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F7C0A-4DBE-4D32-BF00-EDB9D7A6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8CAA3-4979-4363-B1C1-1F4C47B6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73A3E-2FB8-4BB6-8A4E-F75D528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649CD-4464-4F6E-837A-555D15B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1A148-452E-4219-ACAA-C238F9CA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4A118-0D09-4128-B4A5-2D851B80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1E6BD-247F-4D97-B56D-083E80A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99C97-6100-4E22-839C-4597880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11E72-4063-40BC-A0C3-0A533ECC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6(x + 4) = 72.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A7630-7B6D-485B-A586-49A4AD55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1B706-BC73-4BD2-9D3E-C5191B2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834C2-E637-4D67-A3D0-0C780C9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C0F6E-8066-431C-9533-F245F557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7328A-2160-4CD1-9ADE-9B2AF15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D8441-6AB0-4C8C-82A5-A5DC6C91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E98D1-E3C5-438B-AEB1-5BF06AE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C67B3-3AF9-412D-99B1-D161050C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412105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3D76C-744D-4273-A953-06BD285A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E22E9-9C37-4DA8-B476-417E2C75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96667-6903-4CC0-9BA9-127EFCCE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EFFB3-E03C-4168-A118-A99D8B94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23DBC-9E05-43CB-B125-E4D9374E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5D3ED-F337-4862-BAB9-C9B153E3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2B5AE-9BEC-4993-9FED-506EEAD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EB319-2617-4E7C-ADF1-FC8B8674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9DEF8-EA42-48B4-A967-9BF23D3D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2953D-A226-431B-8D6A-8B310280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number is tripled and 14 is added to make 65. Find the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2FDFC-CB8A-485C-A074-4FAFC303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4939A-9902-4DE4-B438-E7C4F22E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7018A-AB56-4EB3-AB27-E72F4094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17.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462520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74355-AFA6-4066-9A16-9FA76D97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27A80-C6D4-452C-8F0E-1F9621C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5BA3F-1B17-4DE5-B2E0-42FA1FC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B3442-2270-476E-BD44-79866514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E3575-7280-4060-8F2C-5B7F7B4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7621E-B2E1-4DB1-A99C-6AE4C2C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B73CB-B3BE-4295-AA73-CAE6E803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C307F-C763-4579-8799-BED1B579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A8D61-0BF7-4237-BC7E-56CAE55A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669C1-F045-47FB-8FF0-F1A53310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CD5CF-187A-4786-8283-F79CB90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74066-F74B-4AA6-BF7F-50F09D2E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6(x + 4) = 72.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A6F0C-6D8E-4BA8-8500-2786B0CB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C7866-22EB-463C-94AD-7B45763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3328A-D19A-4F56-9AD1-62E26149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D327E-5002-4C69-94CD-48773809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x = 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34F1D-A643-49FD-940B-88BF6735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009F4-ADF4-4BF1-B43E-7BA9616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0332092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5D7A7-3391-4CD0-BD64-A5C688C9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3A72B-E8DC-4244-8EAC-461B044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F1089-9382-4BD4-8E31-9EE06408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B8BC0-63C4-4F56-BDC6-26914C0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9F5EE-ED1F-4765-8CB8-406A8602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C730B-0B94-4E46-9AFF-1305ACBF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92C89-F893-4505-9603-FE46D153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3B4AD-DBF0-4791-A655-F69418F0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0240B-79D5-4D1C-9719-2016E70A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one-step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3655E-7BE7-445F-82B6-63B301DD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D8FD3-E337-4926-9635-EB94026D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06A6E-BCF0-4613-9930-F9D9B835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106F8-A3B9-429E-A37C-1E0917FB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6(x + 4) = 72.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33A82-CA49-4F54-99F1-FB096A2F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56F42-0465-4B8B-AF24-BF1C07C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0D86B-FEFD-40C6-93F4-C31E3DB1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0BC28-39C7-4002-91C0-CA3DDF21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changes one side of an equation without making the same balanced change to the other side.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B59F7-E987-4E44-A526-1C5E5E09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3673B-7E18-4789-8D62-D3D43639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5273B-96DD-40D3-A2B5-7FF7F551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CBBDB-FE27-4EEF-A676-D5588597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45F17-D517-4361-BEEE-4AF6F182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01172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2026-09-09T22:13:31.9290000Z</dcterms:created>
  <dcterms:modified xsi:type="dcterms:W3CDTF">2026-09-09T22:13:31.9290000Z</dcterms:modified>
</coreProperties>
</file>