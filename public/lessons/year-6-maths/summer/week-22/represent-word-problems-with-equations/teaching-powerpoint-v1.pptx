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c7a8b8786496c" /><Relationship Type="http://schemas.openxmlformats.org/officeDocument/2006/relationships/extended-properties" Target="/docProps/app.xml" Id="R4bca2548c0ef4aac" /><Relationship Type="http://schemas.openxmlformats.org/officeDocument/2006/relationships/officeDocument" Target="/ppt/presentation.xml" Id="R6b92035fe34048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f5e450b444347"/>
  </p:sldMasterIdLst>
  <p:notesMasterIdLst>
    <p:notesMasterId xmlns:r="http://schemas.openxmlformats.org/officeDocument/2006/relationships" r:id="R68777fabd0fb438c"/>
  </p:notesMasterIdLst>
  <p:sldIdLst>
    <p:sldId xmlns:r="http://schemas.openxmlformats.org/officeDocument/2006/relationships" id="256" r:id="R408c83a042af4309"/>
    <p:sldId xmlns:r="http://schemas.openxmlformats.org/officeDocument/2006/relationships" id="257" r:id="R8207b474ca704334"/>
    <p:sldId xmlns:r="http://schemas.openxmlformats.org/officeDocument/2006/relationships" id="258" r:id="R57e8a745ee384921"/>
    <p:sldId xmlns:r="http://schemas.openxmlformats.org/officeDocument/2006/relationships" id="259" r:id="Rf0f7cad814184e18"/>
    <p:sldId xmlns:r="http://schemas.openxmlformats.org/officeDocument/2006/relationships" id="260" r:id="R06110ea4aacf4e5e"/>
    <p:sldId xmlns:r="http://schemas.openxmlformats.org/officeDocument/2006/relationships" id="261" r:id="R51bef384694040f2"/>
    <p:sldId xmlns:r="http://schemas.openxmlformats.org/officeDocument/2006/relationships" id="262" r:id="R4f8b2cfdc1c44a0b"/>
    <p:sldId xmlns:r="http://schemas.openxmlformats.org/officeDocument/2006/relationships" id="263" r:id="R33aa0c126d4a4bc8"/>
    <p:sldId xmlns:r="http://schemas.openxmlformats.org/officeDocument/2006/relationships" id="264" r:id="R6e5f3bb411f248ec"/>
    <p:sldId xmlns:r="http://schemas.openxmlformats.org/officeDocument/2006/relationships" id="265" r:id="Ra77be239a48e484c"/>
    <p:sldId xmlns:r="http://schemas.openxmlformats.org/officeDocument/2006/relationships" id="266" r:id="R793136b3311b4352"/>
    <p:sldId xmlns:r="http://schemas.openxmlformats.org/officeDocument/2006/relationships" id="267" r:id="Rd80515d8255744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73b52bd0845c7" /><Relationship Type="http://schemas.openxmlformats.org/officeDocument/2006/relationships/slideMaster" Target="/ppt/slideMasters/slideMaster1.xml" Id="Rb51f5e450b444347" /><Relationship Type="http://schemas.openxmlformats.org/officeDocument/2006/relationships/notesMaster" Target="/ppt/notesMasters/notesMaster1.xml" Id="R68777fabd0fb438c" /><Relationship Type="http://schemas.openxmlformats.org/officeDocument/2006/relationships/presProps" Target="/ppt/presProps.xml" Id="R1ace93cc2c5a4a5a" /><Relationship Type="http://schemas.openxmlformats.org/officeDocument/2006/relationships/tableStyles" Target="/ppt/tableStyles.xml" Id="R03a87444f1df4407" /><Relationship Type="http://schemas.openxmlformats.org/officeDocument/2006/relationships/slide" Target="/ppt/slides/slide1.xml" Id="R408c83a042af4309" /><Relationship Type="http://schemas.openxmlformats.org/officeDocument/2006/relationships/slide" Target="/ppt/slides/slide2.xml" Id="R8207b474ca704334" /><Relationship Type="http://schemas.openxmlformats.org/officeDocument/2006/relationships/slide" Target="/ppt/slides/slide3.xml" Id="R57e8a745ee384921" /><Relationship Type="http://schemas.openxmlformats.org/officeDocument/2006/relationships/slide" Target="/ppt/slides/slide4.xml" Id="Rf0f7cad814184e18" /><Relationship Type="http://schemas.openxmlformats.org/officeDocument/2006/relationships/slide" Target="/ppt/slides/slide5.xml" Id="R06110ea4aacf4e5e" /><Relationship Type="http://schemas.openxmlformats.org/officeDocument/2006/relationships/slide" Target="/ppt/slides/slide6.xml" Id="R51bef384694040f2" /><Relationship Type="http://schemas.openxmlformats.org/officeDocument/2006/relationships/slide" Target="/ppt/slides/slide7.xml" Id="R4f8b2cfdc1c44a0b" /><Relationship Type="http://schemas.openxmlformats.org/officeDocument/2006/relationships/slide" Target="/ppt/slides/slide8.xml" Id="R33aa0c126d4a4bc8" /><Relationship Type="http://schemas.openxmlformats.org/officeDocument/2006/relationships/slide" Target="/ppt/slides/slide9.xml" Id="R6e5f3bb411f248ec" /><Relationship Type="http://schemas.openxmlformats.org/officeDocument/2006/relationships/slide" Target="/ppt/slides/slide10.xml" Id="Ra77be239a48e484c" /><Relationship Type="http://schemas.openxmlformats.org/officeDocument/2006/relationships/slide" Target="/ppt/slides/slide11.xml" Id="R793136b3311b4352" /><Relationship Type="http://schemas.openxmlformats.org/officeDocument/2006/relationships/slide" Target="/ppt/slides/slide12.xml" Id="Rd80515d8255744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f9da69196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e03431fd014d82" /><Relationship Type="http://schemas.openxmlformats.org/officeDocument/2006/relationships/notesMaster" Target="/ppt/notesMasters/notesMaster1.xml" Id="R38ccb33c3e5241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bed97c6734208" /><Relationship Type="http://schemas.openxmlformats.org/officeDocument/2006/relationships/notesMaster" Target="/ppt/notesMasters/notesMaster1.xml" Id="R5310b9bc1647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958f6e516457c" /><Relationship Type="http://schemas.openxmlformats.org/officeDocument/2006/relationships/notesMaster" Target="/ppt/notesMasters/notesMaster1.xml" Id="Ra67d56e708bb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7f55857914549" /><Relationship Type="http://schemas.openxmlformats.org/officeDocument/2006/relationships/notesMaster" Target="/ppt/notesMasters/notesMaster1.xml" Id="R8bd7ae402fb8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50a6fa73a4a17" /><Relationship Type="http://schemas.openxmlformats.org/officeDocument/2006/relationships/notesMaster" Target="/ppt/notesMasters/notesMaster1.xml" Id="Rde3e396ae4a445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13eeacf3164289" /><Relationship Type="http://schemas.openxmlformats.org/officeDocument/2006/relationships/notesMaster" Target="/ppt/notesMasters/notesMaster1.xml" Id="R7f92c8d5842e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f9f4006fa34bec" /><Relationship Type="http://schemas.openxmlformats.org/officeDocument/2006/relationships/notesMaster" Target="/ppt/notesMasters/notesMaster1.xml" Id="R6168690a48af45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49308efe8b48e9" /><Relationship Type="http://schemas.openxmlformats.org/officeDocument/2006/relationships/notesMaster" Target="/ppt/notesMasters/notesMaster1.xml" Id="Rf0225dd8557349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99e5e1f4ca487b" /><Relationship Type="http://schemas.openxmlformats.org/officeDocument/2006/relationships/notesMaster" Target="/ppt/notesMasters/notesMaster1.xml" Id="R5fae713b31944e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d72c0ffa84162" /><Relationship Type="http://schemas.openxmlformats.org/officeDocument/2006/relationships/notesMaster" Target="/ppt/notesMasters/notesMaster1.xml" Id="Rd3cd55991f9340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01909eef5e40e4" /><Relationship Type="http://schemas.openxmlformats.org/officeDocument/2006/relationships/notesMaster" Target="/ppt/notesMasters/notesMaster1.xml" Id="R3890db6b859f4e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5514064d154305" /><Relationship Type="http://schemas.openxmlformats.org/officeDocument/2006/relationships/notesMaster" Target="/ppt/notesMasters/notesMaster1.xml" Id="Rcbcc28a7fa0f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Balance models, function machines, algebra tiles, bar models,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Yes, both give x = 7. | Keep both sides balanced and identify the outer operation. |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equation, unknown, inverse, balance, expression,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Yes, both give x =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an inverse operation on the whole equation and check by substitution.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Yes, both give x = 7..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x = 53..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x = 11.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x = 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x = 53. | Use an inverse operation on the whole equation and check by substitution.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ad192b16d49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161f979d264b06" /><Relationship Type="http://schemas.openxmlformats.org/officeDocument/2006/relationships/slideLayout" Target="/ppt/slideLayouts/slideLayout1.xml" Id="Rc4e0dd31e186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0dd31e186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56f995194b2b" /><Relationship Type="http://schemas.openxmlformats.org/officeDocument/2006/relationships/notesSlide" Target="/ppt/notesSlides/notesSlide1.xml" Id="R18fb591ae71e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c582ac19a4927" /><Relationship Type="http://schemas.openxmlformats.org/officeDocument/2006/relationships/notesSlide" Target="/ppt/notesSlides/notesSlide2.xml" Id="R78ea8461e7d34a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6ad8ae2364346" /><Relationship Type="http://schemas.openxmlformats.org/officeDocument/2006/relationships/notesSlide" Target="/ppt/notesSlides/notesSlide3.xml" Id="R8a818bd65b40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e028979404ad7" /><Relationship Type="http://schemas.openxmlformats.org/officeDocument/2006/relationships/notesSlide" Target="/ppt/notesSlides/notesSlide4.xml" Id="Ra34f54023c6544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06d8fea624acd" /><Relationship Type="http://schemas.openxmlformats.org/officeDocument/2006/relationships/notesSlide" Target="/ppt/notesSlides/notesSlide5.xml" Id="Rbfabdf85865a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6cf6b92ed4744" /><Relationship Type="http://schemas.openxmlformats.org/officeDocument/2006/relationships/notesSlide" Target="/ppt/notesSlides/notesSlide6.xml" Id="Ra190a68b656141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e18351382496d" /><Relationship Type="http://schemas.openxmlformats.org/officeDocument/2006/relationships/image" Target="/ppt/media/image.png" Id="Ra75776bef46d42a8" /><Relationship Type="http://schemas.openxmlformats.org/officeDocument/2006/relationships/notesSlide" Target="/ppt/notesSlides/notesSlide7.xml" Id="Rf7906bfb38a64e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e212e6b13450f" /><Relationship Type="http://schemas.openxmlformats.org/officeDocument/2006/relationships/notesSlide" Target="/ppt/notesSlides/notesSlide8.xml" Id="R979cac69832c47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580b9ea964320" /><Relationship Type="http://schemas.openxmlformats.org/officeDocument/2006/relationships/notesSlide" Target="/ppt/notesSlides/notesSlide9.xml" Id="R3489c8b3cba44d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b7d28d074d8e" /><Relationship Type="http://schemas.openxmlformats.org/officeDocument/2006/relationships/notesSlide" Target="/ppt/notesSlides/notesSlide10.xml" Id="Ra70435e7ea8f41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864e7fdad4e19" /><Relationship Type="http://schemas.openxmlformats.org/officeDocument/2006/relationships/notesSlide" Target="/ppt/notesSlides/notesSlide11.xml" Id="Rdcbd4649f98a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67a806c6b4af2" /><Relationship Type="http://schemas.openxmlformats.org/officeDocument/2006/relationships/notesSlide" Target="/ppt/notesSlides/notesSlide12.xml" Id="Rfeec51cd6e1843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FFF2D-6DA3-4B2D-BE0A-F5AFF44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2459F-A366-4324-8F90-55A3418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5ECDC-8605-47F4-9199-778BF4B3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9C3AC-F962-404B-84B4-2352645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450D-08B7-4D9E-AF90-8CB457E6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5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F051B-18E8-435E-8042-8FD4E0A0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16953-6A19-48C3-9ADD-FEBE2AD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3088B-1517-49B2-BB13-C949FE9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form and solve equations from contexts.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5538D-5A19-45A2-9C3E-D244D43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260C3-B22B-4965-9F66-41086BC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Balance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927C0-DDBE-4448-AD2C-402B7D3F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95631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62F62-8450-4277-ABB1-6088CBC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C3A1-5E1A-468D-8912-9E2842A9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51480-CEA9-4FEE-9793-171D19E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B1EA8-942B-4A6D-9B62-0DF6A87F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BDB6-C10B-4508-A3AC-0B2477CB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F4F2C-0E8E-4B10-8C19-E7F2B76E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410A0-0BE3-4734-9BAB-0CAE2938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3EDE0-C6E1-40D5-A91E-29A83A9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EB8D1-C7BD-42FF-8C8F-A9F6519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C69BB-7187-4188-B151-837B371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6E16C-3297-4AAC-9610-85148C3D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12259-5722-4416-AEAB-704BAEE5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75D3-A18E-4123-9C3B-D8E801ED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inverse operations and the structure of equations to find unknown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7AFB6-EEA5-4E42-9EA0-F0ECE04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5A0F2-3357-45F3-BB94-9081303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7BD09-5B5F-4664-AB20-63BB78B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89E56-3FD4-463B-8CEF-C3013E5B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Do 4x + 12 = 40 and 2x + 6 = 20 have the same solution?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5A1E1-F37B-450A-B8DD-042998A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ED88C-AFF5-4B72-99CB-6D6067E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66D37-6AC9-4C04-9519-161444D7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8C35-A642-48A1-BF35-179A31EF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number is tripled and 14 is added to make 65. Find the number.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9F025A-85FE-4CC7-AD5C-A17F9094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99869101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E343A-C041-40A0-B2FE-C0BF64E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C3C01-3A8D-4CE9-AD77-36A0266F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65A75-C4EA-4989-94C2-BBED3072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7FDD7-25FD-48DC-996D-D19B052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20F4B-BF7A-4B5A-A525-051AE632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FD5B4-F783-4E03-B4E8-DD2917B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1DD8A-89C9-4D4D-A12F-EC7CC6D6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2DFC5-7603-427F-A55C-640E3AC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5E9C-F41F-48C5-8407-DAF5F7AD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EEAC1-B116-4134-89CE-29219CB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form and solve equations from contexts.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9B7FB-F163-4A1B-841B-62B9AD86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DD242-FD1E-4E74-AC27-5CFE6DB9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Keep both sides balanced and identify the outer operation.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D2A82-0C9A-40B6-A180-8C9225B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Undo operations in reverse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C9557-0432-48B1-B542-05E62D3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the solution to check the original equation.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C976B-7DB5-4750-9653-77D22FA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equation  |  unknown  |  inverse  |  balance  |  expression  |  solution</a:t>
            </a:r>
          </a:p>
        </p:txBody>
      </p:sp>
    </p:spTree>
    <p:extLst>
      <p:ext uri="{BB962C8B-B14F-4D97-AF65-F5344CB8AC3E}">
        <p14:creationId xmlns:p14="http://schemas.microsoft.com/office/powerpoint/2010/main" val="10709663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EDAE4-52E6-426C-950E-08CE7FBE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57439-5026-41D5-B483-473819B0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16CD0-0451-48B1-B211-8809E80E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CFAE6-3C19-4342-8487-65BFA79A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D6283-A309-4BCE-BF84-A87C90F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DFE67-EDCB-4A25-8331-0C70973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60581-C93A-4746-B3AC-02ECBB8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1006-F951-4AC2-A68D-D2E3796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8A0A3-79D9-419F-A2AB-A7FAE94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5C663-FC8E-48E7-8104-929DD46B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number is tripled and 14 is added to make 65. Find the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7089A-89FA-4CC4-9F62-791BFD81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20C37-0185-43FA-9B11-884F89EE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E0486-6D2B-405B-AA90-752352E9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3x + 14 = 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B3085-39CC-4D7F-BFFD-E8361694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4818D-7C85-4E76-BF0E-E16ADBB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75E45-0CEE-42EF-85B3-425909A3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Subtract 14: 3x = 51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09764-AD9A-42F0-82C8-00305953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AF718-159B-4CF8-8A8E-C9A45E47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BFB8A-8AF2-406F-85A9-5EEE169A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Divide by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EF1EE-02D5-4B7E-B293-857C099E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CB49E-F0D2-4BCD-9C28-A7FBB64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1EC0D-576F-411C-AC73-B31C241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17</a:t>
            </a:r>
          </a:p>
        </p:txBody>
      </p:sp>
    </p:spTree>
    <p:extLst>
      <p:ext uri="{BB962C8B-B14F-4D97-AF65-F5344CB8AC3E}">
        <p14:creationId xmlns:p14="http://schemas.microsoft.com/office/powerpoint/2010/main" val="12852729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51BE5-F0D5-46A5-BE86-ED0B3549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9099-C4D1-415D-9101-135AFEEB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BC3D6-1993-44D8-9BAE-1D386AA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0D606-9D7A-46BC-8DA2-6C9914C0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41FEC-DB89-41ED-8420-089031F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A16E3-7059-4B75-B9E3-0B328D8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5030A-8414-4D9D-AFCC-65B63D7B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8E802-9C15-4F8C-B253-B88B6867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94868-5381-4D07-96AB-684B8E8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4821E-DCEE-4ED6-B9D5-E59E7EF0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D9B46-1AB4-4EC9-B866-B17C555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A3ED1-F443-463E-9705-14165B6A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D12BD-AEF7-4E6D-A80D-5A40101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the solution to check the original equation.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E7E92-BAE9-4F8A-BE00-0E52006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1771183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6C66A-D92B-460D-B7BB-986EDAC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89EC6-A8DE-4563-96F4-BC05555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A98C6-56B4-4712-9F94-07BF3D0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D8316-1FBC-4B20-986F-DB73AAB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65ED4-DEF9-4C81-8463-F6F7894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AB8C5-C926-4F8E-BC07-6499A7EE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FAFBD-5505-4400-A651-322DA1A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F718-AC9B-4C8F-8CCA-0C5D5C2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9D4A-5301-46DF-A001-E61027CB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39996-817F-4D6D-B33C-5133039F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Do 4x + 12 = 40 and 2x + 6 = 20 have the same solution?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B3AD-89B6-4EA3-99C1-7A93AC12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748C0-ADBD-4EAC-8CD0-4534285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D1664-4323-4692-BC3A-951ECFF3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18A08-7E84-4125-99C9-86B50960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9DB6B-65A9-42AB-9CA1-6AA88BC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Yes, both give x = 7.</a:t>
            </a:r>
          </a:p>
        </p:txBody>
      </p:sp>
    </p:spTree>
    <p:extLst>
      <p:ext uri="{BB962C8B-B14F-4D97-AF65-F5344CB8AC3E}">
        <p14:creationId xmlns:p14="http://schemas.microsoft.com/office/powerpoint/2010/main" val="15519487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34E9E-C99D-4D42-A102-73CDC4F5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8C603-8EE4-485D-A6B9-F523B15B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D39BE-32BF-44C1-A582-7F73CD17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6C0C9-6F70-4383-866C-B7BA0312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86A50-EF95-49C3-95B7-16BAB245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38BBC-9EBF-4AD7-9216-4F8BD00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8C9A1-8E9A-4690-B078-0BE20EA1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70210-B3BA-43C1-BC9A-8AD8386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D831A-79F7-411C-87CB-3740DE1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776bef46d42a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A52B9-1729-4310-B2B1-83212B41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1718-5F89-4DDA-A8FE-D3421077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one side of an equation without making the same balanced change to the other 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8E82B-5B4F-432C-82CC-02CF16F7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15C81-F080-422E-AC6D-5B43B7B5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75063-4A60-4671-A161-EEF4E6E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an inverse operation on the whole equation and check by substitution.</a:t>
            </a:r>
          </a:p>
        </p:txBody>
      </p:sp>
    </p:spTree>
    <p:extLst>
      <p:ext uri="{BB962C8B-B14F-4D97-AF65-F5344CB8AC3E}">
        <p14:creationId xmlns:p14="http://schemas.microsoft.com/office/powerpoint/2010/main" val="19638957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C0C07-00E1-48FD-9CDA-5F043C14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B353-F663-4257-9E96-C27651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D327D-235E-43D8-A91F-FE007D38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368EF-ED6C-4F66-8986-451B4289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2F31F-9E83-43DD-A38C-2DCA1E7B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C45A-970B-4840-940F-3FF0DF0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CCCB-5461-44B2-A878-CFA7D4F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65523-BD3D-418F-B9E7-549FED1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68FF7-D90C-4CBD-8400-6BC1D98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36472-F84D-404B-825F-3E97E48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D5F0-B9CE-4E1B-A6DD-2F7C3CE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CBE2D-780A-4525-8D9D-077A08F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1F82E-F9AC-46FA-89E9-41D75D54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Do 4x + 12 = 40 and 2x + 6 = 20 have the same solution?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ECB93-D179-47E5-B803-49A13F3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3119F-65DD-444E-B12C-C862AE2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CF557-28E9-4CF4-B917-2431048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6AA6D-2210-4EA7-8BE8-20D7AF1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F79C7-9BFA-4D2C-9DC0-1C9792D7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74153-3FA1-4AB0-9E90-862ED8E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9A5B4-A637-402E-8972-C2A6428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44D3F-4A9A-4062-80E9-15DDB88A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Yes, both give x = 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6EF6C-01BA-445E-A261-99BEF85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2298684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2AEBC-57F3-4222-B361-B3E908B2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A21FA-0C8E-49E2-9850-7AB37EA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B4C72-58AA-4B1D-AA57-B0E16B2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F1386-70FB-4A54-A205-72396C94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42858-80E3-4D3D-AD50-09F78C1D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87F94-658B-41E1-8DB7-A90A93AE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9653-934F-4B52-8395-4274E3F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A6A5F-35D3-478C-A565-BFA5D45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97DD5-6F85-4B48-A93B-0386FF6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C6F23-856C-4792-94F2-4944D57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B7B13-BCC9-443A-A767-7B6B1CAE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86370-60EB-479D-8177-9148CAA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030D2-BF93-4E1B-86A7-B955C822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6D80C-B3CB-4615-9E77-C8C30E06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110B8-5471-4F08-AD4F-E468E64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46FF2-3F8F-4859-9399-A9B40925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47DBA-13C3-4DCD-982A-EB9AF71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259CE-A2BF-4136-AA76-D18743A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0F1F4-5B5F-48C1-90DB-F95B2A0D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82712-FF84-48DF-AFFF-FAC924A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0CA13-792D-47AD-9451-A2221E8C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9372135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B42B6-8204-4C68-B7AB-A888D9CC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B3A12-D5AA-4BA0-9C83-18186104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E8465-151A-483E-BEF1-C0C04ED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2B9B1-BDC4-4753-B87F-724C2581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7982E-867F-499D-984B-59BEFC9F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A0D62-E417-4E33-8B1C-3DCD263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41257-C0D0-4192-BD14-2B36EEF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148C7-EFBF-4AEC-BE78-46808074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0747A-CD3C-45CF-B12D-5A256631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74405-B8E7-41D2-92B1-CB39F411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Solve 5x - 7 = 48.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D8D6A-F3E7-4018-8BF3-4CF14EB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62764-407C-40C9-A324-5849DA6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71E99-AD8A-41B9-B73F-FCAD753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x = 11.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8383036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3240C-4702-4EBF-8D9C-0235A53E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C03BF-F82F-458C-A057-FEF4B65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72A00-367F-409F-915B-4345CD1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A9B18-5B5B-40DC-8608-717FD492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BFA01-A9D0-4C4B-9EE9-D80DDCA3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AD4F8-9362-42A3-8A06-0DEEF33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7A066-E3BF-4923-BA58-4BF3845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4A2E6-2BF5-4393-9FDD-937E4646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7F765-E87D-43AD-85D0-85B4743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BB213-3EA3-487C-B50A-E941AB83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01DE4-8BEF-42D8-A051-48FB4512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E4372-8BE4-4F65-84C4-9DA5C54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BD844-00D2-46A3-ACB0-878CD0BF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EB20B-E5D8-4279-9A39-48EB1AE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91F4A-C1DB-41BB-B060-1AF48912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2D9E6-21DF-484D-A3BF-5175D41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53.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B3EE3-C7C7-4243-B438-CDE1C770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E9AE7-763C-4D05-A5F8-35BE140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43485013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C0AAD-51E6-4003-9900-2A2FBEFA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7AB3-4C17-47A2-A517-5E4A4764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95CE2-8B6A-4431-B308-B268EAE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2D27F-A558-4CD0-AFC8-9D7ABE66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13E56-8704-4270-AD68-290487F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8018-D570-4963-A253-B98E900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F55FA-01A9-431C-9A21-4E28A07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1FFB1-DC92-43BC-B2F0-3C3CB3B8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086BA-5620-4DE6-8190-70B022F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Represent word problems with equations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BF395-C681-4E4F-B5AE-E00E98B9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B643-2A83-4DC6-9AFA-3430754A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EF173-DE76-447D-84B6-8E2AE0FF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D9423-A646-44A3-A403-1200A521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x + 38 = 91.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E7339-B710-4745-AD37-1794096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06A7B-21EF-404C-8669-EAE3543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6016F-E3BC-4BE0-9DA1-BE5C300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EF8A4-A451-485C-BAE2-C3D0B08F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one side of an equation without making the same balanced change to the other side.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40945-7126-4DBA-A7C5-2F3214C1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194A3-A0E2-4EEA-A0EA-2373B77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E7F62-1A63-4B4F-9843-4D8E5DE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95348-CBCD-4D9D-9A55-739DBAEF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C51CC-D5B6-4BAB-B72C-02727B5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5535098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2026-09-09T22:13:35.9280000Z</dcterms:created>
  <dcterms:modified xsi:type="dcterms:W3CDTF">2026-09-09T22:13:35.9280000Z</dcterms:modified>
</coreProperties>
</file>