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4d442690ea4554" /><Relationship Type="http://schemas.openxmlformats.org/officeDocument/2006/relationships/extended-properties" Target="/docProps/app.xml" Id="R5a1d0c3a3589452c" /><Relationship Type="http://schemas.openxmlformats.org/officeDocument/2006/relationships/officeDocument" Target="/ppt/presentation.xml" Id="Rbe78f87124b646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5a1490a37440cd"/>
  </p:sldMasterIdLst>
  <p:notesMasterIdLst>
    <p:notesMasterId xmlns:r="http://schemas.openxmlformats.org/officeDocument/2006/relationships" r:id="R9cf6d35555034edb"/>
  </p:notesMasterIdLst>
  <p:sldIdLst>
    <p:sldId xmlns:r="http://schemas.openxmlformats.org/officeDocument/2006/relationships" id="256" r:id="Rd02daf28a6a448c2"/>
    <p:sldId xmlns:r="http://schemas.openxmlformats.org/officeDocument/2006/relationships" id="257" r:id="Rf2d5ceb66b364db8"/>
    <p:sldId xmlns:r="http://schemas.openxmlformats.org/officeDocument/2006/relationships" id="258" r:id="R7110947dd87c4ed8"/>
    <p:sldId xmlns:r="http://schemas.openxmlformats.org/officeDocument/2006/relationships" id="259" r:id="Rcdd54b2f3a914656"/>
    <p:sldId xmlns:r="http://schemas.openxmlformats.org/officeDocument/2006/relationships" id="260" r:id="Ref32a23e83014c76"/>
    <p:sldId xmlns:r="http://schemas.openxmlformats.org/officeDocument/2006/relationships" id="261" r:id="R2600dbef57a941c7"/>
    <p:sldId xmlns:r="http://schemas.openxmlformats.org/officeDocument/2006/relationships" id="262" r:id="R375f1e6536ad438f"/>
    <p:sldId xmlns:r="http://schemas.openxmlformats.org/officeDocument/2006/relationships" id="263" r:id="Rcb8d271133324cf6"/>
    <p:sldId xmlns:r="http://schemas.openxmlformats.org/officeDocument/2006/relationships" id="264" r:id="R3caabc5740df4b74"/>
    <p:sldId xmlns:r="http://schemas.openxmlformats.org/officeDocument/2006/relationships" id="265" r:id="R851873b6737748cc"/>
    <p:sldId xmlns:r="http://schemas.openxmlformats.org/officeDocument/2006/relationships" id="266" r:id="Rfe22e8daff48454f"/>
    <p:sldId xmlns:r="http://schemas.openxmlformats.org/officeDocument/2006/relationships" id="267" r:id="R4ab028f65e1c43f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523bf5b0d934399" /><Relationship Type="http://schemas.openxmlformats.org/officeDocument/2006/relationships/slideMaster" Target="/ppt/slideMasters/slideMaster1.xml" Id="R6c5a1490a37440cd" /><Relationship Type="http://schemas.openxmlformats.org/officeDocument/2006/relationships/notesMaster" Target="/ppt/notesMasters/notesMaster1.xml" Id="R9cf6d35555034edb" /><Relationship Type="http://schemas.openxmlformats.org/officeDocument/2006/relationships/presProps" Target="/ppt/presProps.xml" Id="Rd162e544d4074bf0" /><Relationship Type="http://schemas.openxmlformats.org/officeDocument/2006/relationships/tableStyles" Target="/ppt/tableStyles.xml" Id="Rac8994259a0e46dc" /><Relationship Type="http://schemas.openxmlformats.org/officeDocument/2006/relationships/slide" Target="/ppt/slides/slide1.xml" Id="Rd02daf28a6a448c2" /><Relationship Type="http://schemas.openxmlformats.org/officeDocument/2006/relationships/slide" Target="/ppt/slides/slide2.xml" Id="Rf2d5ceb66b364db8" /><Relationship Type="http://schemas.openxmlformats.org/officeDocument/2006/relationships/slide" Target="/ppt/slides/slide3.xml" Id="R7110947dd87c4ed8" /><Relationship Type="http://schemas.openxmlformats.org/officeDocument/2006/relationships/slide" Target="/ppt/slides/slide4.xml" Id="Rcdd54b2f3a914656" /><Relationship Type="http://schemas.openxmlformats.org/officeDocument/2006/relationships/slide" Target="/ppt/slides/slide5.xml" Id="Ref32a23e83014c76" /><Relationship Type="http://schemas.openxmlformats.org/officeDocument/2006/relationships/slide" Target="/ppt/slides/slide6.xml" Id="R2600dbef57a941c7" /><Relationship Type="http://schemas.openxmlformats.org/officeDocument/2006/relationships/slide" Target="/ppt/slides/slide7.xml" Id="R375f1e6536ad438f" /><Relationship Type="http://schemas.openxmlformats.org/officeDocument/2006/relationships/slide" Target="/ppt/slides/slide8.xml" Id="Rcb8d271133324cf6" /><Relationship Type="http://schemas.openxmlformats.org/officeDocument/2006/relationships/slide" Target="/ppt/slides/slide9.xml" Id="R3caabc5740df4b74" /><Relationship Type="http://schemas.openxmlformats.org/officeDocument/2006/relationships/slide" Target="/ppt/slides/slide10.xml" Id="R851873b6737748cc" /><Relationship Type="http://schemas.openxmlformats.org/officeDocument/2006/relationships/slide" Target="/ppt/slides/slide11.xml" Id="Rfe22e8daff48454f" /><Relationship Type="http://schemas.openxmlformats.org/officeDocument/2006/relationships/slide" Target="/ppt/slides/slide12.xml" Id="R4ab028f65e1c43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627195525004f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afa4ca75ee4db6" /><Relationship Type="http://schemas.openxmlformats.org/officeDocument/2006/relationships/notesMaster" Target="/ppt/notesMasters/notesMaster1.xml" Id="R2043379c0fcb4f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a2f5310a6a47bb" /><Relationship Type="http://schemas.openxmlformats.org/officeDocument/2006/relationships/notesMaster" Target="/ppt/notesMasters/notesMaster1.xml" Id="R3aa6a7f558454e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1e9c98865841b3" /><Relationship Type="http://schemas.openxmlformats.org/officeDocument/2006/relationships/notesMaster" Target="/ppt/notesMasters/notesMaster1.xml" Id="R5eb1e432917e40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b235f67d224f71" /><Relationship Type="http://schemas.openxmlformats.org/officeDocument/2006/relationships/notesMaster" Target="/ppt/notesMasters/notesMaster1.xml" Id="R1d21ba715ab0472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2ac1fd17b64058" /><Relationship Type="http://schemas.openxmlformats.org/officeDocument/2006/relationships/notesMaster" Target="/ppt/notesMasters/notesMaster1.xml" Id="R40923840159e40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a7083f98c64239" /><Relationship Type="http://schemas.openxmlformats.org/officeDocument/2006/relationships/notesMaster" Target="/ppt/notesMasters/notesMaster1.xml" Id="Ref94738838bd49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a010fb7afb4939" /><Relationship Type="http://schemas.openxmlformats.org/officeDocument/2006/relationships/notesMaster" Target="/ppt/notesMasters/notesMaster1.xml" Id="R70c7e60601dc4d4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70cae3b14ca4e0d" /><Relationship Type="http://schemas.openxmlformats.org/officeDocument/2006/relationships/notesMaster" Target="/ppt/notesMasters/notesMaster1.xml" Id="R9a1880e282ef469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0a41c0e82345ef" /><Relationship Type="http://schemas.openxmlformats.org/officeDocument/2006/relationships/notesMaster" Target="/ppt/notesMasters/notesMaster1.xml" Id="Rc59f985ba27b452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33aa6d4def4747" /><Relationship Type="http://schemas.openxmlformats.org/officeDocument/2006/relationships/notesMaster" Target="/ppt/notesMasters/notesMaster1.xml" Id="Rb73f954552744c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eaba9ef9d0487a" /><Relationship Type="http://schemas.openxmlformats.org/officeDocument/2006/relationships/notesMaster" Target="/ppt/notesMasters/notesMaster1.xml" Id="Rb72f2c3d9ba143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85d35d8b15a42ac" /><Relationship Type="http://schemas.openxmlformats.org/officeDocument/2006/relationships/notesMaster" Target="/ppt/notesMasters/notesMaster1.xml" Id="R1e3fadac68eb48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Balance models, function machines, algebra tiles, bar models,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Yes, both give x = 7. | Keep both sides balanced and identify the outer operation. |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equation, unknown, inverse, balance, expression, solution.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Yes, both give x =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an inverse operation on the whole equation and check by substitution.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Yes, both give x = 7..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x = 53..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x = 11.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x = 53.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x = 53. | Use an inverse operation on the whole equation and check by substitution.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35abc2744743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631a163afb4268" /><Relationship Type="http://schemas.openxmlformats.org/officeDocument/2006/relationships/slideLayout" Target="/ppt/slideLayouts/slideLayout1.xml" Id="Re732941868e448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32941868e448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bec7e17e7b4cda" /><Relationship Type="http://schemas.openxmlformats.org/officeDocument/2006/relationships/notesSlide" Target="/ppt/notesSlides/notesSlide1.xml" Id="R2287aee10f5942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0e83e7ce447e9" /><Relationship Type="http://schemas.openxmlformats.org/officeDocument/2006/relationships/notesSlide" Target="/ppt/notesSlides/notesSlide2.xml" Id="R1a21d9ad091945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5d99893fc4788" /><Relationship Type="http://schemas.openxmlformats.org/officeDocument/2006/relationships/notesSlide" Target="/ppt/notesSlides/notesSlide3.xml" Id="R74ec3b2613c24b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00fa0aaab4cf7" /><Relationship Type="http://schemas.openxmlformats.org/officeDocument/2006/relationships/notesSlide" Target="/ppt/notesSlides/notesSlide4.xml" Id="Rab5b117ac76d4b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9084f2b9144ce6" /><Relationship Type="http://schemas.openxmlformats.org/officeDocument/2006/relationships/notesSlide" Target="/ppt/notesSlides/notesSlide5.xml" Id="Rce503bfbffa44e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7f113d0ee4f90" /><Relationship Type="http://schemas.openxmlformats.org/officeDocument/2006/relationships/notesSlide" Target="/ppt/notesSlides/notesSlide6.xml" Id="Rc1e78453084441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2c9373d6494bbf" /><Relationship Type="http://schemas.openxmlformats.org/officeDocument/2006/relationships/image" Target="/ppt/media/image.png" Id="R8c78309ecebf4296" /><Relationship Type="http://schemas.openxmlformats.org/officeDocument/2006/relationships/notesSlide" Target="/ppt/notesSlides/notesSlide7.xml" Id="Rfce75bc630e3445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996be77524bc6" /><Relationship Type="http://schemas.openxmlformats.org/officeDocument/2006/relationships/notesSlide" Target="/ppt/notesSlides/notesSlide8.xml" Id="Rddb1ff58ffcf49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cf80fe5484eeb" /><Relationship Type="http://schemas.openxmlformats.org/officeDocument/2006/relationships/notesSlide" Target="/ppt/notesSlides/notesSlide9.xml" Id="R3bfb8b30377544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3b466cbcca4665" /><Relationship Type="http://schemas.openxmlformats.org/officeDocument/2006/relationships/notesSlide" Target="/ppt/notesSlides/notesSlide10.xml" Id="Rc406bf8dae3945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76aa354dd4317" /><Relationship Type="http://schemas.openxmlformats.org/officeDocument/2006/relationships/notesSlide" Target="/ppt/notesSlides/notesSlide11.xml" Id="R122a1a7193e3495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3b5d52f8754201" /><Relationship Type="http://schemas.openxmlformats.org/officeDocument/2006/relationships/notesSlide" Target="/ppt/notesSlides/notesSlide12.xml" Id="R14b9f7a85a2f48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084DC-06EF-4402-8B95-87ABE235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9B6389-8623-44A9-865D-F6BC54B6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E25FA4-D1F2-441D-8AA8-4FCD0A80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EDFD5-8AE3-44C0-9815-59E70F8B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561C64-E8AF-441A-8E54-6827F3F6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F8815-3551-46D6-91EA-9C509905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18036-A4F2-44A8-B03C-17BEE8D5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18088-2EEE-4155-B2F4-89D22D83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form and solve equations from contexts.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50105E-4DA3-428E-8D12-64A4B089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85F09-09D1-43D2-B8CD-C0F113B2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Balance models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AFBAB-1A6F-4E80-AD3B-473BD102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4780540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F45418-6583-41A2-B14E-0DD506CA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3B17A-2DE3-459B-B0DE-13CD900A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3D003-6EBA-45D4-90BB-213F62AC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355ED-D678-4AB9-B167-063569C3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1785B-D966-4D5A-86CE-004CEE0F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C98C1-E686-4E26-BFCD-65E7F8B7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517BF-327E-42D4-B51B-25075ADF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38AC4D-5C2B-4536-8034-4725C5F3E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CD3502-87B1-403D-8C6E-24CF2391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7C8C9E-B0AB-4DE4-940B-CF47DC0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9C9063-B467-4F2B-BF6E-C8D93A7A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BF4B01-BD18-4B4A-9074-3FAED79B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5369F8-12F4-49F7-857B-92B2A41B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inverse operations and the structure of equations to find unknown values.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E59ABD-18A6-4A5F-BB80-6274217C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A0882-5B7E-46B2-A7EC-F8004752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9E6C82-4EBB-42DA-A102-98586603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6FF352-AACD-4452-BB75-AD275C0A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BFDBBE-A375-46D1-8E72-119A8314A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44C2B-DDD5-4BE2-B7E5-FB30A095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70FB93-470E-4F6B-95F2-7576BE0E6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8CB6BC-AA2F-401A-A33B-4A1ED669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number is tripled and 14 is added to make 65. Find the number.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869E47-EA41-4200-A0E3-A344BCEE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6271825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DE882A-7AFC-47B2-B939-1E6E9731B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73064-13E7-476A-90DD-8BD8571B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37721C-BDEC-4BD9-A1D2-77CE2F23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6DE91B-9043-4AAD-B8FF-2A0A7B98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646CF-B386-4AED-A224-FAE1EB1A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59E28-EC84-4AAD-A220-E0DA1F2A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D7B77-A06A-49D1-A070-6DFBEF77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D3F119-6592-4D86-B3C8-1A348C64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5700BE-5AEC-499E-AA70-DF33E76E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3BF46-3884-45AD-9D94-A9CAD2764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form and solve equations from contexts.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0261E3-0FA3-45F4-9405-10D4548E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0D706-B3E8-4D2A-B953-708B770A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Keep both sides balanced and identify the outer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56266-840D-4ED7-833C-BAA23F0C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Undo operations in reverse order.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CCD7E4-5777-4554-B02A-48491EFE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the solution to check the original equation.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FAFAA-9F1E-4B6C-85CC-913F4E7F9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equation  |  unknown  |  inverse  |  balance  |  expression  |  solution</a:t>
            </a:r>
          </a:p>
        </p:txBody>
      </p:sp>
    </p:spTree>
    <p:extLst>
      <p:ext uri="{BB962C8B-B14F-4D97-AF65-F5344CB8AC3E}">
        <p14:creationId xmlns:p14="http://schemas.microsoft.com/office/powerpoint/2010/main" val="7069437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7D4651-F1A5-4488-AFD3-6FECB5B7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3CF6A0-4506-494C-8249-CE45C70E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50B0EB-1181-4B19-A461-BF6D1CAE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C8CBE-7131-414D-BD3A-FF746C6A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ADBEC-4CAA-4708-8979-2E63CEDA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036A1-8408-4023-978D-4B12F656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5D3A83-30A8-4BF0-B43D-73578725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4E53F-E258-4E2A-A9A5-4787E87E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47E34-DB19-4B87-83BF-B84C0F69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303353-405F-4466-8CFC-018FD993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is tripled and 14 is added to make 65. Find the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0E41BB-8EE2-4348-8749-A0955D56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31C8A4-3B5B-42E9-949A-09CF6D07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EA8961-2933-4D0C-9514-01E489D6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Keep both sides balanced and identify the outer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13BD39-C464-42D7-8E2D-31A19DDF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78DA72-4E71-45F1-B865-6E40C39C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E44CD6-A3AB-4D0B-816E-5238E8DB0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Undo operations in reverse order.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2F1882-B39E-4E3E-8954-26766C05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C38534-E313-43FE-8317-F1B73163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5A49D7-6DC4-476E-938E-92971E48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17.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C5E9AB-450D-4449-A380-3FAD617A7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887730-4B05-4628-9A6A-2397355E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B02E87-0746-41B5-A08E-55AF0328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the solution to check the original equation.</a:t>
            </a:r>
          </a:p>
        </p:txBody>
      </p:sp>
    </p:spTree>
    <p:extLst>
      <p:ext uri="{BB962C8B-B14F-4D97-AF65-F5344CB8AC3E}">
        <p14:creationId xmlns:p14="http://schemas.microsoft.com/office/powerpoint/2010/main" val="144439057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DBE77E-5D45-49F7-B152-3A78EA11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28153-1A5F-441D-8EDA-54CDA9EE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37D18-306A-4FFC-B225-E97F52A9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846C0-E573-4A1D-9FA7-894791B6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7CC779-F07F-4894-A7CB-3FD32A3C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EFEC54-7F7E-4C9B-A027-7CADCD1D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BE8F3D-6FC9-459E-83EB-72D13423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61356-E466-452F-B746-19709A62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53A8B-2FFD-4545-87E9-05A29837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69810-D191-4D3D-B76F-11DF6C18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85F33E-EBF4-4551-98EA-21620673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17.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B159C-5BB4-4373-BE6D-4196E59F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071514-AC0B-40B3-84FE-7DB28333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the solution to check the original equation.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89C499-EA21-4076-9254-4DC72E7D4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037446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2FDAE3-3CEC-47EA-83AF-7851E566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E8746B-7D94-40E1-9632-D72E23D9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0E1B6-5046-4C35-BD57-416624D0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F2B5D-9B32-4E06-8239-2261A5D50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351D4-2AA6-4EC7-8301-EB19FA6A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3527A-0561-422A-AD84-E247E098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BBD793-65D4-4283-BBA4-6919F485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14DDC1-E34B-4BBC-A38E-ED1526D4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56D8C7-E45C-47BD-9CC3-9C54FF4F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6D1347-4EB3-4261-A228-EC01ECD7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963C07-5F2A-4728-90CA-ACAE8844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F0C2A3-78F4-47C7-852B-FB9701E7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EAE7F1-AF96-4747-BC75-8CBD8DC3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795222-78DC-4619-A5A0-44DDF249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B96ED4-3CF2-4847-AC6A-3DA39C7A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Yes, both give x = 7.</a:t>
            </a:r>
          </a:p>
        </p:txBody>
      </p:sp>
    </p:spTree>
    <p:extLst>
      <p:ext uri="{BB962C8B-B14F-4D97-AF65-F5344CB8AC3E}">
        <p14:creationId xmlns:p14="http://schemas.microsoft.com/office/powerpoint/2010/main" val="3684510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4D5423-DA57-46C7-A515-B01A949C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ACD553-A26D-448B-9154-F22958C9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306B43-BC95-47F1-ADDA-8CAA17E8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A72A99-77E2-4219-BE3F-FAD208DD6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745B48-6A87-4B7C-AE44-53EAEDF2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AB100-C819-4A58-A507-CA8513B4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4739C-AB02-4E32-9F42-736E4AFD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19A8D4-C880-4393-B07C-AA30B47E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F2A4E2-1638-410F-BC36-D1FB7490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78309ecebf429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DA316-58DA-4006-8D40-D84BDADEF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8638E-0ED8-489A-8138-AD250DDD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one side of an equation without making the same balanced change to the other side.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C25846-9E09-49A6-B00F-34D494F2B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42093-65D9-4BA3-8D55-5EF34226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8C0D20-E7E8-4A4E-97B9-28182E5C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an inverse operation on the whole equation and check by substitution.</a:t>
            </a:r>
          </a:p>
        </p:txBody>
      </p:sp>
    </p:spTree>
    <p:extLst>
      <p:ext uri="{BB962C8B-B14F-4D97-AF65-F5344CB8AC3E}">
        <p14:creationId xmlns:p14="http://schemas.microsoft.com/office/powerpoint/2010/main" val="11050649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1264B7-A71E-46C4-A629-6CB29C36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2BF66-F4A5-484C-910D-B5C70285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80AE7C-BE4A-4D1D-A7B1-1F2E689F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4D4F05-5A51-4872-8465-31A6A71C7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14784-5CC5-450C-873C-C2089801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F6071-D1CE-4304-8468-F1A2859A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18B427-931B-4DF8-A104-0042A4D9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5E181-F7AC-4522-B268-A24693E0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BD9B14-ED2E-4A4D-880D-C14824F03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8D749-DBEC-4FCB-B483-0E2B3145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74A4DB-CF09-417A-9CAE-69A7D358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1C660C-F4C0-4B41-B8E4-E8AB40A7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789D9-5361-4CE7-86F0-CE68B9C0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Do 4x + 12 = 40 and 2x + 6 = 20 have the same solution?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CC79F-72F4-4A1C-BC02-F5203DEC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17D62C-D1AB-4F97-ACAD-4F361871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92658A-352B-49D7-BA41-C841F8F2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4EA15-94D6-480A-AB9A-48AE310A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7F8D76-8378-407B-86F7-69A859C9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C99401-201D-4AA2-96F9-EA8387B9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DCE1D-5B41-41BE-BBCB-21AE8320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E40AD6-A1C2-4B89-9C08-2834AEA3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Yes, both give x = 7.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0C4F42-FFA7-45B3-B05B-C4DDDCE1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076726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DAEB7A-7B3D-4907-B410-6CEC3E68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60994-38AB-409D-BE6D-9861C7DD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DDEE2B-A6AF-4134-9AE0-ACE34B65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E02A40-48FA-4527-A6EF-E4574F79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35BFF-75B7-40DE-B24F-B8D23895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F5179-CB51-4C10-B9B4-1D3A3C39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0C91D-2499-407F-9534-F6A1D5BD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2A7EE5-1595-4014-A562-A9961C46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3F4FC-2EF4-46B6-AB3A-9ED5ADD0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FABA0-5318-4831-BEC0-D0E53D3A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3E228-EC3F-45AE-8112-2A05660A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411361-01F3-47AD-BE94-8E7DF8AB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9B34D5-1C70-43FB-8FB8-7B005191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x + 38 = 91.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E35E0-813C-4965-9624-A105B52C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CB2A8-E752-4E37-9D8C-81F1FB84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4D3EA7-80F7-43BF-A2F7-215C7B5D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258A1-26EA-43FC-B65E-D7868B69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A4F16-2C6B-4E7D-8DDA-CE604A4A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2C3006-73E5-4C47-80BE-6E0078CB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D1E1A7-A42C-435E-8EA6-6995D7B2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DA0C4-D7DF-4D66-894C-8D7A3376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402693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FCAF69-9C03-415F-91FE-01FCC280E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DD09BE-5037-4816-B75A-C31FB18F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ED81BB-6AC3-4C0E-BE79-EF274250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C22F5-22D7-4551-B1A9-275CCC86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A28352-2134-4830-B8BA-D3F644AF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F9C90C-6421-4C3F-934A-65B6341D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BE0A73-3659-4E30-BBE3-BA0D7835C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B00731-5216-48F4-8049-DB4BFA870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826552-872F-46B6-9810-CBFB1B60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17335-C554-49CE-9C3F-D9BED56F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Solve 5x - 7 = 48.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0F077-08F3-4E9C-B3C0-82239B56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DC921E-B5CB-4818-9AEE-3D363502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310979-3936-419D-9247-2131FCD7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x = 11.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22547865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E0D94-15C9-4D31-8CB4-DC7624D7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74AF9C-7BA4-4A72-944D-067D9CC3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799B3-B471-43FB-AFFC-3B846988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B6FF89-A2BC-47F9-AD3F-36C1F8F7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D0730D-0231-40AC-A05B-C6205C792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9D976-39F4-4B04-A555-2A442FAE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5F9C18-E409-4174-8ED4-46170D3E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3E93B-D049-44D0-8523-DC22C2A0F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8E191E-171D-43A7-A77D-278FFA60D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B0A543-297A-4039-934D-BC2849F6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C69C16-8221-4D7A-BB7F-FD7ABCB7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F42863-9FB2-41BC-94CF-821C059F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x + 38 = 91.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EE0C8B-1032-4F19-916A-81F0ED8D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27B2DC-EAE6-487C-AEDC-B739230A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8A7BD-5E3A-48EC-B0EB-4906F01A2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1EB4D-5A0C-4A85-B7D8-DA259C1F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x = 53.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ECC307-F744-411C-BE38-28CB65D1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4EDB30-B1DA-4821-A721-3D39CEB9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274989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F3EFF7-A74B-43C3-A615-656EC3786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9F635-DEEF-4A7E-A676-6C00AAFF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3248C-E11A-45F1-A745-8807F1B2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3CD4B-7151-44D2-94C4-70D90BBC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D3408-DC35-4B51-B01E-D2011C3D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F453D-77DD-43AB-BCC4-8F0EE914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FECF11-EC21-4197-8AD5-3429E5B26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3E0403-84C2-4A7D-8A8F-F1F52AC3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BCD3CA-0C74-44D0-ABE7-6FEEAC02A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Represent word problems with equations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9CB9F-89A9-4897-B302-3457BF3F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01903-7873-49D3-AA91-4ABF82FA9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AB77E-9503-4D75-976B-380EAC5B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ABD700-8976-4D81-8570-1270DEB0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x + 38 = 91.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14DD86-2CF6-48B0-B75F-3EA7EB89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932602-CE76-4A09-AABB-2F8258E3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F25592-A5F8-43A9-BE62-5F9F1C3B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E3BAC7-1720-4C35-B626-C673CCD8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one side of an equation without making the same balanced change to the other side.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6079CD-51B0-43F2-B9EE-FDBD8B94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DEF0B4-499E-4133-9914-9A7BCDC0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30EC34-C95C-4A05-B54A-2C711419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B4369F-0408-41C8-99F7-5F4ED4A1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D77D3C-4217-4388-B34F-A2B9ABD5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087642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2026-09-09T20:49:42.6330000Z</dcterms:created>
  <dcterms:modified xsi:type="dcterms:W3CDTF">2026-09-09T20:49:42.6330000Z</dcterms:modified>
</coreProperties>
</file>