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c263b6009f414f" /><Relationship Type="http://schemas.openxmlformats.org/officeDocument/2006/relationships/extended-properties" Target="/docProps/app.xml" Id="R4b48bf6d4f404661" /><Relationship Type="http://schemas.openxmlformats.org/officeDocument/2006/relationships/officeDocument" Target="/ppt/presentation.xml" Id="R886387d9cabb4d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6b87df2ed1473a"/>
  </p:sldMasterIdLst>
  <p:notesMasterIdLst>
    <p:notesMasterId xmlns:r="http://schemas.openxmlformats.org/officeDocument/2006/relationships" r:id="R201f95fa125b49da"/>
  </p:notesMasterIdLst>
  <p:sldIdLst>
    <p:sldId xmlns:r="http://schemas.openxmlformats.org/officeDocument/2006/relationships" id="256" r:id="Rc7d27451053641be"/>
    <p:sldId xmlns:r="http://schemas.openxmlformats.org/officeDocument/2006/relationships" id="257" r:id="R5ddcfc5cd68e4bd3"/>
    <p:sldId xmlns:r="http://schemas.openxmlformats.org/officeDocument/2006/relationships" id="258" r:id="R4aaa31a742114a78"/>
    <p:sldId xmlns:r="http://schemas.openxmlformats.org/officeDocument/2006/relationships" id="259" r:id="R7a008980944b4ca3"/>
    <p:sldId xmlns:r="http://schemas.openxmlformats.org/officeDocument/2006/relationships" id="260" r:id="R08946b0eed954ca3"/>
    <p:sldId xmlns:r="http://schemas.openxmlformats.org/officeDocument/2006/relationships" id="261" r:id="R13fbf182687e416c"/>
    <p:sldId xmlns:r="http://schemas.openxmlformats.org/officeDocument/2006/relationships" id="262" r:id="R8b461f7939ae410a"/>
    <p:sldId xmlns:r="http://schemas.openxmlformats.org/officeDocument/2006/relationships" id="263" r:id="Ra13e65011d8a4de3"/>
    <p:sldId xmlns:r="http://schemas.openxmlformats.org/officeDocument/2006/relationships" id="264" r:id="R0e5969a4f2df47ef"/>
    <p:sldId xmlns:r="http://schemas.openxmlformats.org/officeDocument/2006/relationships" id="265" r:id="R37d0a386654146a3"/>
    <p:sldId xmlns:r="http://schemas.openxmlformats.org/officeDocument/2006/relationships" id="266" r:id="R4057131469ec48ac"/>
    <p:sldId xmlns:r="http://schemas.openxmlformats.org/officeDocument/2006/relationships" id="267" r:id="Rda24e89e1d6d4b0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b0bde3181842c4" /><Relationship Type="http://schemas.openxmlformats.org/officeDocument/2006/relationships/slideMaster" Target="/ppt/slideMasters/slideMaster1.xml" Id="Rb76b87df2ed1473a" /><Relationship Type="http://schemas.openxmlformats.org/officeDocument/2006/relationships/notesMaster" Target="/ppt/notesMasters/notesMaster1.xml" Id="R201f95fa125b49da" /><Relationship Type="http://schemas.openxmlformats.org/officeDocument/2006/relationships/presProps" Target="/ppt/presProps.xml" Id="Rbd931940db9b487b" /><Relationship Type="http://schemas.openxmlformats.org/officeDocument/2006/relationships/tableStyles" Target="/ppt/tableStyles.xml" Id="R359b1b09c4994fef" /><Relationship Type="http://schemas.openxmlformats.org/officeDocument/2006/relationships/slide" Target="/ppt/slides/slide1.xml" Id="Rc7d27451053641be" /><Relationship Type="http://schemas.openxmlformats.org/officeDocument/2006/relationships/slide" Target="/ppt/slides/slide2.xml" Id="R5ddcfc5cd68e4bd3" /><Relationship Type="http://schemas.openxmlformats.org/officeDocument/2006/relationships/slide" Target="/ppt/slides/slide3.xml" Id="R4aaa31a742114a78" /><Relationship Type="http://schemas.openxmlformats.org/officeDocument/2006/relationships/slide" Target="/ppt/slides/slide4.xml" Id="R7a008980944b4ca3" /><Relationship Type="http://schemas.openxmlformats.org/officeDocument/2006/relationships/slide" Target="/ppt/slides/slide5.xml" Id="R08946b0eed954ca3" /><Relationship Type="http://schemas.openxmlformats.org/officeDocument/2006/relationships/slide" Target="/ppt/slides/slide6.xml" Id="R13fbf182687e416c" /><Relationship Type="http://schemas.openxmlformats.org/officeDocument/2006/relationships/slide" Target="/ppt/slides/slide7.xml" Id="R8b461f7939ae410a" /><Relationship Type="http://schemas.openxmlformats.org/officeDocument/2006/relationships/slide" Target="/ppt/slides/slide8.xml" Id="Ra13e65011d8a4de3" /><Relationship Type="http://schemas.openxmlformats.org/officeDocument/2006/relationships/slide" Target="/ppt/slides/slide9.xml" Id="R0e5969a4f2df47ef" /><Relationship Type="http://schemas.openxmlformats.org/officeDocument/2006/relationships/slide" Target="/ppt/slides/slide10.xml" Id="R37d0a386654146a3" /><Relationship Type="http://schemas.openxmlformats.org/officeDocument/2006/relationships/slide" Target="/ppt/slides/slide11.xml" Id="R4057131469ec48ac" /><Relationship Type="http://schemas.openxmlformats.org/officeDocument/2006/relationships/slide" Target="/ppt/slides/slide12.xml" Id="Rda24e89e1d6d4b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25d56dde5c4c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6b4c5fa5714e08" /><Relationship Type="http://schemas.openxmlformats.org/officeDocument/2006/relationships/notesMaster" Target="/ppt/notesMasters/notesMaster1.xml" Id="R9d477da287584d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cac9670eff4cc1" /><Relationship Type="http://schemas.openxmlformats.org/officeDocument/2006/relationships/notesMaster" Target="/ppt/notesMasters/notesMaster1.xml" Id="R147a9256c00a40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1532ddae9d45f2" /><Relationship Type="http://schemas.openxmlformats.org/officeDocument/2006/relationships/notesMaster" Target="/ppt/notesMasters/notesMaster1.xml" Id="R72418853d9f84b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d14f1b97134606" /><Relationship Type="http://schemas.openxmlformats.org/officeDocument/2006/relationships/notesMaster" Target="/ppt/notesMasters/notesMaster1.xml" Id="R954ce69668de4b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9bc53ae4bd488c" /><Relationship Type="http://schemas.openxmlformats.org/officeDocument/2006/relationships/notesMaster" Target="/ppt/notesMasters/notesMaster1.xml" Id="Ra874560cb94041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191af506e8f4560" /><Relationship Type="http://schemas.openxmlformats.org/officeDocument/2006/relationships/notesMaster" Target="/ppt/notesMasters/notesMaster1.xml" Id="Reed6b4d67168442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e142dd717f4f0c" /><Relationship Type="http://schemas.openxmlformats.org/officeDocument/2006/relationships/notesMaster" Target="/ppt/notesMasters/notesMaster1.xml" Id="Rbeafd1c9383848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817d143624435a" /><Relationship Type="http://schemas.openxmlformats.org/officeDocument/2006/relationships/notesMaster" Target="/ppt/notesMasters/notesMaster1.xml" Id="R00d4003fca2a41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e6b354077ca4a8c" /><Relationship Type="http://schemas.openxmlformats.org/officeDocument/2006/relationships/notesMaster" Target="/ppt/notesMasters/notesMaster1.xml" Id="R19035435441b416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3ea0367eec6461c" /><Relationship Type="http://schemas.openxmlformats.org/officeDocument/2006/relationships/notesMaster" Target="/ppt/notesMasters/notesMaster1.xml" Id="Rb0abb1b697e1485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124f46984642fe" /><Relationship Type="http://schemas.openxmlformats.org/officeDocument/2006/relationships/notesMaster" Target="/ppt/notesMasters/notesMaster1.xml" Id="Rd4ddada0dc28495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6b2ce870d514df7" /><Relationship Type="http://schemas.openxmlformats.org/officeDocument/2006/relationships/notesMaster" Target="/ppt/notesMasters/notesMaster1.xml" Id="Rb783229b6bac49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Balance models, function machines, algebra tiles,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17. | Keep both sides balanced and identify the outer operation. | Use an inverse operation on the whole equation and check by substitution.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equation, unknown, inverse, balance, expression, solution.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x =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an inverse operation on the whole equation and check by substitution.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17..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Yes, both give x = 7..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x = 53.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Yes, both give x =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Yes, both give x = 7. | Use an inverse operation on the whole equation and check by substitution.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d33785365044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370d1933f74010" /><Relationship Type="http://schemas.openxmlformats.org/officeDocument/2006/relationships/slideLayout" Target="/ppt/slideLayouts/slideLayout1.xml" Id="R755b2e0a6c464ae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5b2e0a6c464ae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fda30d56ae4da4" /><Relationship Type="http://schemas.openxmlformats.org/officeDocument/2006/relationships/notesSlide" Target="/ppt/notesSlides/notesSlide1.xml" Id="R73f9d1a8442743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3d74b2346b44e2" /><Relationship Type="http://schemas.openxmlformats.org/officeDocument/2006/relationships/notesSlide" Target="/ppt/notesSlides/notesSlide2.xml" Id="Re312ed89e61543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b1a892358c43c6" /><Relationship Type="http://schemas.openxmlformats.org/officeDocument/2006/relationships/notesSlide" Target="/ppt/notesSlides/notesSlide3.xml" Id="R6bd93626a6064b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fa0aeae9c649e7" /><Relationship Type="http://schemas.openxmlformats.org/officeDocument/2006/relationships/notesSlide" Target="/ppt/notesSlides/notesSlide4.xml" Id="R80cc299b36f349e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e961954944afb" /><Relationship Type="http://schemas.openxmlformats.org/officeDocument/2006/relationships/notesSlide" Target="/ppt/notesSlides/notesSlide5.xml" Id="R1c1e94d9616947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185d5d21564097" /><Relationship Type="http://schemas.openxmlformats.org/officeDocument/2006/relationships/notesSlide" Target="/ppt/notesSlides/notesSlide6.xml" Id="R1ced553ee9164b4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50f4701454c31" /><Relationship Type="http://schemas.openxmlformats.org/officeDocument/2006/relationships/image" Target="/ppt/media/image.png" Id="Rb02810ae893d42e4" /><Relationship Type="http://schemas.openxmlformats.org/officeDocument/2006/relationships/notesSlide" Target="/ppt/notesSlides/notesSlide7.xml" Id="Rd23fc1d24c6244f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05b82e7b524ff8" /><Relationship Type="http://schemas.openxmlformats.org/officeDocument/2006/relationships/notesSlide" Target="/ppt/notesSlides/notesSlide8.xml" Id="R99edc80ca0f543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11adc363642dd" /><Relationship Type="http://schemas.openxmlformats.org/officeDocument/2006/relationships/notesSlide" Target="/ppt/notesSlides/notesSlide9.xml" Id="R22a0c1b3001a4ab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aa2ac90c9a480d" /><Relationship Type="http://schemas.openxmlformats.org/officeDocument/2006/relationships/notesSlide" Target="/ppt/notesSlides/notesSlide10.xml" Id="Rddab1417bd7a47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f313b893df4991" /><Relationship Type="http://schemas.openxmlformats.org/officeDocument/2006/relationships/notesSlide" Target="/ppt/notesSlides/notesSlide11.xml" Id="R3696343c6433487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9a134f0fd94cec" /><Relationship Type="http://schemas.openxmlformats.org/officeDocument/2006/relationships/notesSlide" Target="/ppt/notesSlides/notesSlide12.xml" Id="R0d52bdf899eb439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712E44-1391-457F-B4B1-35563F9A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3F9106-2109-49F6-A116-541648A3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59BC08-77E5-4714-B2D0-09A68AF2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184A74-B377-40AE-B567-FCD6DB3D8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C2E89A-82A7-4394-9A04-4CA7038E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0C52E4-A8A0-4969-AC21-9C5E7857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65C547-F84F-4327-B535-D50808C2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BDC3F3-63B6-4153-8F86-9F2C03ED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equations containing grouped operations.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E2FA93-5AD2-4BA6-9A9C-82257085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DFD4B5-CE3B-4683-A30C-3729033D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Balance models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3E1DD1-908E-4F08-833A-8BB518BD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684097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BDAD2F-FE5E-4E8D-A507-3D996E7D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41F1CE-DED3-4E9C-AE7A-6BC55C8E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9CFD97-53DE-42F0-855C-E90C804D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585CC-7816-4DC5-8730-170496B6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5C5581-7275-47B9-8A7E-1BC98223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ADB9F5-9AFA-49B2-9125-4E767A5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BFD5D5-72D9-4A55-BACE-F5E04567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06E15B-52C1-48F8-BD4A-7202D28B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A1E473-8C9B-45FB-8919-A0CE6F9F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27D97C-2500-490D-840F-0FBB98FF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B3EC46-87DF-46AA-8BAA-05B5AB17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47020B-9766-4A30-AF07-01AAE9A7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305A9E-538E-45BC-9FC6-DEC06C5D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inverse operations and the structure of equations to find unknown values.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A87CCB-026D-4FFD-ADC7-8DA2E7AF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3ED788-A80C-4D1C-AC4D-2E47CCE4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A10DFA-F903-4DEA-BB9A-C7FBD431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6A9376-8DAC-4C48-8CAC-84CE655B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is tripled and 14 is added to make 65. Find the number.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FCC867-2202-4090-9FFE-56BA6E66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3454E8-1095-4ED6-ABDF-4320D18C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2994FE-7EEF-4F9A-A35F-D353C7F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15F3E0-E267-44EE-8BED-F6AFE5DE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Solve 6(x + 4) = 72.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A6498F-179E-46E8-BF58-1B03C1D2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344844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1CC46-E17C-4432-BDBB-4D0198AE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1D37F8-2B69-4CFA-A76F-94518A59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D8D245-F3B0-4594-8136-B077A605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F96BF1-F363-48EE-ACE8-3239263F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C4BD15-F5A9-49D4-9E0F-EF938BA8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DC4568-5DBF-4A42-9AB9-29BEDBCC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3E3F9C-9DA1-4A48-99B4-C658B107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137D66-36F8-4B51-8238-C4AFBD1A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21F0D4-84A3-49DA-9727-7D6C861D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DE7DD9-03B8-44A2-B001-D1EC8D1F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equations containing grouped operations.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EEAF01-E77C-4AC9-A11E-EC451FF8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5FBBDB-6C25-4530-ACA3-3B9B0656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Keep both sides balanced and identify the outer operation.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070A33-7802-42C3-8248-86D98A54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Undo operations in reverse order.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8592A5-B3D1-48D8-9201-BD0050317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Substitute the solution to check the original equation.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ACA73C-FE49-427E-9610-8FDC6908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equation  |  unknown  |  inverse  |  balance  |  expression  |  solution</a:t>
            </a:r>
          </a:p>
        </p:txBody>
      </p:sp>
    </p:spTree>
    <p:extLst>
      <p:ext uri="{BB962C8B-B14F-4D97-AF65-F5344CB8AC3E}">
        <p14:creationId xmlns:p14="http://schemas.microsoft.com/office/powerpoint/2010/main" val="14426394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C69686-8C76-4950-A927-4B71A1E6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8E8F14-EFBC-4932-94CA-07C513D6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AF6D9C-7A53-4A5D-84C8-CD11710D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435771-BB0D-476F-818D-5C0E127D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CEA155-60B1-483B-B5BE-8CF38577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4A19E-5B86-4997-BED3-4E20F8D2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934EFF-A77B-4FF2-9674-1210844B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56AED0-54EC-4C8D-898F-5E19613A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30DEA9-E7EF-47D1-9984-19E97199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05DB92-93E6-4C17-80D9-DC21E4DC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6(x + 4) = 72.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9C735-8CB0-4424-B052-BB6C52DF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32462A-A5EC-428F-9579-97F5BFD2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8E2E7D-2164-4D93-A559-7771479CB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6(x + 4) = 72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782CF4-6D3E-4098-A689-BB5972CF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5F01A9-C99A-4E09-8FBB-C793D23ED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50758E-DAE3-4531-84FD-E89DAA53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both sides by 6: x + 4 = 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675401-86DD-4D57-8041-DF159BE2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9515B7-A1B9-4D42-A9D6-8617C4B4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17A856-6037-4AFA-8539-4BA3457F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Subtract 4 from both sides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D4EFF7-1DE8-43E2-8243-E9E183465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2C9B43-3B97-4565-BE2F-A7E522C0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022460-0729-4E20-89F7-FB20F6E9F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x = 8</a:t>
            </a:r>
          </a:p>
        </p:txBody>
      </p:sp>
    </p:spTree>
    <p:extLst>
      <p:ext uri="{BB962C8B-B14F-4D97-AF65-F5344CB8AC3E}">
        <p14:creationId xmlns:p14="http://schemas.microsoft.com/office/powerpoint/2010/main" val="17116736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736224-F5E0-4865-951B-8644384E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0F0F6C-CAC5-4B9F-8B5C-8F1F3917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82D186-EAC6-418A-91DA-B75EA50A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0F9926-FE79-4BD4-9FCF-C516F5D6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73DD0-8CFB-4A5A-B9F6-6DCB0BD6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A1528C-27CE-4FD0-AC02-A0C25FE2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812FA2-1E17-4182-85A0-4560FD71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B6E3AB-B9B6-40B7-927F-A20D082A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741E0B-12EA-4FDB-A9C6-669F60DAF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C7BB36-688F-420F-A94A-B426FC4C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6B1A38-8B16-4114-B1AF-CC106153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x = 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30AA6E-53FF-4CE8-85C8-39F2B6C4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97A04A-3259-4217-8A06-53694E53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Substitute the solution to check the original equation.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C92609-78B2-4199-A396-7B62FF12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7671447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3AE153-04D6-44C4-BEE0-E736C7F7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F9CB7C-DEC2-44BE-BE1E-513D8750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7986DC-F435-4BF7-9731-171FE284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55FD37-69FC-4E67-A458-38FD985A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F3D211-2ABC-4BB1-AFC9-173EA6AD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82A39D-4F5A-4986-B83E-1C51BB68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CCAEB9-A4E3-421A-9B11-28D5F12B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385D9A-406A-483D-9BF7-4120484E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42BC22-25DA-4F27-B2E8-EA5DB7A7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8F3D5B-D80F-407F-A91B-F0D7ACA9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is tripled and 14 is added to make 65. Find the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4850F6-7DE1-4061-8FB7-11DA4C53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4ACD72-E823-4F8C-A92A-5991320C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FDAF2-FD30-42A0-9072-0AD510B6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7BD1C-B363-4553-A6B6-7A56F35B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5E6338-6FD1-4403-B9DC-9F90338A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17.</a:t>
            </a:r>
          </a:p>
        </p:txBody>
      </p:sp>
    </p:spTree>
    <p:extLst>
      <p:ext uri="{BB962C8B-B14F-4D97-AF65-F5344CB8AC3E}">
        <p14:creationId xmlns:p14="http://schemas.microsoft.com/office/powerpoint/2010/main" val="3054156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98CFBE-8F22-4EF8-9E1D-21F83C25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202D10-97D5-4AE1-9D01-20729F0B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E80E28-CB3A-47D1-AC3B-C3B33A41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50076-4E2A-4AE7-81AF-F716344C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DD1B4-097A-437D-9652-B25C9B01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04B1A3-35C6-49D2-8B00-9E705EC5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734348-43EE-4F0D-A5DD-3A83CA1E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95FE38-51F8-4AED-B6E8-3D0E1A99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0EDEEB-1E54-4251-A5BD-8D17BF5F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810ae893d42e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D2AEE7-484B-48C6-926F-2FEA6375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4AA18-9373-4C79-9998-A9A35B33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one side of an equation without making the same balanced change to the other side.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99F6C2-EBFA-4CC8-B9F2-E634B0ED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3A0C01-C051-4ABC-B191-4BBF26EE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40044A-A51A-43FE-9FAE-68F2B846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an inverse operation on the whole equation and check by substitution.</a:t>
            </a:r>
          </a:p>
        </p:txBody>
      </p:sp>
    </p:spTree>
    <p:extLst>
      <p:ext uri="{BB962C8B-B14F-4D97-AF65-F5344CB8AC3E}">
        <p14:creationId xmlns:p14="http://schemas.microsoft.com/office/powerpoint/2010/main" val="2907436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4CECFF-F782-4A78-B7B2-5E650802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B99355-A0D2-4CEC-BA5E-F29B2BE4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64A37E-B09D-49D3-BC8A-B7AEC475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9502A3-7F06-4BF7-A5BC-E47D2349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10BC7E-978A-4F3C-A5DF-49571519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449EBA-4D47-4C98-96B1-3A693E33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81B19E-2882-4D87-B086-37013311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748054-1EB8-49D3-A020-5366EB11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41BF57-59F9-474F-B7D6-89F4FE3E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C45A17-4AE0-4F98-96E1-ADF8B723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6DC26A-5F67-4861-BBC7-A2E3B914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4445D9-C7FB-4382-9AB8-FBBA1D84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257E44-D480-42CB-B432-4E1BC5A5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is tripled and 14 is added to make 65. Find the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4BAD8D-2747-41E0-BA1A-C27691E6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FF9DB9-3C81-4FCD-8426-4301E83E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1CB6B2-08D0-48A8-8F5F-95E1254D5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1AF3C8-F5DA-4E41-A792-4A1F7DC7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9EBB19-48E7-44EF-9D19-12CF028D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B0A8C8-4C19-4016-B7AD-0CDB0CB1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27AB34-95C5-49EE-8E40-272375F2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F5B212-D190-4B58-A4B4-7D622B75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17.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6C673D-6073-4DD7-BD85-77D371FD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425372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7DA5C7-767F-4679-8772-B2279CDD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C154C-FFBA-47EE-BAD5-AA32562E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63C63B-34D8-4ACE-8C5C-8DA6B6D3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FD371B-FE04-43F7-8E44-99226365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EE4412-B916-4750-A4FA-45A409F6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97DFF-22D7-4672-A69E-90D0A1E6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D5DE9E-92B9-4C9A-8CE1-9CA3F7A1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AB609A-DD08-40FB-8B4C-2DBD2414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6E7DB4-577B-4049-904F-F155BD7F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7CA781-61EA-4EAA-9A7F-87ADA20C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71E48B-9646-4DEB-8C56-B69ABDFC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B75050-20C6-4EB7-9715-97A421DD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41F57A-8122-4F3F-A7F7-B02C61A8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Do 4x + 12 = 40 and 2x + 6 = 20 have the same solution?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37158F-1112-4F4D-B737-08A0DA48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D9C6EF-FA55-43AB-A939-B6254E6B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971AFB-E426-4A74-88AD-87C12CEC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01DB61-CBAD-4F7F-A94A-D2730CD9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1EF5F3-5BFF-4BDF-A48F-BA0C1E76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C34B2A-E54B-4B3B-B25B-0C8F648A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309D63-CDE2-4A70-85C2-8C1E1CEA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C22C5A-A630-4AFE-9B2B-9CF51A46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0125296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A17C16-99CD-41CB-B389-F9A52D54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8AFF0C-92C4-4BDA-B672-6A9A79C9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009EEA-2373-4BD5-814C-2681C7CA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BBEBA8-E20F-4AD2-8C48-507F4780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ED4E48-CD2A-46A5-A1D3-CD7ED8E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477833-4A55-463B-8FF2-90486BCE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8E4105-9B8F-4462-931F-89741366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6B4942-384B-4C29-A0D1-E48A7611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862CB8-7732-4401-9487-2CB46C2C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1B8C6F-4A7B-40FC-B01D-84329F17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Solve x + 38 = 91.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83D0DF-A68D-4151-B606-1276D5E3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3AFFDB-F669-40A2-8328-5F6FAC27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6EFE5C-BBF5-4646-B86D-B43DC94D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x = 53.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6896156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0146A7-9CE7-43DB-B87B-6838E959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6CB2A-C9C5-49C3-B28E-AB90C5DB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3651D6-E969-4634-A2EE-BE6A35B1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B46192-9647-416A-A6DA-6F9B5775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5510FF-2DB7-41F9-9D27-17CE34BF2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40F335-EA79-4E80-AA19-DDF0727A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DCC6E0-2485-43C5-8931-C89FA945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7D060-A367-44AC-BB87-5816C6C5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032D9-D649-4DED-ABF9-03A82A77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BD4D2A-CCF2-4217-88A1-CAEA5D3C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D8E58F-1573-42F1-A15B-3D88EF50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A2422C-FFC4-486A-9FFE-3599D382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Do 4x + 12 = 40 and 2x + 6 = 20 have the same solution?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35949F-508D-4BBC-AA98-11417D12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35ADE9-8B3F-468C-9641-E982D86F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D31CDF-549C-4C86-867B-02AF72C9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7A22A4-341A-49E5-A17F-9A53631B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Yes, both give x = 7.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951EC6-126B-4F6C-AE47-0B5F3178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D01A85-1AC7-44F8-BCED-78EDCAD9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972227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685E8D-F203-4B9D-935C-E76938CD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F3474-E5BF-4B96-9728-65A9DAD2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D40C85-20BB-4C46-A69C-4C676B02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C97C5-65B0-46D3-AE62-D05134E8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E8B90-B5E9-4F64-8957-79D64B66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9259B7-8D6C-4A34-8BBB-D35CDEFF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83358-0D5C-4F7F-AE4C-772A8325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FA8D65-75F7-41B1-BDB4-8F6F6E93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E0761-C201-4C77-BC2D-602F4153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2B4011-D3C8-424B-9290-BEDCD0B3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2BDC31-3868-409C-94B5-E1423EF2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330AEE-2A3B-4E18-B8E1-6D0A2B91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97F4D4-154C-40A8-BFAA-CE0EFE1D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Do 4x + 12 = 40 and 2x + 6 = 20 have the same solution?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9DAF1A-5114-468A-9320-372FE095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8EBF81-55D8-478C-A6E9-76F5B2F0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011845-5147-4AA6-9181-C2742510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E40130-7A96-4671-9A61-5E86F486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one side of an equation without making the same balanced change to the other side.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8B33B8-8129-4913-9DF5-5D6C10BE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FB2BE3-97FA-4596-A2D3-AF57F1A4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AC18C9-4170-4004-8CE8-E1F6B6E24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52FE7B-A23C-4460-BB13-A7DC4C11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F8B1FB-6179-4A20-9369-05655F59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2207779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2026-09-09T22:13:34.4100000Z</dcterms:created>
  <dcterms:modified xsi:type="dcterms:W3CDTF">2026-09-09T22:13:34.4100000Z</dcterms:modified>
</coreProperties>
</file>