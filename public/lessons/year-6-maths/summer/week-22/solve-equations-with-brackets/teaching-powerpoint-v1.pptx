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cfe2f6caf8c4ea4" /><Relationship Type="http://schemas.openxmlformats.org/officeDocument/2006/relationships/extended-properties" Target="/docProps/app.xml" Id="R4f36e883a26a4c90" /><Relationship Type="http://schemas.openxmlformats.org/officeDocument/2006/relationships/officeDocument" Target="/ppt/presentation.xml" Id="R26978dee8d9a434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ec1c72630b7465e"/>
  </p:sldMasterIdLst>
  <p:notesMasterIdLst>
    <p:notesMasterId xmlns:r="http://schemas.openxmlformats.org/officeDocument/2006/relationships" r:id="R555f0bfe98b549ae"/>
  </p:notesMasterIdLst>
  <p:sldIdLst>
    <p:sldId xmlns:r="http://schemas.openxmlformats.org/officeDocument/2006/relationships" id="256" r:id="R17240da9dcfd4736"/>
    <p:sldId xmlns:r="http://schemas.openxmlformats.org/officeDocument/2006/relationships" id="257" r:id="Rfb1a4b95c3594d75"/>
    <p:sldId xmlns:r="http://schemas.openxmlformats.org/officeDocument/2006/relationships" id="258" r:id="R816283520ff04dbe"/>
    <p:sldId xmlns:r="http://schemas.openxmlformats.org/officeDocument/2006/relationships" id="259" r:id="R5d5e7634fc5a4bd3"/>
    <p:sldId xmlns:r="http://schemas.openxmlformats.org/officeDocument/2006/relationships" id="260" r:id="R0c35de582a234f9d"/>
    <p:sldId xmlns:r="http://schemas.openxmlformats.org/officeDocument/2006/relationships" id="261" r:id="Re628359a5cf04e72"/>
    <p:sldId xmlns:r="http://schemas.openxmlformats.org/officeDocument/2006/relationships" id="262" r:id="R9eddec6a0e31438e"/>
    <p:sldId xmlns:r="http://schemas.openxmlformats.org/officeDocument/2006/relationships" id="263" r:id="Rfe1c9fbea317481b"/>
    <p:sldId xmlns:r="http://schemas.openxmlformats.org/officeDocument/2006/relationships" id="264" r:id="Rb633276908664cd6"/>
    <p:sldId xmlns:r="http://schemas.openxmlformats.org/officeDocument/2006/relationships" id="265" r:id="Rb862764c77e04771"/>
    <p:sldId xmlns:r="http://schemas.openxmlformats.org/officeDocument/2006/relationships" id="266" r:id="R30a7be4e29504f4a"/>
    <p:sldId xmlns:r="http://schemas.openxmlformats.org/officeDocument/2006/relationships" id="267" r:id="Rd09fdde7939a43e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c1629ff99e44b18" /><Relationship Type="http://schemas.openxmlformats.org/officeDocument/2006/relationships/slideMaster" Target="/ppt/slideMasters/slideMaster1.xml" Id="Rbec1c72630b7465e" /><Relationship Type="http://schemas.openxmlformats.org/officeDocument/2006/relationships/notesMaster" Target="/ppt/notesMasters/notesMaster1.xml" Id="R555f0bfe98b549ae" /><Relationship Type="http://schemas.openxmlformats.org/officeDocument/2006/relationships/presProps" Target="/ppt/presProps.xml" Id="R3e373e7bbd6348ae" /><Relationship Type="http://schemas.openxmlformats.org/officeDocument/2006/relationships/tableStyles" Target="/ppt/tableStyles.xml" Id="Ra6120ffae47b4067" /><Relationship Type="http://schemas.openxmlformats.org/officeDocument/2006/relationships/slide" Target="/ppt/slides/slide1.xml" Id="R17240da9dcfd4736" /><Relationship Type="http://schemas.openxmlformats.org/officeDocument/2006/relationships/slide" Target="/ppt/slides/slide2.xml" Id="Rfb1a4b95c3594d75" /><Relationship Type="http://schemas.openxmlformats.org/officeDocument/2006/relationships/slide" Target="/ppt/slides/slide3.xml" Id="R816283520ff04dbe" /><Relationship Type="http://schemas.openxmlformats.org/officeDocument/2006/relationships/slide" Target="/ppt/slides/slide4.xml" Id="R5d5e7634fc5a4bd3" /><Relationship Type="http://schemas.openxmlformats.org/officeDocument/2006/relationships/slide" Target="/ppt/slides/slide5.xml" Id="R0c35de582a234f9d" /><Relationship Type="http://schemas.openxmlformats.org/officeDocument/2006/relationships/slide" Target="/ppt/slides/slide6.xml" Id="Re628359a5cf04e72" /><Relationship Type="http://schemas.openxmlformats.org/officeDocument/2006/relationships/slide" Target="/ppt/slides/slide7.xml" Id="R9eddec6a0e31438e" /><Relationship Type="http://schemas.openxmlformats.org/officeDocument/2006/relationships/slide" Target="/ppt/slides/slide8.xml" Id="Rfe1c9fbea317481b" /><Relationship Type="http://schemas.openxmlformats.org/officeDocument/2006/relationships/slide" Target="/ppt/slides/slide9.xml" Id="Rb633276908664cd6" /><Relationship Type="http://schemas.openxmlformats.org/officeDocument/2006/relationships/slide" Target="/ppt/slides/slide10.xml" Id="Rb862764c77e04771" /><Relationship Type="http://schemas.openxmlformats.org/officeDocument/2006/relationships/slide" Target="/ppt/slides/slide11.xml" Id="R30a7be4e29504f4a" /><Relationship Type="http://schemas.openxmlformats.org/officeDocument/2006/relationships/slide" Target="/ppt/slides/slide12.xml" Id="Rd09fdde7939a43e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05cb4c5ddde427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31d549f36794030" /><Relationship Type="http://schemas.openxmlformats.org/officeDocument/2006/relationships/notesMaster" Target="/ppt/notesMasters/notesMaster1.xml" Id="R1b26a521e0df4be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1abb9cf23b84ce1" /><Relationship Type="http://schemas.openxmlformats.org/officeDocument/2006/relationships/notesMaster" Target="/ppt/notesMasters/notesMaster1.xml" Id="Rb6b15f8166d34ea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7a7d1e7fdaa4be3" /><Relationship Type="http://schemas.openxmlformats.org/officeDocument/2006/relationships/notesMaster" Target="/ppt/notesMasters/notesMaster1.xml" Id="R99f9338db9c8418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ef7c1ec65cb4649" /><Relationship Type="http://schemas.openxmlformats.org/officeDocument/2006/relationships/notesMaster" Target="/ppt/notesMasters/notesMaster1.xml" Id="R78c2f678fab44e6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ada85028bf2489d" /><Relationship Type="http://schemas.openxmlformats.org/officeDocument/2006/relationships/notesMaster" Target="/ppt/notesMasters/notesMaster1.xml" Id="R0d62d83d990140b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b14972852ca4837" /><Relationship Type="http://schemas.openxmlformats.org/officeDocument/2006/relationships/notesMaster" Target="/ppt/notesMasters/notesMaster1.xml" Id="R44a20ba16cf5439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c8926ea2a474c34" /><Relationship Type="http://schemas.openxmlformats.org/officeDocument/2006/relationships/notesMaster" Target="/ppt/notesMasters/notesMaster1.xml" Id="R81bd883429d24d7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c7bd6024c5a46e4" /><Relationship Type="http://schemas.openxmlformats.org/officeDocument/2006/relationships/notesMaster" Target="/ppt/notesMasters/notesMaster1.xml" Id="R3480bbde686e448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bcb77787ceb4c93" /><Relationship Type="http://schemas.openxmlformats.org/officeDocument/2006/relationships/notesMaster" Target="/ppt/notesMasters/notesMaster1.xml" Id="Re555eb6ea11a4c5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b3c3208ca804b2b" /><Relationship Type="http://schemas.openxmlformats.org/officeDocument/2006/relationships/notesMaster" Target="/ppt/notesMasters/notesMaster1.xml" Id="R4ae4c3df407c4da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63f505ba16c4117" /><Relationship Type="http://schemas.openxmlformats.org/officeDocument/2006/relationships/notesMaster" Target="/ppt/notesMasters/notesMaster1.xml" Id="Rc87a7ba19efd4f4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19d004b42894df6" /><Relationship Type="http://schemas.openxmlformats.org/officeDocument/2006/relationships/notesMaster" Target="/ppt/notesMasters/notesMaster1.xml" Id="R66894522e6bf4d2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Balance models, function machines, algebra tiles, bar models,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17. | Keep both sides balanced and identify the outer operation. | Use an inverse operation on the whole equation and check by substitution.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equation, unknown, inverse, balance, expression, solution.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x = 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17.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an inverse operation on the whole equation and check by substitution.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17..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Yes, both give x = 7..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x = 53.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Yes, both give x = 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Yes, both give x = 7. | Use an inverse operation on the whole equation and check by substitution.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7ec0f6a58e496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e7126cc19234f14" /><Relationship Type="http://schemas.openxmlformats.org/officeDocument/2006/relationships/slideLayout" Target="/ppt/slideLayouts/slideLayout1.xml" Id="Rbee6f80f4e82496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ee6f80f4e82496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37341d48d84732" /><Relationship Type="http://schemas.openxmlformats.org/officeDocument/2006/relationships/notesSlide" Target="/ppt/notesSlides/notesSlide1.xml" Id="Re2ca73c8910b4fe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2737b845224d78" /><Relationship Type="http://schemas.openxmlformats.org/officeDocument/2006/relationships/notesSlide" Target="/ppt/notesSlides/notesSlide2.xml" Id="R2412470a3d31461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f6346d12fe42f7" /><Relationship Type="http://schemas.openxmlformats.org/officeDocument/2006/relationships/notesSlide" Target="/ppt/notesSlides/notesSlide3.xml" Id="R1487c370386141a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c65262f2894c46" /><Relationship Type="http://schemas.openxmlformats.org/officeDocument/2006/relationships/notesSlide" Target="/ppt/notesSlides/notesSlide4.xml" Id="Re7014e36408f409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9c889efe3d46d9" /><Relationship Type="http://schemas.openxmlformats.org/officeDocument/2006/relationships/notesSlide" Target="/ppt/notesSlides/notesSlide5.xml" Id="Ra40b14f142db44c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0c28fc8b914d02" /><Relationship Type="http://schemas.openxmlformats.org/officeDocument/2006/relationships/notesSlide" Target="/ppt/notesSlides/notesSlide6.xml" Id="Rcd4e38e49257478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def2209d36475d" /><Relationship Type="http://schemas.openxmlformats.org/officeDocument/2006/relationships/image" Target="/ppt/media/image.png" Id="R41f5cd68010e4fd4" /><Relationship Type="http://schemas.openxmlformats.org/officeDocument/2006/relationships/notesSlide" Target="/ppt/notesSlides/notesSlide7.xml" Id="R05aaf17b9a6a4ec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37e185eb41425a" /><Relationship Type="http://schemas.openxmlformats.org/officeDocument/2006/relationships/notesSlide" Target="/ppt/notesSlides/notesSlide8.xml" Id="R435bc1772ae2458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70314d056a4911" /><Relationship Type="http://schemas.openxmlformats.org/officeDocument/2006/relationships/notesSlide" Target="/ppt/notesSlides/notesSlide9.xml" Id="R0716314a08e546b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e2d88ef44c4c1d" /><Relationship Type="http://schemas.openxmlformats.org/officeDocument/2006/relationships/notesSlide" Target="/ppt/notesSlides/notesSlide10.xml" Id="R26b339d37b784cb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43fcebf7ae4566" /><Relationship Type="http://schemas.openxmlformats.org/officeDocument/2006/relationships/notesSlide" Target="/ppt/notesSlides/notesSlide11.xml" Id="Rc04f2a49986d458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343653b62248b7" /><Relationship Type="http://schemas.openxmlformats.org/officeDocument/2006/relationships/notesSlide" Target="/ppt/notesSlides/notesSlide12.xml" Id="R47df3a7f1c9a4d1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55627C-6BED-400E-B86B-7FA29DF1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8AEFAE-A5DC-4C23-9143-B159B1620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9B0572-2C6E-4937-BA87-39A081B53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E986C9-3E89-4B45-9EBD-4FDEA80FF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AC066B-3DBC-46C6-923A-3AFF124D6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equations with brackets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5A53D2-2EE5-47BF-B689-5A69C3152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E94D6F-2A7C-4214-A381-F83E30E0C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12CBD6-CD0B-4FE9-8524-A1DD33DA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equations containing grouped operations.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272794-3438-4AA9-A2FA-8EAC4B6C5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9FE0B6-5229-41D5-B413-11AA81401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Balance models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ACDA21-8F60-4ED5-A3F8-970CA538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1678175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95A7F1-3382-44E1-96C5-28B6777F5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FF7744-0507-48FC-8053-82D5340E8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25303D-8C07-490C-9149-060B540A3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F1F9E6-0EF0-41CE-8A97-33DFAD7AC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E5B686-CA12-4448-95D0-8F6592977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0F9EC0-0CEB-43FC-9C5A-EBE6E74F1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B5A480-3452-4C0E-8E7D-F02909F41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C67152-334D-4D34-A790-D82DF3CF3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7C07B9-1DB3-4012-AFE7-20A9C372F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equations with brackets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957CF2-3BDB-48B8-A856-0E2040F8F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8A1BB5-97CD-4E3E-9B15-F906F946A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27254A-19DB-4D64-8E3A-87A3203AB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0A3F51-17DA-4CB8-9AEB-806052935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inverse operations and the structure of equations to find unknown values.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39FEBE-C232-4CAC-899B-D17FFCB8E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F8213B-3A5F-484B-9FAA-2C7CDB8AF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5CC420-F4BF-439D-9D5B-EF4AE8578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9DD876-6D8E-45DF-82AF-5D4B324F4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number is tripled and 14 is added to make 65. Find the number.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927875-0DEA-444D-8646-C66525BF6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55DF0C-EE42-4F13-B866-6D292FFE5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01286E-CBD0-4EBD-A9FA-F8D8BF295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45A934-2959-4298-96AE-52D9761BA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Solve 6(x + 4) = 72.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82E1F3-2872-41B0-8A6D-BCF11EC49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72206811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B36BAD-03E6-4E14-8777-A399E0D5B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DA74A1-A116-4E5F-B060-EC2ACC2CE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3283AB-1509-4152-9E97-5B21F8B7C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DE1AE1-3558-4597-AF0B-960806009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F535C9-D311-4DFE-B1E1-D71FFE1A0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055E54-2133-4D38-9552-F62B7068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24D5A0-6EA9-472C-A9E3-862EDF9A4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8712F3-C1C0-41A3-8EE0-43E2A7E78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401ABE-3A2C-48AB-AE15-B807C90D1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equations with brackets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BD68D4-A8BC-491E-A5F5-929DCD42A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equations containing grouped operations.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027C0A-E9E8-4151-9BB1-FC73E10A2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A985DE-F3DD-42E6-ADA0-272AF8112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Keep both sides balanced and identify the outer operation.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4FBDE3-BA5A-49F9-8D37-52493CB9B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Undo operations in reverse order.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DBC1B6-10F3-4CE2-B8AA-0B1B9B6C9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Substitute the solution to check the original equation.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EA7252-6D3A-4380-91FF-2C219967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equation  |  unknown  |  inverse  |  balance  |  expression  |  solution</a:t>
            </a:r>
          </a:p>
        </p:txBody>
      </p:sp>
    </p:spTree>
    <p:extLst>
      <p:ext uri="{BB962C8B-B14F-4D97-AF65-F5344CB8AC3E}">
        <p14:creationId xmlns:p14="http://schemas.microsoft.com/office/powerpoint/2010/main" val="28031088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27881E-1C77-4129-A0FD-DFBC81A89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15981A-A7A8-41F9-AA9D-B49FD4989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758E76-71EA-4ED4-AE54-89E7836DF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020134-CC70-44B8-9DC1-35C7B6CDA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288009-4303-4CA2-8883-F5DEB5238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E685E2-52F6-4336-AAE3-E33A74B15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37C28C-5D20-48FE-8EAB-893B5B6AA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9C6ECF-2865-4254-AA54-1C911C7BF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5501F6-04DB-457A-8FCE-B7BC7E6FB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equations with brackets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F802E0-7E0A-4DA6-AC19-56ACF0C9F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6(x + 4) = 72.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AC1FC2-A185-40D6-ABEB-7E2D85E57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B29FD9-C36F-4A4D-A558-88DB4277D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5E135F-42FC-4545-9470-A640D3229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Keep both sides balanced and identify the outer operation.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92DF57-9FB6-422E-83D2-CD998DA75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5C27F6-91B3-4105-BEF6-E7E788A80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13330E-F1D3-43BB-961A-08BDEF03C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Undo operations in reverse order.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C28DB7-6C1E-4FD8-B496-BBF54ED8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837ED0-2223-4E44-87C2-D10C797DF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405405-9BB4-4630-8642-1248D0516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x = 8.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920EC3-6362-4BF0-ACA1-4A167E275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B6081F-FA8A-43A8-80D4-D887B7893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F30300-DF7E-4BC7-B8E9-0828F9C32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Substitute the solution to check the original equation.</a:t>
            </a:r>
          </a:p>
        </p:txBody>
      </p:sp>
    </p:spTree>
    <p:extLst>
      <p:ext uri="{BB962C8B-B14F-4D97-AF65-F5344CB8AC3E}">
        <p14:creationId xmlns:p14="http://schemas.microsoft.com/office/powerpoint/2010/main" val="147251129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FFFC41-FF7B-4858-ADEF-112321B44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D1F6D5-2D9C-49EC-98C7-681CA464D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010781-C43D-4835-97A4-70588FA3A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4A9C1F-0799-40D1-834F-01D9B3644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03100B-F1B3-448C-B0BE-1EBD7741C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744199-B1FC-498A-99B0-12D3FF933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A3FC12-349D-473F-A911-7D507AE8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E46FC1-C7C2-4810-8FA9-9166B0292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7436EB-84C1-41F8-AEAC-38F7A27FC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equations with brackets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1ACFBD-2562-44F1-8934-720FAD263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16A716-AF4D-4E66-BF62-3F809502C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x = 8.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E47133-E6ED-4444-BC22-6868ECC36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A61795-4E3F-4502-9332-243DF4797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Substitute the solution to check the original equation.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AB22CF-F17E-49E7-B95B-A78EA3EC5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78860795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B89347-7D02-424B-BB08-863809CE1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4FFF0F-A9D7-4CC1-BCA1-A8EA2CAB4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F1770E-71A4-4A06-B9E9-813BD5196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2B583B-6076-40E9-AD9E-4C6DD2259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E7256D-F55E-4127-8710-CE1C5B615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1CD428-9FF3-480D-922C-192E846FE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70C827-7DFA-469E-91FA-18BAF3235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FCD372-60B5-4FD5-A0E3-3E05B83FC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A0DEAF-60FD-43FD-909D-F3A32B0C3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equations with brackets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A45EE9-699C-4948-B411-13169A968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number is tripled and 14 is added to make 65. Find the number.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CB8E44-4E2C-4FEE-9598-1EA8D5672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A3C3B2-9BE7-4B2D-827C-153757B41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5C5910-DC57-4F88-A9E4-0F83EB4D0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B0A600-6F9D-4E22-A259-2C3043451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CECA0F-F7D4-4A79-8AB4-A564E01DD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17.</a:t>
            </a:r>
          </a:p>
        </p:txBody>
      </p:sp>
    </p:spTree>
    <p:extLst>
      <p:ext uri="{BB962C8B-B14F-4D97-AF65-F5344CB8AC3E}">
        <p14:creationId xmlns:p14="http://schemas.microsoft.com/office/powerpoint/2010/main" val="5679051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A4F48F-8218-4382-A5FF-9960396E6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EEC279-03C2-4083-B760-19BF9E43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F53D46-816E-4A0C-A657-A113C2CA6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BC5CDB-A63F-4C8C-B77B-23AFCA0F8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0F626A-43C5-40D9-8CA2-8A569816D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C0D747-13FE-4C09-B421-648F10183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7101BC-A836-4B40-93BE-6E296D790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FE5941-6CFD-46AB-A39B-168599944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C1918C-487B-4F0D-8FE1-6D9E361B8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equations with brackets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f5cd68010e4fd4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FF1301-0720-4D4C-9BCC-4C63D4254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77E95C-A11D-4C7E-BB2F-3C5D726D0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changes one side of an equation without making the same balanced change to the other side.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3CB13A-3216-4847-80F8-C3FE8AC07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881E5B-EF34-49FA-BCE7-1E38CBB88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A5F413-75BD-426B-84DF-EFC9BC330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an inverse operation on the whole equation and check by substitution.</a:t>
            </a:r>
          </a:p>
        </p:txBody>
      </p:sp>
    </p:spTree>
    <p:extLst>
      <p:ext uri="{BB962C8B-B14F-4D97-AF65-F5344CB8AC3E}">
        <p14:creationId xmlns:p14="http://schemas.microsoft.com/office/powerpoint/2010/main" val="10127624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5A2C5E-D3D4-4152-A012-7D7CD99E1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A26366-E95D-465A-A139-E2128044D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EBCEFF-65B4-4C1B-B147-E3B72BAB3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1B3669-614B-4ECA-8B57-C4CED58D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8057C7-C49D-45E2-B89A-7A9091647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C59F3F-3F1C-4369-BF91-DD78F602D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A1AFAC-7BD6-4F01-8530-C99DD87CE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F2CD4C-4EAC-4D4B-ADD1-B23F45C40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A7E6D4-4317-4FE7-BC76-09321EB15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equations with brackets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97EF33-9BAD-40BA-8B12-0454C6676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8E13EB-7075-42EE-AB5A-272CC8CE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55D82A-43FF-4181-B2FF-0F30698D8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149B06-03ED-4CC5-ADD8-98174FBEF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number is tripled and 14 is added to make 65. Find the number.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9354E6-8B89-4EB2-B293-5F44E4A65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62F588-5090-4BA3-87E3-55C6E7A80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ACE308-60D7-448B-90D0-67707F3E0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FAB1DA-F276-46C6-897F-995DA3516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D92739-287F-46D4-A84D-6E967994C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2A9793-81C4-43CE-AD2C-F0CC3B638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2AFFA5-B1C1-466E-A115-70DB2FEE5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183127-6670-4381-B365-497271040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17.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506391-C155-4326-AB81-E02166ABD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91279690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2DC64D-9247-4AFE-B670-215DD9C4E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C1209C-551E-4CBA-AB81-D30A3A07F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D1ED74-7E1C-4CEF-AB76-71E80F5E3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387F4D-A893-4EDD-8047-E6404A5D5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291C2C-9DC9-4A7F-8A95-F597E6137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2D43E8-E368-486C-984C-22AC84E59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7787C2-5CB1-4025-8E75-005563E25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B20CCB-CAFD-4ED5-9391-8E37E446C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E183E0-0A10-40E4-84F8-A2E815263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equations with brackets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FF552C-9CAC-4D42-8B15-D052983CD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D9329D-E7EB-41AA-B651-1258ABE8C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224C13-9515-4B12-A042-F311C075F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A5B519-153A-413D-A1EF-7498F711F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Do 4x + 12 = 40 and 2x + 6 = 20 have the same solution?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A5D651-7D87-4FEA-AEBB-ADBE464E7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E7A23E-1219-4C8E-8C6F-57A81B3C0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A19118-AB60-4652-9F1C-3E2B3735A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3CBD85-7373-4892-BAD6-00E563C25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D780E2-9247-4AAE-9D37-6F2006FF5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F1915D-5760-40B5-9D9A-CA2512199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A97240-45E6-4933-AFA0-221217CA6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7EE146-85E2-4183-AD6B-581C4B20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213719067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638898-6406-459F-B4DA-472EF34B8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AB4754-1265-4213-B848-B28FD76FD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1EC84D-4C7C-4067-B871-D9D03282D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DB2D7F-82CD-4EA9-9BCC-D5616E4BA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52F6E5-961A-4D06-A236-B1723AB1A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C099D9-81DC-4403-B1E7-C3263E179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704C47-03B6-4F75-9C07-6A2F5FCC2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EA6615-559B-433A-831A-63C826F47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3AF740-423B-48D4-B617-5CBDDFB46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equations with brackets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0371E5-42BF-46A9-9CE5-52C1F41BB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Solve x + 38 = 91.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3C7EF5-08CA-4EAF-9861-C19146EA6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FCE87C-1E71-4173-94F1-389EE3EB8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E66C35-094D-4A52-8A8C-6A418A3D8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x = 53.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78974279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38428B-4345-4B13-ACB0-B4B7D68AD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553197-116C-44D1-8BD9-8051E11DF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2CB85D-F232-4DF5-B047-5E28F3ED9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5B987E-E73A-41C5-AD5F-82FE69695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BF94AE-3D87-42E5-805C-E0DF48EC3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99BA6C-AF0C-4358-8163-7F77E55A4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ECEFD4-7D4A-4AEA-B796-7C06D6944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48D648-09E1-4D92-99B0-4A8ED8B89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2CE5FD-1B96-43E8-AB0B-D4589DDAB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equations with brackets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1220DF-8AE3-48D5-8E7A-DD37ACDA6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9EDC32-72EC-4F36-A365-34710199D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5EE45B-E381-4215-9B20-A4BE7BBBD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Do 4x + 12 = 40 and 2x + 6 = 20 have the same solution?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7BCCF2-768F-4901-859F-E1D96E3DF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FA9DFB-E453-41B5-88B6-BA3A5A6A6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7FCCD0-E9FD-4E32-A686-3F8DEE6D2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25A176-90D4-4F5B-9B55-6F75AA876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366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Yes, both give x = 7.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027A2B-3B3F-4472-982B-C8FDA4910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F126DB-829E-4BFC-A903-B28D0B85D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206299081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BCFC18-F62B-4BC7-9A40-2F3BF88B3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BEACD4-B3D4-4576-95EF-C4C1B02D1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15F2F0-1356-420F-AB71-93A50B79F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0FFB73-B1D2-4932-A739-B2431692B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2498F5-6F97-42B9-983E-9AD904FF7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11D0F9-9EEE-4B1A-8EA5-C3FAA5865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DA9FFC-E8B3-4C50-8C42-D2CBABD31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C5A155-4618-4D47-B566-871F92437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6FD950-6C65-4A8B-ACA7-EAD764525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equations with brackets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6E1D7D-498C-4B75-89F7-1A3EAC657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5B065E-D029-49F3-939A-FB1B5F2F1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1B4111-9078-47ED-A63F-D50BD9E25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C9BE43-E949-4B66-AC30-5DE04F783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Do 4x + 12 = 40 and 2x + 6 = 20 have the same solution?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6F561D-4AF8-4ED2-861B-8713EA7EB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20C191-073A-487A-99BC-0C67A12B3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A21E21-0F21-499B-A262-7DBCCA987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BF74A2-B7DE-4A4B-8662-5A65CEA4A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changes one side of an equation without making the same balanced change to the other side.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0F9CD6-4444-4FE7-9D5D-E41583FE9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B70E01-C787-4629-BB8A-363A3BF87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897514-EF3B-4D84-B6E6-ED0307C96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28339F-6CA9-47F2-B547-A260D6B85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91AD82-8495-4868-96D2-6EF54F4E5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95592532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2026-09-09T20:49:41.3540000Z</dcterms:created>
  <dcterms:modified xsi:type="dcterms:W3CDTF">2026-09-09T20:49:41.3540000Z</dcterms:modified>
</coreProperties>
</file>