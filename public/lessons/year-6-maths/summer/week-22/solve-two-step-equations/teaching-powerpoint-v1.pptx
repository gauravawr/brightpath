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22e8593ae64103" /><Relationship Type="http://schemas.openxmlformats.org/officeDocument/2006/relationships/extended-properties" Target="/docProps/app.xml" Id="Ra2ecb262121f4282" /><Relationship Type="http://schemas.openxmlformats.org/officeDocument/2006/relationships/officeDocument" Target="/ppt/presentation.xml" Id="Rdce36f12065d49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bcb482b4184ede"/>
  </p:sldMasterIdLst>
  <p:notesMasterIdLst>
    <p:notesMasterId xmlns:r="http://schemas.openxmlformats.org/officeDocument/2006/relationships" r:id="Rb4c5b430259643c2"/>
  </p:notesMasterIdLst>
  <p:sldIdLst>
    <p:sldId xmlns:r="http://schemas.openxmlformats.org/officeDocument/2006/relationships" id="256" r:id="R36929667354f4d7a"/>
    <p:sldId xmlns:r="http://schemas.openxmlformats.org/officeDocument/2006/relationships" id="257" r:id="R8d97ffb6be4d4eec"/>
    <p:sldId xmlns:r="http://schemas.openxmlformats.org/officeDocument/2006/relationships" id="258" r:id="Rb4043ae87e774d80"/>
    <p:sldId xmlns:r="http://schemas.openxmlformats.org/officeDocument/2006/relationships" id="259" r:id="R4c38f8fbfe7d4635"/>
    <p:sldId xmlns:r="http://schemas.openxmlformats.org/officeDocument/2006/relationships" id="260" r:id="R5907f1cc26724629"/>
    <p:sldId xmlns:r="http://schemas.openxmlformats.org/officeDocument/2006/relationships" id="261" r:id="Redf5ce0de8e14811"/>
    <p:sldId xmlns:r="http://schemas.openxmlformats.org/officeDocument/2006/relationships" id="262" r:id="R31d92bd256454ca1"/>
    <p:sldId xmlns:r="http://schemas.openxmlformats.org/officeDocument/2006/relationships" id="263" r:id="Rf32e9e2769cd4260"/>
    <p:sldId xmlns:r="http://schemas.openxmlformats.org/officeDocument/2006/relationships" id="264" r:id="Ra598a059236c43a7"/>
    <p:sldId xmlns:r="http://schemas.openxmlformats.org/officeDocument/2006/relationships" id="265" r:id="R2d7105ce1f3f4f61"/>
    <p:sldId xmlns:r="http://schemas.openxmlformats.org/officeDocument/2006/relationships" id="266" r:id="Ra8e5797aa4d2454b"/>
    <p:sldId xmlns:r="http://schemas.openxmlformats.org/officeDocument/2006/relationships" id="267" r:id="R70f05cf1c5594b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04df9641eb48b8" /><Relationship Type="http://schemas.openxmlformats.org/officeDocument/2006/relationships/slideMaster" Target="/ppt/slideMasters/slideMaster1.xml" Id="R8bbcb482b4184ede" /><Relationship Type="http://schemas.openxmlformats.org/officeDocument/2006/relationships/notesMaster" Target="/ppt/notesMasters/notesMaster1.xml" Id="Rb4c5b430259643c2" /><Relationship Type="http://schemas.openxmlformats.org/officeDocument/2006/relationships/presProps" Target="/ppt/presProps.xml" Id="R21f221abe77e4380" /><Relationship Type="http://schemas.openxmlformats.org/officeDocument/2006/relationships/tableStyles" Target="/ppt/tableStyles.xml" Id="Rf6cfcb97b2cf4413" /><Relationship Type="http://schemas.openxmlformats.org/officeDocument/2006/relationships/slide" Target="/ppt/slides/slide1.xml" Id="R36929667354f4d7a" /><Relationship Type="http://schemas.openxmlformats.org/officeDocument/2006/relationships/slide" Target="/ppt/slides/slide2.xml" Id="R8d97ffb6be4d4eec" /><Relationship Type="http://schemas.openxmlformats.org/officeDocument/2006/relationships/slide" Target="/ppt/slides/slide3.xml" Id="Rb4043ae87e774d80" /><Relationship Type="http://schemas.openxmlformats.org/officeDocument/2006/relationships/slide" Target="/ppt/slides/slide4.xml" Id="R4c38f8fbfe7d4635" /><Relationship Type="http://schemas.openxmlformats.org/officeDocument/2006/relationships/slide" Target="/ppt/slides/slide5.xml" Id="R5907f1cc26724629" /><Relationship Type="http://schemas.openxmlformats.org/officeDocument/2006/relationships/slide" Target="/ppt/slides/slide6.xml" Id="Redf5ce0de8e14811" /><Relationship Type="http://schemas.openxmlformats.org/officeDocument/2006/relationships/slide" Target="/ppt/slides/slide7.xml" Id="R31d92bd256454ca1" /><Relationship Type="http://schemas.openxmlformats.org/officeDocument/2006/relationships/slide" Target="/ppt/slides/slide8.xml" Id="Rf32e9e2769cd4260" /><Relationship Type="http://schemas.openxmlformats.org/officeDocument/2006/relationships/slide" Target="/ppt/slides/slide9.xml" Id="Ra598a059236c43a7" /><Relationship Type="http://schemas.openxmlformats.org/officeDocument/2006/relationships/slide" Target="/ppt/slides/slide10.xml" Id="R2d7105ce1f3f4f61" /><Relationship Type="http://schemas.openxmlformats.org/officeDocument/2006/relationships/slide" Target="/ppt/slides/slide11.xml" Id="Ra8e5797aa4d2454b" /><Relationship Type="http://schemas.openxmlformats.org/officeDocument/2006/relationships/slide" Target="/ppt/slides/slide12.xml" Id="R70f05cf1c5594b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222a2ef58047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923d0a22a9431c" /><Relationship Type="http://schemas.openxmlformats.org/officeDocument/2006/relationships/notesMaster" Target="/ppt/notesMasters/notesMaster1.xml" Id="R0600fc920eea41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901022355c4ad7" /><Relationship Type="http://schemas.openxmlformats.org/officeDocument/2006/relationships/notesMaster" Target="/ppt/notesMasters/notesMaster1.xml" Id="R4054527ad57a48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01f9505b6346c7" /><Relationship Type="http://schemas.openxmlformats.org/officeDocument/2006/relationships/notesMaster" Target="/ppt/notesMasters/notesMaster1.xml" Id="Ra2bfa5bd42c84b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1891bff9ee47ee" /><Relationship Type="http://schemas.openxmlformats.org/officeDocument/2006/relationships/notesMaster" Target="/ppt/notesMasters/notesMaster1.xml" Id="R580b71f4988749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28d27bc14d4acc" /><Relationship Type="http://schemas.openxmlformats.org/officeDocument/2006/relationships/notesMaster" Target="/ppt/notesMasters/notesMaster1.xml" Id="R22aa7b3d469148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8da5e0738c54c4d" /><Relationship Type="http://schemas.openxmlformats.org/officeDocument/2006/relationships/notesMaster" Target="/ppt/notesMasters/notesMaster1.xml" Id="R2e54cbbdee6d4a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138e8584b34869" /><Relationship Type="http://schemas.openxmlformats.org/officeDocument/2006/relationships/notesMaster" Target="/ppt/notesMasters/notesMaster1.xml" Id="Rc192d33280da42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1f159748294213" /><Relationship Type="http://schemas.openxmlformats.org/officeDocument/2006/relationships/notesMaster" Target="/ppt/notesMasters/notesMaster1.xml" Id="R870e8e60ed0c4e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278e4d4dc094173" /><Relationship Type="http://schemas.openxmlformats.org/officeDocument/2006/relationships/notesMaster" Target="/ppt/notesMasters/notesMaster1.xml" Id="R8c3cbea7918849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2d5e21d1e5423c" /><Relationship Type="http://schemas.openxmlformats.org/officeDocument/2006/relationships/notesMaster" Target="/ppt/notesMasters/notesMaster1.xml" Id="R96612c5fcdca447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63e343d67f4ac0" /><Relationship Type="http://schemas.openxmlformats.org/officeDocument/2006/relationships/notesMaster" Target="/ppt/notesMasters/notesMaster1.xml" Id="R7c11a9797bbf46c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1a5ee8fe0534697" /><Relationship Type="http://schemas.openxmlformats.org/officeDocument/2006/relationships/notesMaster" Target="/ppt/notesMasters/notesMaster1.xml" Id="Ra47eb8c4e6d943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Balance models, function machines, algebra tiles,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x = 8. | Keep both sides balanced and identify the outer operation. |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equation, unknown, inverse, balance, expression,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x = 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x =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x = 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17..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Yes, both give x = 7.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17. | Use an inverse operation on the whole equation and check by substitution.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87fbc8bf9943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7384a119b147d0" /><Relationship Type="http://schemas.openxmlformats.org/officeDocument/2006/relationships/slideLayout" Target="/ppt/slideLayouts/slideLayout1.xml" Id="Ra2ef90d2a7374a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ef90d2a7374a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0fb575bc6b4d07" /><Relationship Type="http://schemas.openxmlformats.org/officeDocument/2006/relationships/notesSlide" Target="/ppt/notesSlides/notesSlide1.xml" Id="Rf7058476842448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37b83eaf7b4268" /><Relationship Type="http://schemas.openxmlformats.org/officeDocument/2006/relationships/notesSlide" Target="/ppt/notesSlides/notesSlide2.xml" Id="R05c19087052048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5a7e25e7d74479" /><Relationship Type="http://schemas.openxmlformats.org/officeDocument/2006/relationships/notesSlide" Target="/ppt/notesSlides/notesSlide3.xml" Id="R2c38f346adca44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bad4023c94a62" /><Relationship Type="http://schemas.openxmlformats.org/officeDocument/2006/relationships/notesSlide" Target="/ppt/notesSlides/notesSlide4.xml" Id="Rfcd83bc467e44d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3060ecf1f4bb1" /><Relationship Type="http://schemas.openxmlformats.org/officeDocument/2006/relationships/notesSlide" Target="/ppt/notesSlides/notesSlide5.xml" Id="R5a7d3d2df31f46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6546da8a14c35" /><Relationship Type="http://schemas.openxmlformats.org/officeDocument/2006/relationships/notesSlide" Target="/ppt/notesSlides/notesSlide6.xml" Id="Rf2d030439cab4e0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5571e861e64770" /><Relationship Type="http://schemas.openxmlformats.org/officeDocument/2006/relationships/image" Target="/ppt/media/image.png" Id="R0758060e15394c06" /><Relationship Type="http://schemas.openxmlformats.org/officeDocument/2006/relationships/notesSlide" Target="/ppt/notesSlides/notesSlide7.xml" Id="Rcb623d42a56e40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2f439d5a34c67" /><Relationship Type="http://schemas.openxmlformats.org/officeDocument/2006/relationships/notesSlide" Target="/ppt/notesSlides/notesSlide8.xml" Id="R3e0d26df795b472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9b8703fff42d7" /><Relationship Type="http://schemas.openxmlformats.org/officeDocument/2006/relationships/notesSlide" Target="/ppt/notesSlides/notesSlide9.xml" Id="R3751cbc4480249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3fa91639ac489b" /><Relationship Type="http://schemas.openxmlformats.org/officeDocument/2006/relationships/notesSlide" Target="/ppt/notesSlides/notesSlide10.xml" Id="R189de90f70014a8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fba30d49148f4" /><Relationship Type="http://schemas.openxmlformats.org/officeDocument/2006/relationships/notesSlide" Target="/ppt/notesSlides/notesSlide11.xml" Id="Rbb077bcc515b4d3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6fa0a780534841" /><Relationship Type="http://schemas.openxmlformats.org/officeDocument/2006/relationships/notesSlide" Target="/ppt/notesSlides/notesSlide12.xml" Id="R56e40204a3834f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00B2C1-A9E5-4084-A20E-66D383F3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D024DE-894F-4A62-B52B-70CC6870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41332-0C9B-48B9-A908-E12F40E9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59610-42D2-4C47-A265-1F7938DCB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36714-12C1-46CB-8501-5C468B0B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506A1-118F-441E-BA76-78D20B06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FDBA47-BD3A-40DF-9DB8-56D49CE6D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D19A11-EE4A-4BF0-80FC-AFF92562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two-step equations in a logical order.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B1D3DF-D53E-4810-9036-BABC6D56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C8DEE9-8FA6-4FE3-8767-507F9C06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Balance models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7D5A22-AA4A-477E-97AA-D4E82B78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907479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279F18-9D4C-47D2-9548-F6A63BA0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DF5342-B0E8-48FB-8EA4-B384C7EE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A4AF2-5404-4276-A32E-9B8D59F0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0405A-DDAE-40BB-BE07-E14D98ED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FE02C7-FC34-4E89-A00F-80DD6C9B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5EBB6A-973F-4956-8412-3EEC82BB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CE0D8A-6F87-4E9E-BEDD-8B80BDBB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3586A0-155B-42CB-A902-E3D0A212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527361-4FC8-4B42-9F4D-5071A773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49F77F-E95A-424B-AD94-A5FC77B5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AB538A-4116-496A-B841-CAD4863D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A0CB4E-8483-4E15-9C06-E37F6ACD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8C0419-316D-4708-9DF9-3A8A39D2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inverse operations and the structure of equations to find unknown values.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C340D1-8629-48FB-ABE1-001F7A07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345305-2B58-4027-865E-D0B21D3B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29E130-9278-4DF2-85C5-BD121062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0A4AA5-B0DC-47A5-A28A-0AC92A46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6(x + 4) = 72.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617383-ABBB-4063-A1EF-21611033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767E9-AF3A-4FB1-A73E-F9CC57AC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7BB288-E39A-40B7-8A63-A053A897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916CA0-A3C0-43AD-8617-4AFAFAF6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Solve 5x - 7 = 48.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6B263C-8B2D-478A-A2EF-BA8838AA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759413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42D188-89FB-46A6-A5EF-34BC513F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D1E3D1-F2DC-491C-BA22-146317E8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D00D28-D8FB-4C8C-B4ED-A5A02702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CDFD40-1143-4839-A7A8-187FA446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B1EFE-A0F4-4C77-A62F-45078464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870EAD-D401-49BA-B2CF-A1723DBD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926FA-3902-4C28-9AE6-E181486F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B35083-92BA-4B70-9BAE-E10330D8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A1CA0C-15A1-4F8E-8C7C-3829360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48F1F7-AB2F-4076-8932-4FFDDC7E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two-step equations in a logical order.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510C5-924C-4541-8180-9F26E31EB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7D75A-70AB-41EB-A627-9BEA008B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Keep both sides balanced and identify the outer operation.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3965DB-9E81-40B2-8C11-40FC6146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Undo operations in reverse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CCA68-89E9-4F5E-BB9C-25F29078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Substitute the solution to check the original equation.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C607D6-4952-4F3F-A0EB-EF75A131C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equation  |  unknown  |  inverse  |  balance  |  expression  |  solution</a:t>
            </a:r>
          </a:p>
        </p:txBody>
      </p:sp>
    </p:spTree>
    <p:extLst>
      <p:ext uri="{BB962C8B-B14F-4D97-AF65-F5344CB8AC3E}">
        <p14:creationId xmlns:p14="http://schemas.microsoft.com/office/powerpoint/2010/main" val="16403817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8D64DD-C19F-458A-A35D-26395063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C5380B-9250-45AC-9983-60F09348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5250C5-602D-44B3-8D34-F223E925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F12294-E0D3-41C9-92E2-CC9EC0EC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05E36A-230B-4936-A82E-E37FDCFF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DA5F6-6928-4C24-A043-65A0792A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3DC64-1A01-4205-9EE2-18404FDD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4373BD-12E5-45D0-891A-6B4FEE99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C4CFBD-B4EA-4FD7-B541-C0CBEBA6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2EABA-66C4-40D5-B180-4BB7429B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- 7 = 48.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BC8735-CB20-4036-85E5-4C809306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F3560-6CCB-4752-B362-71B9B19A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CFFFC1-752E-4E15-B5AD-718994C1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5x - 7 = 48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4C5AA1-6B1A-4CD6-8A21-59DE140F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95D53C-5102-4885-9FFA-BAB76A26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339086-F1A6-454A-86D0-3D6D4167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7 to both sides: 5x = 55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6ACCCB-C305-4F71-86CA-5DD0108E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5860E3-1E28-4F77-B082-81F98868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40F761-86BF-41DC-9E66-BEBC73B4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both sides by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D13AD0-4AAE-4837-81E4-F4E704B1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C32A86-F84A-49F9-ADB0-4604AE6F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9914C8-1327-4852-9F53-CE087AF3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x = 11</a:t>
            </a:r>
          </a:p>
        </p:txBody>
      </p:sp>
    </p:spTree>
    <p:extLst>
      <p:ext uri="{BB962C8B-B14F-4D97-AF65-F5344CB8AC3E}">
        <p14:creationId xmlns:p14="http://schemas.microsoft.com/office/powerpoint/2010/main" val="9531450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42081B-2045-43FB-89B9-1CB8CF28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3AF1D2-4303-4929-AAFB-C2DC4533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FF1228-6FD8-425F-B103-5B069131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C68EAB-D1CE-4372-B0CE-49A6015D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BCB26-52C9-450F-9B51-919D7E4F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03EAEA-7311-4CAD-A721-6B7994E6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8B605F-4AA0-4F30-97BB-4D2E970F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F57A4B-B7C4-480F-9BFE-D259E007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72E4E8-91F2-44C9-8A83-958EC354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4AA189-B450-464D-BE53-67157E54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023057-DA2E-4C3E-B6DD-2032B5BD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x = 11.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63B94-11E2-48B1-A504-FE1D2DD8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207D0-1979-4B19-B05B-D9BC404D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Substitute the solution to check the original equation.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B95541-B0E6-4D02-827F-6509491C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884834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D07886-6F3D-416A-8B63-31150F2E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9AA8D7-9436-4F93-A38A-E334E491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97284-4F5C-4DB7-8EF3-157A4F33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146656-D16D-4B50-A5B2-F2AD30B5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A1FEB-85E0-41CB-8492-16B6C276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B2B5E9-624C-485C-927C-618535E6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21EF3C-88ED-4107-83EA-8024FA8B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1C9F1-B6D0-4E3A-BFF8-AF300129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4C0834-6329-4B42-9D7F-BA01BD61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412360-C4EF-41A2-AF2F-DD7C4AB5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6(x + 4) = 72.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EB27FE-447E-4C10-9146-D677B434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F4899A-7533-4F98-AB65-A13690D1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3D1CCE-9B4F-4127-A794-DE6F70B1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08ADE8-C3C4-4BFF-901D-6F613D9A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58D871-9FD7-4658-BF9B-CC0F3AC0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x = 8.</a:t>
            </a:r>
          </a:p>
        </p:txBody>
      </p:sp>
    </p:spTree>
    <p:extLst>
      <p:ext uri="{BB962C8B-B14F-4D97-AF65-F5344CB8AC3E}">
        <p14:creationId xmlns:p14="http://schemas.microsoft.com/office/powerpoint/2010/main" val="5500085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96B9FF-7762-412D-8600-775531A6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09A9A9-D4F9-4D4E-A191-CBE5DB6E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E82208-59C9-402B-BDA3-49D4911B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02B276-A36E-4E26-94CE-24E50B59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23A6EA-A098-46FE-9A66-4EA2911C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EB6AEE-679F-48C2-968E-7FEA0E9E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E4D93A-5EF0-4214-8A81-F6C2AB3F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A3370-1F71-443C-9BF3-5FF41E23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0A25A9-F995-4EB3-86C0-2A41DA0D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58060e15394c0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BD4C89-5A29-49AB-9F43-D87E6746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226AEB-14C2-47C8-BC62-B1BACA7A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one side of an equation without making the same balanced change to the other side.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238863-0D00-47DE-9246-327A55EB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375001-D16B-4C71-9EE3-2DB44282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05F765-A17C-40C8-9C5A-30BF10C3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an inverse operation on the whole equation and check by substitution.</a:t>
            </a:r>
          </a:p>
        </p:txBody>
      </p:sp>
    </p:spTree>
    <p:extLst>
      <p:ext uri="{BB962C8B-B14F-4D97-AF65-F5344CB8AC3E}">
        <p14:creationId xmlns:p14="http://schemas.microsoft.com/office/powerpoint/2010/main" val="13252283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505CE7-0760-4183-B773-6E736225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7C4D82-10EE-421E-88D1-B9E616E3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79B887-83DF-4C01-952D-FBBFDD1B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EDD1C2-D8F6-43BB-8449-4616DBE8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33C757-CE24-4566-A5C7-96A7888B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D80596-8D7F-4E83-AA65-F0A41DA7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71705B-3B55-4BF6-A316-F109FA88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FFA12B-AA54-4A4B-9480-F57E5D84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8E3920-4C6F-42C3-AB93-E9408F56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168DF7-6BF8-4723-A88D-F59414FF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1817C8-24B2-4093-9F98-0498F9F3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C21596-78FE-4F43-B7A7-847EE2E0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D14222-EBEE-4610-945E-FB5BF6BB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6(x + 4) = 72.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DE628-673B-4E95-BC25-43B83C13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DB2F0A-C374-4BBB-9C08-2DFE60A3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9ADB20-BB33-42E9-AFC8-55E4D5BA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40D6C1-7375-49D3-BDA3-5CE35989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0EF4F1-94F4-4953-82E9-F8B4081C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690AB0-252B-47A2-A2FC-20B9556B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ACF818-4875-42F7-B5C7-0B8F186C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A6EAC7-44EB-49C9-BD26-49032F6E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x = 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3EDBE9-D166-498C-B216-985CCA5C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417226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CD164E-45E7-4115-9A89-9F8596D4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5E6050-D17E-45E8-BD24-2DB3B96A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7E94DB-E4F2-4999-9F7A-0D65375C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33DF66-94B9-4434-9AB1-51C0B71F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A010F-9FB3-45E2-9F1E-150F0BE2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BBD29-6952-4EAC-BA43-1EDF5DC5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565681-4472-47E5-974A-11BEA7F6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182B3D-4F95-42AF-88C5-904C25859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2F136-A215-430B-B1AA-322154F1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547FD2-A40F-490B-9BA4-3D3DB3D3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B7DBC4-76A0-4657-BBEC-8A420AE7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8BEC32-0BEB-4B0D-A182-7E098C72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F7B863-C314-4924-B567-6CA2E6F3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A16CD6-DA75-4AFD-B824-1D2575D1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BAE36E-D611-43A3-AC05-77EA1093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7E7DB4-6771-4175-9504-F7DD0FE1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C939FC-30F2-4005-B1B6-8DD21E37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ACEEF3-C55B-4F69-8788-6676139E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7D2E41-C06C-428C-AAD0-98272933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B1C97D-A740-404A-AE93-42782AF1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0E5BFC-AD29-4801-83AF-5392F5C3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938549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01DC6D-5FA2-4F42-8D06-811BADDC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FA5D0-DFEB-4AC4-95C1-5E014383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1985BB-0AA1-4178-AB84-3DB0A0B4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45BC66-5E53-4CA0-8BEA-76AAD9B6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5D28A9-3CED-4146-A505-EA637AA6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EB0B00-B7FC-42D9-8921-73EBB990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66D2ED-22CE-477F-993C-87550089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9424A7-50C3-4A21-898B-EC740A00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01C963-F8D8-4563-96EB-2A661BA9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13EA9B-6921-4ECD-B025-2867109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Do 4x + 12 = 40 and 2x + 6 = 20 have the same solution?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C2767B-5150-4F3E-B7AB-AC57D211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A4019-6128-41B6-A757-56359AA8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2D7FD-0D2B-48BC-A242-BEDC9801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Yes, both give x = 7.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7042867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49F372-1F3D-4873-B525-A29CC80A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100296-5777-4F12-BA2A-397E6681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D93481-94AF-432F-AE79-BF44DEA0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8D9FD1-1676-4174-8FEE-F52932B7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CB32C1-B9BA-497D-9085-B224AF1A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3B5638-0EAE-4E0B-BB67-F60490DF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F5272-CEDD-4B31-AEB8-F5969922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9B1048-137B-4F0F-8E00-DE3D68EC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666A7E-5A22-4AC1-9E9C-55DD7C9A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642DA1-373E-44C6-8ED1-B8ED1A5D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C34D15-E3B7-4B5D-B73F-C1697311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245159-692E-44CA-B244-1368A2EF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167E3D-E141-4332-8FE0-25FC6F91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D054B5-915D-41D1-90DC-47F64873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58A636-7C1C-40C3-8011-3A47ACC9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540E09-D0C5-4008-A549-A0ADF07D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CD49D-8991-444B-A9AD-CFFA9D37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47D2CB-9749-42E8-B9AE-47580C58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8873494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C717DF-D7C9-4606-A09E-DEC94E4A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CAAC67-48A9-44CB-81E2-F6E3EC97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7B3B5B-0748-4D4D-8D4D-15E3154B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38AD2F-6754-4E9B-A88B-70F06BDA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DCD12-8C06-451B-8DBD-37D7852E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F5F03-92BA-45EB-A690-60798A16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31490-F6D6-446A-8542-FBD8A8B9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1B579-787A-45F8-90F4-5F6C82BB2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722716-9CD9-487D-A00E-BA06CF3F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two-step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E68B49-4DD8-4E89-8EAF-9C1248B5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B0C60F-FAEC-4365-B804-E58207A5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495C3-A09C-4020-916C-9F8DA519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74B23-5A5D-402E-A544-3487F567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96C6FD-91F3-4477-A052-CB7B306E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ED4FAE-9395-4DC0-B057-31F5A677A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96BEA6-0F66-41FA-A2A8-CA0EE4A4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A95EE1-CC01-4801-B2D5-73611ACD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one side of an equation without making the same balanced change to the other side.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6627E-6A15-444D-A5E6-94784BB9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812A3C-84F7-41B0-AC55-0273849E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EF8DAC-BDF8-4DEE-ABD5-8B7C6B7B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FE5ECD-3C3D-4BA2-91AC-823248B1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6C28D1-B2FF-4F8B-A228-A2BF4699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090900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2026-09-09T22:13:33.1200000Z</dcterms:created>
  <dcterms:modified xsi:type="dcterms:W3CDTF">2026-09-09T22:13:33.1200000Z</dcterms:modified>
</coreProperties>
</file>