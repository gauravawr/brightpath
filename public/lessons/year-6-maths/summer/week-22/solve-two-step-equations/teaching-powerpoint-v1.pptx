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a15cf2a313a485e" /><Relationship Type="http://schemas.openxmlformats.org/officeDocument/2006/relationships/extended-properties" Target="/docProps/app.xml" Id="Rc7444ecf7e9649ff" /><Relationship Type="http://schemas.openxmlformats.org/officeDocument/2006/relationships/officeDocument" Target="/ppt/presentation.xml" Id="Rfd10b910760f4f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9e476b6a0484dff"/>
  </p:sldMasterIdLst>
  <p:notesMasterIdLst>
    <p:notesMasterId xmlns:r="http://schemas.openxmlformats.org/officeDocument/2006/relationships" r:id="R02821359b3da47d7"/>
  </p:notesMasterIdLst>
  <p:sldIdLst>
    <p:sldId xmlns:r="http://schemas.openxmlformats.org/officeDocument/2006/relationships" id="256" r:id="Rc94787a94dff47b4"/>
    <p:sldId xmlns:r="http://schemas.openxmlformats.org/officeDocument/2006/relationships" id="257" r:id="Rd01f0b6c51ce4de3"/>
    <p:sldId xmlns:r="http://schemas.openxmlformats.org/officeDocument/2006/relationships" id="258" r:id="R2a411a1a8fbd4f82"/>
    <p:sldId xmlns:r="http://schemas.openxmlformats.org/officeDocument/2006/relationships" id="259" r:id="Rfef9fafbf0e54b8c"/>
    <p:sldId xmlns:r="http://schemas.openxmlformats.org/officeDocument/2006/relationships" id="260" r:id="R955ce65be65b4323"/>
    <p:sldId xmlns:r="http://schemas.openxmlformats.org/officeDocument/2006/relationships" id="261" r:id="R124cc9b1fc5c4df1"/>
    <p:sldId xmlns:r="http://schemas.openxmlformats.org/officeDocument/2006/relationships" id="262" r:id="Rf80512cc7bd2400e"/>
    <p:sldId xmlns:r="http://schemas.openxmlformats.org/officeDocument/2006/relationships" id="263" r:id="R35aa1fc1b0a24214"/>
    <p:sldId xmlns:r="http://schemas.openxmlformats.org/officeDocument/2006/relationships" id="264" r:id="Rf29fa5a8663c4ab3"/>
    <p:sldId xmlns:r="http://schemas.openxmlformats.org/officeDocument/2006/relationships" id="265" r:id="R89f27342ad674b14"/>
    <p:sldId xmlns:r="http://schemas.openxmlformats.org/officeDocument/2006/relationships" id="266" r:id="R7b38ed494e8a4d69"/>
    <p:sldId xmlns:r="http://schemas.openxmlformats.org/officeDocument/2006/relationships" id="267" r:id="Rd3004abc55a348a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10f42ef0a3f45be" /><Relationship Type="http://schemas.openxmlformats.org/officeDocument/2006/relationships/slideMaster" Target="/ppt/slideMasters/slideMaster1.xml" Id="Ra9e476b6a0484dff" /><Relationship Type="http://schemas.openxmlformats.org/officeDocument/2006/relationships/notesMaster" Target="/ppt/notesMasters/notesMaster1.xml" Id="R02821359b3da47d7" /><Relationship Type="http://schemas.openxmlformats.org/officeDocument/2006/relationships/presProps" Target="/ppt/presProps.xml" Id="R571005d43b68420a" /><Relationship Type="http://schemas.openxmlformats.org/officeDocument/2006/relationships/tableStyles" Target="/ppt/tableStyles.xml" Id="Re308d60055134f1a" /><Relationship Type="http://schemas.openxmlformats.org/officeDocument/2006/relationships/slide" Target="/ppt/slides/slide1.xml" Id="Rc94787a94dff47b4" /><Relationship Type="http://schemas.openxmlformats.org/officeDocument/2006/relationships/slide" Target="/ppt/slides/slide2.xml" Id="Rd01f0b6c51ce4de3" /><Relationship Type="http://schemas.openxmlformats.org/officeDocument/2006/relationships/slide" Target="/ppt/slides/slide3.xml" Id="R2a411a1a8fbd4f82" /><Relationship Type="http://schemas.openxmlformats.org/officeDocument/2006/relationships/slide" Target="/ppt/slides/slide4.xml" Id="Rfef9fafbf0e54b8c" /><Relationship Type="http://schemas.openxmlformats.org/officeDocument/2006/relationships/slide" Target="/ppt/slides/slide5.xml" Id="R955ce65be65b4323" /><Relationship Type="http://schemas.openxmlformats.org/officeDocument/2006/relationships/slide" Target="/ppt/slides/slide6.xml" Id="R124cc9b1fc5c4df1" /><Relationship Type="http://schemas.openxmlformats.org/officeDocument/2006/relationships/slide" Target="/ppt/slides/slide7.xml" Id="Rf80512cc7bd2400e" /><Relationship Type="http://schemas.openxmlformats.org/officeDocument/2006/relationships/slide" Target="/ppt/slides/slide8.xml" Id="R35aa1fc1b0a24214" /><Relationship Type="http://schemas.openxmlformats.org/officeDocument/2006/relationships/slide" Target="/ppt/slides/slide9.xml" Id="Rf29fa5a8663c4ab3" /><Relationship Type="http://schemas.openxmlformats.org/officeDocument/2006/relationships/slide" Target="/ppt/slides/slide10.xml" Id="R89f27342ad674b14" /><Relationship Type="http://schemas.openxmlformats.org/officeDocument/2006/relationships/slide" Target="/ppt/slides/slide11.xml" Id="R7b38ed494e8a4d69" /><Relationship Type="http://schemas.openxmlformats.org/officeDocument/2006/relationships/slide" Target="/ppt/slides/slide12.xml" Id="Rd3004abc55a348a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e0670412f464bc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cfb9a1af83f4a3e" /><Relationship Type="http://schemas.openxmlformats.org/officeDocument/2006/relationships/notesMaster" Target="/ppt/notesMasters/notesMaster1.xml" Id="R2e1a2adee8d5431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6c52ea0dc634218" /><Relationship Type="http://schemas.openxmlformats.org/officeDocument/2006/relationships/notesMaster" Target="/ppt/notesMasters/notesMaster1.xml" Id="R055d50f5b92b459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e44e398fd2d44d9" /><Relationship Type="http://schemas.openxmlformats.org/officeDocument/2006/relationships/notesMaster" Target="/ppt/notesMasters/notesMaster1.xml" Id="Rd7e5ecebae4d4bb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ea13aae7c9f4f22" /><Relationship Type="http://schemas.openxmlformats.org/officeDocument/2006/relationships/notesMaster" Target="/ppt/notesMasters/notesMaster1.xml" Id="Rc9313128407c44e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127a9109c03428b" /><Relationship Type="http://schemas.openxmlformats.org/officeDocument/2006/relationships/notesMaster" Target="/ppt/notesMasters/notesMaster1.xml" Id="R9a9b12ef7b0c458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f65374584c04161" /><Relationship Type="http://schemas.openxmlformats.org/officeDocument/2006/relationships/notesMaster" Target="/ppt/notesMasters/notesMaster1.xml" Id="R6853bf38c03344b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1a612977c424fda" /><Relationship Type="http://schemas.openxmlformats.org/officeDocument/2006/relationships/notesMaster" Target="/ppt/notesMasters/notesMaster1.xml" Id="Rd84a82af38a5448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a266effa659461e" /><Relationship Type="http://schemas.openxmlformats.org/officeDocument/2006/relationships/notesMaster" Target="/ppt/notesMasters/notesMaster1.xml" Id="R127e7788232e454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fa228543cfd4517" /><Relationship Type="http://schemas.openxmlformats.org/officeDocument/2006/relationships/notesMaster" Target="/ppt/notesMasters/notesMaster1.xml" Id="Rdb89d36e22274f7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8ddd64679ca4e2f" /><Relationship Type="http://schemas.openxmlformats.org/officeDocument/2006/relationships/notesMaster" Target="/ppt/notesMasters/notesMaster1.xml" Id="Rce2227c29edc465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c5b796ee6874c12" /><Relationship Type="http://schemas.openxmlformats.org/officeDocument/2006/relationships/notesMaster" Target="/ppt/notesMasters/notesMaster1.xml" Id="Reae0f640aff14a7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229763a12fd419d" /><Relationship Type="http://schemas.openxmlformats.org/officeDocument/2006/relationships/notesMaster" Target="/ppt/notesMasters/notesMaster1.xml" Id="R7670b513dee34b2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Balance models, function machines, algebra tiles, bar models,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x = 8. | Keep both sides balanced and identify the outer operation. | Use an inverse operation on the whole equation and check by substitution.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equation, unknown, inverse, balance, expression, solution.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x = 11.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x = 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an inverse operation on the whole equation and check by substitution.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x = 8..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17..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Yes, both give x = 7.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17.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17. | Use an inverse operation on the whole equation and check by substitution.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997aca4ade431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548e5e851844289" /><Relationship Type="http://schemas.openxmlformats.org/officeDocument/2006/relationships/slideLayout" Target="/ppt/slideLayouts/slideLayout1.xml" Id="R2437a3ae7505401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37a3ae7505401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b2633fc4344a75" /><Relationship Type="http://schemas.openxmlformats.org/officeDocument/2006/relationships/notesSlide" Target="/ppt/notesSlides/notesSlide1.xml" Id="Rca5a20c9662745b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55aab936a748ac" /><Relationship Type="http://schemas.openxmlformats.org/officeDocument/2006/relationships/notesSlide" Target="/ppt/notesSlides/notesSlide2.xml" Id="R8308511184c54ae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07cf607149491d" /><Relationship Type="http://schemas.openxmlformats.org/officeDocument/2006/relationships/notesSlide" Target="/ppt/notesSlides/notesSlide3.xml" Id="R7ef47852e739466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5d150d2be4456f" /><Relationship Type="http://schemas.openxmlformats.org/officeDocument/2006/relationships/notesSlide" Target="/ppt/notesSlides/notesSlide4.xml" Id="Rff5a65a5be84476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fc6fef641e4b20" /><Relationship Type="http://schemas.openxmlformats.org/officeDocument/2006/relationships/notesSlide" Target="/ppt/notesSlides/notesSlide5.xml" Id="Rebaa8a9d906e41a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3354bfd9bf4cc9" /><Relationship Type="http://schemas.openxmlformats.org/officeDocument/2006/relationships/notesSlide" Target="/ppt/notesSlides/notesSlide6.xml" Id="R8ba5b0af3eaa438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d5a04d002b4c4d" /><Relationship Type="http://schemas.openxmlformats.org/officeDocument/2006/relationships/image" Target="/ppt/media/image.png" Id="R26b2219c8c124bf2" /><Relationship Type="http://schemas.openxmlformats.org/officeDocument/2006/relationships/notesSlide" Target="/ppt/notesSlides/notesSlide7.xml" Id="R5d548874bb10483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26215bc1d74bb2" /><Relationship Type="http://schemas.openxmlformats.org/officeDocument/2006/relationships/notesSlide" Target="/ppt/notesSlides/notesSlide8.xml" Id="R3afbbd08c29b44a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b632e3962d4b07" /><Relationship Type="http://schemas.openxmlformats.org/officeDocument/2006/relationships/notesSlide" Target="/ppt/notesSlides/notesSlide9.xml" Id="Ra1f5dff258dc4cb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0c533031534073" /><Relationship Type="http://schemas.openxmlformats.org/officeDocument/2006/relationships/notesSlide" Target="/ppt/notesSlides/notesSlide10.xml" Id="Rd5ef4e86b253426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ab22766ebd455c" /><Relationship Type="http://schemas.openxmlformats.org/officeDocument/2006/relationships/notesSlide" Target="/ppt/notesSlides/notesSlide11.xml" Id="R278249b5e4ab40e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0f8846e3c64647" /><Relationship Type="http://schemas.openxmlformats.org/officeDocument/2006/relationships/notesSlide" Target="/ppt/notesSlides/notesSlide12.xml" Id="R72f43c87ee6c462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40F0C4-D7F8-4957-8BC8-F1555A90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9A3421-962C-493C-9958-1CED2BE62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4D9809-5957-4633-A667-7502C5477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7C833F-AC34-4449-A68C-059DCCDF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F4840E-61E7-46D3-840F-9502CEFE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two-step equations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5FCCAE-599A-433C-A028-58D46FB99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664E9A-C05B-4561-A7AE-452736884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D0986F-3615-40EA-B6E8-4257A212D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two-step equations in a logical order.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617F34-CD03-4222-A676-41A990288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F39506-61BE-4EF5-AE53-9504D16A5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Balance models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BE398A-1FE8-4A19-867F-9E003F629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4081256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04D514-5401-4330-A359-DF4747957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D79B0D-27D4-42A3-93EE-7A1CDEB4A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8E482E-BCB9-47BA-8084-8EFEE6581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9399E3-5389-40F0-80BC-4FE840EB8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A89412-62F2-4906-8334-C4810520A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56AAB4-7BB9-4CC9-BE0C-AD9F8AF6B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515076-5C95-40F6-83F5-513C8A39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23DFEB-44D3-46D4-B202-85F9628A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30BD47-CB6A-4EC5-B577-EDD2D9664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two-step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E51AEE-ADFD-4E01-96EA-31ACDBB9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36F4F2-C858-48DD-BA80-495423A0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318FFC-4BED-4F3F-8095-6EC6B5FE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2A8537-199B-4224-B001-E423E7AC0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inverse operations and the structure of equations to find unknown values.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AD65DB-6BF3-4A1A-88F2-CA7F50BBE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994A75-CD2C-4274-BF37-63AAEFB3D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8F8C67-9CD1-4BAB-B155-363C9AE78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DF774F-804C-4EA4-9A30-6F20CB5DC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6(x + 4) = 72.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419519-5834-4C0B-8DBC-AC53843BC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2BCC2C-83E7-4019-B0CB-685BCD98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96BE24-AC68-42EB-BB31-3AA9A07C9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264369-525C-4D2A-9A91-9DB54525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Solve 5x - 7 = 48.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F80F4E-B536-4623-B1FB-DA8CE7DCD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76010131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6994B0-08CA-4AF2-B4AE-AEA1ABC9F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D2145B-393D-4FBD-B124-1F9407D5D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E3F62D-2E33-4184-BA7A-B823210B2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C88F1E-2B00-47B3-A667-BEA4B07A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0FC502-670D-4FC9-A072-9352AFF67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7B853F-C2A5-4E42-9688-D18B07E65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FC417B-5A55-4444-B5FC-72605F507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F07CF6-32A8-4302-BCAE-2E987199F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744E5C-982A-4614-9991-F27E1680D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two-step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0193B5-023E-40BD-A356-52037C9B6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two-step equations in a logical order.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00BD3E-2799-4D93-9F3A-DA720183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60DBEB-37CF-4508-B74E-7A2D753F7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Keep both sides balanced and identify the outer operation.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500AE8-3439-4398-9341-FD77DF1AB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Undo operations in reverse order.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40A56A-0E8F-4937-A705-DDA8DA40E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Substitute the solution to check the original equation.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DE186D-D337-40C3-9EC0-66EFA6FA9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equation  |  unknown  |  inverse  |  balance  |  expression  |  solution</a:t>
            </a:r>
          </a:p>
        </p:txBody>
      </p:sp>
    </p:spTree>
    <p:extLst>
      <p:ext uri="{BB962C8B-B14F-4D97-AF65-F5344CB8AC3E}">
        <p14:creationId xmlns:p14="http://schemas.microsoft.com/office/powerpoint/2010/main" val="190098585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0FCA2A-73DC-4604-869E-E35D5AA4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10B6D5-0436-4AC0-9466-F7B01DD7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96E508-85EE-4422-9AFF-B8C16B6B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DAC430-70A7-47E8-8CB2-F59E615DF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FD00EE-A719-4298-A0BD-2D149219A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7C2F39-A202-4D69-B447-8835ADE47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28BB76-E976-45F8-A234-05C01A070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21475C-2165-4427-AD40-50CF6E75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4EF156-5408-4A81-8190-F7201145C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two-step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4A91BE-7993-48C6-83B7-649A05F00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5x - 7 = 48.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CBEB4A-9A03-4D04-B107-8B9EB6025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B9BDCA-C39A-434D-A06D-7A583C642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5A697E-25DD-4AAF-AF3A-3AEA757A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Keep both sides balanced and identify the outer operation.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46E8FC-E153-4E60-A40A-AA5F44491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60E539-EF3B-4F07-B0D6-71CE0D918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3E378E-1F68-4E24-9460-3E4E6D43D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Undo operations in reverse order.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2513B3-C342-4B0D-92F8-B09812E0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35DCCD-E574-4540-9B52-F46AC040A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49DA43-8F7D-4431-831C-5624676F6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x = 11.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D2DE89-BFC3-458E-99DC-4B2888AE7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B0ACFC-73FC-48C1-9F2D-1C4E36E00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3D593B-9DF8-48CE-B45B-6483E9CB3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Substitute the solution to check the original equation.</a:t>
            </a:r>
          </a:p>
        </p:txBody>
      </p:sp>
    </p:spTree>
    <p:extLst>
      <p:ext uri="{BB962C8B-B14F-4D97-AF65-F5344CB8AC3E}">
        <p14:creationId xmlns:p14="http://schemas.microsoft.com/office/powerpoint/2010/main" val="157509440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CCB2B0-011F-4A33-80D2-834A7960C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29FE80-224E-4450-B51E-B6EA5FA10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213BB0-679B-4550-A7E0-3A318D92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447920-D63B-4A65-8DB0-8A6BA4C44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D835AB-97C3-45C9-AE52-B313BEE21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785581-02B4-4984-AFF1-8619258AE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DE8B79-DBFC-46F0-BD28-C5B8F96F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4BC466-D79B-4563-AA0E-CA1A86879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C9368A-D5CC-4F5C-81B6-3E339C127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two-step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C45772-5E75-4F4D-80CD-18F99AB5F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3F107E-6093-4206-86DA-79BDACC9D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x = 11.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78BC91-012D-438D-9E12-7463B47C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245BEA-D645-47A0-AF5C-473F9E358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Substitute the solution to check the original equation.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E1551D-558C-40FF-BCCE-EE05FF84B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94236818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6FCFCB-D236-4925-8911-6B1B448E5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009C3F-C646-47DB-A61C-D20A1F2F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6E6226-2094-4B6B-8DE5-F3075353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202B47-149F-4664-B09D-CBB0CF9EB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FF9B80-4C55-4854-9A28-677C081FF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92629A-D2D6-488F-9D46-926E541A4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19E7C9-C042-425B-B8C1-ED52773A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33DDD1-2BBF-4610-AA85-C8B893E25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67D92E-21D1-4EC2-974C-2AD310AA5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two-step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38DB4B-980F-4252-B88E-60562CB0F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6(x + 4) = 72.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26F12B-4B73-4271-927B-039DBC5D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0DAFFD-A42C-4CA0-A18B-1A4760A6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9BCD67-4540-44BA-9C1D-C46765B3B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D67857-E08A-4868-BE4D-6ACC8F1F2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DE6E4C-C758-467A-9811-346CFA10D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x = 8.</a:t>
            </a:r>
          </a:p>
        </p:txBody>
      </p:sp>
    </p:spTree>
    <p:extLst>
      <p:ext uri="{BB962C8B-B14F-4D97-AF65-F5344CB8AC3E}">
        <p14:creationId xmlns:p14="http://schemas.microsoft.com/office/powerpoint/2010/main" val="6218826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343EBE-5AA2-416D-AF29-1794AFB93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6ABF9F-BF8C-42C3-BA42-B185F108D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03A710-7EEB-4F7F-99DD-FC950DE4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ECCEA7-56AE-4AEE-A969-2F6DD4D2F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DFF68A-6189-4ACE-B888-5FAEFF8A1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E00137-C2D6-4902-9C7C-928BDE38D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71638F-AF80-4E6E-A0B4-2F8B964D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B2F2F9-A451-4B2E-8D8D-AC0F96C1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43C7FE-C8E3-46EF-8CCA-56C935FE3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two-step equations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b2219c8c124bf2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FF322B-26C7-4931-82C4-809652187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97E020-CEB0-40BF-B7FE-86A1EAB3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changes one side of an equation without making the same balanced change to the other side.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22A2AE-F088-4FBC-BAAD-2D51EDA11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20E01A-0E42-4ED3-B845-F20AF7649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6F5CC7-CE1E-48EC-8E83-EDD072FA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an inverse operation on the whole equation and check by substitution.</a:t>
            </a:r>
          </a:p>
        </p:txBody>
      </p:sp>
    </p:spTree>
    <p:extLst>
      <p:ext uri="{BB962C8B-B14F-4D97-AF65-F5344CB8AC3E}">
        <p14:creationId xmlns:p14="http://schemas.microsoft.com/office/powerpoint/2010/main" val="3923472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C9132E-CAE7-4394-8ACD-1459EEF74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0830A4-C7C5-4667-8907-ADF8D5B72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066978-08E3-4492-825C-29D902343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06CB9C-1CAF-49C1-B113-6568520C9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5AE7A3-ABEA-4B5C-B9C1-FEA4A1C6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1EEEC5-12BB-400C-993A-C844FC81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0B3ABE-D783-4EC8-973D-36976783C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D581DA-75D4-4BA6-A12E-37636E9C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12A748-7050-4D4D-B524-65CD2ED59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two-step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B8E23E-ECEB-4181-ADB6-E4DCC2284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B05E12-FDB1-4419-9AD8-C3B34708D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F1E329-ED18-4C1C-831D-276F6469F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2A2637-CDC1-4A4C-92A7-78E2EC71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6(x + 4) = 72.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66CFB8-FE02-4224-A3AF-A60E73D5A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A30F31-EEE4-4C35-B090-98E0A1852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4B7136-36BF-4369-8F30-B13DE83C7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FAC666-CB7B-4C4F-ACD9-0CDA8CE9F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64D0C6-CC09-4DD6-9A8E-8DDF3DFCA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CB9E1C-C7D5-4DE3-8D61-08529863A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90CDBE-26EE-41D2-9961-63F4A9925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F9E73E-5FCA-4C6F-BB3B-6B3CEE43F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x = 8.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B8C3AF-C9E1-4524-A56F-A2619C84F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0439691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3E8E1D-99AE-4AE3-8082-798AA0AA1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09314C-4EEC-470B-B6A1-A1826953B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2640DF-A49A-4F42-A9C9-0A8A4357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ACAD3-57A0-4726-8C66-6182070EC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06096E-6105-4809-B089-0933B6EE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5E6098-4751-424A-9242-67745C7D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A3D873-B054-4CCF-AC5E-F8A628F1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702353-9B68-428D-8905-D603BE853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298566-E2F9-40E4-AD06-C69A5E86D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two-step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C0D1C3-846C-4097-8CD2-B5E11CEBA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328C7F-24C9-42E2-988D-C836C4180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1DAA90-B652-427C-890F-701126D7B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07D3E5-471C-40E4-BC0C-61BF6077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is tripled and 14 is added to make 65. Find the number.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B59EE0-94AD-43B4-83BA-AD35F4B98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661EC4-0ABE-478F-B5E8-A18A8918F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7DB43E-9F17-4592-BACC-01967363D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CC44C3-02D2-4170-9194-BE96B6FE7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71C9E4-B08A-4A95-9F79-3A452BE73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BC4348-A2C0-49F0-854D-A465AB37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C8C916-B4FC-472D-AF42-5D7D73600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0012B6-14E0-46C5-8C84-E865BA0C4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22071468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1B0DB2-8883-4F46-8881-7747A2A7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F03400-3E9C-43DF-B9C8-15EFDC8A8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B50947-7547-4908-BBB5-DDC1610CD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3EC441-965B-4EC5-ABA5-FE6565F0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4705D7-832C-4FD9-8EC0-279DE2718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3314CD-F641-4C47-8D05-78BF63005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423907-50BF-428F-AD4E-57C9C8AB3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7034BF-53E2-4EA3-899C-E7B300650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6B4E24-72EC-4361-A3E2-9725EADC1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two-step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956326-522D-41F4-8A4A-B8609B643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Do 4x + 12 = 40 and 2x + 6 = 20 have the same solution?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65A15E-FA9E-4BDE-BF57-3C19C1ADD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94D3FF-46CB-4564-AF10-D1D11467B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0B1E12-02AE-41A8-923A-DB5811A85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Yes, both give x = 7.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5761684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D41C63-3C3E-4D76-BBB3-7F3FB6326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01A1F8-AC80-40A0-A34C-23280E022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73F6A3-5C39-496B-80C3-085800F2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9AFCC4-A6A2-4D42-A148-8A955F31B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89CE82-4BE4-46FC-85E2-9533C4DC4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616941-93D9-454E-BE41-7359C3EE3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FA5A3E-FEE5-47B5-B38D-0C430B4DC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4385EA-04E8-4904-B146-FE3B96449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DE4341-A186-4B1A-968E-38B8192EE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two-step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216190-07F1-4B23-8B8A-983429E42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E97A90-FE65-4BB3-B5FC-6483A1117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2380A2-9242-44A5-9022-C8E8F2F0F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is tripled and 14 is added to make 65. Find the number.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EE24B0-290B-4F1C-ADBD-05DEA8B04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8E7107-AEBC-4DB4-90A4-C6D0A9C5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962B45-1A87-4F71-A47A-13437FDDF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4B55F4-71E7-4521-8700-26C6E53EF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17.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A911A1-94EB-413B-BCF7-0063E76D0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51EE46-5A24-4147-ADED-4CA58649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842013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47A1FA-93CA-468E-A1B6-277CF2606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1B069C-8569-484C-B8BB-F5EC391D8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C16F06-8C0B-402B-B666-14DC738F4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FE2441-21A7-4AA9-B8D4-F6A5D4362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BD62F3-3644-4593-B26B-E9CCF2E59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D1AA0D-71B3-45BF-95C8-81DBBC85C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7A11FA-B4D8-44E8-B21C-1BA59E18D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443D5E-F80F-4F22-8082-A63F4DD67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F26CB0-9D5C-4493-B7DD-10BA77AA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two-step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26449F-F9D1-482E-98C7-760F4C4A5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11D64E-472D-4215-A8F7-0885B2491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78279C-8A3C-40E0-8F4E-8C5034E2F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311427-ECEC-4770-B78C-AF0802631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is tripled and 14 is added to make 65. Find the number.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CCD63A-D94E-4C0F-9385-6DF101FD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7736B5-FEE4-46A2-A506-6C1E2DCE1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9CD05B-731E-4D19-A02B-C971BC07F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A9E26C-A216-410C-97E0-78CAD6DE7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changes one side of an equation without making the same balanced change to the other side.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BE6B68-0866-43B4-8014-F13CF5CAE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702507-D9E9-4A2F-A3A6-EC6813AC7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27A479-476C-4D66-89CE-2103275F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BC6B0F-5F55-417F-BE65-DA037931F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A91702-CF34-45EF-AC8F-91000864D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78499287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2026-09-09T20:49:40.1180000Z</dcterms:created>
  <dcterms:modified xsi:type="dcterms:W3CDTF">2026-09-09T20:49:40.1180000Z</dcterms:modified>
</coreProperties>
</file>