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c42457f154fb1" /><Relationship Type="http://schemas.openxmlformats.org/officeDocument/2006/relationships/extended-properties" Target="/docProps/app.xml" Id="R14a9779f85f74a60" /><Relationship Type="http://schemas.openxmlformats.org/officeDocument/2006/relationships/officeDocument" Target="/ppt/presentation.xml" Id="Rb562642f2ffe4a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f20d35af5d4ff3"/>
  </p:sldMasterIdLst>
  <p:notesMasterIdLst>
    <p:notesMasterId xmlns:r="http://schemas.openxmlformats.org/officeDocument/2006/relationships" r:id="R8e84c06d6c9f4adc"/>
  </p:notesMasterIdLst>
  <p:sldIdLst>
    <p:sldId xmlns:r="http://schemas.openxmlformats.org/officeDocument/2006/relationships" id="256" r:id="R29a389f1405949fa"/>
    <p:sldId xmlns:r="http://schemas.openxmlformats.org/officeDocument/2006/relationships" id="257" r:id="R9468ea301f124354"/>
    <p:sldId xmlns:r="http://schemas.openxmlformats.org/officeDocument/2006/relationships" id="258" r:id="Raa895ea40d9a4c65"/>
    <p:sldId xmlns:r="http://schemas.openxmlformats.org/officeDocument/2006/relationships" id="259" r:id="R9a0baa0ceab1481b"/>
    <p:sldId xmlns:r="http://schemas.openxmlformats.org/officeDocument/2006/relationships" id="260" r:id="Rb21fd0c7dd0e4e0d"/>
    <p:sldId xmlns:r="http://schemas.openxmlformats.org/officeDocument/2006/relationships" id="261" r:id="Rca6dfeb1c2084eb4"/>
    <p:sldId xmlns:r="http://schemas.openxmlformats.org/officeDocument/2006/relationships" id="262" r:id="Rdf72a61d759c475f"/>
    <p:sldId xmlns:r="http://schemas.openxmlformats.org/officeDocument/2006/relationships" id="263" r:id="R0678d86290cd460e"/>
    <p:sldId xmlns:r="http://schemas.openxmlformats.org/officeDocument/2006/relationships" id="264" r:id="R5c177cd597054c25"/>
    <p:sldId xmlns:r="http://schemas.openxmlformats.org/officeDocument/2006/relationships" id="265" r:id="R57b520bf66ff49e5"/>
    <p:sldId xmlns:r="http://schemas.openxmlformats.org/officeDocument/2006/relationships" id="266" r:id="R7511268dad8d413a"/>
    <p:sldId xmlns:r="http://schemas.openxmlformats.org/officeDocument/2006/relationships" id="267" r:id="R481136331e24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cf9edebe24d3f" /><Relationship Type="http://schemas.openxmlformats.org/officeDocument/2006/relationships/slideMaster" Target="/ppt/slideMasters/slideMaster1.xml" Id="R26f20d35af5d4ff3" /><Relationship Type="http://schemas.openxmlformats.org/officeDocument/2006/relationships/notesMaster" Target="/ppt/notesMasters/notesMaster1.xml" Id="R8e84c06d6c9f4adc" /><Relationship Type="http://schemas.openxmlformats.org/officeDocument/2006/relationships/presProps" Target="/ppt/presProps.xml" Id="R8fcdfb70ee0444e5" /><Relationship Type="http://schemas.openxmlformats.org/officeDocument/2006/relationships/tableStyles" Target="/ppt/tableStyles.xml" Id="Ra73edd40e80c4e52" /><Relationship Type="http://schemas.openxmlformats.org/officeDocument/2006/relationships/slide" Target="/ppt/slides/slide1.xml" Id="R29a389f1405949fa" /><Relationship Type="http://schemas.openxmlformats.org/officeDocument/2006/relationships/slide" Target="/ppt/slides/slide2.xml" Id="R9468ea301f124354" /><Relationship Type="http://schemas.openxmlformats.org/officeDocument/2006/relationships/slide" Target="/ppt/slides/slide3.xml" Id="Raa895ea40d9a4c65" /><Relationship Type="http://schemas.openxmlformats.org/officeDocument/2006/relationships/slide" Target="/ppt/slides/slide4.xml" Id="R9a0baa0ceab1481b" /><Relationship Type="http://schemas.openxmlformats.org/officeDocument/2006/relationships/slide" Target="/ppt/slides/slide5.xml" Id="Rb21fd0c7dd0e4e0d" /><Relationship Type="http://schemas.openxmlformats.org/officeDocument/2006/relationships/slide" Target="/ppt/slides/slide6.xml" Id="Rca6dfeb1c2084eb4" /><Relationship Type="http://schemas.openxmlformats.org/officeDocument/2006/relationships/slide" Target="/ppt/slides/slide7.xml" Id="Rdf72a61d759c475f" /><Relationship Type="http://schemas.openxmlformats.org/officeDocument/2006/relationships/slide" Target="/ppt/slides/slide8.xml" Id="R0678d86290cd460e" /><Relationship Type="http://schemas.openxmlformats.org/officeDocument/2006/relationships/slide" Target="/ppt/slides/slide9.xml" Id="R5c177cd597054c25" /><Relationship Type="http://schemas.openxmlformats.org/officeDocument/2006/relationships/slide" Target="/ppt/slides/slide10.xml" Id="R57b520bf66ff49e5" /><Relationship Type="http://schemas.openxmlformats.org/officeDocument/2006/relationships/slide" Target="/ppt/slides/slide11.xml" Id="R7511268dad8d413a" /><Relationship Type="http://schemas.openxmlformats.org/officeDocument/2006/relationships/slide" Target="/ppt/slides/slide12.xml" Id="R481136331e24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a3db18297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fb79fe7864e60" /><Relationship Type="http://schemas.openxmlformats.org/officeDocument/2006/relationships/notesMaster" Target="/ppt/notesMasters/notesMaster1.xml" Id="R976ad3e1b7cc45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92e4e93ba6449b" /><Relationship Type="http://schemas.openxmlformats.org/officeDocument/2006/relationships/notesMaster" Target="/ppt/notesMasters/notesMaster1.xml" Id="R014a817ac46e41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def9632c0141cc" /><Relationship Type="http://schemas.openxmlformats.org/officeDocument/2006/relationships/notesMaster" Target="/ppt/notesMasters/notesMaster1.xml" Id="Rba1d4c90fc57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c14c3c6744cc6" /><Relationship Type="http://schemas.openxmlformats.org/officeDocument/2006/relationships/notesMaster" Target="/ppt/notesMasters/notesMaster1.xml" Id="Rd34f686a6cb1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44940e1ac04bef" /><Relationship Type="http://schemas.openxmlformats.org/officeDocument/2006/relationships/notesMaster" Target="/ppt/notesMasters/notesMaster1.xml" Id="R6700debbae164a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6f139f60f4478d" /><Relationship Type="http://schemas.openxmlformats.org/officeDocument/2006/relationships/notesMaster" Target="/ppt/notesMasters/notesMaster1.xml" Id="Rc363d0e4e8e34a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54901bb95d4376" /><Relationship Type="http://schemas.openxmlformats.org/officeDocument/2006/relationships/notesMaster" Target="/ppt/notesMasters/notesMaster1.xml" Id="Reeb444b0bfba4a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106c26f2f14ab3" /><Relationship Type="http://schemas.openxmlformats.org/officeDocument/2006/relationships/notesMaster" Target="/ppt/notesMasters/notesMaster1.xml" Id="R40c940ab3a7e47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113126c344d1f" /><Relationship Type="http://schemas.openxmlformats.org/officeDocument/2006/relationships/notesMaster" Target="/ppt/notesMasters/notesMaster1.xml" Id="R22531d3f1ce742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dd45b99974fa0" /><Relationship Type="http://schemas.openxmlformats.org/officeDocument/2006/relationships/notesMaster" Target="/ppt/notesMasters/notesMaster1.xml" Id="Rd2bb2ee25d9244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90f50d433e430a" /><Relationship Type="http://schemas.openxmlformats.org/officeDocument/2006/relationships/notesMaster" Target="/ppt/notesMasters/notesMaster1.xml" Id="Rf9f69dbd6fc143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1c077ed7cf4254" /><Relationship Type="http://schemas.openxmlformats.org/officeDocument/2006/relationships/notesMaster" Target="/ppt/notesMasters/notesMaster1.xml" Id="R380fa5645c8c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Balance models, function machines, algebra tiles, bar models,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x = 53. | Keep both sides balanced and identify the outer operation. | Use an inverse operation on the whole equation and check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equation, unknown, inverse, balance, expression, solution.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Yes, both give x =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x = 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an inverse operation on the whole equation and check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x = 53..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x = 11..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x = 8.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x =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x = 11. | Use an inverse operation on the whole equation and check by substitution.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42565c9eb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0c3cea0194ed4" /><Relationship Type="http://schemas.openxmlformats.org/officeDocument/2006/relationships/slideLayout" Target="/ppt/slideLayouts/slideLayout1.xml" Id="R3c52ebce993e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52ebce993e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92bbc999046b8" /><Relationship Type="http://schemas.openxmlformats.org/officeDocument/2006/relationships/notesSlide" Target="/ppt/notesSlides/notesSlide1.xml" Id="R2039bd8d597f4d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0df0b802548b9" /><Relationship Type="http://schemas.openxmlformats.org/officeDocument/2006/relationships/notesSlide" Target="/ppt/notesSlides/notesSlide2.xml" Id="R8a7e948560094a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3b5a5cce04fd5" /><Relationship Type="http://schemas.openxmlformats.org/officeDocument/2006/relationships/notesSlide" Target="/ppt/notesSlides/notesSlide3.xml" Id="Rd6e27cd3d00345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67f40773c4903" /><Relationship Type="http://schemas.openxmlformats.org/officeDocument/2006/relationships/notesSlide" Target="/ppt/notesSlides/notesSlide4.xml" Id="R76e536d1b611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59b6c05834fe9" /><Relationship Type="http://schemas.openxmlformats.org/officeDocument/2006/relationships/notesSlide" Target="/ppt/notesSlides/notesSlide5.xml" Id="R93d8435e871e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b99d45e69411a" /><Relationship Type="http://schemas.openxmlformats.org/officeDocument/2006/relationships/notesSlide" Target="/ppt/notesSlides/notesSlide6.xml" Id="R1f298d57b2dc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d06285e814396" /><Relationship Type="http://schemas.openxmlformats.org/officeDocument/2006/relationships/image" Target="/ppt/media/image.png" Id="Rdefa22dfb6d742f1" /><Relationship Type="http://schemas.openxmlformats.org/officeDocument/2006/relationships/notesSlide" Target="/ppt/notesSlides/notesSlide7.xml" Id="R05a41a6d01e1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c2e531f4c45d3" /><Relationship Type="http://schemas.openxmlformats.org/officeDocument/2006/relationships/notesSlide" Target="/ppt/notesSlides/notesSlide8.xml" Id="R0d64405a226a4a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872fd0a174534" /><Relationship Type="http://schemas.openxmlformats.org/officeDocument/2006/relationships/notesSlide" Target="/ppt/notesSlides/notesSlide9.xml" Id="Rb08aefc0eb2e43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fd601945e4410" /><Relationship Type="http://schemas.openxmlformats.org/officeDocument/2006/relationships/notesSlide" Target="/ppt/notesSlides/notesSlide10.xml" Id="R649632dccf554a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7387c7dbc46db" /><Relationship Type="http://schemas.openxmlformats.org/officeDocument/2006/relationships/notesSlide" Target="/ppt/notesSlides/notesSlide11.xml" Id="R4184abcba65241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a84ee761040af" /><Relationship Type="http://schemas.openxmlformats.org/officeDocument/2006/relationships/notesSlide" Target="/ppt/notesSlides/notesSlide12.xml" Id="Rf123a900c27947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85C88-B0AC-4E36-AF23-2382D04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0DBE9-B296-4A3D-94E6-2B53743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DE72E-D882-4255-8B70-20C4E84C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7C988-BCAC-4F4C-9845-10A4036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39145-4C9A-4A8A-9532-02C55444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C0F6-31C9-444E-B7BE-FF980DCC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4531A-6284-44D2-BE5B-2652F694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05794-30A4-447D-98D4-6B272CB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87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equations and justify whether they have the same solution.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2E8DC-4CB8-4885-9587-3F71B60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F88B4-1C31-4173-B5C6-6B87DAB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Balance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4CAAC-4674-46CA-B20E-5F184647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487099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E3FF1-6A6D-455B-B6B5-1F93C88F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AEA6A-3FAE-412A-BC36-DE6A30FB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FF6C6-9F8C-4085-80EB-4B738614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D8902-71E4-4E0D-8DA8-2291311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B1BBF-600D-41FD-9B67-1CEDFA2B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C00D-1DC1-4C28-BAE4-B87EA7C7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0C3BE-4734-4DDE-9C5C-D347A0D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76D0A-06B0-4410-9423-5AFE04D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D050D-1DEE-42B2-80BF-58B3A999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70424-6E83-46C8-BB50-E47E2FDE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E7952-6225-4A75-8015-A6DEFBAF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BA8D-215A-4C05-BBE1-13A286A0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D9AEF-E76C-4DF6-93D2-CF208D59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inverse operations and the structure of equations to find unknown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B1DBA-CCFC-4ED0-BD50-F1DCCDE4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1EE81-A79B-4395-AA57-8F4C70FF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BA0E5-079E-46DC-B1B4-AD963B7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259E2-8112-4975-97AD-457FDB44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78C4D-C0C7-401D-A47A-C45CD256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34936-2FEA-491F-947A-ACD3FC3B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449F8-168B-4269-B60B-89F263A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124E9-0C28-4CBA-AE93-0FE670C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Do 4x + 12 = 40 and 2x + 6 = 20 have the same solution?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B9565-3BC0-4234-B6A4-C11FAA6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8377386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BE584-9E93-4118-A705-E8FF670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423D6-8BDA-4902-B3DB-2B9276B5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00903-4340-4C09-BEA3-8AEDF093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3CACC-F8B9-4596-BC27-6F764AD6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7E516-549A-4BF7-9D11-E11C6F64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0BF2-186C-4329-A627-10C3167D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35E7-2D6C-4405-8C55-F85857C9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63EE7-289A-42DF-8862-D7513930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B6FB5-674D-458C-9F5B-97A988C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B162-1B85-4E95-A74E-6083E75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equations and justify whether they have the same solution.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8ABE2-8340-43C5-BCBD-C3BE2650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AD842-5BD8-4067-ABD3-A00ED0D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Keep both sides balanced and identify the outer operation.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D64E8-0627-4075-AFCA-49F080B6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Undo operations in reverse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168E4-2759-465C-ADB4-6C31E92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the solution to check the original equation.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0DB5F-9701-40AA-8824-7CB3667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equation  |  unknown  |  inverse  |  balance  |  expression  |  solution</a:t>
            </a:r>
          </a:p>
        </p:txBody>
      </p:sp>
    </p:spTree>
    <p:extLst>
      <p:ext uri="{BB962C8B-B14F-4D97-AF65-F5344CB8AC3E}">
        <p14:creationId xmlns:p14="http://schemas.microsoft.com/office/powerpoint/2010/main" val="17652188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59051-34C3-4DBB-B1F2-34CEC4E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60E7A-C020-4782-90AA-6CB8FB2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2E48F-0273-4206-8538-4CCED58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0930A-8687-4D49-B0CC-4D99EB09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FBA2-5BEF-43D5-ACFF-913461E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F34AA-2977-4E01-974C-B3E48D88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37B9-2D40-484F-AF95-A67775FA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4572A-E651-47CE-AA8E-FDF49475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C44AF-5395-49C2-8749-A131FD0E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A4F3E-1403-45D8-82F1-61682C5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Do 4x + 12 = 40 and 2x + 6 = 20 have the same solution?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E2F98-EFFB-4A5F-8025-3FA21FAF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B5995-D514-455C-9E2D-84AF45CE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33D44-3557-4C7E-AE0B-438FD74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4x + 12 = 40 → 4x = 28 → x =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6E97B-42CC-49D8-919A-15C3F10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163F1-42BC-4ECA-B6DE-4D764B9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EA5E9-9792-49C8-B4C8-903E665A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2x + 6 = 20 → 2x = 14 → x =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3893E-5B3F-40B9-99BA-B86FCF5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52830-47B8-4C12-9A89-1E72B78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A4813-55F5-48D7-8E65-D816819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Both equations give x = 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7BF71-9F65-40F4-9111-69F51715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D73D0-DBE2-4EFD-8EEE-2792A3D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C1FDA-4C9E-4E04-99AD-71D92FBC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Yes, they have the same solution</a:t>
            </a:r>
          </a:p>
        </p:txBody>
      </p:sp>
    </p:spTree>
    <p:extLst>
      <p:ext uri="{BB962C8B-B14F-4D97-AF65-F5344CB8AC3E}">
        <p14:creationId xmlns:p14="http://schemas.microsoft.com/office/powerpoint/2010/main" val="7021269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A68E1-5D74-4794-9E95-4CA25D88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B5FCA-3D17-4202-9297-19774B0E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FA00C-D333-4990-8B3F-781C603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5C52A-7146-4155-934B-037793A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AFA05-A8E9-400C-9DA8-6D902A4A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DC040-5002-48DC-900A-D73F5BC7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BF50D-9BA1-4A03-B4A1-0E1BA1E9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1021B-C2BA-44D7-A26D-DE867E36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13C2A-548B-4DC6-952A-8EF04AE5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CDFFD-B553-49D4-A6B9-B3719C05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C7305-0015-4988-B9A5-DB8E5BF2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Yes, both give x = 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94C75-355B-43A7-9036-8260F01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5F162-34F9-4921-85DC-7E64A31E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the solution to check the original equation.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12923-E779-4C69-B01B-980E2CC7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374350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E3238-EE92-478A-9797-526869F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D347E-7D0C-426B-8958-79C7F1F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8FE9E-4C2D-4C02-BBEB-AF2F185D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44D89-7072-418E-9C48-8BB9F1F2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13CBD-5FB8-4B62-ACBA-6BFCBD65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6259F-2DFC-40DB-8AD9-235BC50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43A05-1D20-43B0-A3FF-538556D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85F18-2A64-44CB-9313-74A68DF5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1B24C-308A-42D7-B07F-D173B6D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8A076-583E-4F60-88F1-29F82EB3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2E9C1-A7DD-4B9F-B004-8B46304E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EF241-50AD-40FF-9383-617C568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8C3BD-4EA8-40FD-985B-0E5EB56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F85C9-EB61-4530-AAB7-73E653B2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4E236-A5C4-443A-BD49-F0DC067D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x = 53.</a:t>
            </a:r>
          </a:p>
        </p:txBody>
      </p:sp>
    </p:spTree>
    <p:extLst>
      <p:ext uri="{BB962C8B-B14F-4D97-AF65-F5344CB8AC3E}">
        <p14:creationId xmlns:p14="http://schemas.microsoft.com/office/powerpoint/2010/main" val="162469295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407E3-546F-428E-9529-C8698CB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E5F35-4465-47FE-A6CA-88277E52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E34D5-2FF7-4CC4-AA84-2E5B7D68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E6209-EA57-48CD-A36F-7EDEC354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795A-015F-4107-B9BF-C75BD77B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A8B29-0F3B-4BEC-BCB2-C4EFCE61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92332-CE7E-4B68-97D9-134AA3E0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884BE-3C52-433D-AA97-2091616B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C5534-3448-434D-AC3E-54ABB6F8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a22dfb6d742f1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C28DD-6657-4A65-83C3-0308857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AEAC3-89E5-4E7B-B175-2FCCCA0F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one side of an equation without making the same balanced change to the other side.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B6A65-B203-408F-967B-E6649C9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DE06E-DBA7-4230-BD9D-D76A7E6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DA24C-9A08-4097-A033-10DF4443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an inverse operation on the whole equation and check by substitution.</a:t>
            </a:r>
          </a:p>
        </p:txBody>
      </p:sp>
    </p:spTree>
    <p:extLst>
      <p:ext uri="{BB962C8B-B14F-4D97-AF65-F5344CB8AC3E}">
        <p14:creationId xmlns:p14="http://schemas.microsoft.com/office/powerpoint/2010/main" val="9286366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67DBD-C562-4174-9C4B-4E300DA0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3342A-1BFB-4B46-B271-770E564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46607-8328-4AEE-B3EA-A74F9F8C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BA1AF-B2C4-4023-B520-FFCED26E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C3253-293D-42A7-9C91-C5773C4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AA1B8-0AF2-4049-A50C-F068636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BDD8F-148E-4DD9-AD47-2DDC4BF7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D9C21-2619-477C-BF9B-141E358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08CE-2752-4B3F-BE3B-65572FB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876A2-7CBB-41AE-AF35-A17D8DF0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277EE-B2C0-4B6C-95F0-C279B25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1C9A5-9EB6-4D8C-859D-0FDFBF9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A8508-9BAB-443A-BE3E-DB67CAF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91CEB-2867-4386-915F-BC33761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5875F-482E-4AEA-B6F7-137D4C6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78335-B96A-42F1-8C25-A45946C9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7D56A-BC46-4E68-A444-9878D85A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4799B-FA0B-41BD-9E98-EB09250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18FE0-5120-4AE6-9770-119CF2CE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FA08F-39AC-458E-9067-DA1741BA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73F7C-8722-4DC5-A59B-14AE2DB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x = 53.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CC5CA-BC61-4D94-8BC2-D98027D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04033761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F1550-41D8-4EF3-967B-944A232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D06D-9FA3-4F04-8855-D290011D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7DD38-6CA3-494A-AF8B-343EE0F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3B1F8-4ADF-49C9-8082-8FE54A2B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F6B8B-C042-4160-97AD-A1A6E885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DF38F-565F-46CA-8CE1-5F753E9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3A2A4-7D91-4B5D-929C-706EFCA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496DE-41E4-4940-BF13-86DC7C0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26E86-F978-4278-860B-5626CFAE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65C9C-4FDE-4B58-B550-97DB7CF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111AD-C075-4AB9-AEA8-6986456A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F84A3-4D02-4DD8-82AC-F235E71F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4A600-4BA3-4753-9003-DA3CB18C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- 7 = 48.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621B5-7476-4159-8CFD-78A332A6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293B7-54EE-42F4-85DD-189461C9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B790A-0E3D-4BFC-BC1C-21E940C7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65D2B-336D-484F-89D4-28D8659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A3064-EAF6-4E89-80B1-422B246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E1064-C9A5-4671-A9DA-5AC8E574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EC2FB-534A-4EB1-A904-71AF3AB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946EE-5A7D-406D-B574-4844AC26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9985950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B9992-F140-4301-96AB-7FE4733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CF78A-7D16-4024-A283-5751851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B9846-8D1F-4F72-9545-52A10A28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1C3A-AC24-4131-9329-5F1B1E4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8C431-F2E2-451F-B842-BE19428C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F1CC7-C646-4B6C-9078-7FFF86A4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39BE6-781C-4734-8D32-2C9F2D0D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5E96B-4ACD-4E8C-9FAF-B039FF16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7410F-03EF-4BA8-9F8D-AE828EC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07A25-781F-4489-836B-4294FB45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Solve 6(x + 4) = 72.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D569C-56B0-486A-98D9-9C9F2F57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05BA9-8278-46F3-A9A4-91527D08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F4B78-8483-4570-85A0-F62EEB0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x = 8.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6365704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1DCB6-BD87-478B-B01F-498BEBE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1E7E2-4632-46BA-9F7D-F3954F13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C0176-7FCA-4636-9EDD-98D622F7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AF6CC-E416-48B9-BB90-EFDC8195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A8B40-27CA-4302-BDE9-09584751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D6B90-C265-4753-AEC6-0FE64F1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1D0CE-AB73-4AF6-BA6A-A079AF99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DCFA4-A87D-4E3A-B981-57243F2D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2F9B2-58BD-4F93-B230-100D29B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6E56D-9409-4D9D-8C00-A559FC6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7D516-4E6B-40CB-A733-97A584D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451A9-65FF-48F0-A4A7-D65F2942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- 7 = 48.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5C722-ACFC-46A4-B76C-22B19FC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985F-52B2-4E4D-B67A-6F54E1C0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8D82C-5973-4CD3-A2F7-46AD5247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F2522-74A9-46A1-B5D7-DA9DFFA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x = 11.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5C205-0802-431C-AE94-4D52081A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CE784-24ED-4DD0-953B-DF8B7E34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56258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C4CF0-1B32-4E03-B128-AC0E8C81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819D-36E6-4E0C-B443-E66C1F7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E96D8-5E33-425C-AB19-2E6C9F9E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9A82A-6156-4171-A03D-61C2A1E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3DB40-0661-4115-88AB-A2B933D0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08EF7-E53A-4870-ADED-1145BC6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9485B-0537-4DB2-94E3-E9AB73B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3FDAC-6727-480A-AAEE-2938E1C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0F876-BB8C-4C87-BA1D-AA131FB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Reason about equivalent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4DB4B-8609-4293-97A1-869927C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85F01-3345-4051-B494-1209DD13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F0056-6BBC-442A-B9ED-64F521A2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08639-3A22-4149-B376-45CEAE9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- 7 = 48.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9F8C5-FB37-499B-B581-54CE476F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A2DB5-C8AE-4621-A50F-CEA6860B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46953-8EFB-4435-A6E3-C4F1F82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CF530-3D82-49B1-8FFE-4750813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one side of an equation without making the same balanced change to the other side.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4B1D2-AC20-478B-96B2-AEDED28D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E0E0C-C8C7-42E8-899A-BD1CC6BE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67FD9-982A-42F6-9D8D-E2B2530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61B6F-F5BD-4A9B-A01B-0D5D8E55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9C566-650F-4A3B-8B3B-B1CAB14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6689086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2026-09-09T22:13:37.4140000Z</dcterms:created>
  <dcterms:modified xsi:type="dcterms:W3CDTF">2026-09-09T22:13:37.4140000Z</dcterms:modified>
</coreProperties>
</file>