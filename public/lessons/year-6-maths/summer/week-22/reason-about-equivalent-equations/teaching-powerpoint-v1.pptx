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c93d7511ba342fa" /><Relationship Type="http://schemas.openxmlformats.org/officeDocument/2006/relationships/extended-properties" Target="/docProps/app.xml" Id="Rd85be01b217047c7" /><Relationship Type="http://schemas.openxmlformats.org/officeDocument/2006/relationships/officeDocument" Target="/ppt/presentation.xml" Id="R8175264422c5457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dcb16e0da1a49ed"/>
  </p:sldMasterIdLst>
  <p:notesMasterIdLst>
    <p:notesMasterId xmlns:r="http://schemas.openxmlformats.org/officeDocument/2006/relationships" r:id="R1887794547ea4ed2"/>
  </p:notesMasterIdLst>
  <p:sldIdLst>
    <p:sldId xmlns:r="http://schemas.openxmlformats.org/officeDocument/2006/relationships" id="256" r:id="R306fe3f787c04f22"/>
    <p:sldId xmlns:r="http://schemas.openxmlformats.org/officeDocument/2006/relationships" id="257" r:id="Rdf66afe944fc4522"/>
    <p:sldId xmlns:r="http://schemas.openxmlformats.org/officeDocument/2006/relationships" id="258" r:id="Rf01e8b0f21874de5"/>
    <p:sldId xmlns:r="http://schemas.openxmlformats.org/officeDocument/2006/relationships" id="259" r:id="Rc0b1c467bbd44609"/>
    <p:sldId xmlns:r="http://schemas.openxmlformats.org/officeDocument/2006/relationships" id="260" r:id="R3289716a441449d4"/>
    <p:sldId xmlns:r="http://schemas.openxmlformats.org/officeDocument/2006/relationships" id="261" r:id="Rf9a3ce375b834877"/>
    <p:sldId xmlns:r="http://schemas.openxmlformats.org/officeDocument/2006/relationships" id="262" r:id="Rc0796efef0b64f2f"/>
    <p:sldId xmlns:r="http://schemas.openxmlformats.org/officeDocument/2006/relationships" id="263" r:id="R33bac0b8ddc94536"/>
    <p:sldId xmlns:r="http://schemas.openxmlformats.org/officeDocument/2006/relationships" id="264" r:id="Rc988bf98e8e348de"/>
    <p:sldId xmlns:r="http://schemas.openxmlformats.org/officeDocument/2006/relationships" id="265" r:id="R6b4767c350c64fc0"/>
    <p:sldId xmlns:r="http://schemas.openxmlformats.org/officeDocument/2006/relationships" id="266" r:id="R8e754643abb74344"/>
    <p:sldId xmlns:r="http://schemas.openxmlformats.org/officeDocument/2006/relationships" id="267" r:id="Rf9e51b132352482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d53821d96564832" /><Relationship Type="http://schemas.openxmlformats.org/officeDocument/2006/relationships/slideMaster" Target="/ppt/slideMasters/slideMaster1.xml" Id="Redcb16e0da1a49ed" /><Relationship Type="http://schemas.openxmlformats.org/officeDocument/2006/relationships/notesMaster" Target="/ppt/notesMasters/notesMaster1.xml" Id="R1887794547ea4ed2" /><Relationship Type="http://schemas.openxmlformats.org/officeDocument/2006/relationships/presProps" Target="/ppt/presProps.xml" Id="R88612836fafe4054" /><Relationship Type="http://schemas.openxmlformats.org/officeDocument/2006/relationships/tableStyles" Target="/ppt/tableStyles.xml" Id="Rc15de659ec1d4bbe" /><Relationship Type="http://schemas.openxmlformats.org/officeDocument/2006/relationships/slide" Target="/ppt/slides/slide1.xml" Id="R306fe3f787c04f22" /><Relationship Type="http://schemas.openxmlformats.org/officeDocument/2006/relationships/slide" Target="/ppt/slides/slide2.xml" Id="Rdf66afe944fc4522" /><Relationship Type="http://schemas.openxmlformats.org/officeDocument/2006/relationships/slide" Target="/ppt/slides/slide3.xml" Id="Rf01e8b0f21874de5" /><Relationship Type="http://schemas.openxmlformats.org/officeDocument/2006/relationships/slide" Target="/ppt/slides/slide4.xml" Id="Rc0b1c467bbd44609" /><Relationship Type="http://schemas.openxmlformats.org/officeDocument/2006/relationships/slide" Target="/ppt/slides/slide5.xml" Id="R3289716a441449d4" /><Relationship Type="http://schemas.openxmlformats.org/officeDocument/2006/relationships/slide" Target="/ppt/slides/slide6.xml" Id="Rf9a3ce375b834877" /><Relationship Type="http://schemas.openxmlformats.org/officeDocument/2006/relationships/slide" Target="/ppt/slides/slide7.xml" Id="Rc0796efef0b64f2f" /><Relationship Type="http://schemas.openxmlformats.org/officeDocument/2006/relationships/slide" Target="/ppt/slides/slide8.xml" Id="R33bac0b8ddc94536" /><Relationship Type="http://schemas.openxmlformats.org/officeDocument/2006/relationships/slide" Target="/ppt/slides/slide9.xml" Id="Rc988bf98e8e348de" /><Relationship Type="http://schemas.openxmlformats.org/officeDocument/2006/relationships/slide" Target="/ppt/slides/slide10.xml" Id="R6b4767c350c64fc0" /><Relationship Type="http://schemas.openxmlformats.org/officeDocument/2006/relationships/slide" Target="/ppt/slides/slide11.xml" Id="R8e754643abb74344" /><Relationship Type="http://schemas.openxmlformats.org/officeDocument/2006/relationships/slide" Target="/ppt/slides/slide12.xml" Id="Rf9e51b132352482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a1634bd75a84e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3ca569b888f4ff8" /><Relationship Type="http://schemas.openxmlformats.org/officeDocument/2006/relationships/notesMaster" Target="/ppt/notesMasters/notesMaster1.xml" Id="R4fab5b149b9a4c9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7764be267db4492" /><Relationship Type="http://schemas.openxmlformats.org/officeDocument/2006/relationships/notesMaster" Target="/ppt/notesMasters/notesMaster1.xml" Id="Rbd07a930bdf142c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58a355719f041c1" /><Relationship Type="http://schemas.openxmlformats.org/officeDocument/2006/relationships/notesMaster" Target="/ppt/notesMasters/notesMaster1.xml" Id="R0c4b6d92cff64e6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00ff622a277471a" /><Relationship Type="http://schemas.openxmlformats.org/officeDocument/2006/relationships/notesMaster" Target="/ppt/notesMasters/notesMaster1.xml" Id="R6d5f056eb844468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430b35102824021" /><Relationship Type="http://schemas.openxmlformats.org/officeDocument/2006/relationships/notesMaster" Target="/ppt/notesMasters/notesMaster1.xml" Id="R0b6d163b881e41a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bb6897148074b2d" /><Relationship Type="http://schemas.openxmlformats.org/officeDocument/2006/relationships/notesMaster" Target="/ppt/notesMasters/notesMaster1.xml" Id="R96856a3ae98c476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33248126b604012" /><Relationship Type="http://schemas.openxmlformats.org/officeDocument/2006/relationships/notesMaster" Target="/ppt/notesMasters/notesMaster1.xml" Id="R007b8a8ce0914ff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4622cea8dcd49f6" /><Relationship Type="http://schemas.openxmlformats.org/officeDocument/2006/relationships/notesMaster" Target="/ppt/notesMasters/notesMaster1.xml" Id="Raaf76a2e0ba84de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4f24d0fc4464c1c" /><Relationship Type="http://schemas.openxmlformats.org/officeDocument/2006/relationships/notesMaster" Target="/ppt/notesMasters/notesMaster1.xml" Id="Rd948c5ebc2884c2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cda11fee4384c68" /><Relationship Type="http://schemas.openxmlformats.org/officeDocument/2006/relationships/notesMaster" Target="/ppt/notesMasters/notesMaster1.xml" Id="Rfceea4a86ee24e8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4882071adce43f5" /><Relationship Type="http://schemas.openxmlformats.org/officeDocument/2006/relationships/notesMaster" Target="/ppt/notesMasters/notesMaster1.xml" Id="R1e71235700d640a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c545af52a554048" /><Relationship Type="http://schemas.openxmlformats.org/officeDocument/2006/relationships/notesMaster" Target="/ppt/notesMasters/notesMaster1.xml" Id="Re52bf4e76cb54bd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Balance models, function machines, algebra tiles, bar models,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x = 53. | Keep both sides balanced and identify the outer operation. | Use an inverse operation on the whole equation and check by substitution.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equation, unknown, inverse, balance, expression, solution.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Yes, both give x =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x = 53.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an inverse operation on the whole equation and check by substitution.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x = 53..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x = 11..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x = 8.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x = 11.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x = 11. | Use an inverse operation on the whole equation and check by substitution.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a1fdb93604426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8753a5234f4a56" /><Relationship Type="http://schemas.openxmlformats.org/officeDocument/2006/relationships/slideLayout" Target="/ppt/slideLayouts/slideLayout1.xml" Id="R059c23cac0194f8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59c23cac0194f8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1d27f1dd7443b2" /><Relationship Type="http://schemas.openxmlformats.org/officeDocument/2006/relationships/notesSlide" Target="/ppt/notesSlides/notesSlide1.xml" Id="R94106bcf890f477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9c26de187445bb" /><Relationship Type="http://schemas.openxmlformats.org/officeDocument/2006/relationships/notesSlide" Target="/ppt/notesSlides/notesSlide2.xml" Id="Rbd9fdac8d8d940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fc938ce1874dae" /><Relationship Type="http://schemas.openxmlformats.org/officeDocument/2006/relationships/notesSlide" Target="/ppt/notesSlides/notesSlide3.xml" Id="Raa407125c0b5479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0b86a1ef574cce" /><Relationship Type="http://schemas.openxmlformats.org/officeDocument/2006/relationships/notesSlide" Target="/ppt/notesSlides/notesSlide4.xml" Id="Re724370cf8bc4be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8d3939fe514503" /><Relationship Type="http://schemas.openxmlformats.org/officeDocument/2006/relationships/notesSlide" Target="/ppt/notesSlides/notesSlide5.xml" Id="R19e1a55c00ef45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5b6db616534b53" /><Relationship Type="http://schemas.openxmlformats.org/officeDocument/2006/relationships/notesSlide" Target="/ppt/notesSlides/notesSlide6.xml" Id="Ra17c45456af3477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962a8d3ec34c87" /><Relationship Type="http://schemas.openxmlformats.org/officeDocument/2006/relationships/image" Target="/ppt/media/image.png" Id="R6cf093932b524100" /><Relationship Type="http://schemas.openxmlformats.org/officeDocument/2006/relationships/notesSlide" Target="/ppt/notesSlides/notesSlide7.xml" Id="Re831b169d81449d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990b132c9f4506" /><Relationship Type="http://schemas.openxmlformats.org/officeDocument/2006/relationships/notesSlide" Target="/ppt/notesSlides/notesSlide8.xml" Id="R3a84929bf441470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da60f1d17a4795" /><Relationship Type="http://schemas.openxmlformats.org/officeDocument/2006/relationships/notesSlide" Target="/ppt/notesSlides/notesSlide9.xml" Id="R40c2f557c905438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c1d4a856c14637" /><Relationship Type="http://schemas.openxmlformats.org/officeDocument/2006/relationships/notesSlide" Target="/ppt/notesSlides/notesSlide10.xml" Id="R090cd630581140e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11a9696ac74969" /><Relationship Type="http://schemas.openxmlformats.org/officeDocument/2006/relationships/notesSlide" Target="/ppt/notesSlides/notesSlide11.xml" Id="R3c23fff30b314d2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9fc9f40a99467b" /><Relationship Type="http://schemas.openxmlformats.org/officeDocument/2006/relationships/notesSlide" Target="/ppt/notesSlides/notesSlide12.xml" Id="Rf64e4d8fcc9c4f1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268A60-BA39-4645-AB66-34DFCC318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45C6B0-A65B-4219-9C79-6A0C14426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F7D1B8-0A1C-4358-8422-A5A5F30D4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DAF31A-6248-47F1-A44A-CB5B8EC10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C497B6-C1B8-423B-A303-6F444BD28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 about equivalent equations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2FB5E0-1B21-4057-BE57-92BEDBB4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BFBF1F-49EA-4903-ABB1-2604AB83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DE8CB3-A672-47E1-8A4B-36E5139C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487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equations and justify whether they have the same solution.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85C5DA-EEC0-4EBA-8A57-3D3F9944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83F487-BEC0-46F8-A623-8BCC3C53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Balance models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C2CA64-AE11-4C68-9210-170BC1A3E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0590572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5A4389-883C-47C2-ADAC-3A064F1FF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369947-A1D1-44FF-98A8-2B87D3AC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2EE21D-4445-48FC-9C47-0BA66A054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9B68F3-B3B8-4B78-9833-DCED62CA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28B62-4D95-405D-B35A-C60CE1C2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49237E-FAAC-4285-BB89-84585DFEF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39D29B-7447-43A1-9563-34F4DEA94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3FF448-FED3-4D60-ACA1-ADC284DA8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FFB955-5234-47A0-AEBC-1B09A1384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CA788C-11F7-43E3-9AB1-1CB52862D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2E639E-C0B2-4D56-B687-AF0E4DBD6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3FF42-F810-4B1C-93B2-45F299B90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843148-3176-4485-98DD-B6E5C30A6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inverse operations and the structure of equations to find unknown values.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58A027-0C44-4BD3-AD96-0471F5AB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819FEF-94E7-4251-8AE5-B305FBE4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D8276D-082E-4484-BBA5-B4E65D352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0AE90C-FC03-49E2-B818-059A0AD14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x + 38 = 91.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0C4862-A22C-4303-B0F8-986FB5CA6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E3A164-1857-4768-B3B0-A7BB6B5F1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36B2E7-BD5B-4512-B0EE-9F7D0043F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A6F7D9-F68A-462B-BEE0-8C3A9577C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Do 4x + 12 = 40 and 2x + 6 = 20 have the same solution?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836266-70C0-41C9-8B91-717657EB0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3665949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525C01-C252-4FE0-957B-3B650F865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E551BD-D3CC-4EC9-914B-A05EA70AC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CAF169-DABA-4451-936F-244D7F429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825ACF-DCC9-491A-9A15-E54686EC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CB68BB-3749-4AC0-BBFD-00A0EC621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3CBF70-FB9D-4D9D-9845-504F20E78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F3596D-9BA6-4D22-BB85-CB679C098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49F863-A353-4E96-AD9C-16224F0C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C209B9-53A0-4D4F-9514-3A953EC1D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7ED4DC-9D2D-4AAD-8D00-16F8FCAA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equations and justify whether they have the same solution.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18B848-ED20-476D-8F73-4D075B68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E6E873-8C0D-4283-9A56-4802AC40A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Keep both sides balanced and identify the outer operation.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E85854-426C-492F-923A-23CB487E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Undo operations in reverse order.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649251-3C71-46BC-9EFA-5B16189A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Substitute the solution to check the original equation.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F1B2CE-E450-47A5-BEB3-2CAFA81C0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equation  |  unknown  |  inverse  |  balance  |  expression  |  solution</a:t>
            </a:r>
          </a:p>
        </p:txBody>
      </p:sp>
    </p:spTree>
    <p:extLst>
      <p:ext uri="{BB962C8B-B14F-4D97-AF65-F5344CB8AC3E}">
        <p14:creationId xmlns:p14="http://schemas.microsoft.com/office/powerpoint/2010/main" val="14062725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A40825-9EC2-4601-B6AF-96991F08B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BD34A5-B671-4D5D-A6B7-1D03E25E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63BE26-9245-481B-9F53-F89D001E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7EC0C4-572C-4BBE-AA7E-79F01D660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8A6D32-BCE0-4FD3-8366-855BB885C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E417B1-A4B0-4052-A9F9-93E3FDB07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5EEDE4-711C-47B1-BED0-31D707623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30E8A6-F8E1-4E60-838D-0F1934915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B060B4-C44D-4485-85DF-4352E37F4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EC0733-0008-4C2E-84F6-5DDED2AA4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Do 4x + 12 = 40 and 2x + 6 = 20 have the same solution?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960344-1557-49B7-BA00-AD3E57356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CFC88E-A38E-4089-B61A-ADC84DD8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5045DC-E82F-4A66-AEC5-B54CD25EE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Keep both sides balanced and identify the outer operation.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7BAFD2-78B6-40BF-A077-9C8C31D5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A0D8C4-9924-4690-9BC3-D63313D87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8517A7-F522-4AFE-AC2D-09216ECEE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Undo operations in reverse order.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FD4F55-6DE6-45D8-A3DD-18B6BC3DE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2CC0AC-B57F-4FB9-B163-C2963971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D443BD-06D7-4167-974E-E6D80FBCB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Yes, both give x = 7.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9F0B8B-D03F-4632-BE01-236BB2F4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C361AC-67E5-4A08-897E-1FAEA04D3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6D6373-37B6-44E6-AD34-7C321E3C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Substitute the solution to check the original equation.</a:t>
            </a:r>
          </a:p>
        </p:txBody>
      </p:sp>
    </p:spTree>
    <p:extLst>
      <p:ext uri="{BB962C8B-B14F-4D97-AF65-F5344CB8AC3E}">
        <p14:creationId xmlns:p14="http://schemas.microsoft.com/office/powerpoint/2010/main" val="15671516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9DF625-76CC-4AA9-B5CB-54EBD5069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15ECA0-E835-424E-A959-DF211CEF9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6DA846-33F5-4995-BA77-B72999A1D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AB226B-0AF2-441B-B484-B5841DF8F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FD205E-2FA6-4C7E-9052-57533BD45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B7FFFC-D74D-464F-9DFF-B719CA1C0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D57F73-1C78-413B-A136-EB025B7E5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D9203F-BFC9-4586-868D-DEA2F1994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6A7D95-40B8-444B-8231-77510A226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2D7D75-FEA8-4BDB-89A3-CBBF565DB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2DE4F0-8B18-4B90-968C-B5A756D7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Yes, both give x = 7.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B4DEC2-1A29-4861-A505-B48EE92B3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1738A2-402D-4E47-85F3-05C7916A6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Substitute the solution to check the original equation.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8C59D1-B860-4EE3-95BA-DFB60AFD1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6348852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C575F0-999F-4D91-847C-50E6DC34D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F18C2F-77A6-4FF5-B06E-559DC27D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84C009-E963-4FEB-84E5-DFC150D03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BB95E9-5BCB-4268-B131-5644B8F6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9E8FF6-7038-4080-A354-7171C09DA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525F4A-C46E-45A2-ABEB-560A7D5B3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6C7060-0CEB-425C-9C34-2F388C486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2B8245-8290-4A38-A4B8-DB3E428E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64C78F-E597-45F0-8D55-55223B59F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880FCE-64AC-4467-99A7-E1BA7549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x + 38 = 91.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9F1DBE-BE6F-45D9-B3F6-3B8472EED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DF4093-F0C7-4154-AC10-001B2E9A2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E5BBEC-C7F0-4B27-A6EA-CF63E3D0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58ECE9-96C4-48DE-8FBC-A094D39E0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1D934C-6484-4F6B-AB67-651040598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x = 53.</a:t>
            </a:r>
          </a:p>
        </p:txBody>
      </p:sp>
    </p:spTree>
    <p:extLst>
      <p:ext uri="{BB962C8B-B14F-4D97-AF65-F5344CB8AC3E}">
        <p14:creationId xmlns:p14="http://schemas.microsoft.com/office/powerpoint/2010/main" val="211619431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29E7C3-317F-4314-AD22-3A03EC4B3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319D42-DF5E-4FD3-9945-E5D9F8D55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21F786-EDC6-4E64-B4DA-F5548AADE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A8174D-B318-4AB6-9599-24411991B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4745A9-DD63-4B9B-A345-79C48C61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BF2536-0572-41D4-AFDA-D734AB77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8A7788-530D-411E-AFA7-F574EAB2D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A684BB-5D10-442B-BF5C-6CB98F0CE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669F99-E2FD-40C5-9E6B-573E2BDC5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equations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f093932b524100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265C04-2461-457C-B7EA-77CFBB40B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57EFAC-1AE8-40CD-9AA9-FE99F2982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changes one side of an equation without making the same balanced change to the other side.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E6429D-A329-4E08-B5A1-958F276B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B14CAC-97A5-4A7E-83BE-8E8A3C42B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C464D0-0799-42EC-BC11-CA5F382FC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an inverse operation on the whole equation and check by substitution.</a:t>
            </a:r>
          </a:p>
        </p:txBody>
      </p:sp>
    </p:spTree>
    <p:extLst>
      <p:ext uri="{BB962C8B-B14F-4D97-AF65-F5344CB8AC3E}">
        <p14:creationId xmlns:p14="http://schemas.microsoft.com/office/powerpoint/2010/main" val="20192694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4D372F-1594-40A2-9804-F4213341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F6881E-DA80-4884-88ED-EC588A08D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E64C67-6362-48D5-9096-2D9AE3386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336AA0-4139-4477-BBD9-CF7FCDEC6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4BDDD2-B801-43C1-80F5-B446F03E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DF83F3-18B9-4E32-9976-C8B8DB4F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94745F-2318-4806-8711-F1B2EDD0F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844AEF-BB56-4DDD-9A5B-63FFABC5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BE5C38-BE5D-4496-B98D-19BFC3B77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485A9C-AB16-4B9E-AA93-2E8A662B1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812362-1CB9-4494-99B7-D5F4033E7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B88F85-C3B2-47D1-9AB9-3E740BC29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A5ED07-9C87-4583-8317-E39FA9A1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x + 38 = 91.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BA5859-4EC8-4E8B-B6F5-C8E77D1A7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264E12-8FAA-44B6-B213-10F283775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B2F847-E1B7-4613-8FDF-0CF346A52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209C60-2F45-4159-BC48-E136C2AB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21BE3C-D19F-4B8A-8616-E3CDC9F1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4B08D5-BBBC-4A13-96D9-E9FCB7CE1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8E4255-161D-4D3A-883C-2ECD4691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A47E34-726D-4AF3-8175-4F9AC96E4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x = 53.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C15F9F-0577-4CBB-A848-A8B6387C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84837678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12CB58-A79A-4D31-B22B-9AF6E24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FFA3FD-F331-48FF-B1B1-7D4A499FB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24C43B-5659-4683-86F5-5A8D7F79A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1CB407-ED61-46E0-A73C-5CED86853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211E9C-CD33-415F-8995-F33B180C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105712-FF19-4CDC-99E5-EF778AB25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D0FDCB-B30A-488D-B983-FA3DFBC84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06A917-051F-43E8-BED1-736EABE6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AACA79-5071-4702-A5B6-50D345D38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1EF028-83C3-4AC3-9E30-B0B6B74F5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35324B-2637-44E9-93AE-BF293CC6E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089FA4-96CE-4724-87F1-3DB3AD5D5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7F9714-06E6-4061-B801-A6B58FD27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5x - 7 = 48.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6F9A10-3CED-4096-8C46-ADF05C38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57BE16-39F3-4205-9E88-3371E206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D93226-3B0F-4EB9-B425-094370DB2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A98C6B-0073-48E3-98FA-2087F018F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D016D2-7053-44CB-9174-1046FD606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512D78-1ACD-4D11-B306-6B9EBF657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5CB4E2-E462-4F2D-97AF-4012E318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90E001-4246-4151-8A0C-20C1CC115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95983830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5317AC-6A4D-49FE-9A16-CF621EF7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EC709A-6991-489D-9A77-03C5C013F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020FA5-47BC-4D44-A73B-7AA5F667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B7A978-E262-4325-A4F3-A00FC50E9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EEBEF0-1F8D-4855-84D1-2C7994591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391043-196C-48C8-8103-5E9594D7D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2B8A20-918C-4EFA-AD0B-2E67BE7D7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5B1EA2-7FAA-4F0A-A9D8-228488896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711E83-DA98-4981-B3E6-DCC173FAD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53DE24-63BF-44CB-8BF7-2D2F1114E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Solve 6(x + 4) = 72.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625FAB-471E-47B8-A07F-637810202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C04B2A-32FE-472E-8B64-296217C3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7DEC6B-2F7A-4F15-AB34-9F4DA66FC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x = 8.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3117513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3A9399-04B6-4ACC-B941-F6BFD7E1F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EDD514-CE9D-4E4C-B83E-90F2415BA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312FC0-9BCE-4579-B45C-2451A6E00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114A32-4C63-45B2-A35A-7650EF693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32454D-FEF2-401C-9397-BBB907B4A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CC96B9-D8F1-4A2D-A3E0-3E06EC0C5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DC5D19-85F3-4059-9855-8FE36546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2CF255-6F99-4EA6-A7FE-98B8ACC49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DCED62-9077-4229-9898-323602EA0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480880-6308-463B-BB92-3888BA50B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088572-B2D6-4655-A44C-1F09B26C3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EECDF0-89B6-4946-B3ED-49AA6547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5x - 7 = 48.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565A45-C057-4185-8BD6-1EFB9B33E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329A82-6757-4B2D-8550-89305257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075434-CF36-4097-A233-2963D76B5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4E2D04-2883-4705-860C-CEA53FDC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x = 11.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ADBB22-A3CD-4615-BC63-0C94E8708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E3323F-E9D6-439C-B06A-C2EE8E53D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3517857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90680F-198F-4193-A4AD-CBD38A4C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213D82-90C9-4043-B317-D9C2205A3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5C7CF9-F8AC-403A-BD50-C2403DFC6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E22093-B31B-4156-A77A-00405F6E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AD0991-691C-4722-8692-557B9007D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4DBC2B-2D4A-4969-950A-2EEDEF71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E21CAF-4440-44C9-B570-817A83770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DA283F-A483-47C8-B18C-F09F95652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9DE854-5157-4FA6-AE83-364F8DD25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BE91AF-8EFA-43F3-BF13-3537C08D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E70F8B-B3DD-4C10-B832-A310596BB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D52EF3-7EFE-42B8-9195-87110C6F0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32A009-060C-4341-BB7C-8E79B7E6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5x - 7 = 48.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E9A204-AEF3-4137-9712-54BA3867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2B1635-980C-4F1C-B119-AEDBFF31D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D39C8D-258F-4089-B551-399CE011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00CB20-B2A1-4C5A-A485-610E8312F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changes one side of an equation without making the same balanced change to the other side.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2FB4DB-62BE-4691-95D4-36369505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94C1F2-84A8-4528-A064-C72C1CE6C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6DDB55-F04A-4174-8ABB-AA9F50E5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35D386-B090-48EA-B37A-3CFCDD10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E4A916-0AE6-4D64-85C9-48D4BBFFA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8576609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2026-09-09T20:49:43.9370000Z</dcterms:created>
  <dcterms:modified xsi:type="dcterms:W3CDTF">2026-09-09T20:49:43.9370000Z</dcterms:modified>
</coreProperties>
</file>