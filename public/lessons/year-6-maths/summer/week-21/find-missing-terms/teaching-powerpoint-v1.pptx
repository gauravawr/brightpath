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b590df0934d34" /><Relationship Type="http://schemas.openxmlformats.org/officeDocument/2006/relationships/extended-properties" Target="/docProps/app.xml" Id="R9fd29ca780584cf8" /><Relationship Type="http://schemas.openxmlformats.org/officeDocument/2006/relationships/officeDocument" Target="/ppt/presentation.xml" Id="Rbb4b9b1a318e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dbbeac5cfe4285"/>
  </p:sldMasterIdLst>
  <p:notesMasterIdLst>
    <p:notesMasterId xmlns:r="http://schemas.openxmlformats.org/officeDocument/2006/relationships" r:id="Rc41e07c59927497d"/>
  </p:notesMasterIdLst>
  <p:sldIdLst>
    <p:sldId xmlns:r="http://schemas.openxmlformats.org/officeDocument/2006/relationships" id="256" r:id="R7fc365e2ba6941fb"/>
    <p:sldId xmlns:r="http://schemas.openxmlformats.org/officeDocument/2006/relationships" id="257" r:id="Rda9f8ff6e2f94ff9"/>
    <p:sldId xmlns:r="http://schemas.openxmlformats.org/officeDocument/2006/relationships" id="258" r:id="R12cacac1cedb4b48"/>
    <p:sldId xmlns:r="http://schemas.openxmlformats.org/officeDocument/2006/relationships" id="259" r:id="R852eca00c40b45a0"/>
    <p:sldId xmlns:r="http://schemas.openxmlformats.org/officeDocument/2006/relationships" id="260" r:id="Re78274024a5742a8"/>
    <p:sldId xmlns:r="http://schemas.openxmlformats.org/officeDocument/2006/relationships" id="261" r:id="R7775f4cad9be44ef"/>
    <p:sldId xmlns:r="http://schemas.openxmlformats.org/officeDocument/2006/relationships" id="262" r:id="Rcc5e29d1b13b4a01"/>
    <p:sldId xmlns:r="http://schemas.openxmlformats.org/officeDocument/2006/relationships" id="263" r:id="Rbdb61f81d6f644a3"/>
    <p:sldId xmlns:r="http://schemas.openxmlformats.org/officeDocument/2006/relationships" id="264" r:id="R3fe36abe500d48dc"/>
    <p:sldId xmlns:r="http://schemas.openxmlformats.org/officeDocument/2006/relationships" id="265" r:id="R61941ca4c3cb40a8"/>
    <p:sldId xmlns:r="http://schemas.openxmlformats.org/officeDocument/2006/relationships" id="266" r:id="R4cefb66936bd4fb0"/>
    <p:sldId xmlns:r="http://schemas.openxmlformats.org/officeDocument/2006/relationships" id="267" r:id="R657419867cd349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762eb5b94494a" /><Relationship Type="http://schemas.openxmlformats.org/officeDocument/2006/relationships/slideMaster" Target="/ppt/slideMasters/slideMaster1.xml" Id="R2fdbbeac5cfe4285" /><Relationship Type="http://schemas.openxmlformats.org/officeDocument/2006/relationships/notesMaster" Target="/ppt/notesMasters/notesMaster1.xml" Id="Rc41e07c59927497d" /><Relationship Type="http://schemas.openxmlformats.org/officeDocument/2006/relationships/presProps" Target="/ppt/presProps.xml" Id="R74c65385da7b41dd" /><Relationship Type="http://schemas.openxmlformats.org/officeDocument/2006/relationships/tableStyles" Target="/ppt/tableStyles.xml" Id="Re25928916d504df0" /><Relationship Type="http://schemas.openxmlformats.org/officeDocument/2006/relationships/slide" Target="/ppt/slides/slide1.xml" Id="R7fc365e2ba6941fb" /><Relationship Type="http://schemas.openxmlformats.org/officeDocument/2006/relationships/slide" Target="/ppt/slides/slide2.xml" Id="Rda9f8ff6e2f94ff9" /><Relationship Type="http://schemas.openxmlformats.org/officeDocument/2006/relationships/slide" Target="/ppt/slides/slide3.xml" Id="R12cacac1cedb4b48" /><Relationship Type="http://schemas.openxmlformats.org/officeDocument/2006/relationships/slide" Target="/ppt/slides/slide4.xml" Id="R852eca00c40b45a0" /><Relationship Type="http://schemas.openxmlformats.org/officeDocument/2006/relationships/slide" Target="/ppt/slides/slide5.xml" Id="Re78274024a5742a8" /><Relationship Type="http://schemas.openxmlformats.org/officeDocument/2006/relationships/slide" Target="/ppt/slides/slide6.xml" Id="R7775f4cad9be44ef" /><Relationship Type="http://schemas.openxmlformats.org/officeDocument/2006/relationships/slide" Target="/ppt/slides/slide7.xml" Id="Rcc5e29d1b13b4a01" /><Relationship Type="http://schemas.openxmlformats.org/officeDocument/2006/relationships/slide" Target="/ppt/slides/slide8.xml" Id="Rbdb61f81d6f644a3" /><Relationship Type="http://schemas.openxmlformats.org/officeDocument/2006/relationships/slide" Target="/ppt/slides/slide9.xml" Id="R3fe36abe500d48dc" /><Relationship Type="http://schemas.openxmlformats.org/officeDocument/2006/relationships/slide" Target="/ppt/slides/slide10.xml" Id="R61941ca4c3cb40a8" /><Relationship Type="http://schemas.openxmlformats.org/officeDocument/2006/relationships/slide" Target="/ppt/slides/slide11.xml" Id="R4cefb66936bd4fb0" /><Relationship Type="http://schemas.openxmlformats.org/officeDocument/2006/relationships/slide" Target="/ppt/slides/slide12.xml" Id="R657419867cd3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c8886c7c5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3e70adb65b4766" /><Relationship Type="http://schemas.openxmlformats.org/officeDocument/2006/relationships/notesMaster" Target="/ppt/notesMasters/notesMaster1.xml" Id="R6d3ca068912544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7335a186e4cf8" /><Relationship Type="http://schemas.openxmlformats.org/officeDocument/2006/relationships/notesMaster" Target="/ppt/notesMasters/notesMaster1.xml" Id="R1b437e7789fd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fe43173d34ae4" /><Relationship Type="http://schemas.openxmlformats.org/officeDocument/2006/relationships/notesMaster" Target="/ppt/notesMasters/notesMaster1.xml" Id="R903776fab2ba45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7f3cad85a74302" /><Relationship Type="http://schemas.openxmlformats.org/officeDocument/2006/relationships/notesMaster" Target="/ppt/notesMasters/notesMaster1.xml" Id="Rbf58f72280c843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895e537724635" /><Relationship Type="http://schemas.openxmlformats.org/officeDocument/2006/relationships/notesMaster" Target="/ppt/notesMasters/notesMaster1.xml" Id="R8d3798c6889b47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7ca48ab464abd" /><Relationship Type="http://schemas.openxmlformats.org/officeDocument/2006/relationships/notesMaster" Target="/ppt/notesMasters/notesMaster1.xml" Id="R1811b960f9c14e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ab0d508a7c4ec2" /><Relationship Type="http://schemas.openxmlformats.org/officeDocument/2006/relationships/notesMaster" Target="/ppt/notesMasters/notesMaster1.xml" Id="R5d56c4f08e4b44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2f85402e7f46cb" /><Relationship Type="http://schemas.openxmlformats.org/officeDocument/2006/relationships/notesMaster" Target="/ppt/notesMasters/notesMaster1.xml" Id="R13babd886c244c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b480bc673942eb" /><Relationship Type="http://schemas.openxmlformats.org/officeDocument/2006/relationships/notesMaster" Target="/ppt/notesMasters/notesMaster1.xml" Id="R1998ba1ac8684a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4de42b88e24497" /><Relationship Type="http://schemas.openxmlformats.org/officeDocument/2006/relationships/notesMaster" Target="/ppt/notesMasters/notesMaster1.xml" Id="Rd0e1729b4e6a42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0091ce80954aa9" /><Relationship Type="http://schemas.openxmlformats.org/officeDocument/2006/relationships/notesMaster" Target="/ppt/notesMasters/notesMaster1.xml" Id="R510e96e90a96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705926c1784e06" /><Relationship Type="http://schemas.openxmlformats.org/officeDocument/2006/relationships/notesMaster" Target="/ppt/notesMasters/notesMaster1.xml" Id="R7bd1d9a26bab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Number cards, function machines, algebra tiles, sequence tables,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C = 6n + 4. | Identify what changes and what stays constant. |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sequence, term, rule, variable, formula, substitute.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73 and 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C = 6n + 4.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C = 6n + 4..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31..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3, 7, 11, 15, 19.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31. | State what the variable represents, substitute its value and preserve the operation structure.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1c7d976bc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a2d3fd4bc84a6c" /><Relationship Type="http://schemas.openxmlformats.org/officeDocument/2006/relationships/slideLayout" Target="/ppt/slideLayouts/slideLayout1.xml" Id="Reaec89082a6c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c89082a6c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79e3fa9744b0" /><Relationship Type="http://schemas.openxmlformats.org/officeDocument/2006/relationships/notesSlide" Target="/ppt/notesSlides/notesSlide1.xml" Id="R09abe482bba0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48a2003664e95" /><Relationship Type="http://schemas.openxmlformats.org/officeDocument/2006/relationships/notesSlide" Target="/ppt/notesSlides/notesSlide2.xml" Id="Rc2d4ef8b54c24b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b536b56d43f4" /><Relationship Type="http://schemas.openxmlformats.org/officeDocument/2006/relationships/notesSlide" Target="/ppt/notesSlides/notesSlide3.xml" Id="R90c2d787da1741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e22503264cd2" /><Relationship Type="http://schemas.openxmlformats.org/officeDocument/2006/relationships/notesSlide" Target="/ppt/notesSlides/notesSlide4.xml" Id="R412cc57654c3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3c494e2d44e98" /><Relationship Type="http://schemas.openxmlformats.org/officeDocument/2006/relationships/notesSlide" Target="/ppt/notesSlides/notesSlide5.xml" Id="R2d3924cb0dc94e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7a380bc42405a" /><Relationship Type="http://schemas.openxmlformats.org/officeDocument/2006/relationships/notesSlide" Target="/ppt/notesSlides/notesSlide6.xml" Id="Rbb3f9648ca9945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173594df44ebb" /><Relationship Type="http://schemas.openxmlformats.org/officeDocument/2006/relationships/image" Target="/ppt/media/image.png" Id="Rc0a47d35f5a74dc2" /><Relationship Type="http://schemas.openxmlformats.org/officeDocument/2006/relationships/notesSlide" Target="/ppt/notesSlides/notesSlide7.xml" Id="Rad6558e7cc8748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4993bc4f4176" /><Relationship Type="http://schemas.openxmlformats.org/officeDocument/2006/relationships/notesSlide" Target="/ppt/notesSlides/notesSlide8.xml" Id="R550f46a0eea840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ea20c2bcd41d0" /><Relationship Type="http://schemas.openxmlformats.org/officeDocument/2006/relationships/notesSlide" Target="/ppt/notesSlides/notesSlide9.xml" Id="Re41297ba560b4c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c19fe352e4850" /><Relationship Type="http://schemas.openxmlformats.org/officeDocument/2006/relationships/notesSlide" Target="/ppt/notesSlides/notesSlide10.xml" Id="Radf43e5b7e79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0c0f9069941df" /><Relationship Type="http://schemas.openxmlformats.org/officeDocument/2006/relationships/notesSlide" Target="/ppt/notesSlides/notesSlide11.xml" Id="R487a4f7312a541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4028678f4009" /><Relationship Type="http://schemas.openxmlformats.org/officeDocument/2006/relationships/notesSlide" Target="/ppt/notesSlides/notesSlide12.xml" Id="R5e90c84db60340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86EBD-AF57-43BF-8A1C-A941114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731C-50D2-4B21-9CF2-C72C66A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C572-E337-4DFA-88F7-41BCF26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C8CC7-A000-4D80-AF22-83DF8D6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E0748-82EC-44A5-8941-D33B78E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83B25-C6FE-4B53-9E97-C786CA27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9E681-FE66-4606-B4B7-C734854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9A707-55FE-4BD2-A34C-D706885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reason backwards and find missing values in sequences.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E82E5-86A9-46CF-BADD-90B4A794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D9ACE-1B29-47B6-B9B3-4958D9D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Number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9224E-69D7-4D38-B962-14450B4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4987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BA1F1-32FE-4435-B48E-E7F99D30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63798-BC68-4CEC-84AE-17A6150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E8A95-B91C-4DC0-9331-F7A68AE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3D592-B316-4EE2-8E1D-F211FC0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1E2CA-F0E5-4951-8133-3267B4C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8267D-C9D8-46E3-9F92-D3916D8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9E1D2-F6A6-4B16-9E12-AFAD647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32270-7C29-4604-9D3C-CA6001D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399F5-4307-4D0E-8CC3-5D4FF440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76921-9CD7-4458-B289-61E0D2D4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94C7-CC36-4259-A3CB-F22B484C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0F8E5-D969-4869-BD9C-51305EA9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4EADC-4B9F-4BCF-A076-8C5CFCF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rules in number sequences and use simple formulae and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45858-EB98-4FDE-8764-BE4F0000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C52BA-6E39-41F5-BB42-9A4CE1A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5223C-8065-47F1-84F7-AE24211E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7236D-C202-4860-B1A6-5F9528A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42858-4FFF-402B-8772-BA85518E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6B3EF-E6F8-44CB-B8AF-021375F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E1DA4-78DA-4751-999B-BB22B561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2D458-0360-4485-B7FC-E4EEF46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missing terms: 84, __, 62, __, 40.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0B1BD-935C-43F3-9878-C0BAD758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3510468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F7059-6FF4-4FC8-A107-BC5A96B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FCAF-3ED8-476C-83A4-4DE664F1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75C24-5CDD-48F7-B681-C706C0DE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A9080-5E0E-4161-B411-965DA5A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7FCAF-6A05-424A-88D4-5AEC803C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87C13-426B-4CE7-9377-C72F5D8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2CF3A-A027-402B-B3D5-85B7238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D75CE-B69A-42E1-A115-7A5CAB5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7029D-30C6-4A4A-A5CA-A6127FA9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251F7-C0DE-4AF2-93DC-98DD0ED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reason backwards and find missing values in sequences.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5D104-7CD1-432E-9013-3F5ABCF8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60E52-9B88-4875-B23E-E2854AC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what changes and what stays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D311-9184-4431-9E10-9A32401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Express the relationship with words, a table or 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1B4A1-357F-430A-80FD-22DBDCC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carefully and check against known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80B18-8123-4FF9-9CE8-04DFF03C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sequence  |  term  |  rule  |  variable  |  formula  |  substitute</a:t>
            </a:r>
          </a:p>
        </p:txBody>
      </p:sp>
    </p:spTree>
    <p:extLst>
      <p:ext uri="{BB962C8B-B14F-4D97-AF65-F5344CB8AC3E}">
        <p14:creationId xmlns:p14="http://schemas.microsoft.com/office/powerpoint/2010/main" val="12405921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E7D47-C728-4B7D-A902-DDF7A78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47688-973A-4B2E-B2EF-63709C3B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423E3-FD2F-43DB-8339-E820078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5B2AA-ED0C-4C05-B57E-F194E69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D437-4A91-46A5-B8C4-E30C1E0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4BD47-A2E2-4F0D-8640-F1E435F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FCA59-3DA3-4676-91F4-9E83E05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4736-2A01-4FA2-9129-E4E638A5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7B2E2-DB1B-4914-9B6C-F89FC39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6F8BC-7C9B-4CEF-A5FE-7304A5B0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50D0C-728A-4E17-9BE6-67C4C52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CB6A2-95AB-4FCE-B9C3-FD87377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20820-67DA-4360-A71F-6001ABFA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84, __, 62, __, 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62DA2-D7BD-4CE3-8FF2-1CCD9F35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19F03-B8D4-4315-AABB-CC63852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4AAE5-A454-475F-8724-FBB91A2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84 to 62 is -22 over two equal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CAFE7-670A-43D9-B3E3-F52FE305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2B644-DE0E-4BC2-A575-82DADA0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C9A89-F54B-4176-A69C-C4B34E2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-22 ÷ 2 = -11 each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03CA6-44CB-48A7-A5FD-1EAD1A1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4CBD3-6B0B-4046-93CA-616ED63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EF358-5319-4424-9E07-80BE6D92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84, 73, 62, 51, 40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E36BA-0794-450A-AA0B-1716C37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6DEFB-BAB0-4F23-970E-D1A1A35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EC0E9-24C9-45DC-800B-45E44AD4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Missing terms: 73 and 51</a:t>
            </a:r>
          </a:p>
        </p:txBody>
      </p:sp>
    </p:spTree>
    <p:extLst>
      <p:ext uri="{BB962C8B-B14F-4D97-AF65-F5344CB8AC3E}">
        <p14:creationId xmlns:p14="http://schemas.microsoft.com/office/powerpoint/2010/main" val="13877144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3A10B-5A2D-4888-9E4D-3A7AE56B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A75C2-BCF7-4251-98C2-EB0DF500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BC2ED-489C-44B6-98EF-237B012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9D38-7235-4160-8C99-1175951F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E0824-7587-417A-ADB6-A683BD59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6EB7A-FD7C-402B-B14F-2A87879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977D4-EAF3-4AD4-A25F-E786D5FC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E9BD6-074D-4039-BB54-7D8B8B7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D4095-BEDD-41F1-8986-C458D978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F7036-DF40-462C-9EE1-00A14F2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37E07-B29A-487E-BC46-7458BA97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73 and 51.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B3796-63F3-49A6-BB5A-992E986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3AD7F-368E-40EF-A198-0BF7A5B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carefully and check against known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4193E-4844-41CA-BB68-1F56DA45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8094187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4DB4E-3D58-46B1-95D9-E3F4024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91C7F-1A97-410A-A093-C121E46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6D85C-F90C-4D23-B853-9B17E9E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70804-E9DA-443C-96DD-57A42439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E664-438F-47F7-8FE6-06E4DDE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6085-83DE-4C6C-B343-5112413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64E6B-403C-49F9-BCE5-FEEE4575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D06BD-902E-4D64-9DC8-5CC3A2E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400E8-CE1E-410A-B909-5CC5A2E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122E2-404D-442E-9DDD-1BA3A4F5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78138-067F-447F-8FEF-9C11CA8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3462B-9F60-4C89-BEDC-25CD14B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D778-317E-4C88-9026-03D76F1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2FD5D-7953-4ADF-8464-25F1BF9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5D2B6-FDE9-4142-8F64-66DF4AE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C = 6n + 4.</a:t>
            </a:r>
          </a:p>
        </p:txBody>
      </p:sp>
    </p:spTree>
    <p:extLst>
      <p:ext uri="{BB962C8B-B14F-4D97-AF65-F5344CB8AC3E}">
        <p14:creationId xmlns:p14="http://schemas.microsoft.com/office/powerpoint/2010/main" val="3834843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CC773-BC0C-47DE-8BC7-02E32F56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2CD7-9C48-4DFA-92DE-F79C20E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48CAE-AF00-4092-A519-776E136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FE48-0127-4426-9AFE-253209E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07C80-8906-489A-AC70-9411EB5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BD674-2314-4426-B8EF-E8A0ED70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A4B4C-ECDD-41D3-8125-1A93ADE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B9CDB-E360-4D02-A263-7E6A9A8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05CCE-38FE-406E-8B0C-774280D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47d35f5a74dc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0FF52-B7D7-4684-9B4D-1965D583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5110E-92A8-48AD-8368-F745820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variable as a label instead of a number that can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A79DB-5D65-40E8-87C8-F9AC79A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D02F9-6C74-4A82-B3C2-37D3C60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287BA-5ABD-491E-946F-9B20DC7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State what the variable represents, substitute its value and preserve the operation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21009686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DF0D5-FB71-4D5E-A5E0-ACD016BD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E5EB1-E708-4A3C-BFE7-D46970F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E517D-AB97-44CE-9C60-2D194802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411A3-7837-4E0A-86AB-3795952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D85F1-3BAC-4FF1-94B3-F7E0F15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29C6A-7289-4AF2-81EB-1F70A91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943A-FF09-489F-A7AC-03D120D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C94DA-0AE7-4958-A76D-F4DCB9D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79DF1-83F1-4BC3-AFF2-7770FEA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6DDC8-5A11-4F29-8F8F-726D90C5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5261F-120F-4F2E-8E65-F6CEA5A2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437CB-0892-4ED2-BA1A-6B9BF71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41DF0-15C1-47F8-AFF0-1B9EDE6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C0F02-D09A-486C-BA58-D44DEA3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76EEE-0C2A-49D4-995D-6D354F1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85AE5-C346-4867-8808-F1EC1B6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C5B0C-31C9-4185-BF3D-51E3B8A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F7CEB-BB09-4605-9292-7A92156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DEE92-303F-4EE7-857C-761031AD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E2AB1-B696-4EC7-A3D7-9A9C20B2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231E3-18CF-4F07-A3EA-0BE7AA74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C = 6n + 4.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FCF78-62F4-4C91-9A35-36B23847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9900223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47C64-DAC0-46E6-962B-213FEDB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B55A5-6A86-45C1-8C9D-A0744CC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BBE05-C56F-4375-9F37-3FDE9B3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8047B-278E-450D-9D16-A7BA2F35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F17E-048E-4581-8539-75401DC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B9E35-FC1B-46A0-AAEC-121E72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CFD5D-724E-4026-89E7-8B2E883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396FC-254C-4BE1-A384-06D5DA3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06C14-8C40-4294-9230-8925ADA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D379-8BF5-471B-B9A7-973C636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609E1-DC64-4817-B4E9-278E8DC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691DE-4BB9-4350-860B-D357CCF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63F8A-AC7F-4281-8024-2B1BD95C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BB249-4E7C-4AFD-ABDD-170F9B56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6E7DA-A77F-4747-B454-9F64DF0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F3760-8F0A-43E9-88FF-8D48B4B6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E9BAA-5953-4484-A98C-E8CEE90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A5E7B-7C7D-4B91-8CE5-90F2C2D7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95EEB-5CBC-40F7-A12E-DC32025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78C8D-815A-4C9F-97EE-D56629B4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C88D1-51AB-470E-BD6E-CF7FADE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304202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39997-EC6E-4E14-B210-3E027F14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54579-A582-4DFB-A12F-61190A90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DF4C0-0500-4C60-8EB4-D5F12118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4551A-BBD8-4F1C-A4C2-195BCCA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6A33B-9412-4B90-ABA2-AEB5D392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D6939-5632-49ED-8357-5DA6C87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8C0D7-948E-486C-963E-54BE1BE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D2CD0-D0CB-487F-A656-EEA39C5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0A6EA-CC37-410A-8E8C-51EE7F1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98D00-0300-4260-88A0-CACA45DA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the first five terms of 4n - 1.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714BE-F9D1-40FD-AE4A-C2DED605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BE89B-42FF-4197-8AED-D60CA119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719DE-C937-4E30-9C30-86A4285B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3, 7, 11, 15, 19.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4038882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C971A-D94C-470A-B611-AD8C216F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0FB4C-D2AA-4982-AC0F-783CD0A2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634B9-95DD-46F9-8C95-DC0FE4D5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AE5EE-6018-49F5-A0E1-A51327D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63B0D-D336-42CD-B2B1-2DF9FDD7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AD9F1-B984-480D-9DDB-778AFFA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2C50B-9152-4C6B-A2FE-DBF181D9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2EDAD-84AC-411D-AD3C-486F930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657AF-ED23-4638-82B6-1EA0103F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A037F-3712-4313-8EE3-F3353FD5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C5588-5EA2-47C4-9C7A-86EEDDB9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E5885-C769-4C43-B034-B68C7D7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2E25-6F75-4FE8-BEF9-DAAD9564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9AD09-DDC6-4FEC-BA7C-1885665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9BA84-2C8A-4EBE-A185-E96ED92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D6725-E8D0-43E6-B950-4A1FA57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B78F0-BC04-4CF0-9081-953744F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4FBF2-2E60-49B3-8E26-9B588F40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17451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1C683-6698-4444-BB40-3F6DD1C0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272D-D73D-4B6A-88B9-4341867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CF103-4880-4E29-935E-EFC2A02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E64D9-1F5A-4108-8539-B01EF87B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263D6-EB05-4ABD-81CA-5D152AE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70F55-0E89-4F02-8A02-2DFD88AB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BC1B3-1DD2-4D17-AD6C-C82B191A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853F2-C831-41C2-93DF-690413FA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FC114-49E1-4324-AB48-3FFD2C54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49C8F-85F5-4B0B-9540-ADAAD9A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DEDBF-9C94-4DB5-A43E-40A093FD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AFB52-C597-4F4C-92DD-9799B71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8D6BA-C386-4E00-A6A1-36AAF54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ED00C-1BB6-4421-9EFD-3B1FA98C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42A1F-E053-4AA2-96B6-99CD218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3C5A2-23F5-4A19-AC85-2891B91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38AEF-08A1-4EE1-B827-914D1841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variable as a label instead of a number that can vary.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659DC-798B-4F46-A86E-AD5C65D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FA450-FF69-4DF0-B14D-AADB8CF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16806-59E8-455D-9785-C1BAB06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5D3AC-FA56-4971-88F1-C93E7568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1624E-15EF-4C5D-A1BB-AEDF6E3B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3765716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2026-09-09T22:13:25.4550000Z</dcterms:created>
  <dcterms:modified xsi:type="dcterms:W3CDTF">2026-09-09T22:13:25.4550000Z</dcterms:modified>
</coreProperties>
</file>