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c120bc806116467f" /><Relationship Type="http://schemas.openxmlformats.org/officeDocument/2006/relationships/extended-properties" Target="/docProps/app.xml" Id="R49ce8626afe648d0" /><Relationship Type="http://schemas.openxmlformats.org/officeDocument/2006/relationships/officeDocument" Target="/ppt/presentation.xml" Id="Rba6aa83fd3e84cf0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6b86a241ac44c6a"/>
  </p:sldMasterIdLst>
  <p:notesMasterIdLst>
    <p:notesMasterId xmlns:r="http://schemas.openxmlformats.org/officeDocument/2006/relationships" r:id="Rc5a6203bb2af45d1"/>
  </p:notesMasterIdLst>
  <p:sldIdLst>
    <p:sldId xmlns:r="http://schemas.openxmlformats.org/officeDocument/2006/relationships" id="256" r:id="R968b97802ef3436c"/>
    <p:sldId xmlns:r="http://schemas.openxmlformats.org/officeDocument/2006/relationships" id="257" r:id="R8f479513ee5149f0"/>
    <p:sldId xmlns:r="http://schemas.openxmlformats.org/officeDocument/2006/relationships" id="258" r:id="Radb696fa01434293"/>
    <p:sldId xmlns:r="http://schemas.openxmlformats.org/officeDocument/2006/relationships" id="259" r:id="Rd1d42bf809b14488"/>
    <p:sldId xmlns:r="http://schemas.openxmlformats.org/officeDocument/2006/relationships" id="260" r:id="R1ebc247c60094216"/>
    <p:sldId xmlns:r="http://schemas.openxmlformats.org/officeDocument/2006/relationships" id="261" r:id="Redeaa216bdd24376"/>
    <p:sldId xmlns:r="http://schemas.openxmlformats.org/officeDocument/2006/relationships" id="262" r:id="R76248355d1a142dc"/>
    <p:sldId xmlns:r="http://schemas.openxmlformats.org/officeDocument/2006/relationships" id="263" r:id="Rf1c24312fec74322"/>
    <p:sldId xmlns:r="http://schemas.openxmlformats.org/officeDocument/2006/relationships" id="264" r:id="R66686c4b04c549a3"/>
    <p:sldId xmlns:r="http://schemas.openxmlformats.org/officeDocument/2006/relationships" id="265" r:id="R11304720e7d74512"/>
    <p:sldId xmlns:r="http://schemas.openxmlformats.org/officeDocument/2006/relationships" id="266" r:id="R010f4b2a200f43a1"/>
    <p:sldId xmlns:r="http://schemas.openxmlformats.org/officeDocument/2006/relationships" id="267" r:id="R32489412cc474300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3142ce02fc4a4644" /><Relationship Type="http://schemas.openxmlformats.org/officeDocument/2006/relationships/slideMaster" Target="/ppt/slideMasters/slideMaster1.xml" Id="R96b86a241ac44c6a" /><Relationship Type="http://schemas.openxmlformats.org/officeDocument/2006/relationships/notesMaster" Target="/ppt/notesMasters/notesMaster1.xml" Id="Rc5a6203bb2af45d1" /><Relationship Type="http://schemas.openxmlformats.org/officeDocument/2006/relationships/presProps" Target="/ppt/presProps.xml" Id="R90c3fc4283ab4cb1" /><Relationship Type="http://schemas.openxmlformats.org/officeDocument/2006/relationships/tableStyles" Target="/ppt/tableStyles.xml" Id="R35cad978510a4c68" /><Relationship Type="http://schemas.openxmlformats.org/officeDocument/2006/relationships/slide" Target="/ppt/slides/slide1.xml" Id="R968b97802ef3436c" /><Relationship Type="http://schemas.openxmlformats.org/officeDocument/2006/relationships/slide" Target="/ppt/slides/slide2.xml" Id="R8f479513ee5149f0" /><Relationship Type="http://schemas.openxmlformats.org/officeDocument/2006/relationships/slide" Target="/ppt/slides/slide3.xml" Id="Radb696fa01434293" /><Relationship Type="http://schemas.openxmlformats.org/officeDocument/2006/relationships/slide" Target="/ppt/slides/slide4.xml" Id="Rd1d42bf809b14488" /><Relationship Type="http://schemas.openxmlformats.org/officeDocument/2006/relationships/slide" Target="/ppt/slides/slide5.xml" Id="R1ebc247c60094216" /><Relationship Type="http://schemas.openxmlformats.org/officeDocument/2006/relationships/slide" Target="/ppt/slides/slide6.xml" Id="Redeaa216bdd24376" /><Relationship Type="http://schemas.openxmlformats.org/officeDocument/2006/relationships/slide" Target="/ppt/slides/slide7.xml" Id="R76248355d1a142dc" /><Relationship Type="http://schemas.openxmlformats.org/officeDocument/2006/relationships/slide" Target="/ppt/slides/slide8.xml" Id="Rf1c24312fec74322" /><Relationship Type="http://schemas.openxmlformats.org/officeDocument/2006/relationships/slide" Target="/ppt/slides/slide9.xml" Id="R66686c4b04c549a3" /><Relationship Type="http://schemas.openxmlformats.org/officeDocument/2006/relationships/slide" Target="/ppt/slides/slide10.xml" Id="R11304720e7d74512" /><Relationship Type="http://schemas.openxmlformats.org/officeDocument/2006/relationships/slide" Target="/ppt/slides/slide11.xml" Id="R010f4b2a200f43a1" /><Relationship Type="http://schemas.openxmlformats.org/officeDocument/2006/relationships/slide" Target="/ppt/slides/slide12.xml" Id="R32489412cc474300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27c1985bdf0a4d65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ba706b7000942f6" /><Relationship Type="http://schemas.openxmlformats.org/officeDocument/2006/relationships/notesMaster" Target="/ppt/notesMasters/notesMaster1.xml" Id="Rbebd2542dbed4606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c8bc3dfac6324bdd" /><Relationship Type="http://schemas.openxmlformats.org/officeDocument/2006/relationships/notesMaster" Target="/ppt/notesMasters/notesMaster1.xml" Id="Rfabce02c6f35403d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dfe6525247d4fd2" /><Relationship Type="http://schemas.openxmlformats.org/officeDocument/2006/relationships/notesMaster" Target="/ppt/notesMasters/notesMaster1.xml" Id="R30c14db3115e4856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c937b2023ade48d7" /><Relationship Type="http://schemas.openxmlformats.org/officeDocument/2006/relationships/notesMaster" Target="/ppt/notesMasters/notesMaster1.xml" Id="Rdfb7a3a2f6eb4294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b33260d8f94e4884" /><Relationship Type="http://schemas.openxmlformats.org/officeDocument/2006/relationships/notesMaster" Target="/ppt/notesMasters/notesMaster1.xml" Id="Rab6d352c95634354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e64cefe593424902" /><Relationship Type="http://schemas.openxmlformats.org/officeDocument/2006/relationships/notesMaster" Target="/ppt/notesMasters/notesMaster1.xml" Id="R13fa7441e9524000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eac3fb2cbc4349ea" /><Relationship Type="http://schemas.openxmlformats.org/officeDocument/2006/relationships/notesMaster" Target="/ppt/notesMasters/notesMaster1.xml" Id="R70f071a0771848d7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31cca35545ad4455" /><Relationship Type="http://schemas.openxmlformats.org/officeDocument/2006/relationships/notesMaster" Target="/ppt/notesMasters/notesMaster1.xml" Id="R75c3063fe4984eac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d2d96062fe58414c" /><Relationship Type="http://schemas.openxmlformats.org/officeDocument/2006/relationships/notesMaster" Target="/ppt/notesMasters/notesMaster1.xml" Id="R3c330dbd6c6f46f5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8b0e64cb6f0a4265" /><Relationship Type="http://schemas.openxmlformats.org/officeDocument/2006/relationships/notesMaster" Target="/ppt/notesMasters/notesMaster1.xml" Id="R6e432f84b1cc4a8b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51f435a650cc471a" /><Relationship Type="http://schemas.openxmlformats.org/officeDocument/2006/relationships/notesMaster" Target="/ppt/notesMasters/notesMaster1.xml" Id="Rf68103932b664c78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ccc908f0b4204e4a" /><Relationship Type="http://schemas.openxmlformats.org/officeDocument/2006/relationships/notesMaster" Target="/ppt/notesMasters/notesMaster1.xml" Id="Rf03a597f9af74a0f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Change the date before teaching. Check resources. Read the learning intention aloud and clarify success. Resources: Number cards, function machines, algebra tiles, sequence tables, mini whiteboards.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each prompt on click. Use responses to identify pupils who need immediate rehearsal. Suggested responses: Pupil identifies a relevant fact, representation or method. | C = 6n + 4. | Identify what changes and what stays constant. | State what the variable represents, substitute its value and preserve the operation structure.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 the mathematical idea before asking pupils to solve. Define the vocabulary in context: sequence, term, rule, variable, formula, substitute. Reveal the three statements one at a time.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 do. Reveal the question, setup and each calculation stage one click at a time. Pupils watch before copying. Model answer: 73 and 51.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the answer only after completing the method. Check it against the estimate, inverse or representation. Ask pupils to explain why the answer is reasonable.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We do. Give silent thinking time before paired talk. Take one step at a time. Do not reveal the answer until every pupil has committed. Answer: C = 6n + 4.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Miro is a deliberate misconception prompt. Reveal his claim, let pupils identify the error, then reveal the correction. Do not present Miro as lacking ability. Correction: State what the variable represents, substitute its value and preserve the operation structure.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whole-class response routines. Reveal each prompt separately. Expected answer: C = 6n + 4.. Insist on a reason, not only a numerical response.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You do. Pupils complete the core question independently before discussion. Answer: 31.. Circulate and note methods as well as accuracy.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after secure fluency or as the higher worksheet route. Accept different correct approaches when fully justified. Expected response: 3, 7, 11, 15, 19. The explanation must show why the method works.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Show only the core independent-practice example. Give pupils time to solve and check before revealing the answer at the side. Answer: 31.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one exit question at a time. Answers: 31. | State what the variable represents, substitute its value and preserve the operation structure. | A relevant inverse, estimate, boundary, known fact or equivalent representation.. Record a specific next step from pupil work and explanation.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b4b3534aa924df6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30defef2fbdd4e61" /><Relationship Type="http://schemas.openxmlformats.org/officeDocument/2006/relationships/slideLayout" Target="/ppt/slideLayouts/slideLayout1.xml" Id="R17f7aabdaa724f7f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7f7aabdaa724f7f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4a3814dd58f4f60" /><Relationship Type="http://schemas.openxmlformats.org/officeDocument/2006/relationships/notesSlide" Target="/ppt/notesSlides/notesSlide1.xml" Id="R2178bb35e17b401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af7d14174c14dff" /><Relationship Type="http://schemas.openxmlformats.org/officeDocument/2006/relationships/notesSlide" Target="/ppt/notesSlides/notesSlide2.xml" Id="Rae5d331baf054fb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5802ae7b6fc41a4" /><Relationship Type="http://schemas.openxmlformats.org/officeDocument/2006/relationships/notesSlide" Target="/ppt/notesSlides/notesSlide3.xml" Id="R10e89685db0b40cd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73fa7b0b8e44492" /><Relationship Type="http://schemas.openxmlformats.org/officeDocument/2006/relationships/notesSlide" Target="/ppt/notesSlides/notesSlide4.xml" Id="Rb1b1e69581634892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77c895a1a604a4f" /><Relationship Type="http://schemas.openxmlformats.org/officeDocument/2006/relationships/notesSlide" Target="/ppt/notesSlides/notesSlide5.xml" Id="R12421ea36b4f462a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c903664fa7e42fa" /><Relationship Type="http://schemas.openxmlformats.org/officeDocument/2006/relationships/notesSlide" Target="/ppt/notesSlides/notesSlide6.xml" Id="Reb20a9af020a4adb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95242e1d8254f78" /><Relationship Type="http://schemas.openxmlformats.org/officeDocument/2006/relationships/image" Target="/ppt/media/image.png" Id="Ra7c6ab9d8b614914" /><Relationship Type="http://schemas.openxmlformats.org/officeDocument/2006/relationships/notesSlide" Target="/ppt/notesSlides/notesSlide7.xml" Id="R4f88f3e195914ea3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4164779ed8547af" /><Relationship Type="http://schemas.openxmlformats.org/officeDocument/2006/relationships/notesSlide" Target="/ppt/notesSlides/notesSlide8.xml" Id="R4033aecf87e4418d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363be3f2fd3466a" /><Relationship Type="http://schemas.openxmlformats.org/officeDocument/2006/relationships/notesSlide" Target="/ppt/notesSlides/notesSlide9.xml" Id="Rf98c464f28b74f05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d17973c3d284c88" /><Relationship Type="http://schemas.openxmlformats.org/officeDocument/2006/relationships/notesSlide" Target="/ppt/notesSlides/notesSlide10.xml" Id="R666c0a74eb8c4341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4535ef755d746b0" /><Relationship Type="http://schemas.openxmlformats.org/officeDocument/2006/relationships/notesSlide" Target="/ppt/notesSlides/notesSlide11.xml" Id="R44822beef0df4118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d061057ae19488b" /><Relationship Type="http://schemas.openxmlformats.org/officeDocument/2006/relationships/notesSlide" Target="/ppt/notesSlides/notesSlide12.xml" Id="Rf23afb4e627c4485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9B43A71-97F0-4CCB-913F-D84491367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7C05B58-5432-4F58-AFAA-C5204D4F2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542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DBCBCF6-DF5F-45FA-BCF7-A54B106CC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81000"/>
            <a:ext cx="2952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8324A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1318F6E-5DB2-439C-8909-91BB86525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23875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452"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defRPr>
            </a:pPr>
            <a:r>
              <a: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rPr>
              <a:t>Date:  ____ / ____ / ______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DF3DE3D-E390-46FA-95E9-F768B8C82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0200"/>
            <a:ext cx="8572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Find missing terms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4268256-D18C-4618-80ED-3F1AF55F9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71800"/>
            <a:ext cx="80962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8324A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CE3EFF4-6F73-4154-9759-2326B82EC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62300"/>
            <a:ext cx="95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667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defRPr>
            </a:pPr>
            <a:r>
              <a: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rPr>
              <a:t>L.I.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8A1D3EA-4154-40AA-B63F-E78354A71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71875"/>
            <a:ext cx="7524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 reason backwards and find missing values in sequences.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522AC98-6110-4C6D-BFB9-3A3060496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815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Ready for learning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EB7F992-B678-4FC1-8035-7E22F7CFD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0"/>
            <a:ext cx="10287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Pencil and ruler ready  |  Mini whiteboard ready  |  Number cards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38E9703-321C-4005-A92F-ECCEAEAD2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571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Today: I do  |  We do  |  You do</a:t>
            </a:r>
          </a:p>
        </p:txBody>
      </p:sp>
    </p:spTree>
    <p:extLst>
      <p:ext uri="{BB962C8B-B14F-4D97-AF65-F5344CB8AC3E}">
        <p14:creationId xmlns:p14="http://schemas.microsoft.com/office/powerpoint/2010/main" val="56045287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B4A98CC-1FB8-4879-A289-8ADDF02AE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90E9964-6853-43E9-B7CF-809FD0A1E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5354B37-3278-49C7-8DA5-28C84F9A5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5C78645-BD30-40A6-BB95-98880D4F9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2D06240-0FBB-401F-BBBE-75556EE2E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Previous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81F5295-469B-419D-A527-64950D396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8978EC6-D4F1-4BED-A21D-707141D1D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BFB0E95-66F2-459F-B692-146BA2402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435B7B1-1629-4611-B37E-DDC53B074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Find missing terms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E6302DF-B2CD-49F1-85C2-4F0E82D722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CE6E3FE-BA36-474E-8A25-CB5EF0968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43AE803-F332-4B2C-A36C-AB1721526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B54EC26-2103-464D-985A-F06BBD42B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part of this prior learning is secure? Recognise rules in number sequences and use simple formulae and symbols.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33563AB-8460-4153-9F50-D5581636A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943A035-FA68-4128-8DBA-63A9A09F1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CEE9CE8-5BC2-4CE5-A384-3CB2CD203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010A2A8-899E-4DB4-A710-C940DD844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Write a formula for the cost C of n tickets at £6 each plus a £4 booking fee.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8853C89-F068-48C4-BA86-EB07487E3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6FD209A-6EF4-4390-B11F-280E2E089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27E1C1B-4972-47D8-95DB-7A410F99B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21F1CD0-D85C-4277-BC66-A61E6358D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first step you would take for: Find the missing terms: 84, __, 62, __, 40.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58E340F-1F6D-41D2-81F1-5095AA7A4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Commit on your whiteboard before discussing.</a:t>
            </a:r>
          </a:p>
        </p:txBody>
      </p:sp>
    </p:spTree>
    <p:extLst>
      <p:ext uri="{BB962C8B-B14F-4D97-AF65-F5344CB8AC3E}">
        <p14:creationId xmlns:p14="http://schemas.microsoft.com/office/powerpoint/2010/main" val="14310721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65BE68E-8ECA-4E4A-9A4D-8CD4090CC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5E31AAE-8655-48FB-93A9-7C38609C5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627CD0F-5032-4317-B5FA-CAC152CEE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CE10015-A064-4339-8FA4-59093CF6A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B156244-8032-4D3A-893C-A916A6667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New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1314B72-25F3-4788-9CD4-4362DA8C2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E27EC65-0598-4502-B9DE-4142585A4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B1BA80A-3ACE-423F-BF53-EA53384FE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91FE8C7-6B3D-40BB-A6CA-F6B8AE382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Find missing terms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21E5064-916A-4E7E-ADBB-A2C589C18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28750"/>
            <a:ext cx="1047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To reason backwards and find missing values in sequences.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3317150-AB12-429A-9E4E-52C209D41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400300"/>
            <a:ext cx="10096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2F49FB8-B4ED-4C04-8267-54117032C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6670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Key idea: Identify what changes and what stays constant.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7C3A918-8871-4167-B3A7-108162163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3571875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Then: Express the relationship with words, a table or a formula.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6E3D748-64D1-4FEF-A252-ACAE78CC4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47675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Substitute carefully and check against known terms.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E49505D-2781-462A-ADAD-9F735F243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572125"/>
            <a:ext cx="990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Vocabulary: sequence  |  term  |  rule  |  variable  |  formula  |  substitute</a:t>
            </a:r>
          </a:p>
        </p:txBody>
      </p:sp>
    </p:spTree>
    <p:extLst>
      <p:ext uri="{BB962C8B-B14F-4D97-AF65-F5344CB8AC3E}">
        <p14:creationId xmlns:p14="http://schemas.microsoft.com/office/powerpoint/2010/main" val="1465637869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3C64237-F68E-4286-9A62-798A6A573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3F032EA-C734-4CB6-BDC9-D55A4B836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27D09B7-207F-4463-A1B3-31954D848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D07D076-47A1-476E-BD53-42E2F0C5D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5419135-313D-4414-A4E1-22C78225D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DA6AB48-C028-4FFD-9459-3E0E84278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D71B10F-D8AB-4B2F-8AD9-C3846D5CE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B63BABA-75AC-4752-A038-95AB55CDA6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A1BECE9-8B04-406F-BDBC-EFAAE846E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Find missing terms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49C1706-1EB2-4555-A802-F1F4B7381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257300"/>
            <a:ext cx="103632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Find the missing terms: 84, __, 62, __, 40.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A761564-A9FF-4439-8C64-8E168D5B5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2479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E41254E-A582-4ED8-A877-927AAEFFF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27647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1479C64-31D4-436B-ABFB-2FD7CC811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18122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Identify the structure: Identify what changes and what stays constant.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72EACE1-A78A-45D0-AAB6-B82B6C73D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9908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4E7BCEB-0646-4526-840A-9484C2C9E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01942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0144705-1EEE-4369-A1E3-2BDFE03DC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92417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Set up the method: Express the relationship with words, a table or a formula.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B79794D-BE08-49AC-9338-3D6400D41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7338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D8433B8-B326-4FA0-BDCD-80C9902E7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76237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89D6DC0-B019-46DE-BF57-C4BFE241B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66712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Complete the calculation: 73 and 51.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D410CE2-C12D-4901-898F-7CE96A4C8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4767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344CFE8-5D5A-4D23-B5BD-854683EAF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50532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D94DC49-C756-4794-BF4B-8A654566D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41007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 the result: Substitute carefully and check against known terms.</a:t>
            </a:r>
          </a:p>
        </p:txBody>
      </p:sp>
    </p:spTree>
    <p:extLst>
      <p:ext uri="{BB962C8B-B14F-4D97-AF65-F5344CB8AC3E}">
        <p14:creationId xmlns:p14="http://schemas.microsoft.com/office/powerpoint/2010/main" val="782716122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3" grpId="0"/>
      <p:bldP spid="16" grpId="0"/>
      <p:bldP spid="19" grpId="0"/>
      <p:bldP spid="22" grpId="0"/>
    </p:bldLst>
  </p:timing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3076155-E33E-4132-9BFC-53A60D4C79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792F73C-B63D-4856-A230-5C8845474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68D8C90-E343-4FB9-B739-5996D4148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4DBA8BE-2C8A-47B4-8190-5D31A9B56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8D82E04-891A-4F69-AE29-53A7F5055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answer and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635A5BC-6E11-407B-BEF4-92AE9D4F7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2345B4B-A989-44D9-8C28-48D576C87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3806993-A7AC-41B0-AF47-0B5FA1EBE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563876F-095E-4150-91ED-2F8D87EB8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Find missing terms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C23163A-B09A-4D80-B9CB-37C1D8422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Model answer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1103907-BD1A-45E7-A60D-EB4F65310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047875"/>
            <a:ext cx="10191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73 and 51.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0757D76-906F-4210-B2FD-8BA26FDC4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638550"/>
            <a:ext cx="10191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B2EF31A-89F4-4FB5-B1DE-8F63CB2FC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000500"/>
            <a:ext cx="9429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Reasonableness check: Substitute carefully and check against known terms.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F561BB4-A2BB-44A8-B0B5-441C85697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000625"/>
            <a:ext cx="9429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which step carries the mathematical meaning and why.</a:t>
            </a:r>
          </a:p>
        </p:txBody>
      </p:sp>
    </p:spTree>
    <p:extLst>
      <p:ext uri="{BB962C8B-B14F-4D97-AF65-F5344CB8AC3E}">
        <p14:creationId xmlns:p14="http://schemas.microsoft.com/office/powerpoint/2010/main" val="846919538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4" grpId="0"/>
    </p:bldLst>
  </p:timing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816DBA4-801C-4F37-97A8-CC5C6DAFE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D8645F8-3277-4926-8620-BE1A14ED1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F58AD94-C7F5-4003-A31F-E6E817393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26F305B-14DA-48C6-9DC2-E4CAB7AE3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D280BB7-1DAC-4023-B667-65A8EC17E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E05B7B4-53D4-4F88-A53D-B607FF186B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A01908C-E935-400E-A540-F686703F4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3920C2E-BBE3-407D-8297-209171221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DDDB56F-667E-4D05-AA40-386C2FFBE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Find missing terms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BA26730-4AF3-4F84-9F22-B708DAA70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524000"/>
            <a:ext cx="10287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Write a formula for the cost C of n tickets at £6 each plus a £4 booking fee.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CA8D8BD-C41E-4801-BD17-E5725B9A1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Think alone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DCC9152-7C8B-4909-8378-7CED01AFB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Compare a step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D87C9F8-D5E3-43F1-978B-E67AE47A3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Commit together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5DF82B0-F983-4D30-9445-83BB9052FC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57625"/>
            <a:ext cx="876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representation or operation will we use first?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16FB157-B5D2-4F4F-99DD-E2F0CFE61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810125"/>
            <a:ext cx="8763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Answer: C = 6n + 4.</a:t>
            </a:r>
          </a:p>
        </p:txBody>
      </p:sp>
    </p:spTree>
    <p:extLst>
      <p:ext uri="{BB962C8B-B14F-4D97-AF65-F5344CB8AC3E}">
        <p14:creationId xmlns:p14="http://schemas.microsoft.com/office/powerpoint/2010/main" val="1338862757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</p:bldLst>
  </p:timing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12E5A8E-CBF9-450A-8F2B-E560E270A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8B33AED-06E3-4C84-9217-846F0D092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B6991B8-8684-4879-A7EF-9AF76DDB7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B528E0D-0278-435F-95FA-200AAF3BD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BB07CAF-203C-4287-B6FF-12F8C1F1D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Miro's misconception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3A3054C-EC8F-42FD-8C40-C26854345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818EC33-D123-4B5E-A9FD-944E12605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2FC0550-A5AC-4E87-89B2-7115C8543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8E32E41-CADA-4957-801B-9E336828F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Find missing terms</a:t>
            </a:r>
          </a:p>
        </p:txBody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7c6ab9d8b614914"/>
          <a:stretch xmlns:a="http://schemas.openxmlformats.org/drawingml/2006/main"/>
        </p:blipFill>
        <p:spPr>
          <a:xfrm xmlns:a="http://schemas.openxmlformats.org/drawingml/2006/main">
            <a:off x="8056563" y="1381125"/>
            <a:ext cx="2984500" cy="447675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AD67C4D-02B8-4E4B-96A4-A2149955E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52400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B42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4232B"/>
                </a:solidFill>
                <a:latin typeface="Arial"/>
                <a:ea typeface="Arial"/>
                <a:cs typeface="Arial"/>
              </a:rPr>
              <a:t>Miro thinks...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31F51DE-047D-44ED-B1D0-CD09E076E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095500"/>
            <a:ext cx="64770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treats a variable as a label instead of a number that can vary.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174A531-BAA8-4007-90BE-EE8ED372F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857625"/>
            <a:ext cx="647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EA3322C-4E6A-4F8D-A41B-ABDB2C264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171950"/>
            <a:ext cx="5905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What should Miro change?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815EAA7-6E07-4B8B-B168-BB9858604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714875"/>
            <a:ext cx="6477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State what the variable represents, substitute its value and preserve the operation structure.</a:t>
            </a:r>
          </a:p>
        </p:txBody>
      </p:sp>
    </p:spTree>
    <p:extLst>
      <p:ext uri="{BB962C8B-B14F-4D97-AF65-F5344CB8AC3E}">
        <p14:creationId xmlns:p14="http://schemas.microsoft.com/office/powerpoint/2010/main" val="772095399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5" grpId="0"/>
    </p:bldLst>
  </p:timing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0346246-C86B-46AD-9116-941F62A13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1DBAF35-A61E-4022-A9BF-08EB8FEDE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BBAB382-4E38-4D4A-8099-4B4F7441F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852DAA5-A73D-4E36-9141-5CDA1B883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1B1AA01-FDDA-4164-88B6-4691C49CB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7851FD1-A3D1-4284-B570-576239288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84AA73E-5691-4EF9-B4B9-B22B38DF6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4C94EBA-7808-47B1-AFCB-FE67F1B7D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CDFAE94-D82A-429E-AA58-DE0074A9D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Find missing terms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38D22EB-CE18-45B2-B171-201F6AC6E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B0802CF-D672-4A45-BC18-38CD2AA19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1B46798-E631-4EAC-9B2F-B7D45E3BE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A9FC9C1-D5FF-4EB4-8871-ADFDBC29A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Write a formula for the cost C of n tickets at £6 each plus a £4 booking fee.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F1F8877-038F-48BC-B7D2-D2943D55C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9AF815F-3FA9-47A3-BED8-80C5057C4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317E28B-B00E-4D8F-AF3D-40C5B3767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83DB176-CAEB-4B9B-9F91-B7CCFD0D6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the first step and explain why it comes first.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CFBBF28-0701-4629-8649-593B2BA1A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CFFB741-EA6B-47D1-82F3-D84CF165D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4F4EC4A-D1BE-4D1B-91C2-4002B7DC3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9EA25F5-05C5-4698-A258-D7DD4378F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with the answer: C = 6n + 4.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BD4580D-F554-4026-A09F-7F5DA196A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Agree, disagree or improve the explanation.</a:t>
            </a:r>
          </a:p>
        </p:txBody>
      </p:sp>
    </p:spTree>
    <p:extLst>
      <p:ext uri="{BB962C8B-B14F-4D97-AF65-F5344CB8AC3E}">
        <p14:creationId xmlns:p14="http://schemas.microsoft.com/office/powerpoint/2010/main" val="2041076783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ABF8590-D135-4AD1-B156-B67E4DA94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7C43308-E701-41C3-BF51-235AB4F77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17F92BA-82DB-45CF-B676-61F958BA6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6D4A509-D268-4296-AEB7-35B884219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5B16FB6-9DBB-45CD-A860-172884000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fluency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1DB0BD7-CCAC-400D-A37F-69B2C2C06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8492D77-8B63-4C99-9A62-EF72AFF6A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E1D9052-4830-473F-ACAF-A0BA3F483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DB74BDF-4351-4DC3-A9B7-BD0DD446B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Find missing terms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750E156-DBBB-47D1-A9C4-658D9E793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4883A94-3669-4BEB-8BBD-068FDBF7E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881B092-8C60-427C-AE6C-AA3360A39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F9C08C4-134F-4184-9326-16D1479B3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Find A when A = 3b + 2c, b = 7 and c = 5.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8BD4E90-5DF4-4455-8956-3EF25788E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0227C15-BDE0-4EA2-8A94-F58A35F31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1C09C73-E665-4F7D-9DA7-5F2169D7E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950F564-C1D7-437D-BC20-61DA32A36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every stage clearly. Mark the place value, operation or boundary that matters.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CC843AF-5C90-4D7B-9470-63BDA059D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83AFECA-9523-4337-9668-6A64FAB7C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AC8E306-6A4A-41D4-9CCE-DDACE152E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389DF25-B890-469D-BEAD-234226341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 inverse, estimate or equivalent representation to check.</a:t>
            </a:r>
          </a:p>
        </p:txBody>
      </p:sp>
    </p:spTree>
    <p:extLst>
      <p:ext uri="{BB962C8B-B14F-4D97-AF65-F5344CB8AC3E}">
        <p14:creationId xmlns:p14="http://schemas.microsoft.com/office/powerpoint/2010/main" val="1686737765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83FFF21-8FA9-4D04-8714-335C5567B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954044F-DC3F-4DBB-9A54-8041312E6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5ACAAE8-EBA0-48C2-BDD8-470DD3581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FD9B842-13C1-44D2-83D8-88ED77DD5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A0A63DB-6F08-4ED4-AF34-501C3649F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Reasoning and depth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795EA2A-AA04-4DD0-B5DE-054DB9D31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7D51BFC-EEA5-498D-9EAA-D877AD93A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1D86025-9110-4A73-AB14-50C8700CF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41BBFF1-9078-41F3-BC93-9581C1F3D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Find missing terms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4C2B7DC-EA38-438A-90EA-58EDC20A9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10191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Prove or explain your reasoning: Find the first five terms of 4n - 1.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6193C95-E9CD-4C1C-AC15-989AE37A6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143250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Show enough evidence for another pupil to follow your reasoning.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304DF4A-AAD8-4847-90BB-6327AC89F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143375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Can you find a second method, example or counterexample?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1578C67-91ED-4C88-9EBA-9EF507DCB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143500"/>
            <a:ext cx="933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9816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Teacher check: 3, 7, 11, 15, 19. The explanation must show why the method works.</a:t>
            </a:r>
          </a:p>
        </p:txBody>
      </p:sp>
    </p:spTree>
    <p:extLst>
      <p:ext uri="{BB962C8B-B14F-4D97-AF65-F5344CB8AC3E}">
        <p14:creationId xmlns:p14="http://schemas.microsoft.com/office/powerpoint/2010/main" val="1577312389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</p:bldLst>
  </p:timing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923E604-E96F-4BE3-8455-774054FF6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7069EF8-D42F-4FAC-A03F-DB8B99EC4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D6D7DBF-5D7D-4935-833B-8B3AC09A8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1A37141-CE8E-43C1-92F2-E4FD15B3F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F6C361C-7421-43FD-96D9-7B27CDE0C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practice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9A6EBA5-805E-4B23-8E22-CC499CF80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42AF4E2-322A-4317-8449-2D45BFD2D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6008068-9CAB-4375-A876-8BE1813C9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08A845F-C025-43E4-878D-F4546ED50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Find missing terms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75BB963-8E49-4D94-B859-3D7669AAC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76375"/>
            <a:ext cx="666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Try this example independently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EF5157C-0D7D-47F6-A831-AC67071CB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47875"/>
            <a:ext cx="685800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5ED5B06-0ABF-4D3A-95CA-3D3454F9E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400300"/>
            <a:ext cx="61150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Find A when A = 3b + 2c, b = 7 and c = 5.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273ABDC-CE2A-4A19-A330-FC1ADEB47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095750"/>
            <a:ext cx="581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Show your method and check your answer.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7B6BB76-9552-4510-AF3A-78ACB449F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666875"/>
            <a:ext cx="2619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CFEF0CD-8597-41D2-93AB-463D34CD7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190750"/>
            <a:ext cx="3048000" cy="2714625"/>
          </a:xfrm>
          <a:prstGeom xmlns:a="http://schemas.openxmlformats.org/drawingml/2006/main" prst="roundRect">
            <a:avLst>
              <a:gd name="adj" fmla="val 280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4288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F719211-4E15-471F-BF00-FFD8DF447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619375"/>
            <a:ext cx="23812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31.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D05D28C-3B7D-4C5D-A3FB-B62984725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000500"/>
            <a:ext cx="2381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9825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how you know.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3D350E7-1A6D-41F8-831F-29059D29E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334000"/>
            <a:ext cx="781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 answer appears on click after pupils have committed.</a:t>
            </a:r>
          </a:p>
        </p:txBody>
      </p:sp>
    </p:spTree>
    <p:extLst>
      <p:ext uri="{BB962C8B-B14F-4D97-AF65-F5344CB8AC3E}">
        <p14:creationId xmlns:p14="http://schemas.microsoft.com/office/powerpoint/2010/main" val="217007724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</p:bldLst>
  </p:timing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11E47C5-9B32-454C-A0CD-72BC83341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A8A518E-ACF2-49A0-A7A8-1B9BA0B91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250E67F-9583-4DFD-B10B-EF0A8BF5B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B98641C-40F2-4974-9F3D-8AB23E2F9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71F9FD6-D268-4750-89C0-7E1EAD7AB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FFEEE08-832B-482E-8EDD-95D199F0B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FB1B14B-951D-4EFC-A09C-F7AA56078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708792B-96B7-4DE9-9F4A-9E9370EB4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AA5DA57-F51C-4820-9D4B-D7E4658A8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Find missing terms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7FF5896-76B1-4347-83A1-EFA866B60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8BE4D40-33D5-46B8-8C1B-8E1F0BBB5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33C931B-5AB4-4048-8EF3-926A2466F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BF7301C-459B-4B73-BA29-C15FB3AC3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Find A when A = 3b + 2c, b = 7 and c = 5.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8FD0A40-A79C-478F-9783-A753DA911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09ED9DB-A119-4C59-81BA-453632A31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3CFFBC3-CF57-4707-92D9-4E1C1EDDD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61BC5AC-3A68-49FF-80D0-90A78905F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should Miro correct? Miro treats a variable as a label instead of a number that can vary.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27FB78A-6BD5-4D2C-8035-8CBE56D69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1AC0868-8B73-4D03-9FE3-C30B454A6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5B1A6B0-953E-4B08-A58F-368696E43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E317272-0BFC-42D6-A3D7-276099311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Name the check you used today.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78E79CB-BB13-444A-A61E-C977725B6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Teacher records: secure  |  revisit  |  pre-teach next</a:t>
            </a:r>
          </a:p>
        </p:txBody>
      </p:sp>
    </p:spTree>
    <p:extLst>
      <p:ext uri="{BB962C8B-B14F-4D97-AF65-F5344CB8AC3E}">
        <p14:creationId xmlns:p14="http://schemas.microsoft.com/office/powerpoint/2010/main" val="1176963369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2026-09-09T20:49:32.7970000Z</dcterms:created>
  <dcterms:modified xsi:type="dcterms:W3CDTF">2026-09-09T20:49:32.7970000Z</dcterms:modified>
</coreProperties>
</file>