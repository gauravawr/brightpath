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Find missing terms.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I do.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You do. Pause before clicking. Let pupils try independently, then reveal and discuss every step.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I do.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You do. Pause before clicking. Let pupils try independently, then reveal and discuss every step.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missing terms.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A06597F5-3282-461D-A99B-AA386C3946D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Find missing terms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F204185-DAB5-499D-8E7F-F0862D30F0DD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6E64F0A-9F2F-47C2-99B1-E170CC594B4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48458D5-0B2B-4659-BE25-D929A819406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592B887-8C21-413A-8BF4-55A82CA14DE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B818F6F-F80B-4350-8DB7-AE45A0DC5473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reason backwards and find missing values in sequences.</a:t>
            </a:r>
          </a:p>
        </p:txBody>
      </p:sp>
    </p:spTree>
    <p:extLst>
      <p:ext uri="{BB962C8B-B14F-4D97-AF65-F5344CB8AC3E}">
        <p14:creationId xmlns:p14="http://schemas.microsoft.com/office/powerpoint/2010/main" val="1484105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B539B40B-9BA7-401C-9468-5134421AD9D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CB2D1DD-34B8-43DE-9CBC-7F063CF173C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84, 73, 62, …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930610A-8859-4BA8-992C-A8B032F1CC2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233A6BF-0DBA-4246-8D08-699F3889765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F2ACC8F-5BA0-46FC-8973-5DECFDE51FE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F325EB7-9AFE-44DD-AF80-14141B5C675F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42D3B3E-9830-4916-9EB5-6DE6A9AA4280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CFCAE5C-3EEA-40E1-910C-F93D5C1ECCCA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FF9A9D0-A83D-4751-9A33-BBE38341B1D1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E327B8F-5C80-4F31-8A59-36CCE3532674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4DAD276-3AE8-46A4-ADA9-A5A02441CA5D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04BAEB4-810E-4D55-B56C-8914C1D2A5A9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7FEB79E-772C-4492-9E42-28713DCCFC6A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DE31AAA-7C93-409C-96FE-A856BE34EA00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F747695-8C2D-48B8-B700-0B2220204DCC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92F7E6B-8465-46D1-BA16-1CD8DD9D2308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20E0EBD-DAEA-4E3B-906F-5467DD407EE3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subtract 11 each time.</a:t>
            </a:r>
          </a:p>
        </p:txBody>
      </p:sp>
    </p:spTree>
    <p:extLst>
      <p:ext uri="{BB962C8B-B14F-4D97-AF65-F5344CB8AC3E}">
        <p14:creationId xmlns:p14="http://schemas.microsoft.com/office/powerpoint/2010/main" val="866116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4B392BAA-21EC-41C3-B5DB-C2D746C870F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BB4F1F7C-B319-4A2E-8A52-C26DD44AD0A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9D25019-53C1-424B-8EE1-A92BCCF0843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86, 75, 64, …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0853CEC-56D8-4E40-AC24-DAD32DC0794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7E6C036-42C2-4770-B18E-86704703067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D3296EE-7C17-447B-9EC8-AE78203DF23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4AF28EF-6B04-4E22-9C75-A69B4A83BE46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6EB356D-292E-40B0-A5E5-3169405D74DA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B7C2991-AAB8-42EB-A3F1-53F89E808F25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8082CE7-9952-4628-900B-708E521D98F4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2CA5114-38F6-4DD6-BA8D-33F7E1416ECB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22B91B0-BD43-4B23-822C-7BF68EC2E72C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C9AF475-FC52-4532-BAD6-4F45ACFBE144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A4C2BD5-D409-4F7E-A9CF-CAC5557320CC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5DE5099-4D1A-4DE9-BC0B-314D6162B8BC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E88DFDC-2880-4EC9-A69A-8E3E511D5AE5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E5F6DEB-36C9-40C3-9240-300B44A1BB4E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6A127F5-69D6-46CB-BCD5-F92C5E7E97E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subtract 11 each time.</a:t>
            </a:r>
          </a:p>
        </p:txBody>
      </p:sp>
    </p:spTree>
    <p:extLst>
      <p:ext uri="{BB962C8B-B14F-4D97-AF65-F5344CB8AC3E}">
        <p14:creationId xmlns:p14="http://schemas.microsoft.com/office/powerpoint/2010/main" val="526612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EE2DE64F-1695-4D29-A076-CA618A20441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EFF0C0A-A2EC-41BC-81DB-C3ACBAEB9C8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88, 77, 66, …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4A619D5-FB31-41E5-A903-DCDD6236F16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9597CC9-0F85-45EE-ADB7-72C7D2904E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D074C26-E73E-4B3C-920F-63235D58BD0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474AA8D-B0A1-4892-AFEF-E7AAE6D575CB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C3C3A46-E88C-4128-B3C4-59607ABD5A81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B7F752E-6297-4EAC-AD2C-F505E8C3F103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EA54361-8A70-4E59-8053-AAF6FB164C8B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8AA4863-B599-49C7-9E60-DB7FE4E7E91B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07DD0A7-7175-41D2-8FC3-B1F1A597BE8B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B7DAD02-39FF-413F-BC18-55F9BDD00218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AE496F7-3BC8-4D22-9940-040F17FBAB81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B065183-A281-4CA8-AFC1-FAAA1AD5BF7A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31B8D0B-9953-4282-914B-FBC65C84C66F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6306F1F-11C3-4136-BA4E-3D46B128D61B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A0748DF-4206-4822-AA6F-96F32D25B07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subtract 11 each time.</a:t>
            </a:r>
          </a:p>
        </p:txBody>
      </p:sp>
    </p:spTree>
    <p:extLst>
      <p:ext uri="{BB962C8B-B14F-4D97-AF65-F5344CB8AC3E}">
        <p14:creationId xmlns:p14="http://schemas.microsoft.com/office/powerpoint/2010/main" val="1999179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3C55BC64-0F85-406B-B0E1-E1D2DF9A49C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6B25AB2-8A36-457D-AB06-4B1CF9B3C0C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EC33A56-7B07-4BAE-8C87-6F9BF65C581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90, 79, 68, …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70D1AF5-73E6-4484-A702-5EA9258D628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B9DA808-EB35-4C83-B1A9-320FF20E02E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35EA1BB-5BCD-4A75-9B89-CB28915E73B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A8429F1-5198-486E-8C9E-182274BD1B74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AE95AAE-5D34-415D-9DC7-939A151B4E23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3AD91AE-C2A6-42B8-BC53-5D5D778B6564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79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30BBC65-D68A-42CC-AE02-F86F1D5B3ADA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14CC9A6-1D11-4EA6-9178-7C2A49A9BD33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723118F-AEED-4B2B-871F-D9F2B2C6EBF5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2825BD7-C2EE-499D-82B1-A49CD9088C46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13FDE3D-37A9-4596-95B8-FFE222D85084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FC8C8F3-C8AE-4DCD-83CF-C5CAB1CCB3FD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513F967-5132-4ECA-A4B8-1764A6B05B2B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-11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EE96A9C-B4B5-45CA-A2E2-0835CD328437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837BB29-639B-4BE6-AC19-0E7131E7E4D8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subtract 11 each time.</a:t>
            </a:r>
          </a:p>
        </p:txBody>
      </p:sp>
    </p:spTree>
    <p:extLst>
      <p:ext uri="{BB962C8B-B14F-4D97-AF65-F5344CB8AC3E}">
        <p14:creationId xmlns:p14="http://schemas.microsoft.com/office/powerpoint/2010/main" val="1987804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B804AB8B-B41D-4911-809F-527FC6E053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29841BB-6A7F-4727-B76D-04B8B820BFA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4EE4E19-ED33-40A2-B746-99A2FA77405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9EC9284-65EA-48A8-AA8E-2EB9BB16058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831A692-ACFB-461D-9469-DC3E70C0266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D96EF7A-C46F-4CC1-A818-3ED55272ED4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78F8AC5-973B-4532-B3A6-7DAA6684F53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1D78ED6-22C4-44EB-853B-29AE1AFC3891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D9D633C-8A01-4CD8-B077-0B34B6530058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5A918C5-7BD4-4ADF-96F8-BD25173387A5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06B9157-4BE2-4020-92E9-75C626D31A14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57E446F-EB9D-4EB0-A07B-A8746AB23C2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E477224-9B4E-4766-B85F-DF11238B6650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1AE253E-53A2-43D0-8CFC-3C25C0C2AF2D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the missing terms: 84, __, 62, __, 40.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BEA97D9-9166-4A89-AB1C-0E480A91609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81B00C5-DC68-44CE-98C2-2B52D2F25291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a formula for the cost C of n tickets at £6 each plus a £4 booking fee.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8B5CAA1-1FED-45D1-97B0-B6BD10FA0D5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1701779-376B-40E0-A489-332DC79FD18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A when A = 3b + 2c, b = 7 and c = 5.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C68ABCA-8480-4E10-B656-A6868118E8F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EDDF8C8-47D9-4A36-B0E8-715894C5E16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the first five terms of 4n - 1.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7485943-C2A0-46DE-9363-BFA97675A20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D3DB082-64BC-4E3A-A285-29A220192C82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variable as a label instead of a number that can vary.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BB90113-8D7B-42C8-991F-836ADC2596F1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5572B2C-7412-48EC-BA0E-3EB792C0608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5EE0784-44BD-4597-B4E9-D408123B4BEC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F116240-D8FA-4683-A980-5136B93D8DFC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A when A = 3b + 2c, b = 7 and c = 5.</a:t>
            </a:r>
          </a:p>
        </p:txBody>
      </p:sp>
    </p:spTree>
    <p:extLst>
      <p:ext uri="{BB962C8B-B14F-4D97-AF65-F5344CB8AC3E}">
        <p14:creationId xmlns:p14="http://schemas.microsoft.com/office/powerpoint/2010/main" val="1449971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1A099CD9-1AA6-4C07-B814-EF0E76EEC54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90EA6C0-6970-4C28-BD53-C0F2E5275EF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0D859E4-9C0A-4155-A8B7-9FAA9C5FF67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93CE125-DBCD-46FB-B798-F3961504910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missing terms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EBB5745-F32A-46F6-9040-AE55A899FF6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9C739B8-44D0-4F5A-802F-DC2E698C14E9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CB1D5E3-7127-4E0A-8C22-9BF67918BC2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7C39948-6714-4A9A-816D-3D801CBE353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2E25752-803E-436E-A174-BCB87F081CB3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37EE91C-7637-4555-A39E-ED29E9FAD81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0247823-AC81-4742-837A-9A4B619D453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E7351C0-7A2C-4D30-B877-54B2E32445E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964DAE1-7331-48E7-B30A-B8CCEBE6A91F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7499820-94E6-4D87-B44E-172BADF8852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620CCB6-59F2-453A-BBB2-A83FED41D73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C = 6n + 4.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1D3C7D4-4599-4EAC-803E-4DCE437CD98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28C891F-D54C-4276-91FC-E698AB672E3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31.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6CAD6D5-0FDE-4E19-80D2-5A750191F9F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62B4E5C-CF90-4AA1-9D8A-514883CE06F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3, 7, 11, 15, 19.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64F2327-270D-4B40-A266-1A8EEADB561F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6FAF993-356F-454F-B617-84BDFCDFDBE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564639B-FBCF-486C-83CB-B02B0B73A88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051EC75-60AD-495F-807B-D3D496D00CE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0B4B706D-AFC6-4DDE-B8EF-0ADA28752BB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3863047-CEB7-4DF6-BB1F-40EED9DF75F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3393773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1003</Words>
  <Application>Microsoft Office PowerPoint</Application>
  <DocSecurity>0</DocSecurity>
  <PresentationFormat>Custom</PresentationFormat>
  <Paragraphs>134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2026-09-14T13:14:34Z</dcterms:created>
  <dcterms:modified xsi:type="dcterms:W3CDTF">2026-09-14T13:17:17Z</dcterms:modified>
</cp:coreProperties>
</file>