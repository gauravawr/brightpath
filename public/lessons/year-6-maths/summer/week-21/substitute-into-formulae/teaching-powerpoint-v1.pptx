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ad041b50574292" /><Relationship Type="http://schemas.openxmlformats.org/officeDocument/2006/relationships/extended-properties" Target="/docProps/app.xml" Id="Rff8d4746b7c04191" /><Relationship Type="http://schemas.openxmlformats.org/officeDocument/2006/relationships/officeDocument" Target="/ppt/presentation.xml" Id="Rd23846f3e69c4d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cc92d7b6ea45f8"/>
  </p:sldMasterIdLst>
  <p:notesMasterIdLst>
    <p:notesMasterId xmlns:r="http://schemas.openxmlformats.org/officeDocument/2006/relationships" r:id="R302e25aa907e45a4"/>
  </p:notesMasterIdLst>
  <p:sldIdLst>
    <p:sldId xmlns:r="http://schemas.openxmlformats.org/officeDocument/2006/relationships" id="256" r:id="R73abdcabd78a48c4"/>
    <p:sldId xmlns:r="http://schemas.openxmlformats.org/officeDocument/2006/relationships" id="257" r:id="R64e7dcd8488e4e1f"/>
    <p:sldId xmlns:r="http://schemas.openxmlformats.org/officeDocument/2006/relationships" id="258" r:id="R167ddd185d9d4b79"/>
    <p:sldId xmlns:r="http://schemas.openxmlformats.org/officeDocument/2006/relationships" id="259" r:id="Rb12e12a388784a61"/>
    <p:sldId xmlns:r="http://schemas.openxmlformats.org/officeDocument/2006/relationships" id="260" r:id="R1e835ec25ac84a94"/>
    <p:sldId xmlns:r="http://schemas.openxmlformats.org/officeDocument/2006/relationships" id="261" r:id="Rb4b6244144644a5e"/>
    <p:sldId xmlns:r="http://schemas.openxmlformats.org/officeDocument/2006/relationships" id="262" r:id="Rdee52ec218d74200"/>
    <p:sldId xmlns:r="http://schemas.openxmlformats.org/officeDocument/2006/relationships" id="263" r:id="Raa345715d422447d"/>
    <p:sldId xmlns:r="http://schemas.openxmlformats.org/officeDocument/2006/relationships" id="264" r:id="Rc5b8a35120cb45cd"/>
    <p:sldId xmlns:r="http://schemas.openxmlformats.org/officeDocument/2006/relationships" id="265" r:id="R5f495256a1c246b8"/>
    <p:sldId xmlns:r="http://schemas.openxmlformats.org/officeDocument/2006/relationships" id="266" r:id="Rf6020789ba2f44c9"/>
    <p:sldId xmlns:r="http://schemas.openxmlformats.org/officeDocument/2006/relationships" id="267" r:id="R7fbdbb98dc4d48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a472992ad44d0b" /><Relationship Type="http://schemas.openxmlformats.org/officeDocument/2006/relationships/slideMaster" Target="/ppt/slideMasters/slideMaster1.xml" Id="R04cc92d7b6ea45f8" /><Relationship Type="http://schemas.openxmlformats.org/officeDocument/2006/relationships/notesMaster" Target="/ppt/notesMasters/notesMaster1.xml" Id="R302e25aa907e45a4" /><Relationship Type="http://schemas.openxmlformats.org/officeDocument/2006/relationships/presProps" Target="/ppt/presProps.xml" Id="R91514e2bd96142ea" /><Relationship Type="http://schemas.openxmlformats.org/officeDocument/2006/relationships/tableStyles" Target="/ppt/tableStyles.xml" Id="Rec297337a7ea4305" /><Relationship Type="http://schemas.openxmlformats.org/officeDocument/2006/relationships/slide" Target="/ppt/slides/slide1.xml" Id="R73abdcabd78a48c4" /><Relationship Type="http://schemas.openxmlformats.org/officeDocument/2006/relationships/slide" Target="/ppt/slides/slide2.xml" Id="R64e7dcd8488e4e1f" /><Relationship Type="http://schemas.openxmlformats.org/officeDocument/2006/relationships/slide" Target="/ppt/slides/slide3.xml" Id="R167ddd185d9d4b79" /><Relationship Type="http://schemas.openxmlformats.org/officeDocument/2006/relationships/slide" Target="/ppt/slides/slide4.xml" Id="Rb12e12a388784a61" /><Relationship Type="http://schemas.openxmlformats.org/officeDocument/2006/relationships/slide" Target="/ppt/slides/slide5.xml" Id="R1e835ec25ac84a94" /><Relationship Type="http://schemas.openxmlformats.org/officeDocument/2006/relationships/slide" Target="/ppt/slides/slide6.xml" Id="Rb4b6244144644a5e" /><Relationship Type="http://schemas.openxmlformats.org/officeDocument/2006/relationships/slide" Target="/ppt/slides/slide7.xml" Id="Rdee52ec218d74200" /><Relationship Type="http://schemas.openxmlformats.org/officeDocument/2006/relationships/slide" Target="/ppt/slides/slide8.xml" Id="Raa345715d422447d" /><Relationship Type="http://schemas.openxmlformats.org/officeDocument/2006/relationships/slide" Target="/ppt/slides/slide9.xml" Id="Rc5b8a35120cb45cd" /><Relationship Type="http://schemas.openxmlformats.org/officeDocument/2006/relationships/slide" Target="/ppt/slides/slide10.xml" Id="R5f495256a1c246b8" /><Relationship Type="http://schemas.openxmlformats.org/officeDocument/2006/relationships/slide" Target="/ppt/slides/slide11.xml" Id="Rf6020789ba2f44c9" /><Relationship Type="http://schemas.openxmlformats.org/officeDocument/2006/relationships/slide" Target="/ppt/slides/slide12.xml" Id="R7fbdbb98dc4d48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70c11b830b48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80c1b1a4f74c47" /><Relationship Type="http://schemas.openxmlformats.org/officeDocument/2006/relationships/notesMaster" Target="/ppt/notesMasters/notesMaster1.xml" Id="R01b2f51a628940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7ea651a6884c69" /><Relationship Type="http://schemas.openxmlformats.org/officeDocument/2006/relationships/notesMaster" Target="/ppt/notesMasters/notesMaster1.xml" Id="Rd738971b244442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95f70864f04851" /><Relationship Type="http://schemas.openxmlformats.org/officeDocument/2006/relationships/notesMaster" Target="/ppt/notesMasters/notesMaster1.xml" Id="R0899fbc0de3b4d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6950832ce2455d" /><Relationship Type="http://schemas.openxmlformats.org/officeDocument/2006/relationships/notesMaster" Target="/ppt/notesMasters/notesMaster1.xml" Id="R029b0fac2cab4b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4927c0ff474c61" /><Relationship Type="http://schemas.openxmlformats.org/officeDocument/2006/relationships/notesMaster" Target="/ppt/notesMasters/notesMaster1.xml" Id="R62ac39c8c78a4e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1a1f847a8b4e93" /><Relationship Type="http://schemas.openxmlformats.org/officeDocument/2006/relationships/notesMaster" Target="/ppt/notesMasters/notesMaster1.xml" Id="Rbf107b2593584e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99128d698045ab" /><Relationship Type="http://schemas.openxmlformats.org/officeDocument/2006/relationships/notesMaster" Target="/ppt/notesMasters/notesMaster1.xml" Id="R01ad306a5ab346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c4d79a1b394452" /><Relationship Type="http://schemas.openxmlformats.org/officeDocument/2006/relationships/notesMaster" Target="/ppt/notesMasters/notesMaster1.xml" Id="R2533812a387148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cf95baaafd4979" /><Relationship Type="http://schemas.openxmlformats.org/officeDocument/2006/relationships/notesMaster" Target="/ppt/notesMasters/notesMaster1.xml" Id="R7eabc58c8e844f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1f66f48fa44df5" /><Relationship Type="http://schemas.openxmlformats.org/officeDocument/2006/relationships/notesMaster" Target="/ppt/notesMasters/notesMaster1.xml" Id="Rb967d6427a0443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014cbb566346db" /><Relationship Type="http://schemas.openxmlformats.org/officeDocument/2006/relationships/notesMaster" Target="/ppt/notesMasters/notesMaster1.xml" Id="R58eb8a400b7e4ac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2a9d162cec477c" /><Relationship Type="http://schemas.openxmlformats.org/officeDocument/2006/relationships/notesMaster" Target="/ppt/notesMasters/notesMaster1.xml" Id="R466a161913c44b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Number cards, function machines, algebra tiles, sequence tables,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3, 7, 11, 15, 19. | Identify what changes and what stays constant. | State what the variable represents, substitute its value and preserve the operation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sequence, term, rule, variable, formula, substitute.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3, 7, 11, 15, 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State what the variable represents, substitute its value and preserve the operation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3, 7, 11, 15, 19..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27, 32; add 5..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73 and 51.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27, 32; add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27, 32; add 5. | State what the variable represents, substitute its value and preserve the operation structure.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4e6badca5040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4859d02925485a" /><Relationship Type="http://schemas.openxmlformats.org/officeDocument/2006/relationships/slideLayout" Target="/ppt/slideLayouts/slideLayout1.xml" Id="R82b5a7dc027f45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b5a7dc027f45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f5432d5834a94" /><Relationship Type="http://schemas.openxmlformats.org/officeDocument/2006/relationships/notesSlide" Target="/ppt/notesSlides/notesSlide1.xml" Id="R045e361d71de41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35e28d1cd42a1" /><Relationship Type="http://schemas.openxmlformats.org/officeDocument/2006/relationships/notesSlide" Target="/ppt/notesSlides/notesSlide2.xml" Id="Rd22d46fdd3064a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9634462884db9" /><Relationship Type="http://schemas.openxmlformats.org/officeDocument/2006/relationships/notesSlide" Target="/ppt/notesSlides/notesSlide3.xml" Id="Refc8e8f0d9194c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f9e9685bf45b5" /><Relationship Type="http://schemas.openxmlformats.org/officeDocument/2006/relationships/notesSlide" Target="/ppt/notesSlides/notesSlide4.xml" Id="R0269ab1b5f394a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b9b997a3244eb" /><Relationship Type="http://schemas.openxmlformats.org/officeDocument/2006/relationships/notesSlide" Target="/ppt/notesSlides/notesSlide5.xml" Id="R2938036cf8c34e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5fb93fc55428a" /><Relationship Type="http://schemas.openxmlformats.org/officeDocument/2006/relationships/notesSlide" Target="/ppt/notesSlides/notesSlide6.xml" Id="Rad1a0416c9de44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59f289ff8430a" /><Relationship Type="http://schemas.openxmlformats.org/officeDocument/2006/relationships/image" Target="/ppt/media/image.png" Id="Rc6502e67cd524bb7" /><Relationship Type="http://schemas.openxmlformats.org/officeDocument/2006/relationships/notesSlide" Target="/ppt/notesSlides/notesSlide7.xml" Id="R8fe410a074784e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33926c0a74d90" /><Relationship Type="http://schemas.openxmlformats.org/officeDocument/2006/relationships/notesSlide" Target="/ppt/notesSlides/notesSlide8.xml" Id="R562745bc10d74c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8c8175a514f5e" /><Relationship Type="http://schemas.openxmlformats.org/officeDocument/2006/relationships/notesSlide" Target="/ppt/notesSlides/notesSlide9.xml" Id="R2af8a078061241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4c204e2f64fdb" /><Relationship Type="http://schemas.openxmlformats.org/officeDocument/2006/relationships/notesSlide" Target="/ppt/notesSlides/notesSlide10.xml" Id="Racf6ebca3c9546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fdda6bdb14eff" /><Relationship Type="http://schemas.openxmlformats.org/officeDocument/2006/relationships/notesSlide" Target="/ppt/notesSlides/notesSlide11.xml" Id="R21bc31c7037346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26a9169464db6" /><Relationship Type="http://schemas.openxmlformats.org/officeDocument/2006/relationships/notesSlide" Target="/ppt/notesSlides/notesSlide12.xml" Id="Rec9af7a9614241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F2AB7B-6954-44F4-86B9-9FD61294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BA2F8-CFF7-482B-A147-5F3491D4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F0F7D-0FB2-49C8-8D81-47D3860A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ACEBE-1A26-472D-8DA9-5A78B632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C4B71-BBF7-4E58-8D57-071242E9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Substitute into formulae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1461E-E1AB-46A4-AAEC-6C36EFB0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C65A5-F1FD-4541-AA9C-22DE332D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8E743-555D-4C73-8518-E745CE08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substitute values into formulae accurately.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863045-6BBD-4B71-8F59-20249921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1BF79-43FD-4FCA-B3E9-8585CB60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Number cards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56B12D-535B-4695-9B8F-A173F076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4450215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544DC2-83AB-4ED1-A176-A8F9DCFC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AC4D3-7F53-43D4-A3F5-CA097261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09585-E1A3-495F-8820-C3DD29CF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BAFF0-3D40-4494-93A0-6D120ACB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EEF01-8D2F-4EB4-98D5-2440E092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05DB0-7BED-447B-AAA3-17D0CB68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9E8F2-A86E-4E5D-9C47-7849DC0B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ADDAF-64F4-4A3B-B729-E2C30598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8D995E-39E8-4404-BA73-990716BE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Substitute into formulae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80ECF7-1986-49B2-BBAE-DF9197C6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ABDC24-F146-4A4B-AD31-CBC1D4E9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4B6A19-BF82-423D-8AA7-6408BF4B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1A64C9-3F26-4A42-8361-AC622BDB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Recognise rules in number sequences and use simple formulae and symbols.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DD6EF-6783-47E4-8B94-F1ECCEBD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DB8219-63A8-4ACD-9E6C-5954B084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3FA6A-C6AD-4F67-8142-1E1F2B46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5DFFD9-DB05-45EE-955F-733A01EB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first five terms of 4n - 1.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933243-919D-495C-AE90-D29064D9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44D6B8-6C84-4A63-9910-D6EE6BC7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251D94-5DC3-464D-8220-344D1A64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80F9B3-CAD3-4D22-A113-4A7BC6C8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Find A when A = 3b + 2c, b = 7 and c = 5.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6535B8-0A64-47B2-9015-866F0BC0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5241796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B8DF57-3421-479E-B2B9-7B81F2F8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4A0E0-815B-4921-8FA9-35460BE3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35249-E904-4FD4-B116-76692AB0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B7CF3-604E-45C1-830D-D209058A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65E52-31DC-4934-9E20-173010EB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7B39B-8F0F-4D5A-A532-CFB6038C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CC481-0B03-4A5F-B1AE-8D12A0F1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647D4-1E55-410F-8A5D-06E9F60E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95330-349B-4CD1-82B3-326E384D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Substitute into formulae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EA287-5D85-41A6-898A-6AD66D27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substitute values into formulae accurately.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84D5BF-A9C0-4493-BF24-7C98AC38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9D9C2B-8A57-4E18-8BD7-7D5574BE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Identify what changes and what stays constant.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2CF0B3-843B-4754-B834-87B12152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Express the relationship with words, a table or a formula.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13F020-8E24-470B-9294-169A1A35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Substitute carefully and check against known terms.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B751AB-755E-45BA-BB54-31AE1689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sequence  |  term  |  rule  |  variable  |  formula  |  substitute</a:t>
            </a:r>
          </a:p>
        </p:txBody>
      </p:sp>
    </p:spTree>
    <p:extLst>
      <p:ext uri="{BB962C8B-B14F-4D97-AF65-F5344CB8AC3E}">
        <p14:creationId xmlns:p14="http://schemas.microsoft.com/office/powerpoint/2010/main" val="33943092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5A12EA-EDE2-4E95-8E02-E6924165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DC0DA2-6F3A-4C42-88F6-1C393325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7A736-CE07-4662-ACB1-1C62A411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23022-7DCC-4C45-9239-6A48C436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9AB6A-0355-4D71-9E29-4FB3DF20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E8AF0-3DF6-4822-B200-BBD92CE6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146F8-A051-4D94-BCC5-2A155204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DC05D-79BA-48D8-A9E5-6FE3B548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37CA79-A618-40B1-9E0E-BE8A050E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Substitute into formulae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7C944-DC7D-4C4B-9079-A28648F1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A when A = 3b + 2c, b = 7 and c = 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F8D66A-61B7-46FE-B3C1-8B216F34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9FD5B-81CC-4E09-AC6E-8DD2D748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74012D-AFE6-471D-8E33-C4AAA4C9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A = 3b + 2c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50C594-6F03-4070-8586-A8C510EB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3F19D4-4E0C-443D-9DED-139F3461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05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C3807E-1F52-4C60-8388-401FBA8F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Substitute b = 7 and c = 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200543-6370-4C48-B1B3-F07EF4F6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0FE4A4-6413-40BC-8667-DEDBCD49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547440-FCC7-40AE-ADA4-EE4344E3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A = 3 × 7 + 2 × 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A14FCA-FFE8-46AA-9172-A17F98F6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814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13AC69-4937-4108-BED1-F5F8B896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AB482E-66D7-4523-95AB-FD693A5A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A = 21 + 10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E5C733-E834-419A-BC1D-C370291A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1C3CCB-494C-492E-9A1F-C865B6EC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43236C-E78B-447F-A386-E2558838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A = 31</a:t>
            </a:r>
          </a:p>
        </p:txBody>
      </p:sp>
    </p:spTree>
    <p:extLst>
      <p:ext uri="{BB962C8B-B14F-4D97-AF65-F5344CB8AC3E}">
        <p14:creationId xmlns:p14="http://schemas.microsoft.com/office/powerpoint/2010/main" val="187725718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  <p:bldP spid="25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9DFAE8-E336-41B9-AA12-B150A7A5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9381F-1A4E-42A6-A158-35A3D9DE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C284D-7106-4631-B33B-014600A6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A6BDB-4088-46CE-A6D2-28EA7C45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126A8-5413-4CDA-8343-5FBED6AE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64182-9124-4E5D-B684-9D9EADA8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60543-6752-4094-8AA6-089A4511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8022B-1FFA-4FDB-A69B-F1193208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2B8B04-DAC4-4D0E-B156-579DE90F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Substitute into formulae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6784FB-CC90-4AE8-A295-BEB4083D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5E4CFA-523A-43D9-A13A-CA2F1FAF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31.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7C7828-2F76-470A-9E0F-E994E0A1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4D399-4586-42FA-87A2-4D2B55A2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Substitute carefully and check against known terms.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7B7E04-4BA5-4093-B379-B0157850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208967962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884387-DF4F-424C-A2BB-FC870023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17998-CA00-474F-819E-67690184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B31A7-876C-47EA-820A-FD6AC455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EE1A9-91B9-453D-ABDC-9E70F5C9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63A51-99D1-4318-A326-C915C6EE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92660-8A4C-477A-91D9-29130A8B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2EB1FF-C2CB-4442-9CB3-01AEC3A5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540EC4-C2B9-4ACA-99C1-79AA5E5F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BC89B-24C1-4809-BE22-B5EE9103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Substitute into formulae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7246B-7DE7-4788-9BB2-52687C59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first five terms of 4n - 1.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0ACAD-626A-40CB-ADCE-EBFE2B46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6B05F8-50C2-40C8-ABFD-CF8B5116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44926C-65A9-4C98-AD7D-E6CF6DC2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FC4B86-0608-4F4E-9912-B26A8816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B45DFA-4755-40D7-B881-713BB5A5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3, 7, 11, 15, 19.</a:t>
            </a:r>
          </a:p>
        </p:txBody>
      </p:sp>
    </p:spTree>
    <p:extLst>
      <p:ext uri="{BB962C8B-B14F-4D97-AF65-F5344CB8AC3E}">
        <p14:creationId xmlns:p14="http://schemas.microsoft.com/office/powerpoint/2010/main" val="200741088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21F9F5-82FA-441B-9598-F37CAF33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CBF6A-E698-4E69-B1A7-8FF5D462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7CA31-F379-42B8-93B9-5526E960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58069-E3C5-4009-AAB5-90EFA293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991B5-D195-49E2-B23F-C95E3F87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11CAF-4014-4564-ACDF-943768F2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A84DE-8C01-45F4-8DD8-85BDB484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3CB8E-0889-460C-B62F-DD408673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7574F5-B804-4738-A4B3-5E9EC58D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Substitute into formulae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02e67cd524bb7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8DCE7D-F79B-448A-A499-8FEC386E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B3EAD2-7CDF-44D4-BFEF-D9F937FB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treats a variable as a label instead of a number that can vary.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C66A6D-3114-43BD-BE10-00F16A22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98BCE1-FC92-4B38-A4A8-E5F600FC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5B2433-96AC-4E31-AB71-B1273D51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State what the variable represents, substitute its value and preserve the operation structure.</a:t>
            </a:r>
          </a:p>
        </p:txBody>
      </p:sp>
    </p:spTree>
    <p:extLst>
      <p:ext uri="{BB962C8B-B14F-4D97-AF65-F5344CB8AC3E}">
        <p14:creationId xmlns:p14="http://schemas.microsoft.com/office/powerpoint/2010/main" val="5879451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796EC0-3D27-415C-A899-C683292F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8D92D-0A31-4BCF-A883-AB59934D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B6BCA-C90E-4876-B04A-5358DEA0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70275-E141-4F8D-806E-4FE2EA8B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D1A0D-09BE-42F6-A7E3-77BC8F78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72440-D849-4C4D-A993-6C0EEF86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3359D-21D1-4D1B-9BBA-7634D54D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472489-5D53-4F97-B322-EC1754E2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5B1FF-5F3F-47C4-A49A-7EC1BAC0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Substitute into formulae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B0E856-61CF-44EF-98BE-A40A117F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2D1AB-715D-4DEC-A8AD-154784D2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93C14C-A4A7-4848-802C-89A4E492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FD3BC8-C92D-4E4D-B436-15A0F268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first five terms of 4n - 1.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28B968-ADDF-4191-B1F5-475E1738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A150BC-51BE-4F43-8D55-EC845427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5AA850-C6D0-4D3A-91DE-CDC95192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833803-D233-4421-BA5F-8839D57E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1BF879-F33F-4B32-9525-C1F2E519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D13B3A-8AF1-4CEA-BE21-8502FA3B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165B05-28C8-4194-8309-40174124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60BCF3-53E3-43AD-875E-C491D4F4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3, 7, 11, 15, 19.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EF9EF5-778F-4F4B-BCB0-1FF7E7F4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62345308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23D9FE-7BD0-47A3-81F0-3BDACB3C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05C9ED-74BE-41AE-84DC-1A00A04E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98E98-2610-4780-A284-81F7C7F9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4F96B-5A22-4F37-8370-16587144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9362F-AF87-4F0E-9E16-35DA66E5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EC7DC-EF51-4F61-A137-D3095393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7861A4-4F23-49F1-9420-C6765E81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5B119-4FDC-417E-86B1-F15999ED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E2F3B-2242-4E8C-9FAC-AE02EE1F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Substitute into formulae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D6FA85-3CEA-4C63-B81F-D750913B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A0CF60-A206-473D-99E5-31B65580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7F618F-C775-4EDB-B4EE-C7702DBF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7583B2-27FC-4571-8ACD-6CDE8B80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Continue 7, 12, 17, 22 and state the rule.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74F269-1813-41EE-8312-0177E23E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AB989B-87C9-4DB2-9125-7A78599B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99E794-670A-4368-B059-F1E8B520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3D47EC-5A17-4A93-BE65-59E23136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3B96E3-100E-439A-A9A6-0B266F24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119425-389F-4AB8-AE36-27336823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F4CFE5-F149-4055-BA08-E223A281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FDAAD4-8ABE-4951-8DE8-ED0FF59D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82545310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E1BE0-0DEF-4462-ACD7-70101CBB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822D5-1713-4EFE-B021-DA2D217A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82F84-FA34-4F72-B538-90A14CF5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78A49-D117-435B-9C25-8510CB2F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97F45-EE20-4769-8C00-F448BD83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6B09B-0D6E-46AC-899A-B6A0D2F5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88B0E6-A438-41A1-8DE6-A0A02AD6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DC243-DD83-4539-AC80-38F93E4B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123DE-F304-47C2-8EFB-2FBCA55D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Substitute into formulae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D4F6B-7940-412E-B38E-3DAF6271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Find the missing terms: 84, __, 62, __, 40.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65F59D-89A5-4DBF-94B7-49DB439E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CB070D-C49E-42BD-B376-AF15E315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C08730-D85D-4FE9-A44C-F9CBE200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73 and 51.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74620273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56D0BE-ECA3-4EF8-AB2C-4A05C6B2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C355A-D460-4C33-8798-2B6AD00B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0952C-DD9F-4516-9AED-9961C852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69A63-65A5-4181-A63E-F55C0F83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04A4A1-5E56-4DD3-BB80-193000E2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F37B3-F4C2-4DFD-AFF2-517D7B1A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46EB1-9B6E-4D93-946C-7B50229C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F10D8-3E27-4F75-BC81-5F751AA6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669B9-C585-4F04-9756-0758256E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Substitute into formulae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7FB24B-BEFF-4099-823F-274BA45D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29427-6362-4AC5-A7E0-A3C161EE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AE1B5E-5EA2-4131-BCF6-FE837DD7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Continue 7, 12, 17, 22 and state the rule.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64978F-BEC3-4A1E-B50E-FCD649F1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9E3D34-0F8E-4BD0-8E61-94EA71CF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6E1BBC-E1A8-4D20-BC2A-C6375F7F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0B3474-FE1F-42E2-B2CA-0497953F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27, 32; add 5.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5A6ED0-9F4A-45E7-8B60-5ABC9CFE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0F0882-9300-426C-BC37-BEF3FB3D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36108878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F85584-69EC-48C0-9E99-D8E6986F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34312-0B11-459B-ACF0-F9E3FB98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C241E-EE46-494A-BE69-4F91CEE9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AB454-3F44-47F6-A55E-EEA8FB5A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6D325-7E72-46E4-AF2F-D337E806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F4624-0A63-4EE0-B662-4A9214D1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DECD21-1CD9-4C4E-A763-1346DBDC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04C27F-B042-4113-98FD-3425547A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8A35E-8B49-4F09-9526-76975D66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Substitute into formulae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DB54F-5AAF-4D5F-8DBA-8456A0BB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21E7C-F6BF-49B4-8252-E622FB8C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5B8105-A394-41F5-AAB0-3963ACA5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98FB8-8400-440E-B9B9-574849E3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Continue 7, 12, 17, 22 and state the rule.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E6E6FE-7C90-4D3D-BC10-CF8AB5A5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34F8A2-928A-4110-904F-9CFE9F79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59946D-EB42-4E03-B0EC-5D00F4BD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A83216-A1AE-4643-8568-2A1CF8B4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treats a variable as a label instead of a number that can vary.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6E8149-C94E-4E93-A2E2-0D201DFD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CC86C3-4E53-4516-9BF3-F3A27486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186230-3BF7-4135-A08C-9F3C1E0D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042EF4-9691-4F6A-A5C1-108B49DF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B2E94C-7B8B-46E2-83AD-F25C6ABE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93577870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2026-09-09T22:13:28.5030000Z</dcterms:created>
  <dcterms:modified xsi:type="dcterms:W3CDTF">2026-09-09T22:13:28.5030000Z</dcterms:modified>
</coreProperties>
</file>