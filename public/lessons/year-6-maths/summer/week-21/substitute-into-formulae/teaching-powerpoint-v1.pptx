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Substitute into formulae. Substitute into formulae.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Substitute into formulae.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Substitute into formulae.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Substitute into formulae.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Substitute into formulae.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Substitute into formulae.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Substitute into formulae.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FF7A8C13-99AD-45FE-99F7-F426E15115E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53EE401-B988-4869-9363-067B8D7B024C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66C2926-B966-4C8D-B188-09E5D180B14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0DC1BAC-5157-4547-838D-8D7867DCC35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Substitute into formulae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1D19B00-4D19-4D25-827C-8424C0F8FEB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094C136-242F-4EC4-82C8-C7E593CFA10C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substitute values into formulae accurately.</a:t>
            </a:r>
          </a:p>
        </p:txBody>
      </p:sp>
    </p:spTree>
    <p:extLst>
      <p:ext uri="{BB962C8B-B14F-4D97-AF65-F5344CB8AC3E}">
        <p14:creationId xmlns:p14="http://schemas.microsoft.com/office/powerpoint/2010/main" val="17498061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3CFCD3DE-CA96-4AF6-B166-0CE0D2CF14F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6E03308-74A4-4F82-8D3C-464F7D4C1D1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3b + 2c when b = 7 and c = 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760F59A-AC24-478A-82A9-29E121BFA20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4ECFD03-BEA2-43F6-B6E4-DABED0FA404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Substitute into formulae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2F72F8F-EBF2-453F-8DAA-3DCF0DB2A90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8924FE5-21F1-4196-A55A-47C804D5D5CC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7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AA8F2F7-B6EB-4EF6-B2B1-2D9D18693003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428DD6A-8D5D-4E43-AA74-A67F8D5D1458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5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8CDD865-1EB2-4261-A8A1-8CE208C0C01F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2B0CF00-F748-41D3-BB0D-74794F263B0F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21 + 10 =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521ABA0-F7E4-453A-812D-3D060A360525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095266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  <p:bldP spid="10" grpId="0"/>
      <p:bldP spid="11" grpId="0"/>
      <p:bldP spid="11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F15635F3-9F67-4627-BE05-A4DC25628BA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5FC46AE-0C40-420B-B026-5C7CD66A546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1B93710-31B4-445A-AD6A-0E111358ED3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3b + 2c when b = 8 and c = 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5E24EBE-32A3-4913-ADC0-EDF7199C3CC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147AC88-E5B8-4484-A789-2D556FC5087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Substitute into formulae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C3E058B-8EC3-4E81-AC8F-16B06545741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7499E31-3561-4CEF-95CC-BD472165976D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8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40852A1-4ED7-44C7-81D3-2BF7C11DE28F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4C7C631-79C1-4124-8A58-DC194A023511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5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83CA4B8-8137-4FA2-B89E-C2DEF938EA8D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0B62E8D-7F85-441F-AD10-3CC4BB6603BD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24 + 10 =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D8D472E-5BFC-48F9-BA65-685C8B5EB0AB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264266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  <p:bldP spid="11" grpId="0"/>
      <p:bldP spid="12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0577839A-6F58-4114-9878-91CC6D7EF1D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B789D3D-8435-4079-B0FA-0381D225560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3b + 2c when b = 9 and c = 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4CA2C20-6BD5-44FD-B5EC-7C62A7C6CE0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6A2FDFE-2E9D-4E1F-B003-6BBC11E2166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Substitute into formulae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2177650-7A04-4B48-ABE0-8DDAFCC6C24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0206BC4-CBFC-44F4-AF2C-6E32C7271CCB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9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60606F8-B1FB-4673-826C-64C9EE88AF4F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CE0B299-65EF-4D9D-BCA3-D3FD02AFB843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5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A1ABC74-435A-4A1E-B832-1089CD1FE8E8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DC03A6B-9C4C-41AE-BFFC-6D15E374A643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27 + 10 =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C2D1BAD-492D-4F65-9F38-11E447E23E3F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61163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  <p:bldP spid="10" grpId="0"/>
      <p:bldP spid="11" grpId="0"/>
      <p:bldP spid="1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5A49DC75-4777-47CB-95B7-BD331516B70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EC8EC17-E26C-4575-A000-B8A9A6B49C1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66A8DAA-911D-4A07-8A27-82870E0F059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3b + 2c when b = 10 and c = 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005BC33-8E0D-4A3F-94EC-AB8D89F4E2E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937656B-2EAC-4D17-AFAB-0302F6A1494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Substitute into formulae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12E939B-D97B-4EAF-8A4F-2071CEADE9B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3FDFBD1-754A-44D0-BEE9-7C3395824F12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10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EB964BE-0592-473B-B289-A71A973E761A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F2BEE16-FF11-45FD-85DE-E2E21BBFBD8B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5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9AD913A-2425-48E8-B316-7B1DE0AEF3A0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0206CDB-580C-4088-8F81-839C93724932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30 + 10 =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0A42451-3CBC-4D47-849B-AC78336F22DB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09396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  <p:bldP spid="11" grpId="0"/>
      <p:bldP spid="12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E141C239-69FB-48CC-A471-141FC82CE69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06B0164-4BB1-4933-80B4-4DA94014053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E5B1FE6-AE52-4CDF-8BDF-A4DEC8E4BBE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B173D11-AA49-487D-B4E4-22C6AC6A52D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A6EAC0D-A363-4E52-84AC-FD91A3D6740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Substitute into formulae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EB529ED-48A6-4AF0-951F-6BCBC46C34A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D95A312-E257-4851-A9D1-4EA045752B77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A933492-8134-4493-8CF6-F13ADD88D5DF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22A11F1-478C-4AC1-9778-70BB7A000BFD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6B8FE8B-AA51-4F32-A597-B01B635E6111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D7F3CB9-E7EF-4216-AE27-2FCE4A5D749A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7D613F2-9004-4EA2-A5FA-31BEED65140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67B5B64-29C4-473F-A04C-A0330F0AA4B2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EB98237-438A-4B29-AB0F-0C22F3A3D51C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Find A when A = 3b + 2c, b = 7 and c = 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ABEEBDA-971F-4E3A-8F46-C4B012619B39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F6B8D9E-3D20-4683-BF4D-992FE62E7EED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Find the first five terms of 4n - 1.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54E2E2E-A393-4C67-8DA3-DCE9136C0CF6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FC54F1E-EE66-463C-845A-D2544D43CD71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Continue 7, 12, 17, 22 and state the rule.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B1D42E0-3224-446E-9264-B6B5BC44EBE3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2501AE5-F7DD-4613-BBF0-B55DE7356EEB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Find the missing terms: 84, __, 62, __, 40.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3A2240D-29C0-4F01-8672-1162C93047B9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2470D147-80A0-40D0-89C4-9A32596489EC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treats a variable as a label instead of a number that can vary.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2380D4B-6828-4A5E-851F-04A220E538B8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5A9BF0BB-3D7D-4A70-AD02-E1AEC6D285F4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C084F18-46CA-4EAA-B33E-87159F306B36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517A1295-55D5-4BA6-9F87-50C7D7DFEB25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Continue 7, 12, 17, 22 and state the rule.</a:t>
            </a:r>
          </a:p>
        </p:txBody>
      </p:sp>
    </p:spTree>
    <p:extLst>
      <p:ext uri="{BB962C8B-B14F-4D97-AF65-F5344CB8AC3E}">
        <p14:creationId xmlns:p14="http://schemas.microsoft.com/office/powerpoint/2010/main" val="2095263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42C958BE-9179-4C83-AFA8-07D849D6B3C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8E11BDD-ECF8-4D5C-BE97-F231E77B8E5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8E05406-70D7-40BB-8A57-053FD962919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2C047D0-2B43-43C1-A000-E6AA50840A6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Substitute into formulae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E30AA5E-E590-4D8E-8FCF-7BADBDCB4C1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13822D7-E76E-4530-A014-5F51B8DCEC15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EBD7110-3E17-43E5-88C2-025EAD2FBDBA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2DDCF5E-70FE-4171-A2F0-09CAF1A211E6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6C4929A-BC85-4AAF-A4D6-12341AD19F44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3, 7, 11, 15, 19.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5F36BA4-A369-4ED7-B1D4-9E00B4526DB6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8C8DB27-1533-418F-811D-3629379D8D07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27, 32; add 5.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2F23BA2-AFB6-461B-8094-7A5ACF32159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0CA742B-F431-45EF-A7E5-30639379C5F3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31.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BE65B8B-A137-449D-A2C2-C48C6C5443A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5D172C4-72B9-453A-A131-968B17EDA900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3, 7, 11, 15, 19.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C6AF00D-957B-444C-A623-3A311F01386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6E3A9EB-A77D-4768-A395-9A8D4445CE0B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27, 32; add 5.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94C7A64-D576-4A33-BDD9-E5C7D8364DD4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53229A3-D216-46E4-8BEE-CC7CDFEB8C30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73 and 51.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60E1815-09FE-4F84-97A4-43732B2FBA37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05EDC528-59CE-4156-87B2-49F8621815E9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0E4EAA7-810D-4C5E-9534-E88D5647F42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083729B-BFF4-40C9-A56D-45FB9C348B87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30D6F82-B841-488B-9CCD-7185D55B3FF1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8EA2B13-8AEF-4CD1-AE54-79421529C1FE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48448657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993</Words>
  <Application>Microsoft Office PowerPoint</Application>
  <DocSecurity>0</DocSecurity>
  <PresentationFormat>Custom</PresentationFormat>
  <Paragraphs>110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2026-09-14T13:14:34Z</dcterms:created>
  <dcterms:modified xsi:type="dcterms:W3CDTF">2026-09-14T13:17:20Z</dcterms:modified>
</cp:coreProperties>
</file>