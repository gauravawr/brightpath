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404b54c4b94cfe" /><Relationship Type="http://schemas.openxmlformats.org/officeDocument/2006/relationships/extended-properties" Target="/docProps/app.xml" Id="Re2877020d072406e" /><Relationship Type="http://schemas.openxmlformats.org/officeDocument/2006/relationships/officeDocument" Target="/ppt/presentation.xml" Id="R90c54a29d3ca42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3f7006f4454732"/>
  </p:sldMasterIdLst>
  <p:notesMasterIdLst>
    <p:notesMasterId xmlns:r="http://schemas.openxmlformats.org/officeDocument/2006/relationships" r:id="R29007657b5b949e3"/>
  </p:notesMasterIdLst>
  <p:sldIdLst>
    <p:sldId xmlns:r="http://schemas.openxmlformats.org/officeDocument/2006/relationships" id="256" r:id="Reae7cc71a65c4a0e"/>
    <p:sldId xmlns:r="http://schemas.openxmlformats.org/officeDocument/2006/relationships" id="257" r:id="R8bdd50f5d4904fc1"/>
    <p:sldId xmlns:r="http://schemas.openxmlformats.org/officeDocument/2006/relationships" id="258" r:id="Rf6caabcdd27e4576"/>
    <p:sldId xmlns:r="http://schemas.openxmlformats.org/officeDocument/2006/relationships" id="259" r:id="R42e5a0ff903b4f5a"/>
    <p:sldId xmlns:r="http://schemas.openxmlformats.org/officeDocument/2006/relationships" id="260" r:id="Rdc344aa69f0a4809"/>
    <p:sldId xmlns:r="http://schemas.openxmlformats.org/officeDocument/2006/relationships" id="261" r:id="R63d1f1e50ff941c6"/>
    <p:sldId xmlns:r="http://schemas.openxmlformats.org/officeDocument/2006/relationships" id="262" r:id="R77f7cfcbffb64635"/>
    <p:sldId xmlns:r="http://schemas.openxmlformats.org/officeDocument/2006/relationships" id="263" r:id="R523ba1412f9b489e"/>
    <p:sldId xmlns:r="http://schemas.openxmlformats.org/officeDocument/2006/relationships" id="264" r:id="Ra77a8b6844414d2a"/>
    <p:sldId xmlns:r="http://schemas.openxmlformats.org/officeDocument/2006/relationships" id="265" r:id="R2ae837ad33ec42cb"/>
    <p:sldId xmlns:r="http://schemas.openxmlformats.org/officeDocument/2006/relationships" id="266" r:id="R35915c347ee34391"/>
    <p:sldId xmlns:r="http://schemas.openxmlformats.org/officeDocument/2006/relationships" id="267" r:id="R47e53e8473e841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a802ce8b154b03" /><Relationship Type="http://schemas.openxmlformats.org/officeDocument/2006/relationships/slideMaster" Target="/ppt/slideMasters/slideMaster1.xml" Id="R883f7006f4454732" /><Relationship Type="http://schemas.openxmlformats.org/officeDocument/2006/relationships/notesMaster" Target="/ppt/notesMasters/notesMaster1.xml" Id="R29007657b5b949e3" /><Relationship Type="http://schemas.openxmlformats.org/officeDocument/2006/relationships/presProps" Target="/ppt/presProps.xml" Id="R878159c5ea824d0d" /><Relationship Type="http://schemas.openxmlformats.org/officeDocument/2006/relationships/tableStyles" Target="/ppt/tableStyles.xml" Id="R622430df6e75451d" /><Relationship Type="http://schemas.openxmlformats.org/officeDocument/2006/relationships/slide" Target="/ppt/slides/slide1.xml" Id="Reae7cc71a65c4a0e" /><Relationship Type="http://schemas.openxmlformats.org/officeDocument/2006/relationships/slide" Target="/ppt/slides/slide2.xml" Id="R8bdd50f5d4904fc1" /><Relationship Type="http://schemas.openxmlformats.org/officeDocument/2006/relationships/slide" Target="/ppt/slides/slide3.xml" Id="Rf6caabcdd27e4576" /><Relationship Type="http://schemas.openxmlformats.org/officeDocument/2006/relationships/slide" Target="/ppt/slides/slide4.xml" Id="R42e5a0ff903b4f5a" /><Relationship Type="http://schemas.openxmlformats.org/officeDocument/2006/relationships/slide" Target="/ppt/slides/slide5.xml" Id="Rdc344aa69f0a4809" /><Relationship Type="http://schemas.openxmlformats.org/officeDocument/2006/relationships/slide" Target="/ppt/slides/slide6.xml" Id="R63d1f1e50ff941c6" /><Relationship Type="http://schemas.openxmlformats.org/officeDocument/2006/relationships/slide" Target="/ppt/slides/slide7.xml" Id="R77f7cfcbffb64635" /><Relationship Type="http://schemas.openxmlformats.org/officeDocument/2006/relationships/slide" Target="/ppt/slides/slide8.xml" Id="R523ba1412f9b489e" /><Relationship Type="http://schemas.openxmlformats.org/officeDocument/2006/relationships/slide" Target="/ppt/slides/slide9.xml" Id="Ra77a8b6844414d2a" /><Relationship Type="http://schemas.openxmlformats.org/officeDocument/2006/relationships/slide" Target="/ppt/slides/slide10.xml" Id="R2ae837ad33ec42cb" /><Relationship Type="http://schemas.openxmlformats.org/officeDocument/2006/relationships/slide" Target="/ppt/slides/slide11.xml" Id="R35915c347ee34391" /><Relationship Type="http://schemas.openxmlformats.org/officeDocument/2006/relationships/slide" Target="/ppt/slides/slide12.xml" Id="R47e53e8473e841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a9132571d34c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c6ba84b2ca4a57" /><Relationship Type="http://schemas.openxmlformats.org/officeDocument/2006/relationships/notesMaster" Target="/ppt/notesMasters/notesMaster1.xml" Id="Rf43eb128258d46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3604b36600463e" /><Relationship Type="http://schemas.openxmlformats.org/officeDocument/2006/relationships/notesMaster" Target="/ppt/notesMasters/notesMaster1.xml" Id="R64272df46ac741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bb096ab80a4a9d" /><Relationship Type="http://schemas.openxmlformats.org/officeDocument/2006/relationships/notesMaster" Target="/ppt/notesMasters/notesMaster1.xml" Id="Rd62dfa9e003346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fc9e6a07eb4d87" /><Relationship Type="http://schemas.openxmlformats.org/officeDocument/2006/relationships/notesMaster" Target="/ppt/notesMasters/notesMaster1.xml" Id="R5450dcad23da48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465cfdfa7d4c8b" /><Relationship Type="http://schemas.openxmlformats.org/officeDocument/2006/relationships/notesMaster" Target="/ppt/notesMasters/notesMaster1.xml" Id="R76642885da6a4b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54660906f94f10" /><Relationship Type="http://schemas.openxmlformats.org/officeDocument/2006/relationships/notesMaster" Target="/ppt/notesMasters/notesMaster1.xml" Id="Rb1d31b189f7f4b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3fd2246b3440b2" /><Relationship Type="http://schemas.openxmlformats.org/officeDocument/2006/relationships/notesMaster" Target="/ppt/notesMasters/notesMaster1.xml" Id="R163d7efb80414b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3269e794144735" /><Relationship Type="http://schemas.openxmlformats.org/officeDocument/2006/relationships/notesMaster" Target="/ppt/notesMasters/notesMaster1.xml" Id="Rdd1dde75d55040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1fe74f38dc743c1" /><Relationship Type="http://schemas.openxmlformats.org/officeDocument/2006/relationships/notesMaster" Target="/ppt/notesMasters/notesMaster1.xml" Id="Rc296741ac4674b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59d980af444a1d" /><Relationship Type="http://schemas.openxmlformats.org/officeDocument/2006/relationships/notesMaster" Target="/ppt/notesMasters/notesMaster1.xml" Id="Rbb4ea2893d844e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e326b3c52504bd8" /><Relationship Type="http://schemas.openxmlformats.org/officeDocument/2006/relationships/notesMaster" Target="/ppt/notesMasters/notesMaster1.xml" Id="R3b7aed4a620742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e646d6dafe4868" /><Relationship Type="http://schemas.openxmlformats.org/officeDocument/2006/relationships/notesMaster" Target="/ppt/notesMasters/notesMaster1.xml" Id="Rf3159407552a46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Number cards, function machines, algebra tiles, sequence tables,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3, 7, 11, 15, 19. | Identify what changes and what stays constant. | State what the variable represents, substitute its value and preserve the operation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sequence, term, rule, variable, formula, substitute.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3, 7, 11, 15, 19.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State what the variable represents, substitute its value and preserve the operation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3, 7, 11, 15, 19..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27, 32; add 5..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73 and 51.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27, 32; add 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27, 32; add 5. | State what the variable represents, substitute its value and preserve the operation structure.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55d88b5eb249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07ef01f81b4f4c" /><Relationship Type="http://schemas.openxmlformats.org/officeDocument/2006/relationships/slideLayout" Target="/ppt/slideLayouts/slideLayout1.xml" Id="R5780b714f1e340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80b714f1e340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b74e2eb0a4eb9" /><Relationship Type="http://schemas.openxmlformats.org/officeDocument/2006/relationships/notesSlide" Target="/ppt/notesSlides/notesSlide1.xml" Id="R6bf077074e9145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d564b8f1d945ba" /><Relationship Type="http://schemas.openxmlformats.org/officeDocument/2006/relationships/notesSlide" Target="/ppt/notesSlides/notesSlide2.xml" Id="Rd267ea685f7d4f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7f5dbc68844706" /><Relationship Type="http://schemas.openxmlformats.org/officeDocument/2006/relationships/notesSlide" Target="/ppt/notesSlides/notesSlide3.xml" Id="R6ab67e731b3c42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c9ce0f3454fc2" /><Relationship Type="http://schemas.openxmlformats.org/officeDocument/2006/relationships/notesSlide" Target="/ppt/notesSlides/notesSlide4.xml" Id="R65d7b59befbc4f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b5943e190424a" /><Relationship Type="http://schemas.openxmlformats.org/officeDocument/2006/relationships/notesSlide" Target="/ppt/notesSlides/notesSlide5.xml" Id="R1b713592ecbd4c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8c91c0909347c9" /><Relationship Type="http://schemas.openxmlformats.org/officeDocument/2006/relationships/notesSlide" Target="/ppt/notesSlides/notesSlide6.xml" Id="R6cdfa5a7473946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dd7e1108a4484" /><Relationship Type="http://schemas.openxmlformats.org/officeDocument/2006/relationships/image" Target="/ppt/media/image.png" Id="R704f4c192c4340cb" /><Relationship Type="http://schemas.openxmlformats.org/officeDocument/2006/relationships/notesSlide" Target="/ppt/notesSlides/notesSlide7.xml" Id="Ra0b681742fe649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445ad52534efd" /><Relationship Type="http://schemas.openxmlformats.org/officeDocument/2006/relationships/notesSlide" Target="/ppt/notesSlides/notesSlide8.xml" Id="Re02abf5699804b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c1de1ef154800" /><Relationship Type="http://schemas.openxmlformats.org/officeDocument/2006/relationships/notesSlide" Target="/ppt/notesSlides/notesSlide9.xml" Id="Ra8e43f0e187e4be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6eaf560714bb1" /><Relationship Type="http://schemas.openxmlformats.org/officeDocument/2006/relationships/notesSlide" Target="/ppt/notesSlides/notesSlide10.xml" Id="R5b9c30ae8446483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929131510b4403" /><Relationship Type="http://schemas.openxmlformats.org/officeDocument/2006/relationships/notesSlide" Target="/ppt/notesSlides/notesSlide11.xml" Id="Radd3c1294fc24a3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1fb33931b4e9e" /><Relationship Type="http://schemas.openxmlformats.org/officeDocument/2006/relationships/notesSlide" Target="/ppt/notesSlides/notesSlide12.xml" Id="R509da2817b1f47c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9525FF-6FEE-446D-9C38-06DAB8557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A596D-BA19-43A3-863E-9778A5E4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D7AAD-9A16-48A1-9AC7-402A008B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B82ED-1CCA-4642-9DFD-8BD0B5FA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941914-8E24-4884-886C-1ADAE1CA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59D6E6-D2CF-4251-821A-C4D60FAC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F92B84-A554-496D-B889-7A449591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F5495-82B3-4557-B4A5-81B79B89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substitute values into formulae accurately.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E2005D-86D4-434D-A472-2CCA9FB9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5F506E-6694-41B1-A664-9C7DD856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Number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47D99F-5B3F-4649-AEDF-9ACAFF83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116265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A77649-4F00-4151-9C77-3AC6C4EA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19655-3040-4158-8C3E-C2E7A289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44C9AC-F3D7-41E4-BFC2-DE038C20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77C34D-89CE-4F30-B242-545D1890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01FA83-B9FD-4C7F-80D3-5C504D54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6A1999-206D-4888-800A-3B064176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038BEB-EBB2-45BA-AEC3-0EA44F90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39CDDE-BD5A-43EC-93F0-F332A96E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785CF2-1CDF-4713-8C63-D0153E6C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7FE66B-6FEF-4721-AADB-C60039BF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86F2AC-B9E5-4DB9-95D3-5C4EFD6BC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99F418-6793-4084-BFCB-F83794EA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A12D61-6ED6-4C68-AF7F-BF000E46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rules in number sequences and use simple formulae and symbols.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B237BF-8FF7-4992-B905-EAAE7A1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583005-42B4-401B-AE6E-47D4E48F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6DF70C-DF0F-4750-8AFA-FC19A6EF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F6A7DF-C155-420C-81AF-8E3A6B063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first five terms of 4n - 1.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08688B-AC40-41F5-9E53-28264116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4D32FF-FAED-4C8D-8FFB-D2001506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8E0A04-F18A-4AB2-9AA8-8DA48E71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0EC1FD-B8DC-4AA2-B404-9B7FC49F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A when A = 3b + 2c, b = 7 and c = 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A8E2A6-66A5-4357-87C7-BEAF2770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40372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E7288A-EF48-4B27-80BD-A09DAAA8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7ACA4-6B01-44FC-B9D4-191CD7F0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0D5D72-6090-482F-8655-B5932035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7E1E6-34F4-40C7-9DA6-3049553F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E5E60-FD67-4205-9637-A77116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16E895-F69E-4E0B-81E9-D6D13C94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EDAD5-B3F8-4953-9DBB-12CA9F91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9852D4-037B-4BA6-84D2-7B6832F0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03F5C-D375-4F31-A4A8-A8904919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7471CE-143D-4462-A130-795D1B10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substitute values into formulae accurately.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29FF3C-E0AE-4AD4-B9CE-325ED6D3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30F283-742F-4498-8B60-DF091F5E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what changes and what stays constant.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AF55D4-F1F6-4E82-807D-E4A7574C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Express the relationship with words, a table or 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DC3E36-922F-4302-AF31-0D1B5A49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carefully and check against known terms.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419C9E-0569-42CA-948D-86BAA99D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sequence  |  term  |  rule  |  variable  |  formula  |  substitute</a:t>
            </a:r>
          </a:p>
        </p:txBody>
      </p:sp>
    </p:spTree>
    <p:extLst>
      <p:ext uri="{BB962C8B-B14F-4D97-AF65-F5344CB8AC3E}">
        <p14:creationId xmlns:p14="http://schemas.microsoft.com/office/powerpoint/2010/main" val="3802439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197DB5-797E-47AE-8B6D-B68CA176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B0C29-97BD-4EE1-AFCA-CE56ACD1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66CE4-C3B4-48FF-A2D1-95005365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C8111E-4324-4F40-96E6-3B1527D8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3DDB6-3EAA-4209-B9F1-046880AA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C6FFE1-301A-40DC-8203-E0CE7BD9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11E2DC-CA63-4E79-BAE5-8E2E20B9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42D6D7-D73B-4F9F-8186-73BFE672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C11E20-741B-4A42-AA70-183C0FAA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FEBDE6-B56E-48AD-9C87-040C265A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when A = 3b + 2c, b = 7 and c =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3582D4-4275-41BA-9E76-D029AAB3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966AF9-FE00-4084-87B9-32928F34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E49C8D-4D3F-4B5F-A64E-9D33EB87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what changes and what stays constant.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26DE0-2108-4E8C-A3B4-22786E24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D9CC39-37B9-4184-AFFD-BC7F801D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487C24-E627-44DA-ABD6-2A85304E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Express the relationship with words, a table or a formula.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A3C403-AD8E-45FC-BA61-DE202BE5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598E2B-8A61-42B5-BF9D-A75BAA8D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2E4B5D-1A97-4AA5-AA4D-D3159557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31.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FA8818-889A-4728-94F6-73E7C5AC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85AA63-28E8-43D2-A080-29B19BDC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A38E7-C9F5-4426-A04E-1B8B0631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Substitute carefully and check against known terms.</a:t>
            </a:r>
          </a:p>
        </p:txBody>
      </p:sp>
    </p:spTree>
    <p:extLst>
      <p:ext uri="{BB962C8B-B14F-4D97-AF65-F5344CB8AC3E}">
        <p14:creationId xmlns:p14="http://schemas.microsoft.com/office/powerpoint/2010/main" val="15326877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B8B82-E330-40AD-83BA-9225EC39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A932D-305C-4212-9C51-8BD641E1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5938C-5C11-4451-A353-4E4308B4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1A117-1204-4C19-ADC7-92F8AFEA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B99CC-0B8A-4E6D-95BF-868B242F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D843F-509F-43EA-9556-30433060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52C33-8310-4D8B-AC36-FB0BC659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C07DBA-9BC9-4702-9475-C2EE1974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636E0-92CB-4B7A-9F54-38DD5084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91A17B-9728-4F3D-A915-DE0E7C1D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56EE48-3BEB-4FD7-927F-B77D9ED9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2F1869-8509-4842-8921-84853732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1F8A3E-0DC3-4E15-BC24-31FDFFA5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carefully and check against known terms.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94FC0C-75BC-474A-B9D1-495F61EF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467965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4DAED5-0946-4B28-8D8F-F7C3B3A1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54381-6B7C-4062-AFB7-64AA06D2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4FE37-AE5C-42CA-BECF-B7BF0368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5CAC8-BB76-4C7B-8F6E-621526F1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6C28DC-4E51-4C06-8CD2-AA0303BE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DC766A-DA9F-4CA2-A4AD-485B6F25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2EF27B-32F1-438E-9CA2-984CF45B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08487F-D2E7-4AC6-AD43-0E3D5BDA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880FB9-035A-4ABB-9199-E5E59CAF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422BC6-D5B9-457C-A5AB-9BCC5D68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first five terms of 4n - 1.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C2BFB-2863-4763-B5BF-1F0FE5D1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C56743-0334-4EA0-88F4-4196566D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FF3180-DA06-4B7E-B528-938CC3A5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0C7ED-89A5-4E4D-83E9-299EA712A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194C4C-5BBC-4AF2-971D-B4D4802D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3, 7, 11, 15, 19.</a:t>
            </a:r>
          </a:p>
        </p:txBody>
      </p:sp>
    </p:spTree>
    <p:extLst>
      <p:ext uri="{BB962C8B-B14F-4D97-AF65-F5344CB8AC3E}">
        <p14:creationId xmlns:p14="http://schemas.microsoft.com/office/powerpoint/2010/main" val="8736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E9707D-B56E-4258-A4C4-6B3994AA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F36FD-2A3F-4EA2-BE44-7B8A7E11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E1BAF-EA95-433F-972D-199107BE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BD1E15-30B8-45ED-88D5-2E48CE8C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A8DC9-F515-498D-877E-6973F886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434547-C04B-44C5-942F-AE1B103A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D90D4-CD4E-4458-B319-9E3FBCB3A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FBE0E7-C1D3-48C7-B303-5038D43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0E5B5-71BB-4B0D-B60F-D5BCD4C0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4f4c192c4340c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6DE8FF-09E5-4B7A-9B98-F8143425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300D6-3D80-47AB-87D5-580BC6CF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a variable as a label instead of a number that can vary.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8E247F-EA4A-41C1-B136-6C242304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03BE70-41DE-4818-A0EF-EA4AA275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BCAD0D-7B18-4AD2-814D-BA3E50D6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State what the variable represents, substitute its value and preserve the operation structure.</a:t>
            </a:r>
          </a:p>
        </p:txBody>
      </p:sp>
    </p:spTree>
    <p:extLst>
      <p:ext uri="{BB962C8B-B14F-4D97-AF65-F5344CB8AC3E}">
        <p14:creationId xmlns:p14="http://schemas.microsoft.com/office/powerpoint/2010/main" val="7543350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B1243E-32D2-4F7F-ABDD-8DAF70CF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178381-6052-424C-AEE3-EF786CCD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752CD-DD83-4CB3-A71E-29300B32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DBC262-0EB3-4053-B37B-18AD4A0F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E10AD7-87F9-4168-8B34-85A021C9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E66B2-8E2D-4064-8507-C57184EF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320E37-7FEC-4AC8-B126-E2075E67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D8EBB4-2EE0-478E-A3A8-0C7D23598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5C804A-D32A-4B81-8857-0128822B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76A55A-353D-4888-B9C9-8FB404BB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790BC4-880F-4C67-A76C-CA7120CF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7B317B-15C7-41F3-BF06-345E178A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22D701-BAD6-41BD-BAD6-5070B86D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first five terms of 4n - 1.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4875E-76F1-46A6-97F9-F733A882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6A7861-AA1B-44FF-B96C-72D711B0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39B80C-C730-4BA3-9592-83D844CE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15B99F-5AD6-4BCC-BFD3-7E122FC8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ECECB5-A4E6-4E86-8967-F83FA4E2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70551C-97FB-49D9-A389-2BAA7558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D79FD1-17D2-4C64-9324-6ED1E543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6B1553-8394-4B88-9406-7BB67AFF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3, 7, 11, 15, 19.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F15616-63A6-4329-BC14-61E970D9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339704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75E598-7232-470E-BBA6-65B914695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101A36-2E18-4BED-9EDB-5C28E61F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69D2D-25D4-4170-A52D-1D8C63EA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865AB-7E12-4AE7-BF22-3D46D2CC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4A6D27-36AD-493E-9D65-B5ECBD8D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5526C-FC3D-4850-9348-3E2BE3D9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03BDB9-8D97-4C76-B99A-9E47A197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BE0071-716D-4A28-9453-38FC65E3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C74EBD-8210-4EE3-8E63-C52D4308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ADBE0B-F3E7-44F0-81E4-52380896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8833D7-900F-456D-9A36-0681E529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C4894-187C-47A7-92B0-ED29F8E7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02EA86-E64D-40D1-AC49-935D3CE1C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Continue 7, 12, 17, 22 and state the rule.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2D0CC8-4C30-486D-83FF-E8EFA4EB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3321E4-CFAC-45C9-B1FE-D70357FD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D2D701-4944-4001-8751-AC7C7223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607BA5-C3BA-426D-80E3-8DDB20F8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FB3B8A-5702-4DA8-94E6-5B58F8B1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1FFBD4-FFEA-4115-A59E-3F6F2D5B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499061-4008-4E73-B3AC-34FEE948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62D2D0-CF52-4DEC-9B4D-393C8771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595297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049922-F60A-4FC7-8869-9D59A4F0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1F7DBD-09F4-4B40-A0EA-9CA46041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62F92-0EA1-48F5-BCCA-218CF399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8114C-5B32-4D36-A20D-E89E58B9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E7EF63-5AD8-4A22-BFDE-1742358E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DE7DE-47E9-4E05-8408-869EE52E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D408B0-256E-490C-B710-943A19039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F2DFEC-2C06-450D-8E02-EC81D536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ECC570-AEEA-4496-8F5E-D38A1521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9DFA1-7F92-4DE4-A278-8B8BEA84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the missing terms: 84, __, 62, __, 40.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CB77BA-B94C-4606-9BEF-B70F69C0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0B9455-269E-48D6-9662-02CC34C3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1157E3-66B9-4D94-97A3-BDBC96AA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73 and 51.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3563836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43B41C-DD42-4B6F-A852-4F29E2FF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AEDF22-4D85-4231-8ABB-9B9DA8A2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7AD38-12BA-44D3-B70B-CFD5C1073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F858D-4C71-4C83-A3B6-9520D424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FB7202-77B6-4D01-94D3-1C2E61BE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1A54E9-C7D6-4331-A48A-129428AA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8A043-A47A-4084-88A3-7B8A501A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46356-39E4-4FA2-85F9-BE247BDA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596A3F-483B-4840-87E4-99645086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AC1AA-5E45-4392-81DB-A381EC02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0390C8-DB84-4C30-AF24-08661308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545C5-5391-4D52-892A-9CCAE57A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Continue 7, 12, 17, 22 and state the rule.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08D98B-CBD8-4F4F-AB5C-08C14678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1AA30-BC8C-46D6-8B21-6CC63274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0009B7-5223-41C7-A964-F7BD59CB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68F744-58A2-4FF9-BE44-A6DFD6B9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27, 32; add 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6974FA-FA47-4B38-8089-6DF90114F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DBDA62-D439-41F8-9471-6DCA16A1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399147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9E3E89-C796-4DD7-974A-75A36EB6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045B68-5559-4EA9-97FE-314A7CDB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CD944-3CDE-4D16-AA12-0E04A7EE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49EAD7-C4A5-4974-9AD2-23DA02967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5E095-9DFA-403D-85C9-36D8A923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87EBA9-F893-44A7-AE42-68AA772F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79DA70-178F-43C3-956F-6FC16BCD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F09E50-82B4-43D8-BD00-C5A63FD6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7A457-0603-4CB7-A079-E10DDAC4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Substitute into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90F91A-8521-4E1A-85F9-67C53BA0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CEAC4-2BB9-4EB1-B9C5-FA816D66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19372-03E9-4D90-B865-1D1D73F6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BDC79A-6F0E-4223-8F7A-6147295C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Continue 7, 12, 17, 22 and state the rule.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2DC3F4-A331-4323-BCDD-415E828D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A4DD22-61A1-409C-AEDB-DBD9EBA1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96BE6E-8961-4D9F-A18A-9740A597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E4882-27B7-4B1C-BE40-B9C0E78B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a variable as a label instead of a number that can vary.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688B56-75F9-488E-B646-F11D6C51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ECB1F9-AD24-4164-96F2-9CD3471FB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CAD271-3D78-4256-8F3C-166695A2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EF4EB4-1897-4C02-B5A9-C426DE80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494742-4BA8-4025-B6E6-BB878036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436543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2026-09-09T20:49:35.7300000Z</dcterms:created>
  <dcterms:modified xsi:type="dcterms:W3CDTF">2026-09-09T20:49:35.7300000Z</dcterms:modified>
</coreProperties>
</file>