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2ac5ca961c4fe7" /><Relationship Type="http://schemas.openxmlformats.org/officeDocument/2006/relationships/extended-properties" Target="/docProps/app.xml" Id="R9f29e35488df47c9" /><Relationship Type="http://schemas.openxmlformats.org/officeDocument/2006/relationships/officeDocument" Target="/ppt/presentation.xml" Id="R4e1ee2a340934eb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659c2c14f4443e"/>
  </p:sldMasterIdLst>
  <p:notesMasterIdLst>
    <p:notesMasterId xmlns:r="http://schemas.openxmlformats.org/officeDocument/2006/relationships" r:id="Rc827f0764b55417d"/>
  </p:notesMasterIdLst>
  <p:sldIdLst>
    <p:sldId xmlns:r="http://schemas.openxmlformats.org/officeDocument/2006/relationships" id="256" r:id="R216b3717c7c941f6"/>
    <p:sldId xmlns:r="http://schemas.openxmlformats.org/officeDocument/2006/relationships" id="257" r:id="Rac97ac2f6ff74b00"/>
    <p:sldId xmlns:r="http://schemas.openxmlformats.org/officeDocument/2006/relationships" id="258" r:id="R35bdad85b2be4523"/>
    <p:sldId xmlns:r="http://schemas.openxmlformats.org/officeDocument/2006/relationships" id="259" r:id="R39b75e7573364a88"/>
    <p:sldId xmlns:r="http://schemas.openxmlformats.org/officeDocument/2006/relationships" id="260" r:id="R99b8b3fb409c4c0c"/>
    <p:sldId xmlns:r="http://schemas.openxmlformats.org/officeDocument/2006/relationships" id="261" r:id="R671a5fded2b24f24"/>
    <p:sldId xmlns:r="http://schemas.openxmlformats.org/officeDocument/2006/relationships" id="262" r:id="R5a85491c2bbd49e4"/>
    <p:sldId xmlns:r="http://schemas.openxmlformats.org/officeDocument/2006/relationships" id="263" r:id="Rb3962ba0b3c04aed"/>
    <p:sldId xmlns:r="http://schemas.openxmlformats.org/officeDocument/2006/relationships" id="264" r:id="R8d5f19c138614ea5"/>
    <p:sldId xmlns:r="http://schemas.openxmlformats.org/officeDocument/2006/relationships" id="265" r:id="Rdaec287316364e57"/>
    <p:sldId xmlns:r="http://schemas.openxmlformats.org/officeDocument/2006/relationships" id="266" r:id="R2af50e9882d34477"/>
    <p:sldId xmlns:r="http://schemas.openxmlformats.org/officeDocument/2006/relationships" id="267" r:id="R2d2987e37fb742f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d157deef394b98" /><Relationship Type="http://schemas.openxmlformats.org/officeDocument/2006/relationships/slideMaster" Target="/ppt/slideMasters/slideMaster1.xml" Id="R48659c2c14f4443e" /><Relationship Type="http://schemas.openxmlformats.org/officeDocument/2006/relationships/notesMaster" Target="/ppt/notesMasters/notesMaster1.xml" Id="Rc827f0764b55417d" /><Relationship Type="http://schemas.openxmlformats.org/officeDocument/2006/relationships/presProps" Target="/ppt/presProps.xml" Id="Ra9fe23dfef674d4b" /><Relationship Type="http://schemas.openxmlformats.org/officeDocument/2006/relationships/tableStyles" Target="/ppt/tableStyles.xml" Id="R6483cdfa78e64d52" /><Relationship Type="http://schemas.openxmlformats.org/officeDocument/2006/relationships/slide" Target="/ppt/slides/slide1.xml" Id="R216b3717c7c941f6" /><Relationship Type="http://schemas.openxmlformats.org/officeDocument/2006/relationships/slide" Target="/ppt/slides/slide2.xml" Id="Rac97ac2f6ff74b00" /><Relationship Type="http://schemas.openxmlformats.org/officeDocument/2006/relationships/slide" Target="/ppt/slides/slide3.xml" Id="R35bdad85b2be4523" /><Relationship Type="http://schemas.openxmlformats.org/officeDocument/2006/relationships/slide" Target="/ppt/slides/slide4.xml" Id="R39b75e7573364a88" /><Relationship Type="http://schemas.openxmlformats.org/officeDocument/2006/relationships/slide" Target="/ppt/slides/slide5.xml" Id="R99b8b3fb409c4c0c" /><Relationship Type="http://schemas.openxmlformats.org/officeDocument/2006/relationships/slide" Target="/ppt/slides/slide6.xml" Id="R671a5fded2b24f24" /><Relationship Type="http://schemas.openxmlformats.org/officeDocument/2006/relationships/slide" Target="/ppt/slides/slide7.xml" Id="R5a85491c2bbd49e4" /><Relationship Type="http://schemas.openxmlformats.org/officeDocument/2006/relationships/slide" Target="/ppt/slides/slide8.xml" Id="Rb3962ba0b3c04aed" /><Relationship Type="http://schemas.openxmlformats.org/officeDocument/2006/relationships/slide" Target="/ppt/slides/slide9.xml" Id="R8d5f19c138614ea5" /><Relationship Type="http://schemas.openxmlformats.org/officeDocument/2006/relationships/slide" Target="/ppt/slides/slide10.xml" Id="Rdaec287316364e57" /><Relationship Type="http://schemas.openxmlformats.org/officeDocument/2006/relationships/slide" Target="/ppt/slides/slide11.xml" Id="R2af50e9882d34477" /><Relationship Type="http://schemas.openxmlformats.org/officeDocument/2006/relationships/slide" Target="/ppt/slides/slide12.xml" Id="R2d2987e37fb742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ef21e9923614a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9254f9bb494ea9" /><Relationship Type="http://schemas.openxmlformats.org/officeDocument/2006/relationships/notesMaster" Target="/ppt/notesMasters/notesMaster1.xml" Id="R3e5cc33f816b4e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c3118a788894c0b" /><Relationship Type="http://schemas.openxmlformats.org/officeDocument/2006/relationships/notesMaster" Target="/ppt/notesMasters/notesMaster1.xml" Id="R277cde08986549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e72d8ed0a7a44dc" /><Relationship Type="http://schemas.openxmlformats.org/officeDocument/2006/relationships/notesMaster" Target="/ppt/notesMasters/notesMaster1.xml" Id="Re902b62a319e4f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891ff81c934b0f" /><Relationship Type="http://schemas.openxmlformats.org/officeDocument/2006/relationships/notesMaster" Target="/ppt/notesMasters/notesMaster1.xml" Id="R317e0e3093c149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0b3b706e2f4abd" /><Relationship Type="http://schemas.openxmlformats.org/officeDocument/2006/relationships/notesMaster" Target="/ppt/notesMasters/notesMaster1.xml" Id="R15ca193df297432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919ec71437460d" /><Relationship Type="http://schemas.openxmlformats.org/officeDocument/2006/relationships/notesMaster" Target="/ppt/notesMasters/notesMaster1.xml" Id="Rc97abecba67143e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cb28991d9b4d80" /><Relationship Type="http://schemas.openxmlformats.org/officeDocument/2006/relationships/notesMaster" Target="/ppt/notesMasters/notesMaster1.xml" Id="R7c644554af774b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1aa197566504ac8" /><Relationship Type="http://schemas.openxmlformats.org/officeDocument/2006/relationships/notesMaster" Target="/ppt/notesMasters/notesMaster1.xml" Id="R19d61ad87bb645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443ef5d61a04cf8" /><Relationship Type="http://schemas.openxmlformats.org/officeDocument/2006/relationships/notesMaster" Target="/ppt/notesMasters/notesMaster1.xml" Id="R78bfb9bee5794ee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e85f8ce48d461e" /><Relationship Type="http://schemas.openxmlformats.org/officeDocument/2006/relationships/notesMaster" Target="/ppt/notesMasters/notesMaster1.xml" Id="R4a9f6f2cf6f24e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302738e49da4aaa" /><Relationship Type="http://schemas.openxmlformats.org/officeDocument/2006/relationships/notesMaster" Target="/ppt/notesMasters/notesMaster1.xml" Id="Rab2f73b9a70c4ca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5f31d8428c3460c" /><Relationship Type="http://schemas.openxmlformats.org/officeDocument/2006/relationships/notesMaster" Target="/ppt/notesMasters/notesMaster1.xml" Id="R39ff34b866564f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Number cards, function machines, algebra tiles, sequence tables,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73 and 51. | Identify what changes and what stays constant. | State what the variable represents, substitute its value and preserve the operation structure.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sequence, term, rule, variable, formula, substitute.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27, 32; add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73 and 51.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State what the variable represents, substitute its value and preserve the operation structure.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73 and 51..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C = 6n + 4..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31.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C = 6n + 4.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C = 6n + 4. | State what the variable represents, substitute its value and preserve the operation structure.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39e5b77c0240e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38a0dc320b4394" /><Relationship Type="http://schemas.openxmlformats.org/officeDocument/2006/relationships/slideLayout" Target="/ppt/slideLayouts/slideLayout1.xml" Id="R5ddc29bc8d7e4b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dc29bc8d7e4b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29e78e2ca940e7" /><Relationship Type="http://schemas.openxmlformats.org/officeDocument/2006/relationships/notesSlide" Target="/ppt/notesSlides/notesSlide1.xml" Id="Rebf7610a31614e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a98614fc204b12" /><Relationship Type="http://schemas.openxmlformats.org/officeDocument/2006/relationships/notesSlide" Target="/ppt/notesSlides/notesSlide2.xml" Id="R7e3bcccda1654d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7a351a58f4069" /><Relationship Type="http://schemas.openxmlformats.org/officeDocument/2006/relationships/notesSlide" Target="/ppt/notesSlides/notesSlide3.xml" Id="R47a59d0fdfb54b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02c2d99bca494c" /><Relationship Type="http://schemas.openxmlformats.org/officeDocument/2006/relationships/notesSlide" Target="/ppt/notesSlides/notesSlide4.xml" Id="R1316e024ff3841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fd7c7629ea42fe" /><Relationship Type="http://schemas.openxmlformats.org/officeDocument/2006/relationships/notesSlide" Target="/ppt/notesSlides/notesSlide5.xml" Id="Re8ca67a0724544a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04a490eaa040af" /><Relationship Type="http://schemas.openxmlformats.org/officeDocument/2006/relationships/notesSlide" Target="/ppt/notesSlides/notesSlide6.xml" Id="R46be3027a2854b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42a19ba9014ddd" /><Relationship Type="http://schemas.openxmlformats.org/officeDocument/2006/relationships/image" Target="/ppt/media/image.png" Id="Rd06da3df22e043a9" /><Relationship Type="http://schemas.openxmlformats.org/officeDocument/2006/relationships/notesSlide" Target="/ppt/notesSlides/notesSlide7.xml" Id="R5eae067b186a428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934241306443cd" /><Relationship Type="http://schemas.openxmlformats.org/officeDocument/2006/relationships/notesSlide" Target="/ppt/notesSlides/notesSlide8.xml" Id="R980db4fd13cc452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45cba2ae5b4199" /><Relationship Type="http://schemas.openxmlformats.org/officeDocument/2006/relationships/notesSlide" Target="/ppt/notesSlides/notesSlide9.xml" Id="R0c6d7848f2d449e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661c9d31264d22" /><Relationship Type="http://schemas.openxmlformats.org/officeDocument/2006/relationships/notesSlide" Target="/ppt/notesSlides/notesSlide10.xml" Id="Rdcbb51ef7d1346c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1ea6b2e5f54975" /><Relationship Type="http://schemas.openxmlformats.org/officeDocument/2006/relationships/notesSlide" Target="/ppt/notesSlides/notesSlide11.xml" Id="R340a8c0116874dc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2fe3265b6b4fb4" /><Relationship Type="http://schemas.openxmlformats.org/officeDocument/2006/relationships/notesSlide" Target="/ppt/notesSlides/notesSlide12.xml" Id="Rb829b86e55e74d7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B3E074-B5B7-4F4B-8064-29A5B8F5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AEEFE6-FB57-4A96-9BFB-00D657D7E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F1536B-7B54-4289-B296-5A47F26C1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44BF4D-732F-4928-BAD8-64825BCD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A0EAD0-0F25-4177-A7D5-395D878E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Continue and describe sequences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5C6154-92F6-4B28-B3BC-F2B38AD3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23329B-F00E-43E0-90BE-6CE16E08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690172-6CB2-4BBD-A772-39326B6B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continue sequences and describe their term-to-term rule.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2DF589-378C-4E24-A550-2CC3FC43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4D77AC-15AC-4A6D-B4CA-DFA950B2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Number cards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8B62F7-D642-4383-8D7F-DEA79A12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080873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8C2743-5BF5-4D58-AAFA-829BFF9A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BCE0A3-0A89-4FC7-A026-AC35526D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92450A-0BA0-4114-91C8-2BB609F2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F7F2E5-254D-4753-B530-39661DC6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FDF0D-FF7F-4980-8308-C7AD12DF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F7F461-3F94-4AC7-818C-D85AB605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1FF7E4-73B7-40C8-B585-0A86DD6B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AA0322-98F6-424B-8F4C-289312BB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33D42F-E32B-49E2-88BD-4222C217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Continue and describe sequences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134B9C-63B7-4928-B109-1AD2AC75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7CA103-6393-4C47-9CBC-80F3D54B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ED7744-58F7-4DB7-9957-5432A0F9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641974-CF7D-462F-842E-DFB26EEF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rules in number sequences and use simple formulae and symbols.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2D5487-3A7B-41F7-80FB-E702BF31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23FC68-BF60-450C-B4E5-5411CB4C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46851D-1F75-4143-9397-8E54CF8F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0CB8FF-7381-4F14-9DEF-E0D6F6AA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missing terms: 84, __, 62, __, 40.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D79F91-ABB4-4CB2-BEE4-EF8F5446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F7B7A0-BF20-4C74-908C-7D1A595F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D2780B-840C-499D-9551-B9569925F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A5A295-24AB-4C0E-A0FD-0A90734A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Continue 7, 12, 17, 22 and state the rule.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332AA9-4D73-4159-84D8-BC310D69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2587056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93F9EE-7FB8-44B2-A5CE-A0572861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3B672-AADD-49CA-91C3-E7863D20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906C8A-7E4B-4D02-822E-6BEB4051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DB197B-4A85-461E-9D5D-A3C3D9E9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346BE8-A42E-4813-8740-F1C2A91C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BB0C9A-368E-4156-B857-9277F059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40037C-7226-4766-AA52-00757BC6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F92107-32E4-4B2D-BC80-8B05D1BB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227CC9-0F7F-45E0-9E5C-5F7FC79E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Continue and describe sequences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4874F0-133F-44F4-BED6-4FB8192E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continue sequences and describe their term-to-term rule.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CD1AD9-CD1B-455A-9DCD-326B8052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626CF7-A770-4AE3-ABC1-2231600F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what changes and what stays constant.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BC9AD5-592A-44EF-B7FB-D80C3A17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Express the relationship with words, a table or a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F5CC3E-3873-4793-B4C8-A605BD8C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Substitute carefully and check against known terms.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5BF970-28DB-44A9-B209-37FF840B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sequence  |  term  |  rule  |  variable  |  formula  |  substitute</a:t>
            </a:r>
          </a:p>
        </p:txBody>
      </p:sp>
    </p:spTree>
    <p:extLst>
      <p:ext uri="{BB962C8B-B14F-4D97-AF65-F5344CB8AC3E}">
        <p14:creationId xmlns:p14="http://schemas.microsoft.com/office/powerpoint/2010/main" val="13332426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0D5CFD-E38F-420D-8366-D907E311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C22454-253F-47B8-830C-A0E512BE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AC5A90-AECE-4BDD-AB93-DA5B6395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E78154-8FF7-4435-A1E9-328B2D2FD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3F6B09-FB1F-4338-B611-286B4334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7489BA-2E74-4D01-905E-D8C21DD4E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0EE3F6-02C4-4418-A4F4-8DF8DACD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362D2C-FE43-4C63-94D7-62C2D139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E4F46D-C2E8-43FA-8FF3-EC10DE58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Continue and describe sequences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AE72C2-B246-4761-B794-3A6BDD74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Continue 7, 12, 17, 22 and state the rule.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2E76D7-D7B7-4AA3-AD6D-10B34343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E156E0-8452-4B34-8E65-C0690CDC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708F94-665D-4FDA-A1B0-8999ED74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what changes and what stays constant.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F4DA1F-BE85-404E-87B8-8431D212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9885D4-70DB-4F5F-8F7B-21A08F43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E57C46-BFEF-4E18-B03B-B1F432F2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Express the relationship with words, a table or a formula.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01C6F0-BE83-4E59-A4E4-BD1865DA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8C2034-01C2-494E-9788-693B97B45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95D6FD-C9CF-4EA3-968F-6AAA8275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27, 32; add 5.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09D02B-A1D2-4B45-9769-1C25572FD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1A35A2-EB4A-4AB6-90A8-59D99826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E9982B-FA66-4199-A755-1BAEFD56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Substitute carefully and check against known terms.</a:t>
            </a:r>
          </a:p>
        </p:txBody>
      </p:sp>
    </p:spTree>
    <p:extLst>
      <p:ext uri="{BB962C8B-B14F-4D97-AF65-F5344CB8AC3E}">
        <p14:creationId xmlns:p14="http://schemas.microsoft.com/office/powerpoint/2010/main" val="13705714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E95573-4AD3-4592-94E9-5EACC63C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846E0F-5CEF-4CF0-88FA-0E1C7925E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425BD1-BFE9-4DC6-B87B-71CBB39B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B72822-1E1F-45D7-8DDD-0D10350B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0D8AAA-1169-41BF-A20D-759BA1D3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0AF7AD-7D45-4E57-8FC8-289FCF28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4749BE-607D-42D4-BDB7-3FA237F3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51B89A-0E62-4286-A18C-BE643313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561D26-D19A-4AD2-B078-E9C3FCF3A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Continue and describe sequences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5E98D6-A2A7-4695-9FD0-7D08F1B7B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8C0BE4-DF0A-40C5-9912-558A6E68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27, 32; add 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FED269-6AB7-47DA-87D6-FE754B83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325424-C411-454A-85CB-073C98A3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Substitute carefully and check against known terms.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C4FD6-4E8C-45DF-ABB1-8522DDA2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4860745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B173BA-F0A4-42FD-B671-ABA8DAE4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5BA9CA-BA95-48FD-B081-077C80BF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214F5F-77F1-4308-9565-C25AA8B1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DBE23C-A1E9-405D-9360-A51327A8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C5C176-C8E3-435D-9830-D72F03BC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B85AC4-2152-4DEA-AB7F-DAC1CF4C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DABE1-85DB-47D5-9B90-CC9D73EF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51F39F-BA88-4F17-85C2-678F3073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5800A1-A57B-431D-95D4-CCFF17455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Continue and describe sequences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4721FA-4991-403E-9F35-289DC638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missing terms: 84, __, 62, __, 40.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40E2D2-489E-4229-8430-2C66AAEA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BF47F0-7930-4929-8318-A033AC205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72C604-7448-430B-8582-D9EC1FAD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88B22E-BB91-4084-9A85-AF28FB62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8BAA71-E6B8-4676-9426-579C9021B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73 and 51.</a:t>
            </a:r>
          </a:p>
        </p:txBody>
      </p:sp>
    </p:spTree>
    <p:extLst>
      <p:ext uri="{BB962C8B-B14F-4D97-AF65-F5344CB8AC3E}">
        <p14:creationId xmlns:p14="http://schemas.microsoft.com/office/powerpoint/2010/main" val="19847352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3AC705-B926-45D6-BE10-A2E040B1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A177BA-6834-47FC-B5D2-E6621B87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419904-D489-411B-8F43-7DD03C34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AB0B1-EC97-44C9-B9C0-013BB2DF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4E9302-1EA5-48CA-BB51-D1F50DFF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7E8BDC-3AA0-4880-9336-169E7730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A87895-41C0-48C7-8088-E71CCEF09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B7927E-F1BA-4FA7-B73D-14BE4095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47D6B-3443-4470-810E-30FEC6C2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Continue and describe sequences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6da3df22e043a9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CE42C9-E952-42BA-B486-D36346A9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24DC00-D0A6-4D46-ABCE-7C484975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treats a variable as a label instead of a number that can vary.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29B7F5-C2FE-469C-919A-6494BD6C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F86DCE-9E85-4CBA-BDFE-F9B78A36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0E5872-9993-4B6D-9649-1699CAAE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State what the variable represents, substitute its value and preserve the operation structure.</a:t>
            </a:r>
          </a:p>
        </p:txBody>
      </p:sp>
    </p:spTree>
    <p:extLst>
      <p:ext uri="{BB962C8B-B14F-4D97-AF65-F5344CB8AC3E}">
        <p14:creationId xmlns:p14="http://schemas.microsoft.com/office/powerpoint/2010/main" val="10897126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DBC4AD-7AFC-413C-BAB5-9424E722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97689-DCBE-46EF-AA48-E62963AB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00648F-64D4-4710-858E-C85CA62B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75B37D-FAB4-459E-B74D-4CAB9108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46E5D5-9580-4DB4-BFD6-EBFADA9F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958DB5-D3F0-48B2-9070-B87384CD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A4CC28-33A1-4158-BC16-14D4D1C2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9C982A-148E-46CC-8014-4686AA50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3A14F5-8F6C-4749-8509-17535BAB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Continue and describe sequences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60BB0C-6082-4419-ADD2-56CBE7A1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631ECB-18F9-4E5D-B61A-6BADE90C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2156EB-7D8E-429B-8CD7-56D6EED8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83D45C-A7FC-4745-87CD-B78A8109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missing terms: 84, __, 62, __, 40.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A10767-8066-4535-8A9A-CADF22BE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8BDED-47F6-42AC-AEA8-FB04EC82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991122-64F2-48B9-A2FA-328AA08D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3D2BB8-9092-423E-8511-7A15EAFF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FDF4C0-45AA-45AA-8D16-EAC48158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7D358F-4AF5-4F08-8420-6606EE8B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08B97B-70DD-4322-A8AA-DDE33462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62D565-8060-4642-9AD1-22885585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73 and 51.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BEBC3C-E662-44B5-918A-C79E8828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696516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AEFC3D-3ADD-402F-A466-A7F22C4A9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1B7EE0-1470-43AE-9A60-7250535B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91790C-2977-4682-A65F-7D2158FD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2A2CB7-AC36-4BCF-9FDD-4A5F781D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E11763-5719-4721-BDF5-97A6042B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AD8C11-5C32-4E6D-BE3F-68F471669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44465F-E2CB-4B20-9480-7615C86F6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68C0AE-CEB4-4D3F-BE9F-92F80BA0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CD49DF-5503-4A1C-B0F6-72BADB86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Continue and describe sequences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8845F1-B721-4A31-A9B2-BE3BD4C0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37D7AC-D062-48EA-AD12-62577EFF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DA199-5DDF-4197-9A97-82D093227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1C3D26-D601-46E3-B1A0-BF34581F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formula for the cost C of n tickets at £6 each plus a £4 booking fee.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40DDB4-6B31-48F5-B10F-BEA63C89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76F64A-9C68-48F7-988B-EBE7B7E3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634536-5BB6-4391-BD38-F62B29A2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3EBF3D-0D67-49C2-A338-D3A1BE1CE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519A55-2602-4F93-AFC9-740DC747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C66CF-5816-4D41-B6B4-F661D8B2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1EECEA-22C2-4179-B1B7-7FF9695C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6BD1BB-F14D-44EF-AE12-87D9A1B4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90562486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5E33AD-AF71-4F79-94D0-2D5C6314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2B14A7-0997-4220-A371-83919A90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C4A64C-4B18-4573-8202-7B1F0CAA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B51EBA-9B1D-4754-BFFE-B243980B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862626-8DAE-478A-A1B4-559F70CC4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4F9B2-DC51-4103-B065-BDBA5645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099950-909D-4105-AD01-6E45A325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86CEEB-F783-4EFE-A763-B5DEFDC2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869EF2-AE60-4679-913D-387FB70E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Continue and describe sequences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41B582-57AF-4A39-B77F-00C257E9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Find A when A = 3b + 2c, b = 7 and c =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281E57-EEC8-4F65-9528-CB397094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0AED54-D62B-416B-B97F-C553A197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269347-12E9-4582-B00A-91967FE8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31.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8178640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D303C7-613A-4EC2-A157-D61C0179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EE9278-E6E0-42D0-9803-670BC0AD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21AD37-F3B2-41C8-8E12-E2046854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3BB856-420E-465B-AAFA-653AF897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3D2D56-5C9F-4633-906E-0820A767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C9531-DB4A-4AB7-9170-E7669794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783385-0B2D-4E29-AD7A-FD7AE45E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E5D923-2CE3-43FF-84D5-9BD0AA3B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4991CB-B14C-4526-BF71-FE4955312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Continue and describe sequences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BC0551-42F2-46F1-BBF6-8AB3C14A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3A80C7-959A-45D8-B527-7B280880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EA24B-E3FD-498C-BAA3-61EDEEFAA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formula for the cost C of n tickets at £6 each plus a £4 booking fee.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8C0EB6-C478-425D-9C41-7A35FBFD9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0575B5-CD90-4FBE-8A14-4DD5D5FF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99D157-46BD-4366-9917-3AD3A1DA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2AFD94-E896-41EA-B2AB-99758D9A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 = 6n + 4.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49F18C-9718-4346-8F2B-4BEFF951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3EAE89-4A04-403B-97E4-13BA15AC8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6108003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57BF70-3039-49AB-8C5E-B248E316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413C3E-142D-4742-87BD-9BD9A45C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4DF101-299B-4D78-928C-8A1E84A0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C14497-EBCB-41A5-B642-F9D785DA8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788187-03A2-40BE-833A-A70206E0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623343-8755-4E92-A51E-E79E4C9D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78CBFD-CFB2-45A8-BDC5-1E2542EE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03808B-11EF-4B76-9300-F2D9BD51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C5BB5C-8449-44BC-A85D-F15CC79B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Continue and describe sequences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9E14EC-B93D-4949-BB8F-F6184576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A7AA38-5634-4292-B78E-B62B78C7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8F041E-D139-45B7-ADE3-16660D42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F05C2D-C0A9-458E-9241-A5844D13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formula for the cost C of n tickets at £6 each plus a £4 booking fee.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50B795-3E90-481D-9A3B-644AD803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AE48BB-3CD5-4AD1-9910-BBA53B80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0CF68D-820D-4654-9456-953E27F5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D85F09-FFFD-4323-80DD-D407246A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treats a variable as a label instead of a number that can vary.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29BFE1-D7AB-4B63-A971-D97990C3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8F2A46-1AD7-43B9-8715-85AEB29C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836F7B-9AE8-40A6-8385-13357D8C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4DC0F2-0DDF-4B43-9F6E-D821F6AB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9E35AC-10EC-495A-97EC-3941508A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50843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2026-09-09T20:49:30.6740000Z</dcterms:created>
  <dcterms:modified xsi:type="dcterms:W3CDTF">2026-09-09T20:49:30.6740000Z</dcterms:modified>
</coreProperties>
</file>