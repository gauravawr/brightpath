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efa13c54da4f25" /><Relationship Type="http://schemas.openxmlformats.org/officeDocument/2006/relationships/extended-properties" Target="/docProps/app.xml" Id="Ra13d1b30ae0b4b35" /><Relationship Type="http://schemas.openxmlformats.org/officeDocument/2006/relationships/officeDocument" Target="/ppt/presentation.xml" Id="R1d2dad77fbc541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1e7e697a91448d"/>
  </p:sldMasterIdLst>
  <p:notesMasterIdLst>
    <p:notesMasterId xmlns:r="http://schemas.openxmlformats.org/officeDocument/2006/relationships" r:id="Rb2596c463c6a49b8"/>
  </p:notesMasterIdLst>
  <p:sldIdLst>
    <p:sldId xmlns:r="http://schemas.openxmlformats.org/officeDocument/2006/relationships" id="256" r:id="R40395b0e0e31457e"/>
    <p:sldId xmlns:r="http://schemas.openxmlformats.org/officeDocument/2006/relationships" id="257" r:id="Rfbcc47bf143a4234"/>
    <p:sldId xmlns:r="http://schemas.openxmlformats.org/officeDocument/2006/relationships" id="258" r:id="R68c932b10be74191"/>
    <p:sldId xmlns:r="http://schemas.openxmlformats.org/officeDocument/2006/relationships" id="259" r:id="R66c476b744b34889"/>
    <p:sldId xmlns:r="http://schemas.openxmlformats.org/officeDocument/2006/relationships" id="260" r:id="R4749769af5c14a97"/>
    <p:sldId xmlns:r="http://schemas.openxmlformats.org/officeDocument/2006/relationships" id="261" r:id="R16d51864ffad4ac3"/>
    <p:sldId xmlns:r="http://schemas.openxmlformats.org/officeDocument/2006/relationships" id="262" r:id="Ra57393b82d6f443c"/>
    <p:sldId xmlns:r="http://schemas.openxmlformats.org/officeDocument/2006/relationships" id="263" r:id="R6a5905661a6e4178"/>
    <p:sldId xmlns:r="http://schemas.openxmlformats.org/officeDocument/2006/relationships" id="264" r:id="R1a4b574f2e934336"/>
    <p:sldId xmlns:r="http://schemas.openxmlformats.org/officeDocument/2006/relationships" id="265" r:id="R0e7255cd186c4808"/>
    <p:sldId xmlns:r="http://schemas.openxmlformats.org/officeDocument/2006/relationships" id="266" r:id="Rb53c1836d0ce49a6"/>
    <p:sldId xmlns:r="http://schemas.openxmlformats.org/officeDocument/2006/relationships" id="267" r:id="Rd7208c4455cd44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4ca18c607d4b77" /><Relationship Type="http://schemas.openxmlformats.org/officeDocument/2006/relationships/slideMaster" Target="/ppt/slideMasters/slideMaster1.xml" Id="Ra91e7e697a91448d" /><Relationship Type="http://schemas.openxmlformats.org/officeDocument/2006/relationships/notesMaster" Target="/ppt/notesMasters/notesMaster1.xml" Id="Rb2596c463c6a49b8" /><Relationship Type="http://schemas.openxmlformats.org/officeDocument/2006/relationships/presProps" Target="/ppt/presProps.xml" Id="Raab068f662764306" /><Relationship Type="http://schemas.openxmlformats.org/officeDocument/2006/relationships/tableStyles" Target="/ppt/tableStyles.xml" Id="Rcb92db50d7b44d16" /><Relationship Type="http://schemas.openxmlformats.org/officeDocument/2006/relationships/slide" Target="/ppt/slides/slide1.xml" Id="R40395b0e0e31457e" /><Relationship Type="http://schemas.openxmlformats.org/officeDocument/2006/relationships/slide" Target="/ppt/slides/slide2.xml" Id="Rfbcc47bf143a4234" /><Relationship Type="http://schemas.openxmlformats.org/officeDocument/2006/relationships/slide" Target="/ppt/slides/slide3.xml" Id="R68c932b10be74191" /><Relationship Type="http://schemas.openxmlformats.org/officeDocument/2006/relationships/slide" Target="/ppt/slides/slide4.xml" Id="R66c476b744b34889" /><Relationship Type="http://schemas.openxmlformats.org/officeDocument/2006/relationships/slide" Target="/ppt/slides/slide5.xml" Id="R4749769af5c14a97" /><Relationship Type="http://schemas.openxmlformats.org/officeDocument/2006/relationships/slide" Target="/ppt/slides/slide6.xml" Id="R16d51864ffad4ac3" /><Relationship Type="http://schemas.openxmlformats.org/officeDocument/2006/relationships/slide" Target="/ppt/slides/slide7.xml" Id="Ra57393b82d6f443c" /><Relationship Type="http://schemas.openxmlformats.org/officeDocument/2006/relationships/slide" Target="/ppt/slides/slide8.xml" Id="R6a5905661a6e4178" /><Relationship Type="http://schemas.openxmlformats.org/officeDocument/2006/relationships/slide" Target="/ppt/slides/slide9.xml" Id="R1a4b574f2e934336" /><Relationship Type="http://schemas.openxmlformats.org/officeDocument/2006/relationships/slide" Target="/ppt/slides/slide10.xml" Id="R0e7255cd186c4808" /><Relationship Type="http://schemas.openxmlformats.org/officeDocument/2006/relationships/slide" Target="/ppt/slides/slide11.xml" Id="Rb53c1836d0ce49a6" /><Relationship Type="http://schemas.openxmlformats.org/officeDocument/2006/relationships/slide" Target="/ppt/slides/slide12.xml" Id="Rd7208c4455cd44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82db1392fd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d0101190e84701" /><Relationship Type="http://schemas.openxmlformats.org/officeDocument/2006/relationships/notesMaster" Target="/ppt/notesMasters/notesMaster1.xml" Id="Rd6fbcf9ccea443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a52658b03e4770" /><Relationship Type="http://schemas.openxmlformats.org/officeDocument/2006/relationships/notesMaster" Target="/ppt/notesMasters/notesMaster1.xml" Id="Re16ab7d3760649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9a40a608b14ea7" /><Relationship Type="http://schemas.openxmlformats.org/officeDocument/2006/relationships/notesMaster" Target="/ppt/notesMasters/notesMaster1.xml" Id="R7d6b6c0f8d6d40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1616e02cd14178" /><Relationship Type="http://schemas.openxmlformats.org/officeDocument/2006/relationships/notesMaster" Target="/ppt/notesMasters/notesMaster1.xml" Id="Rcc95cb505beb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df6e1926b54962" /><Relationship Type="http://schemas.openxmlformats.org/officeDocument/2006/relationships/notesMaster" Target="/ppt/notesMasters/notesMaster1.xml" Id="R81d92439532441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d919e0203545a4" /><Relationship Type="http://schemas.openxmlformats.org/officeDocument/2006/relationships/notesMaster" Target="/ppt/notesMasters/notesMaster1.xml" Id="Rb2dc19b6724041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5137b2373d42e5" /><Relationship Type="http://schemas.openxmlformats.org/officeDocument/2006/relationships/notesMaster" Target="/ppt/notesMasters/notesMaster1.xml" Id="R0d2fae6a387d4d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9877fc8842483f" /><Relationship Type="http://schemas.openxmlformats.org/officeDocument/2006/relationships/notesMaster" Target="/ppt/notesMasters/notesMaster1.xml" Id="R80101dd9785749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049d4da10f485a" /><Relationship Type="http://schemas.openxmlformats.org/officeDocument/2006/relationships/notesMaster" Target="/ppt/notesMasters/notesMaster1.xml" Id="R5f0de07a10b641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6fecc09cc445a8" /><Relationship Type="http://schemas.openxmlformats.org/officeDocument/2006/relationships/notesMaster" Target="/ppt/notesMasters/notesMaster1.xml" Id="R6fe07fffa1a84f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2d5f08f9394f4b" /><Relationship Type="http://schemas.openxmlformats.org/officeDocument/2006/relationships/notesMaster" Target="/ppt/notesMasters/notesMaster1.xml" Id="R0da77968a7f34b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5b3a01ce0e4faa" /><Relationship Type="http://schemas.openxmlformats.org/officeDocument/2006/relationships/notesMaster" Target="/ppt/notesMasters/notesMaster1.xml" Id="R0513c00dca9b4b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Number cards, function machines, algebra tiles, sequence tables,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73 and 51. | Identify what changes and what stays constant. | State what the variable represents, substitute its value and preserve the operation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sequence, term, rule, variable, formula, substitute.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27, 32; add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73 and 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State what the variable represents, substitute its value and preserve the operation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73 and 51..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C = 6n + 4..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31.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C = 6n + 4.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C = 6n + 4. | State what the variable represents, substitute its value and preserve the operation structure.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175b9b10147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d2ba67f47a4474" /><Relationship Type="http://schemas.openxmlformats.org/officeDocument/2006/relationships/slideLayout" Target="/ppt/slideLayouts/slideLayout1.xml" Id="R5ef3afc3741b44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f3afc3741b44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a605d35664583" /><Relationship Type="http://schemas.openxmlformats.org/officeDocument/2006/relationships/notesSlide" Target="/ppt/notesSlides/notesSlide1.xml" Id="R2b06a8cc84424e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4ce3ddf1243ad" /><Relationship Type="http://schemas.openxmlformats.org/officeDocument/2006/relationships/notesSlide" Target="/ppt/notesSlides/notesSlide2.xml" Id="R915a446eaf8646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959fd14d94c44" /><Relationship Type="http://schemas.openxmlformats.org/officeDocument/2006/relationships/notesSlide" Target="/ppt/notesSlides/notesSlide3.xml" Id="Rff3e18a646cf49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a567d2caa436f" /><Relationship Type="http://schemas.openxmlformats.org/officeDocument/2006/relationships/notesSlide" Target="/ppt/notesSlides/notesSlide4.xml" Id="R3ef170fbc5f148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cfa6f72af48a8" /><Relationship Type="http://schemas.openxmlformats.org/officeDocument/2006/relationships/notesSlide" Target="/ppt/notesSlides/notesSlide5.xml" Id="Rab03ef39583040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8fcfe216448f7" /><Relationship Type="http://schemas.openxmlformats.org/officeDocument/2006/relationships/notesSlide" Target="/ppt/notesSlides/notesSlide6.xml" Id="Rb670fb3e07c447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873e042324d8d" /><Relationship Type="http://schemas.openxmlformats.org/officeDocument/2006/relationships/image" Target="/ppt/media/image.png" Id="R0f34d3e0af904e2b" /><Relationship Type="http://schemas.openxmlformats.org/officeDocument/2006/relationships/notesSlide" Target="/ppt/notesSlides/notesSlide7.xml" Id="Rdfb80b52b8db43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c958f883f4c75" /><Relationship Type="http://schemas.openxmlformats.org/officeDocument/2006/relationships/notesSlide" Target="/ppt/notesSlides/notesSlide8.xml" Id="Rfbb1206c643d4a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a2b2599ad4c72" /><Relationship Type="http://schemas.openxmlformats.org/officeDocument/2006/relationships/notesSlide" Target="/ppt/notesSlides/notesSlide9.xml" Id="Rbae5d1a1282041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334f133de42a4" /><Relationship Type="http://schemas.openxmlformats.org/officeDocument/2006/relationships/notesSlide" Target="/ppt/notesSlides/notesSlide10.xml" Id="R7d85c93026484e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37422b9754499" /><Relationship Type="http://schemas.openxmlformats.org/officeDocument/2006/relationships/notesSlide" Target="/ppt/notesSlides/notesSlide11.xml" Id="Reac31ee4a9a542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139c6d60949c5" /><Relationship Type="http://schemas.openxmlformats.org/officeDocument/2006/relationships/notesSlide" Target="/ppt/notesSlides/notesSlide12.xml" Id="Rcbd30dcb456e44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8DD3B-A66A-4B02-8117-0E44FD4B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E58B0-73AD-4C1C-80E9-7C6D12C2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AFDF0-F01C-4455-A910-7C9A9B1B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74174-8DE6-43DB-AC8E-FF68C70A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E1F18-D5E6-4BA7-8832-36EB8093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B006E-4B93-4DAE-8E49-2326E2DF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CA7D8-CE6B-4E0B-807D-33A321B3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E934B-40D6-4912-9434-8E5C56C7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continue sequences and describe their term-to-term rule.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E705A-D44C-494D-B550-46611C0C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E21C3-30E7-4469-9194-FEC5724D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Number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17C25-F569-46E7-90E5-244CFEB3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04803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492AB-628E-41F3-8954-CE2095D3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836BB-6BF9-469C-9B2E-3C16BBFA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2B7CC-B560-4985-AAAE-9E2CDB8A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6389B-0651-47A5-A9DC-121610E3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7A87E-601F-417D-8A15-B48E47BB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CE8F8-FF45-4C65-8A5B-EDCC381C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756DC-348F-4249-A46D-69D5B97A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03E4F-FDB5-4722-96FB-FB3A8E8A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4D4A4-0DC7-4CAC-9281-F7C8C86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C4772-CF82-4C7C-8C76-48CA58F3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B7DD4-5F2E-4A96-8AE1-32EBB082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16004-8B6F-49C2-B9F8-7C546F18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BF847-9E8D-46BC-9FE6-7AD29D74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rules in number sequences and use simple formulae and symbols.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DF2BE-04EF-45B4-AB01-1FF73C9F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5D860-E34D-40F2-B3C4-8F02294D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F7CBE-D0A4-49F9-B4D3-69D5844A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8E610-1EEC-4789-9F5E-4BB018B0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missing terms: 84, __, 62, __, 40.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23D4D-19B1-4B9E-986A-D2444298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3C979-AC8C-4068-8BB0-E56BFA45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AB34F-30D1-4B92-89D1-A39CAF87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9880D-2C6D-4952-AC5F-B1F28BFE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Continue 7, 12, 17, 22 and state the rule.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E5790B-9CF6-4B75-8985-A572B590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88786455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36B91-C7AE-4780-88C3-1F6A8B65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026C3-A643-404E-85DF-19540BEA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91606-1B68-4F40-AFB7-31F86B6C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631D4-A72A-40A9-942C-98BC8BDF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BEB36-D435-49CD-BBD5-4D581661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1A15E-E71D-4628-B9DB-29F0F8A2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534E3-8E5F-4084-8E97-D54FF16F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837E8-2C0A-43C9-8E1D-2127F44A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AA6F5-F36E-4F07-9F0C-EA7B20F6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24F38-9ED6-4519-A330-5C4BEC08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continue sequences and describe their term-to-term rule.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FF7C1-33EB-45C0-8094-FB3BE864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C709B-5E42-4B5B-B694-38E4A926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what changes and what stays constant.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22897-FC94-4CC7-8EBC-75BA0826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Express the relationship with words, a table or a formula.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24052-2663-4058-912A-A2992544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Substitute carefully and check against known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4DAD2-3532-4323-8AE0-7C35A5B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sequence  |  term  |  rule  |  variable  |  formula  |  substitute</a:t>
            </a:r>
          </a:p>
        </p:txBody>
      </p:sp>
    </p:spTree>
    <p:extLst>
      <p:ext uri="{BB962C8B-B14F-4D97-AF65-F5344CB8AC3E}">
        <p14:creationId xmlns:p14="http://schemas.microsoft.com/office/powerpoint/2010/main" val="16727192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08DD4-BE67-45C8-B024-5DC84BAB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6C0CB-F000-4524-B21A-DC00E6E8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979B7-F7DD-4729-8A69-A55DB731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4B34E-413A-4727-AD13-A96897B9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B4D9B-ADAC-4186-99D4-444AD79A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D565E-0AE1-478F-9CFB-7C71B37C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1B3F1-5E0B-4FDF-ADD2-E76A63A9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2B968-3EEB-4087-8572-F3E9F6A1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BACF3-0D83-4B89-B208-8D7A15F3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0A1B4-EE34-4698-AE39-B2A31852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Continue 7, 12, 17, 22 and state the rule.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52FEE-5B3E-4F62-A433-1B92C29D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3E713-C163-454E-9E13-21FBB26F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FC7FA-1979-42CA-AD12-74FE76F1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7, 12, 17, 22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1B214-AC70-4CB5-9DD3-D1A7A272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6E14E-0615-4EC4-A950-59D68D4F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6D5FF-CE02-40B9-8E48-5E368938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12 - 7 = 5     17 - 12 = 5     22 - 17 =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D6287-876A-4469-BD30-843482F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A1FB8-CEE9-4AF3-BEBB-BF35C5E6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0D3B6-6258-48EC-A267-8665A34A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22 + 5 = 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9E190-E05D-4FBE-918A-526A776D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128A3-A961-4753-819D-5BF4E881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9B643-FE3F-4FE3-8963-69EC22F3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27 + 5 = 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E2905-D91A-47E9-B02E-9E0F41AF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1622A-E3BD-4039-BBE8-B083B62B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E2393-289F-427E-AB4A-E22FC375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Rule: add 5 each time</a:t>
            </a:r>
          </a:p>
        </p:txBody>
      </p:sp>
    </p:spTree>
    <p:extLst>
      <p:ext uri="{BB962C8B-B14F-4D97-AF65-F5344CB8AC3E}">
        <p14:creationId xmlns:p14="http://schemas.microsoft.com/office/powerpoint/2010/main" val="7540485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0F048-7EF2-4238-96E7-4E8C38A0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DD393-BD80-48C8-BC5C-24C8C190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00610-8F22-4FD5-9158-074C0DD1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2AF42-BE01-434A-8B18-DB9F9F05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03BC3-4C13-43AD-B40B-792E382E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93878-9A51-423F-922C-C2195B8F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37598-B444-4F29-924D-16741118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0456B-3EB8-499B-8C98-998719B4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4F7C7-7C50-4BE2-B6EA-10C3BBB3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3AFB8-0F3E-4967-88A5-8EDDF33F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C731C-0F2D-419E-9A58-0554DFA1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27, 32; add 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2F931-4A11-40F9-A9C8-31D71846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75D7D-4611-42B6-ACBB-0E6C74DD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Substitute carefully and check against known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E6EEA-DCE8-40EC-AEC9-164FA19E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7846234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09AE3-E382-46F3-8E99-8948122B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29E15-82D7-4F7B-8468-D0B3335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D18C-C05C-40B2-8B30-F4C3AC56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953B2-C929-4330-B9EC-0E9C3E41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63633-9594-4E22-9BE1-9A93C12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BE5E1-2A63-4296-AD2F-5133B82B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D9E8A-A508-4247-B879-9833BD43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F0D29-2106-4618-B7B1-848BC2CC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D85B0-4C50-4EDD-AB88-8713D2A4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CB26E-4303-49B9-999D-586E6A15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missing terms: 84, __, 62, __, 40.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A40D7-33D7-400B-8FEC-CFE7290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9C5E1-C4D1-4534-ABEE-3459B1C2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D414E-C9FF-4246-A2E2-856416FB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EF939-E0CA-4123-9E02-01747D2F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01228-F1FD-4E2C-917F-1A51A6A1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73 and 51.</a:t>
            </a:r>
          </a:p>
        </p:txBody>
      </p:sp>
    </p:spTree>
    <p:extLst>
      <p:ext uri="{BB962C8B-B14F-4D97-AF65-F5344CB8AC3E}">
        <p14:creationId xmlns:p14="http://schemas.microsoft.com/office/powerpoint/2010/main" val="16842476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1A1EB-3B70-4457-8E08-E6EB3C84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E3599-F065-4F28-9321-26FD2C87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1C10E-EF13-4857-BCEC-084E2E21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977A9-98AD-4D05-B3DC-0F4101B6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83C2A-D86A-49F6-A31E-E7435CAE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1FE04-7D55-485E-90E4-E3C50DE7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BE9A4-F10D-4401-B610-1534BAB8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F4A46-C102-4498-B049-D2E25D3A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89DB5-57C3-419F-8426-F61EBBD6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4d3e0af904e2b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D014F-36D7-4AF3-9BE9-00E708C4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B094F-191C-48E6-8B32-17FCCAB4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treats a variable as a label instead of a number that can vary.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91F2F-FEAE-41A2-BB68-C602866F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00B59-6129-4FB9-A690-863A4EBE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C1357-CD0E-4590-A276-1416D216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State what the variable represents, substitute its value and preserve the operation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14005723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2DFB0-1EB4-4655-A11B-FC6C4BFE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CE59B-30A3-4A9D-B8B6-3A1BD502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228DA-B790-41B7-B358-F0571ECF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41E93-ED21-4FC9-89B0-A3DF2ECE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D638F-81C0-424C-A178-6AA1A380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7BD47-2954-4A6A-A8E5-42B88D59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2EFDC-F049-4576-B1E7-AF21EB48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41CB0-4694-4926-87D3-47368F24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16F28-9DC0-4532-AA7B-E95A150F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3BD69-CE24-41C8-BEC1-93B7BF12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0AF36-DA41-4AD0-8CFB-7A168FF0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DFE9C-E81C-430C-A074-FD4EB6BD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E3740-4688-40FC-A5B3-E38B50DF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missing terms: 84, __, 62, __, 40.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59C2A-D9F4-4A5C-AA69-4457DFDB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D94C6-B9AC-4F9F-A109-20C7FE30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49594-FEB2-48D6-B392-8E34D2C0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6AD17-BACD-40CD-BCC6-C3AE3BC2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529CA-F833-422B-AFAB-A1878639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D2BAF-2AC1-4A9E-A926-BEF8F0FF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622F1-6F7A-41A1-BC73-A292882F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C6742-C8B2-4B90-B2E2-8CA2EAB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73 and 51.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280D3-0FD9-4CF2-9C05-CB1DFDD5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84162270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FEC7A-C91A-4CE8-8C5C-4324CBA2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BA2AE-917B-4F40-AFD4-412583A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494E1-AF97-4E67-9A60-0C2E6757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B7B6D-576E-4E60-9788-A6C38ACA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0E05F-32A7-41CE-B6F1-E85F1E90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8E01E-C20C-4F31-842D-A7F9BF06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FAEB9-54A4-4DC4-AC64-5BBD7680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EBD3E-3DD0-42B4-B7AA-3EB2F27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5A98D-6EA4-4DE7-8683-D2F4427E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3E47F-FD06-4ED5-BA55-952FB4D2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CA5F4-FD6E-4172-91EB-CCC1895E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68AF3-AAB0-4CB2-BF14-BA8BB93F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A9046-4BD1-4977-A062-EF58591E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 formula for the cost C of n tickets at £6 each plus a £4 booking fee.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2B08B-D744-461F-8144-02AF38D8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4E653-9EDC-47F8-ADEF-62CC6C2A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4C90A-96A7-4721-8D09-0448E950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47B39-947F-448D-B018-3A6C731A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2192F-D345-4567-AC97-8F0E5A3C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D3078-B2AE-453F-8D61-D6F1FA41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363F7-5D85-4011-8387-C8D5D993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688AB-1788-4E46-8832-C14D1522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92702005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BD90D-EA9F-4ACE-8939-3FD6F90B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759EE-A23E-4784-9FAC-41038F58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8DB9E-BFF4-45C6-BD3A-53464D22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0B6ED-8A0F-4A9F-97FA-16754111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50924-43AA-4CFC-AD85-B1DE7C31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5AE9E-243F-45BF-9D18-3C621D5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CF5BE-B5A2-4EA7-9D63-99600E77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FA37A-7A5D-4D6B-BB1A-FC929AC5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8A358-047F-4D36-AF0E-F2D5EB1C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53057-FFA2-464D-9C37-78401D1F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Find A when A = 3b + 2c, b = 7 and c =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55F1C-7E5E-4467-9D82-9B3A5D0B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65E8D-F9C4-4472-B66A-76F24FC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8050A-E6DC-457D-90F8-91E3A4F0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31.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3268985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483C3-6C05-4A74-9C1D-175ECBA2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EFDF1-1F83-4661-A34B-501C3545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DE831-EB48-463D-A7B1-A1FD84C3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EEC21-028B-4CAB-894F-033BBC70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FB155-0EFA-46A4-945F-BC854388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5ED35-B17D-4DC1-9207-34D45AF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F4998-CBD8-4244-BC49-2F2AA045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65A56-E779-4C8C-88EF-2185B9E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FB06E-F298-49F4-AA4C-D8715101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79F35-5882-4D5C-B5EE-2A0F7A94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9398A-83A8-4A5A-9971-BD2417E1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17122-B7F4-4558-AF11-C336DCB2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 formula for the cost C of n tickets at £6 each plus a £4 booking fee.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C49B6-8500-4CAA-8953-B5FA9867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0B3BD-D383-4448-A7BC-F6AFC0E7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2182E-4C2A-41E4-947B-69340077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2511E-C2D5-4318-984E-492525FF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 = 6n + 4.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AD0B1-2EAF-41F6-90BF-313BBA5A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E69A7-4D52-417B-A276-35A88734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86273971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F782E-72ED-4161-9051-990EF17B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86A79-4187-4244-AC2B-4856E431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CEE33-FCB3-475A-83C5-5F6D2BAD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6A4AF-2005-4CEA-AE2C-1C19D8BA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85730-B441-4A5B-9945-D40FAF9C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413FC-FB13-4966-B186-B9A76B37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4AB80-2005-4F9A-9094-8CC000B8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B9B35-628E-4B81-BA0C-F91C35D7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F5B9B-0B07-43C1-B82C-FBF0FB9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Continue and describe sequences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A5ECC-40A2-4B13-9987-73E058AA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0B99C-E926-48D0-AD6B-904619DC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FE0FF-2D97-4F62-90E8-23E47860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BA513-61FE-4DBB-A0A5-43980D8C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 formula for the cost C of n tickets at £6 each plus a £4 booking fee.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F95C9-9F24-4CD0-81E5-D8D67E10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BCFF8-9829-4658-BCB2-F51F6DF2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D55A0-B844-4046-9E90-B1F5A19E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F04DC-00F4-4815-862E-BFCBB177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treats a variable as a label instead of a number that can vary.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D0DBF-6636-48E2-BDD2-0162B3A2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E2365-D45F-42EF-88AE-4DE32372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74B73-F10B-4876-BD51-9FAADEBA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F8F6B-6284-41EE-A73B-91C3181C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6286A-7D91-4E9C-BD81-1EB313B3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92055782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2026-09-09T22:13:23.0790000Z</dcterms:created>
  <dcterms:modified xsi:type="dcterms:W3CDTF">2026-09-09T22:13:23.0790000Z</dcterms:modified>
</coreProperties>
</file>