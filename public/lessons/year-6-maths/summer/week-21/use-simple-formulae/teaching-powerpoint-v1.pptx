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simple formulae. Use simple formulae.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simple formulae. I do. Move each input into the rule, calculate, then reveal the output.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simple formulae. You do. Pause before clicking. Let pupils try independently, then reveal and discuss every step. Move each input into the rule, calculate, then reveal the output.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simple formulae. I do. Move each input into the rule, calculate, then reveal the output.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simple formulae. You do. Pause before clicking. Let pupils try independently, then reveal and discuss every step. Move each input into the rule, calculate, then reveal the output.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simple formulae.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simple formulae.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17D35B97-C790-4E67-874A-48A55AAD4E4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D45710E-6A21-485D-8455-EB02E4CB4BE9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7179670-74F4-441E-AB53-4C5581692FE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8CAF29C-7007-4EB0-AD05-7DBA147D981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simple formulae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4556A8C-117E-4DDD-9AAF-08BC9122102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520FE67-9F65-443C-922F-990556E48D23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express a relationship using a formula.</a:t>
            </a:r>
          </a:p>
        </p:txBody>
      </p:sp>
    </p:spTree>
    <p:extLst>
      <p:ext uri="{BB962C8B-B14F-4D97-AF65-F5344CB8AC3E}">
        <p14:creationId xmlns:p14="http://schemas.microsoft.com/office/powerpoint/2010/main" val="1251718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1FAD3721-F7DF-4A0B-BA85-28D2C96E941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05651A9-DAE4-4A1C-B622-6C628197467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the rule 6n + 4. Find the first five values.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AC4DD8C-77B0-40B7-B99B-EA3A1306477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C95FD32-9B24-455E-9AF0-97C9471BA6C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simple formulae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AC7F394-A76E-4378-A042-E702AAD438D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C0E2555-FB61-42FF-B0F9-EF8739990ED6}"/>
              </a:ext>
            </a:extLst>
          </p:cNvPr>
          <p:cNvSpPr>
            <a:spLocks noGrp="1"/>
          </p:cNvSpPr>
          <p:nvPr/>
        </p:nvSpPr>
        <p:spPr>
          <a:xfrm>
            <a:off x="95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51720CA-65AC-4927-98A0-2858DF346A62}"/>
              </a:ext>
            </a:extLst>
          </p:cNvPr>
          <p:cNvSpPr>
            <a:spLocks noGrp="1"/>
          </p:cNvSpPr>
          <p:nvPr/>
        </p:nvSpPr>
        <p:spPr>
          <a:xfrm>
            <a:off x="95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AC08964-D628-433C-ACA3-4848D3C68F21}"/>
              </a:ext>
            </a:extLst>
          </p:cNvPr>
          <p:cNvSpPr>
            <a:spLocks noGrp="1"/>
          </p:cNvSpPr>
          <p:nvPr/>
        </p:nvSpPr>
        <p:spPr>
          <a:xfrm>
            <a:off x="95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1 + 4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BB5CD7E-0DBF-4A4A-80FD-42BB15171279}"/>
              </a:ext>
            </a:extLst>
          </p:cNvPr>
          <p:cNvSpPr>
            <a:spLocks noGrp="1"/>
          </p:cNvSpPr>
          <p:nvPr/>
        </p:nvSpPr>
        <p:spPr>
          <a:xfrm>
            <a:off x="95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D0D053E-9E2E-479A-89AB-C849E48F2D9A}"/>
              </a:ext>
            </a:extLst>
          </p:cNvPr>
          <p:cNvSpPr>
            <a:spLocks noGrp="1"/>
          </p:cNvSpPr>
          <p:nvPr/>
        </p:nvSpPr>
        <p:spPr>
          <a:xfrm>
            <a:off x="3810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5EF8D4E-66C6-45D6-82E7-7F7A646F7111}"/>
              </a:ext>
            </a:extLst>
          </p:cNvPr>
          <p:cNvSpPr>
            <a:spLocks noGrp="1"/>
          </p:cNvSpPr>
          <p:nvPr/>
        </p:nvSpPr>
        <p:spPr>
          <a:xfrm>
            <a:off x="3810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24BF5CB-E2A7-43DE-8F4A-6545FFBFC308}"/>
              </a:ext>
            </a:extLst>
          </p:cNvPr>
          <p:cNvSpPr>
            <a:spLocks noGrp="1"/>
          </p:cNvSpPr>
          <p:nvPr/>
        </p:nvSpPr>
        <p:spPr>
          <a:xfrm>
            <a:off x="3810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2 + 4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4D172C2-272D-462E-8047-E9631F9BF30D}"/>
              </a:ext>
            </a:extLst>
          </p:cNvPr>
          <p:cNvSpPr>
            <a:spLocks noGrp="1"/>
          </p:cNvSpPr>
          <p:nvPr/>
        </p:nvSpPr>
        <p:spPr>
          <a:xfrm>
            <a:off x="3810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A9704F7-765C-48A9-AC3B-45D089DA6645}"/>
              </a:ext>
            </a:extLst>
          </p:cNvPr>
          <p:cNvSpPr>
            <a:spLocks noGrp="1"/>
          </p:cNvSpPr>
          <p:nvPr/>
        </p:nvSpPr>
        <p:spPr>
          <a:xfrm>
            <a:off x="6667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C0E7C50-74C8-413E-A474-8EEC4F3C19C4}"/>
              </a:ext>
            </a:extLst>
          </p:cNvPr>
          <p:cNvSpPr>
            <a:spLocks noGrp="1"/>
          </p:cNvSpPr>
          <p:nvPr/>
        </p:nvSpPr>
        <p:spPr>
          <a:xfrm>
            <a:off x="6667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5B82CCD-A4FC-41ED-8F49-1DBA0C33E7B5}"/>
              </a:ext>
            </a:extLst>
          </p:cNvPr>
          <p:cNvSpPr>
            <a:spLocks noGrp="1"/>
          </p:cNvSpPr>
          <p:nvPr/>
        </p:nvSpPr>
        <p:spPr>
          <a:xfrm>
            <a:off x="6667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3 + 4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885E773-8A65-4544-A5EA-2EDAD4B1B3D2}"/>
              </a:ext>
            </a:extLst>
          </p:cNvPr>
          <p:cNvSpPr>
            <a:spLocks noGrp="1"/>
          </p:cNvSpPr>
          <p:nvPr/>
        </p:nvSpPr>
        <p:spPr>
          <a:xfrm>
            <a:off x="6667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CF9E09A-EF50-4EEA-8B52-3DB7A8A28693}"/>
              </a:ext>
            </a:extLst>
          </p:cNvPr>
          <p:cNvSpPr>
            <a:spLocks noGrp="1"/>
          </p:cNvSpPr>
          <p:nvPr/>
        </p:nvSpPr>
        <p:spPr>
          <a:xfrm>
            <a:off x="9525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4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2DF7591-AF27-4238-B9AA-D5EA4DB589D0}"/>
              </a:ext>
            </a:extLst>
          </p:cNvPr>
          <p:cNvSpPr>
            <a:spLocks noGrp="1"/>
          </p:cNvSpPr>
          <p:nvPr/>
        </p:nvSpPr>
        <p:spPr>
          <a:xfrm>
            <a:off x="9525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AE27599-2224-4A7F-8AF3-B6D8D241C1AD}"/>
              </a:ext>
            </a:extLst>
          </p:cNvPr>
          <p:cNvSpPr>
            <a:spLocks noGrp="1"/>
          </p:cNvSpPr>
          <p:nvPr/>
        </p:nvSpPr>
        <p:spPr>
          <a:xfrm>
            <a:off x="9525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4 + 4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1B174AF-7168-424F-A995-622284A0311A}"/>
              </a:ext>
            </a:extLst>
          </p:cNvPr>
          <p:cNvSpPr>
            <a:spLocks noGrp="1"/>
          </p:cNvSpPr>
          <p:nvPr/>
        </p:nvSpPr>
        <p:spPr>
          <a:xfrm>
            <a:off x="9525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36B9603-F9F2-47BF-8DA4-4053F3186B4B}"/>
              </a:ext>
            </a:extLst>
          </p:cNvPr>
          <p:cNvSpPr>
            <a:spLocks noGrp="1"/>
          </p:cNvSpPr>
          <p:nvPr/>
        </p:nvSpPr>
        <p:spPr>
          <a:xfrm>
            <a:off x="1238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5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9FA280F-726D-4FCE-8E70-E4ECF9EF4AE4}"/>
              </a:ext>
            </a:extLst>
          </p:cNvPr>
          <p:cNvSpPr>
            <a:spLocks noGrp="1"/>
          </p:cNvSpPr>
          <p:nvPr/>
        </p:nvSpPr>
        <p:spPr>
          <a:xfrm>
            <a:off x="1238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EB4BB83-F9F4-4250-9A52-EC488B948083}"/>
              </a:ext>
            </a:extLst>
          </p:cNvPr>
          <p:cNvSpPr>
            <a:spLocks noGrp="1"/>
          </p:cNvSpPr>
          <p:nvPr/>
        </p:nvSpPr>
        <p:spPr>
          <a:xfrm>
            <a:off x="1238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5 + 4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D8C7D496-1542-48EF-9E2D-FCD3DC92A836}"/>
              </a:ext>
            </a:extLst>
          </p:cNvPr>
          <p:cNvSpPr>
            <a:spLocks noGrp="1"/>
          </p:cNvSpPr>
          <p:nvPr/>
        </p:nvSpPr>
        <p:spPr>
          <a:xfrm>
            <a:off x="1238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61839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16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26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36" dur="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46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2" grpId="0"/>
      <p:bldP spid="13" grpId="0"/>
      <p:bldP spid="15" grpId="0"/>
      <p:bldP spid="16" grpId="0"/>
      <p:bldP spid="17" grpId="0"/>
      <p:bldP spid="19" grpId="0"/>
      <p:bldP spid="20" grpId="0"/>
      <p:bldP spid="21" grpId="0"/>
      <p:bldP spid="23" grpId="0"/>
      <p:bldP spid="24" grpId="0"/>
      <p:bldP spid="2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68EA91B9-B7FB-4CA9-878E-33614414291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F88E2F4-F4FA-4BF3-9BA0-1A710973AD0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FC8C22E-F266-44EB-AC91-CC6EB4E70BA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the rule 7n + 4. Find the first five values.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CBF4CBD-95C2-4B53-AF17-E205B89E2A3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8C17EBD-1EAD-4299-B2CF-C409365E53A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simple formulae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A466A84-E2D3-4410-93CD-F9936B7766B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65DD392-8A8E-4685-A653-119ABDAF7C60}"/>
              </a:ext>
            </a:extLst>
          </p:cNvPr>
          <p:cNvSpPr>
            <a:spLocks noGrp="1"/>
          </p:cNvSpPr>
          <p:nvPr/>
        </p:nvSpPr>
        <p:spPr>
          <a:xfrm>
            <a:off x="95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56CA872-DE93-47A9-B7A7-C2ED1D032839}"/>
              </a:ext>
            </a:extLst>
          </p:cNvPr>
          <p:cNvSpPr>
            <a:spLocks noGrp="1"/>
          </p:cNvSpPr>
          <p:nvPr/>
        </p:nvSpPr>
        <p:spPr>
          <a:xfrm>
            <a:off x="95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F73FCA2-A19C-4AF7-94BB-39517FB19F88}"/>
              </a:ext>
            </a:extLst>
          </p:cNvPr>
          <p:cNvSpPr>
            <a:spLocks noGrp="1"/>
          </p:cNvSpPr>
          <p:nvPr/>
        </p:nvSpPr>
        <p:spPr>
          <a:xfrm>
            <a:off x="95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1 + 4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5FC7711-43A8-4255-99C2-4059F7A2F57B}"/>
              </a:ext>
            </a:extLst>
          </p:cNvPr>
          <p:cNvSpPr>
            <a:spLocks noGrp="1"/>
          </p:cNvSpPr>
          <p:nvPr/>
        </p:nvSpPr>
        <p:spPr>
          <a:xfrm>
            <a:off x="95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E23B9EE-9158-4F4A-986C-3EFAC275D48B}"/>
              </a:ext>
            </a:extLst>
          </p:cNvPr>
          <p:cNvSpPr>
            <a:spLocks noGrp="1"/>
          </p:cNvSpPr>
          <p:nvPr/>
        </p:nvSpPr>
        <p:spPr>
          <a:xfrm>
            <a:off x="3810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A918741-9948-4B71-A3EC-E23437E89AEF}"/>
              </a:ext>
            </a:extLst>
          </p:cNvPr>
          <p:cNvSpPr>
            <a:spLocks noGrp="1"/>
          </p:cNvSpPr>
          <p:nvPr/>
        </p:nvSpPr>
        <p:spPr>
          <a:xfrm>
            <a:off x="3810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D4197DC-1EE4-4C2E-87C6-66CDB14DE4DD}"/>
              </a:ext>
            </a:extLst>
          </p:cNvPr>
          <p:cNvSpPr>
            <a:spLocks noGrp="1"/>
          </p:cNvSpPr>
          <p:nvPr/>
        </p:nvSpPr>
        <p:spPr>
          <a:xfrm>
            <a:off x="3810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2 + 4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3376C50-B06C-4824-BE86-10104913AFF4}"/>
              </a:ext>
            </a:extLst>
          </p:cNvPr>
          <p:cNvSpPr>
            <a:spLocks noGrp="1"/>
          </p:cNvSpPr>
          <p:nvPr/>
        </p:nvSpPr>
        <p:spPr>
          <a:xfrm>
            <a:off x="3810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A50CF95-62B3-47F1-9EAE-21C29AF61E5F}"/>
              </a:ext>
            </a:extLst>
          </p:cNvPr>
          <p:cNvSpPr>
            <a:spLocks noGrp="1"/>
          </p:cNvSpPr>
          <p:nvPr/>
        </p:nvSpPr>
        <p:spPr>
          <a:xfrm>
            <a:off x="6667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1D6ABF0-CE8A-4DB7-ACDD-7199A06D1F69}"/>
              </a:ext>
            </a:extLst>
          </p:cNvPr>
          <p:cNvSpPr>
            <a:spLocks noGrp="1"/>
          </p:cNvSpPr>
          <p:nvPr/>
        </p:nvSpPr>
        <p:spPr>
          <a:xfrm>
            <a:off x="6667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28D3A5C-DC7B-43CC-83AF-1BAF2461B041}"/>
              </a:ext>
            </a:extLst>
          </p:cNvPr>
          <p:cNvSpPr>
            <a:spLocks noGrp="1"/>
          </p:cNvSpPr>
          <p:nvPr/>
        </p:nvSpPr>
        <p:spPr>
          <a:xfrm>
            <a:off x="6667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3 + 4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2B8FA54-51A8-4998-A500-3E79446A555A}"/>
              </a:ext>
            </a:extLst>
          </p:cNvPr>
          <p:cNvSpPr>
            <a:spLocks noGrp="1"/>
          </p:cNvSpPr>
          <p:nvPr/>
        </p:nvSpPr>
        <p:spPr>
          <a:xfrm>
            <a:off x="6667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35F47BB-44A7-4D7B-8AC5-B3A3B3886912}"/>
              </a:ext>
            </a:extLst>
          </p:cNvPr>
          <p:cNvSpPr>
            <a:spLocks noGrp="1"/>
          </p:cNvSpPr>
          <p:nvPr/>
        </p:nvSpPr>
        <p:spPr>
          <a:xfrm>
            <a:off x="9525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2C26606-C5B9-4A39-9BEA-CF98F44D250D}"/>
              </a:ext>
            </a:extLst>
          </p:cNvPr>
          <p:cNvSpPr>
            <a:spLocks noGrp="1"/>
          </p:cNvSpPr>
          <p:nvPr/>
        </p:nvSpPr>
        <p:spPr>
          <a:xfrm>
            <a:off x="9525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CB1005E-3A92-41CE-956A-4FA57E74870F}"/>
              </a:ext>
            </a:extLst>
          </p:cNvPr>
          <p:cNvSpPr>
            <a:spLocks noGrp="1"/>
          </p:cNvSpPr>
          <p:nvPr/>
        </p:nvSpPr>
        <p:spPr>
          <a:xfrm>
            <a:off x="9525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4 + 4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92BCADD-F4AB-4860-9E9D-9E57AE1FCB21}"/>
              </a:ext>
            </a:extLst>
          </p:cNvPr>
          <p:cNvSpPr>
            <a:spLocks noGrp="1"/>
          </p:cNvSpPr>
          <p:nvPr/>
        </p:nvSpPr>
        <p:spPr>
          <a:xfrm>
            <a:off x="9525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DA66B2A3-1F7C-4C61-9F9D-95A63C693F57}"/>
              </a:ext>
            </a:extLst>
          </p:cNvPr>
          <p:cNvSpPr>
            <a:spLocks noGrp="1"/>
          </p:cNvSpPr>
          <p:nvPr/>
        </p:nvSpPr>
        <p:spPr>
          <a:xfrm>
            <a:off x="1238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BE595D7-36B8-4B8A-A70A-67E309E36869}"/>
              </a:ext>
            </a:extLst>
          </p:cNvPr>
          <p:cNvSpPr>
            <a:spLocks noGrp="1"/>
          </p:cNvSpPr>
          <p:nvPr/>
        </p:nvSpPr>
        <p:spPr>
          <a:xfrm>
            <a:off x="1238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EACCA3E-701C-44CD-AE90-28D1091CA192}"/>
              </a:ext>
            </a:extLst>
          </p:cNvPr>
          <p:cNvSpPr>
            <a:spLocks noGrp="1"/>
          </p:cNvSpPr>
          <p:nvPr/>
        </p:nvSpPr>
        <p:spPr>
          <a:xfrm>
            <a:off x="1238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5 + 4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6F4DF8E-E9B1-4B1D-93E3-63066014206C}"/>
              </a:ext>
            </a:extLst>
          </p:cNvPr>
          <p:cNvSpPr>
            <a:spLocks noGrp="1"/>
          </p:cNvSpPr>
          <p:nvPr/>
        </p:nvSpPr>
        <p:spPr>
          <a:xfrm>
            <a:off x="1238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191342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6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16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26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36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46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98DD3B1B-5DD7-4348-BA08-DC3049046E9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8CC37A1-6854-4694-9F2D-CE5070A2696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the rule 8n + 4. Find the first five values.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0A3333B-EB42-45A7-ABA6-87D0494B2DF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2338DF8-FB94-477E-841E-CD6A5CE9038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simple formulae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D6296A6-ECF6-4178-9200-5C173DD21FB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C6137C7-DCE4-4CD4-B56C-3514A99D1414}"/>
              </a:ext>
            </a:extLst>
          </p:cNvPr>
          <p:cNvSpPr>
            <a:spLocks noGrp="1"/>
          </p:cNvSpPr>
          <p:nvPr/>
        </p:nvSpPr>
        <p:spPr>
          <a:xfrm>
            <a:off x="95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213BB98-C11F-43B6-A6B8-14A6AABD8682}"/>
              </a:ext>
            </a:extLst>
          </p:cNvPr>
          <p:cNvSpPr>
            <a:spLocks noGrp="1"/>
          </p:cNvSpPr>
          <p:nvPr/>
        </p:nvSpPr>
        <p:spPr>
          <a:xfrm>
            <a:off x="95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8936749-626E-427B-A3BC-BEC663010C49}"/>
              </a:ext>
            </a:extLst>
          </p:cNvPr>
          <p:cNvSpPr>
            <a:spLocks noGrp="1"/>
          </p:cNvSpPr>
          <p:nvPr/>
        </p:nvSpPr>
        <p:spPr>
          <a:xfrm>
            <a:off x="95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× 1 + 4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68D0C44-1377-4B8C-B320-A734CED34423}"/>
              </a:ext>
            </a:extLst>
          </p:cNvPr>
          <p:cNvSpPr>
            <a:spLocks noGrp="1"/>
          </p:cNvSpPr>
          <p:nvPr/>
        </p:nvSpPr>
        <p:spPr>
          <a:xfrm>
            <a:off x="95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B3B62C4-0C86-4C91-9724-0EAB0E6FCA7D}"/>
              </a:ext>
            </a:extLst>
          </p:cNvPr>
          <p:cNvSpPr>
            <a:spLocks noGrp="1"/>
          </p:cNvSpPr>
          <p:nvPr/>
        </p:nvSpPr>
        <p:spPr>
          <a:xfrm>
            <a:off x="3810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B10EA62-6615-4775-B2EC-D953064683C3}"/>
              </a:ext>
            </a:extLst>
          </p:cNvPr>
          <p:cNvSpPr>
            <a:spLocks noGrp="1"/>
          </p:cNvSpPr>
          <p:nvPr/>
        </p:nvSpPr>
        <p:spPr>
          <a:xfrm>
            <a:off x="3810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AA153BE-A607-4FCB-BEE3-407ECC59CC30}"/>
              </a:ext>
            </a:extLst>
          </p:cNvPr>
          <p:cNvSpPr>
            <a:spLocks noGrp="1"/>
          </p:cNvSpPr>
          <p:nvPr/>
        </p:nvSpPr>
        <p:spPr>
          <a:xfrm>
            <a:off x="3810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× 2 + 4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0A41449-7EC3-401B-BC23-ED8424A5ABFB}"/>
              </a:ext>
            </a:extLst>
          </p:cNvPr>
          <p:cNvSpPr>
            <a:spLocks noGrp="1"/>
          </p:cNvSpPr>
          <p:nvPr/>
        </p:nvSpPr>
        <p:spPr>
          <a:xfrm>
            <a:off x="3810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7FC3234-CC96-4FC7-8017-65CB9731A994}"/>
              </a:ext>
            </a:extLst>
          </p:cNvPr>
          <p:cNvSpPr>
            <a:spLocks noGrp="1"/>
          </p:cNvSpPr>
          <p:nvPr/>
        </p:nvSpPr>
        <p:spPr>
          <a:xfrm>
            <a:off x="6667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D7B527F-AB4C-4142-AD15-40E99623194F}"/>
              </a:ext>
            </a:extLst>
          </p:cNvPr>
          <p:cNvSpPr>
            <a:spLocks noGrp="1"/>
          </p:cNvSpPr>
          <p:nvPr/>
        </p:nvSpPr>
        <p:spPr>
          <a:xfrm>
            <a:off x="6667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B9E8A68-FA9A-4AB1-993F-6DF1C36086CB}"/>
              </a:ext>
            </a:extLst>
          </p:cNvPr>
          <p:cNvSpPr>
            <a:spLocks noGrp="1"/>
          </p:cNvSpPr>
          <p:nvPr/>
        </p:nvSpPr>
        <p:spPr>
          <a:xfrm>
            <a:off x="6667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× 3 + 4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7BF8A5A-7346-4CE4-839B-CDD99A99560A}"/>
              </a:ext>
            </a:extLst>
          </p:cNvPr>
          <p:cNvSpPr>
            <a:spLocks noGrp="1"/>
          </p:cNvSpPr>
          <p:nvPr/>
        </p:nvSpPr>
        <p:spPr>
          <a:xfrm>
            <a:off x="6667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687D4E8-3968-4485-9D6F-FBB3AA1E59C7}"/>
              </a:ext>
            </a:extLst>
          </p:cNvPr>
          <p:cNvSpPr>
            <a:spLocks noGrp="1"/>
          </p:cNvSpPr>
          <p:nvPr/>
        </p:nvSpPr>
        <p:spPr>
          <a:xfrm>
            <a:off x="9525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4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235593F-BB13-4D0F-A9EA-22E9A5608BF2}"/>
              </a:ext>
            </a:extLst>
          </p:cNvPr>
          <p:cNvSpPr>
            <a:spLocks noGrp="1"/>
          </p:cNvSpPr>
          <p:nvPr/>
        </p:nvSpPr>
        <p:spPr>
          <a:xfrm>
            <a:off x="9525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25C224C-A442-4C48-B700-DA36660DA64C}"/>
              </a:ext>
            </a:extLst>
          </p:cNvPr>
          <p:cNvSpPr>
            <a:spLocks noGrp="1"/>
          </p:cNvSpPr>
          <p:nvPr/>
        </p:nvSpPr>
        <p:spPr>
          <a:xfrm>
            <a:off x="9525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× 4 + 4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F9E9E7B-E185-4506-A0D5-6CA02CAFB448}"/>
              </a:ext>
            </a:extLst>
          </p:cNvPr>
          <p:cNvSpPr>
            <a:spLocks noGrp="1"/>
          </p:cNvSpPr>
          <p:nvPr/>
        </p:nvSpPr>
        <p:spPr>
          <a:xfrm>
            <a:off x="9525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E3578AD-8837-4339-A6D8-6D75684E6413}"/>
              </a:ext>
            </a:extLst>
          </p:cNvPr>
          <p:cNvSpPr>
            <a:spLocks noGrp="1"/>
          </p:cNvSpPr>
          <p:nvPr/>
        </p:nvSpPr>
        <p:spPr>
          <a:xfrm>
            <a:off x="1238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5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71AD796-2AE5-474B-BEB0-26E570E8D006}"/>
              </a:ext>
            </a:extLst>
          </p:cNvPr>
          <p:cNvSpPr>
            <a:spLocks noGrp="1"/>
          </p:cNvSpPr>
          <p:nvPr/>
        </p:nvSpPr>
        <p:spPr>
          <a:xfrm>
            <a:off x="1238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80483B6-6B84-4A85-BA28-EB0FF03539E4}"/>
              </a:ext>
            </a:extLst>
          </p:cNvPr>
          <p:cNvSpPr>
            <a:spLocks noGrp="1"/>
          </p:cNvSpPr>
          <p:nvPr/>
        </p:nvSpPr>
        <p:spPr>
          <a:xfrm>
            <a:off x="1238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× 5 + 4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7C9CD0D-2417-4221-9F25-D96634459871}"/>
              </a:ext>
            </a:extLst>
          </p:cNvPr>
          <p:cNvSpPr>
            <a:spLocks noGrp="1"/>
          </p:cNvSpPr>
          <p:nvPr/>
        </p:nvSpPr>
        <p:spPr>
          <a:xfrm>
            <a:off x="1238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264695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16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26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36" dur="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46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2" grpId="0"/>
      <p:bldP spid="13" grpId="0"/>
      <p:bldP spid="15" grpId="0"/>
      <p:bldP spid="16" grpId="0"/>
      <p:bldP spid="17" grpId="0"/>
      <p:bldP spid="19" grpId="0"/>
      <p:bldP spid="20" grpId="0"/>
      <p:bldP spid="21" grpId="0"/>
      <p:bldP spid="23" grpId="0"/>
      <p:bldP spid="24" grpId="0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19EEC841-DD2A-41B4-BD99-D220013B01A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570F28-A0BD-4E45-A13C-70F676860B7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A789CAB-0E87-47CC-B76C-EAC5610ACAD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the rule 9n + 4. Find the first five values.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5EF8181-AC13-4665-83CB-B0409028F2A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0350757-2006-4846-90CF-677E668B7C3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simple formulae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61B13E0-48A8-483A-864C-73003C884D8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4E98662-DA43-491B-B5E6-B58DA7261CBB}"/>
              </a:ext>
            </a:extLst>
          </p:cNvPr>
          <p:cNvSpPr>
            <a:spLocks noGrp="1"/>
          </p:cNvSpPr>
          <p:nvPr/>
        </p:nvSpPr>
        <p:spPr>
          <a:xfrm>
            <a:off x="95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5290ADE-9886-4B54-B01D-54D139248156}"/>
              </a:ext>
            </a:extLst>
          </p:cNvPr>
          <p:cNvSpPr>
            <a:spLocks noGrp="1"/>
          </p:cNvSpPr>
          <p:nvPr/>
        </p:nvSpPr>
        <p:spPr>
          <a:xfrm>
            <a:off x="95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EB0A0EA-A5CC-4A0F-9648-A967483C326F}"/>
              </a:ext>
            </a:extLst>
          </p:cNvPr>
          <p:cNvSpPr>
            <a:spLocks noGrp="1"/>
          </p:cNvSpPr>
          <p:nvPr/>
        </p:nvSpPr>
        <p:spPr>
          <a:xfrm>
            <a:off x="95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× 1 + 4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C8F4F8E-B128-4C39-9913-A1BE8B80AFC7}"/>
              </a:ext>
            </a:extLst>
          </p:cNvPr>
          <p:cNvSpPr>
            <a:spLocks noGrp="1"/>
          </p:cNvSpPr>
          <p:nvPr/>
        </p:nvSpPr>
        <p:spPr>
          <a:xfrm>
            <a:off x="95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D4D839F-5CC9-4B1B-8D0E-266F96526F2C}"/>
              </a:ext>
            </a:extLst>
          </p:cNvPr>
          <p:cNvSpPr>
            <a:spLocks noGrp="1"/>
          </p:cNvSpPr>
          <p:nvPr/>
        </p:nvSpPr>
        <p:spPr>
          <a:xfrm>
            <a:off x="3810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932282D-7A45-4081-A27E-9F7CB5B9A430}"/>
              </a:ext>
            </a:extLst>
          </p:cNvPr>
          <p:cNvSpPr>
            <a:spLocks noGrp="1"/>
          </p:cNvSpPr>
          <p:nvPr/>
        </p:nvSpPr>
        <p:spPr>
          <a:xfrm>
            <a:off x="3810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2C9590C-2ABB-42DD-ADE9-EFC226D61054}"/>
              </a:ext>
            </a:extLst>
          </p:cNvPr>
          <p:cNvSpPr>
            <a:spLocks noGrp="1"/>
          </p:cNvSpPr>
          <p:nvPr/>
        </p:nvSpPr>
        <p:spPr>
          <a:xfrm>
            <a:off x="3810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× 2 + 4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FEE6D36-B330-4C92-B986-3EEB8A3B1AE1}"/>
              </a:ext>
            </a:extLst>
          </p:cNvPr>
          <p:cNvSpPr>
            <a:spLocks noGrp="1"/>
          </p:cNvSpPr>
          <p:nvPr/>
        </p:nvSpPr>
        <p:spPr>
          <a:xfrm>
            <a:off x="3810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1558B5B-45D9-4AD1-9FD0-5D5C2B83BD86}"/>
              </a:ext>
            </a:extLst>
          </p:cNvPr>
          <p:cNvSpPr>
            <a:spLocks noGrp="1"/>
          </p:cNvSpPr>
          <p:nvPr/>
        </p:nvSpPr>
        <p:spPr>
          <a:xfrm>
            <a:off x="6667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510C90B-2332-45C8-A00B-86815C93B0CC}"/>
              </a:ext>
            </a:extLst>
          </p:cNvPr>
          <p:cNvSpPr>
            <a:spLocks noGrp="1"/>
          </p:cNvSpPr>
          <p:nvPr/>
        </p:nvSpPr>
        <p:spPr>
          <a:xfrm>
            <a:off x="6667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8E16AF7-8DD0-4254-8D18-E3069CCAB314}"/>
              </a:ext>
            </a:extLst>
          </p:cNvPr>
          <p:cNvSpPr>
            <a:spLocks noGrp="1"/>
          </p:cNvSpPr>
          <p:nvPr/>
        </p:nvSpPr>
        <p:spPr>
          <a:xfrm>
            <a:off x="6667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× 3 + 4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7AC9FCE-94D6-4217-8723-2C9E26C01699}"/>
              </a:ext>
            </a:extLst>
          </p:cNvPr>
          <p:cNvSpPr>
            <a:spLocks noGrp="1"/>
          </p:cNvSpPr>
          <p:nvPr/>
        </p:nvSpPr>
        <p:spPr>
          <a:xfrm>
            <a:off x="6667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1BCCCD3-F32D-448F-BECB-C50CEEA5CB53}"/>
              </a:ext>
            </a:extLst>
          </p:cNvPr>
          <p:cNvSpPr>
            <a:spLocks noGrp="1"/>
          </p:cNvSpPr>
          <p:nvPr/>
        </p:nvSpPr>
        <p:spPr>
          <a:xfrm>
            <a:off x="9525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3657F25-7FFC-44D3-9263-14022ACC352C}"/>
              </a:ext>
            </a:extLst>
          </p:cNvPr>
          <p:cNvSpPr>
            <a:spLocks noGrp="1"/>
          </p:cNvSpPr>
          <p:nvPr/>
        </p:nvSpPr>
        <p:spPr>
          <a:xfrm>
            <a:off x="9525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66318CE-5AFA-4312-B80B-15E6A7DC0FB1}"/>
              </a:ext>
            </a:extLst>
          </p:cNvPr>
          <p:cNvSpPr>
            <a:spLocks noGrp="1"/>
          </p:cNvSpPr>
          <p:nvPr/>
        </p:nvSpPr>
        <p:spPr>
          <a:xfrm>
            <a:off x="9525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× 4 + 4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618457E-11CB-4654-A5B2-2B69B7A1DBB5}"/>
              </a:ext>
            </a:extLst>
          </p:cNvPr>
          <p:cNvSpPr>
            <a:spLocks noGrp="1"/>
          </p:cNvSpPr>
          <p:nvPr/>
        </p:nvSpPr>
        <p:spPr>
          <a:xfrm>
            <a:off x="9525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84D9C66-C85F-481A-9009-7B80B8B4A537}"/>
              </a:ext>
            </a:extLst>
          </p:cNvPr>
          <p:cNvSpPr>
            <a:spLocks noGrp="1"/>
          </p:cNvSpPr>
          <p:nvPr/>
        </p:nvSpPr>
        <p:spPr>
          <a:xfrm>
            <a:off x="1238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132F087-418B-4BDE-8A9D-C1543F85178D}"/>
              </a:ext>
            </a:extLst>
          </p:cNvPr>
          <p:cNvSpPr>
            <a:spLocks noGrp="1"/>
          </p:cNvSpPr>
          <p:nvPr/>
        </p:nvSpPr>
        <p:spPr>
          <a:xfrm>
            <a:off x="1238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49D1DD2-28FF-4E20-82F5-274852B964BD}"/>
              </a:ext>
            </a:extLst>
          </p:cNvPr>
          <p:cNvSpPr>
            <a:spLocks noGrp="1"/>
          </p:cNvSpPr>
          <p:nvPr/>
        </p:nvSpPr>
        <p:spPr>
          <a:xfrm>
            <a:off x="1238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× 5 + 4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300CC23-F53C-4328-B837-FBFF99BA9459}"/>
              </a:ext>
            </a:extLst>
          </p:cNvPr>
          <p:cNvSpPr>
            <a:spLocks noGrp="1"/>
          </p:cNvSpPr>
          <p:nvPr/>
        </p:nvSpPr>
        <p:spPr>
          <a:xfrm>
            <a:off x="1238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8067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6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16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26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36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46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FCBF4823-02D2-498E-8C9A-2E1BE912EE8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4C9C2D4-1BA9-43E0-9FE5-BB1A2247ABE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C0ABB95-077D-4EA4-9546-46DF1B1648C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6044C18-F96C-4460-8B41-E0ACE0E8890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37836B8-F972-495D-B608-62B296F1B54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simple formulae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B4DC650-292B-4AAF-9B59-3EA2C3FD034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7C21AB4-FFA8-4BFB-8055-C18524C817D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D0256D3-5216-40D9-889B-3B550E977E0D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51D4330-82B2-44E5-8A06-B3C29048FFD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5711FE9-A12F-42CF-B501-697E3C3CA330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85E2095-DBAC-4039-913F-85CDDE94AC34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976CCA3-ECE1-4432-8A60-399436D96B52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E9D8F90-5DC4-4D66-8E00-2EDD9E6E23EE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AA234CF-6557-45D5-BD33-1C68D8BC65AA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Write a formula for the cost C of n tickets at £6 each plus a £4 booking fee.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58AE279-2363-40F5-9336-4A004128CA6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6DFD1C8-5751-432C-8339-C5DF0B5C16E4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Find A when A = 3b + 2c, b = 7 and c = 5.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23F4961-C9AD-4DD6-9F4B-2656604EE075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D82FDFE-EC6B-4AA0-824C-EEB0F947086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Find the first five terms of 4n - 1.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0BDD2B7-2A2F-41B0-B224-22A37224D8A4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2C433B6-2382-4A4B-AA32-1821994A2648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Continue 7, 12, 17, 22 and state the rule.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90383B6-F0F5-46A9-A2D1-CBCFB097789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BB4AB68-3815-43F0-B52A-F8E638A7CE70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treats a variable as a label instead of a number that can vary.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10841C6-E705-47F7-960F-BE484282B2DD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1F05C0E-92BB-488E-933B-36186E93B59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A103F26-00B7-469C-80C2-EFAA702C3D6C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4A628DE-E3EC-423A-A871-FE871FAD1281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Find the first five terms of 4n - 1.</a:t>
            </a:r>
          </a:p>
        </p:txBody>
      </p:sp>
    </p:spTree>
    <p:extLst>
      <p:ext uri="{BB962C8B-B14F-4D97-AF65-F5344CB8AC3E}">
        <p14:creationId xmlns:p14="http://schemas.microsoft.com/office/powerpoint/2010/main" val="1134736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C5EECC2D-216A-497D-8779-CE09F03A89B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F26D0BF-CD75-4212-AFEB-8D963EB0F1A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715A309-741C-47E5-B7C8-CDB8B904881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CCE25C2-66C2-45A3-AA9D-12A33FF6B74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simple formulae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364E844-357B-4A01-BCCD-9EBD5E32C45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B9D0BF6-0E04-48D5-9AD4-5C5B44E7656B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44370BA-1D46-4B8C-99A9-FA8C0E16ED6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 = 6n + 4.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589038F-67F1-4291-BC5D-0EA81F8F324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075F03C-1F69-4AD2-8A73-4A9211366EBB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31.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9DB5D6B-1448-45F3-A55C-9CE969F6A1BB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14F3AD1-B255-45DD-8D3B-7B9A772C0E74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3, 7, 11, 15, 19.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89762EF-D082-46EF-B834-BDD55AFBB902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3ABFB45-D197-4E45-AE2B-2B98403C78E2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 = 6n + 4.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0EF614A-914B-448B-A9F5-A2E50063CB32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A196596-340E-4CA1-8DB8-B6D3F021D79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31.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55528A9-8C94-4B76-93A0-FC833428297E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A230E9D-8597-4378-856D-F80FDAB501C1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3, 7, 11, 15, 19.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ED69EEE-78B7-41A4-AC79-840745CB14D8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15957EE-7251-4EF8-87E1-463BD2C4F7DC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27, 32; add 5.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67C2755-BD9E-4700-9BD0-52D956B7DF2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597ADDE7-8A05-4242-BC8C-791117454BB2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28B0D232-C0F0-4B40-BBED-A728E06CA54D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9D3DE9C-3E1B-4FA0-86E4-C41F00252C0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96C45EF-9062-421D-A5E2-213C7724B86C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5ADF2B4-7406-43B6-9BB7-4E53DB93A330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40278774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1108</Words>
  <Application>Microsoft Office PowerPoint</Application>
  <DocSecurity>0</DocSecurity>
  <PresentationFormat>Custom</PresentationFormat>
  <Paragraphs>166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2026-09-14T13:14:34Z</dcterms:created>
  <dcterms:modified xsi:type="dcterms:W3CDTF">2026-09-14T13:17:19Z</dcterms:modified>
</cp:coreProperties>
</file>