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a4c3d99db344f6f" /><Relationship Type="http://schemas.openxmlformats.org/officeDocument/2006/relationships/extended-properties" Target="/docProps/app.xml" Id="Rcc281773fca24e3b" /><Relationship Type="http://schemas.openxmlformats.org/officeDocument/2006/relationships/officeDocument" Target="/ppt/presentation.xml" Id="Rd7f7f9dfd42f4be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9dcbc8bc5d47a6"/>
  </p:sldMasterIdLst>
  <p:notesMasterIdLst>
    <p:notesMasterId xmlns:r="http://schemas.openxmlformats.org/officeDocument/2006/relationships" r:id="R175628ee40884b9c"/>
  </p:notesMasterIdLst>
  <p:sldIdLst>
    <p:sldId xmlns:r="http://schemas.openxmlformats.org/officeDocument/2006/relationships" id="256" r:id="R69346a001de14f73"/>
    <p:sldId xmlns:r="http://schemas.openxmlformats.org/officeDocument/2006/relationships" id="257" r:id="R1a839914827c4562"/>
    <p:sldId xmlns:r="http://schemas.openxmlformats.org/officeDocument/2006/relationships" id="258" r:id="R5e6ad67adadf4266"/>
    <p:sldId xmlns:r="http://schemas.openxmlformats.org/officeDocument/2006/relationships" id="259" r:id="R3b202a1417d14d77"/>
    <p:sldId xmlns:r="http://schemas.openxmlformats.org/officeDocument/2006/relationships" id="260" r:id="R8de1d5aa506c4283"/>
    <p:sldId xmlns:r="http://schemas.openxmlformats.org/officeDocument/2006/relationships" id="261" r:id="R3fa181dc21ca40dd"/>
    <p:sldId xmlns:r="http://schemas.openxmlformats.org/officeDocument/2006/relationships" id="262" r:id="Rf19e8b1384a84d2a"/>
    <p:sldId xmlns:r="http://schemas.openxmlformats.org/officeDocument/2006/relationships" id="263" r:id="R8114280703e949cf"/>
    <p:sldId xmlns:r="http://schemas.openxmlformats.org/officeDocument/2006/relationships" id="264" r:id="Ra58b347bfed64f6a"/>
    <p:sldId xmlns:r="http://schemas.openxmlformats.org/officeDocument/2006/relationships" id="265" r:id="R319344bf5c044c1d"/>
    <p:sldId xmlns:r="http://schemas.openxmlformats.org/officeDocument/2006/relationships" id="266" r:id="R8b283aaebff84f50"/>
    <p:sldId xmlns:r="http://schemas.openxmlformats.org/officeDocument/2006/relationships" id="267" r:id="Ra1f14443d9744dd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65a1f3be0df46e2" /><Relationship Type="http://schemas.openxmlformats.org/officeDocument/2006/relationships/slideMaster" Target="/ppt/slideMasters/slideMaster1.xml" Id="R039dcbc8bc5d47a6" /><Relationship Type="http://schemas.openxmlformats.org/officeDocument/2006/relationships/notesMaster" Target="/ppt/notesMasters/notesMaster1.xml" Id="R175628ee40884b9c" /><Relationship Type="http://schemas.openxmlformats.org/officeDocument/2006/relationships/presProps" Target="/ppt/presProps.xml" Id="R89308e7a36da4a6d" /><Relationship Type="http://schemas.openxmlformats.org/officeDocument/2006/relationships/tableStyles" Target="/ppt/tableStyles.xml" Id="R3819711ab8554625" /><Relationship Type="http://schemas.openxmlformats.org/officeDocument/2006/relationships/slide" Target="/ppt/slides/slide1.xml" Id="R69346a001de14f73" /><Relationship Type="http://schemas.openxmlformats.org/officeDocument/2006/relationships/slide" Target="/ppt/slides/slide2.xml" Id="R1a839914827c4562" /><Relationship Type="http://schemas.openxmlformats.org/officeDocument/2006/relationships/slide" Target="/ppt/slides/slide3.xml" Id="R5e6ad67adadf4266" /><Relationship Type="http://schemas.openxmlformats.org/officeDocument/2006/relationships/slide" Target="/ppt/slides/slide4.xml" Id="R3b202a1417d14d77" /><Relationship Type="http://schemas.openxmlformats.org/officeDocument/2006/relationships/slide" Target="/ppt/slides/slide5.xml" Id="R8de1d5aa506c4283" /><Relationship Type="http://schemas.openxmlformats.org/officeDocument/2006/relationships/slide" Target="/ppt/slides/slide6.xml" Id="R3fa181dc21ca40dd" /><Relationship Type="http://schemas.openxmlformats.org/officeDocument/2006/relationships/slide" Target="/ppt/slides/slide7.xml" Id="Rf19e8b1384a84d2a" /><Relationship Type="http://schemas.openxmlformats.org/officeDocument/2006/relationships/slide" Target="/ppt/slides/slide8.xml" Id="R8114280703e949cf" /><Relationship Type="http://schemas.openxmlformats.org/officeDocument/2006/relationships/slide" Target="/ppt/slides/slide9.xml" Id="Ra58b347bfed64f6a" /><Relationship Type="http://schemas.openxmlformats.org/officeDocument/2006/relationships/slide" Target="/ppt/slides/slide10.xml" Id="R319344bf5c044c1d" /><Relationship Type="http://schemas.openxmlformats.org/officeDocument/2006/relationships/slide" Target="/ppt/slides/slide11.xml" Id="R8b283aaebff84f50" /><Relationship Type="http://schemas.openxmlformats.org/officeDocument/2006/relationships/slide" Target="/ppt/slides/slide12.xml" Id="Ra1f14443d9744dd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f09527f4d604f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d39cdb64464ad6" /><Relationship Type="http://schemas.openxmlformats.org/officeDocument/2006/relationships/notesMaster" Target="/ppt/notesMasters/notesMaster1.xml" Id="Re47fe91dc5c4492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691d5f006ed4085" /><Relationship Type="http://schemas.openxmlformats.org/officeDocument/2006/relationships/notesMaster" Target="/ppt/notesMasters/notesMaster1.xml" Id="Rafe6763f622f423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ba4c97d638544b0" /><Relationship Type="http://schemas.openxmlformats.org/officeDocument/2006/relationships/notesMaster" Target="/ppt/notesMasters/notesMaster1.xml" Id="R5ef735d8cc184a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e1967d2484948d8" /><Relationship Type="http://schemas.openxmlformats.org/officeDocument/2006/relationships/notesMaster" Target="/ppt/notesMasters/notesMaster1.xml" Id="R9557011e748844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77ffb3ff2494fd0" /><Relationship Type="http://schemas.openxmlformats.org/officeDocument/2006/relationships/notesMaster" Target="/ppt/notesMasters/notesMaster1.xml" Id="R337cecead51943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6761b3e362483f" /><Relationship Type="http://schemas.openxmlformats.org/officeDocument/2006/relationships/notesMaster" Target="/ppt/notesMasters/notesMaster1.xml" Id="R219cdf83ed914a5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14980784aac4b58" /><Relationship Type="http://schemas.openxmlformats.org/officeDocument/2006/relationships/notesMaster" Target="/ppt/notesMasters/notesMaster1.xml" Id="R81c372aeb5404fd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1e79cc8497f4df6" /><Relationship Type="http://schemas.openxmlformats.org/officeDocument/2006/relationships/notesMaster" Target="/ppt/notesMasters/notesMaster1.xml" Id="Rb83c0480a51e4eb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2555a12aedf419c" /><Relationship Type="http://schemas.openxmlformats.org/officeDocument/2006/relationships/notesMaster" Target="/ppt/notesMasters/notesMaster1.xml" Id="R1ce6b1f194a8472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19bf87ad076409f" /><Relationship Type="http://schemas.openxmlformats.org/officeDocument/2006/relationships/notesMaster" Target="/ppt/notesMasters/notesMaster1.xml" Id="R91542657ad09400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21219265af84369" /><Relationship Type="http://schemas.openxmlformats.org/officeDocument/2006/relationships/notesMaster" Target="/ppt/notesMasters/notesMaster1.xml" Id="R11493bb0d32246b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a261a4423804f46" /><Relationship Type="http://schemas.openxmlformats.org/officeDocument/2006/relationships/notesMaster" Target="/ppt/notesMasters/notesMaster1.xml" Id="R01c6b3cc74cf49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Number cards, function machines, algebra tiles, sequence tables,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31. | Identify what changes and what stays constant. | State what the variable represents, substitute its value and preserve the operation structure.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sequence, term, rule, variable, formula, substitute.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C = 6n + 4.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31.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State what the variable represents, substitute its value and preserve the operation structure.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31..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3, 7, 11, 15, 19..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27, 32; add 5.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3, 7, 11, 15, 19.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3, 7, 11, 15, 19. | State what the variable represents, substitute its value and preserve the operation structure.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8bbc73d81e4b8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536875f99a47d4" /><Relationship Type="http://schemas.openxmlformats.org/officeDocument/2006/relationships/slideLayout" Target="/ppt/slideLayouts/slideLayout1.xml" Id="Rc9892696bb0f4a2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892696bb0f4a2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cbbbd0025c4fa6" /><Relationship Type="http://schemas.openxmlformats.org/officeDocument/2006/relationships/notesSlide" Target="/ppt/notesSlides/notesSlide1.xml" Id="R70d1982e1014440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3dac5333b84bc8" /><Relationship Type="http://schemas.openxmlformats.org/officeDocument/2006/relationships/notesSlide" Target="/ppt/notesSlides/notesSlide2.xml" Id="Rfaea6fb2ba0642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2eaaa89e3f4616" /><Relationship Type="http://schemas.openxmlformats.org/officeDocument/2006/relationships/notesSlide" Target="/ppt/notesSlides/notesSlide3.xml" Id="R8844819c21704ef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60901c89ac4d7b" /><Relationship Type="http://schemas.openxmlformats.org/officeDocument/2006/relationships/notesSlide" Target="/ppt/notesSlides/notesSlide4.xml" Id="Rcb7eac920a9642a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90ef04eafb491f" /><Relationship Type="http://schemas.openxmlformats.org/officeDocument/2006/relationships/notesSlide" Target="/ppt/notesSlides/notesSlide5.xml" Id="Rc8e18304b6b849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f68be52d6d4fce" /><Relationship Type="http://schemas.openxmlformats.org/officeDocument/2006/relationships/notesSlide" Target="/ppt/notesSlides/notesSlide6.xml" Id="Rb7b4fd3712bc4ec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d9874b247b4ddd" /><Relationship Type="http://schemas.openxmlformats.org/officeDocument/2006/relationships/image" Target="/ppt/media/image.png" Id="R0ad8600095284533" /><Relationship Type="http://schemas.openxmlformats.org/officeDocument/2006/relationships/notesSlide" Target="/ppt/notesSlides/notesSlide7.xml" Id="R560af1a43b8541c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614f7f7f0b4d93" /><Relationship Type="http://schemas.openxmlformats.org/officeDocument/2006/relationships/notesSlide" Target="/ppt/notesSlides/notesSlide8.xml" Id="R7be18b187f0b4cc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a9dc8cfc5a4d3b" /><Relationship Type="http://schemas.openxmlformats.org/officeDocument/2006/relationships/notesSlide" Target="/ppt/notesSlides/notesSlide9.xml" Id="R19c9046e2b6d45c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7c3a1ba0c049e0" /><Relationship Type="http://schemas.openxmlformats.org/officeDocument/2006/relationships/notesSlide" Target="/ppt/notesSlides/notesSlide10.xml" Id="R519b73608a54449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7e1889ce6c4a3a" /><Relationship Type="http://schemas.openxmlformats.org/officeDocument/2006/relationships/notesSlide" Target="/ppt/notesSlides/notesSlide11.xml" Id="R73c875c0911e439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0b5e8ab02a4671" /><Relationship Type="http://schemas.openxmlformats.org/officeDocument/2006/relationships/notesSlide" Target="/ppt/notesSlides/notesSlide12.xml" Id="R396b1d66f26f49e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72F9B2-A878-46FB-B6A8-8AF476DE6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2C008F-2567-496D-8504-202FE6B3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C5D63D-072D-4A5F-A12A-E2FD5300F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AA4B78-FA6D-4E65-AFED-F92B354E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F6008-C432-4A59-AE5E-24C7A31E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simple formulae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A61D8C-A7C7-4819-9EBC-BAE8DE789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0580CD-E7FD-4CB0-87FB-4F9BD0C04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FCA43D-A345-4330-81E3-EA28EDFE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express a relationship using a formula.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46011A-51C9-44C4-B488-E6B30FC02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56AA7C-9C8B-44BA-B03E-F83C2674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Number cards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1D157D-C99D-4B26-925B-3687DE0FC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7466350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EA8098-1FA9-488D-B26C-0F89381DC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5FE675-57A8-49F3-9493-0BF420B7E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FA0F98-D58A-4C7C-A3AA-BC785A8D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25CA47-7B5C-4893-A84A-5305198F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28A17B-2CBC-4566-B239-6AB980DF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EDE8FF-25E0-4D68-89E6-3ACF79B5C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310B0C-85D9-44FD-A069-C5687E8A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560941-1627-4B7B-8E80-D56483114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6C8679-E411-4501-801D-13C2CF647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simple formulae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A2F8CE-70DF-46C0-82CF-EBC3B4687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FF81AA-27A7-454A-B196-A3521E2C6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0DDE30-109F-4512-AAEF-66F4FC40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B4FBD4-1571-4551-A9F1-923ADC39F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rules in number sequences and use simple formulae and symbols.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C07A84-F94A-441A-85D4-6E506C79F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0DD9C9-CB17-4CBC-AAB0-8599BAA1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41CB61-B264-436F-8540-05A5284B6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9B6AF9-C647-433C-8776-D6A70509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when A = 3b + 2c, b = 7 and c = 5.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3C3D28-A668-402C-8377-52ABBCA6D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0CF9E9-BE2A-4BF4-A943-536FA5E96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89CBA4-0EDF-420B-A234-942020BE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A50780-75C0-4D98-BCEB-89E3E398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Write a formula for the cost C of n tickets at £6 each plus a £4 booking fee.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C83CA3-23C1-4433-A0D9-C5BA78A5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1862287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B66EC5-C6EA-46DE-8DF7-4A4FB8F0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A10B46-6304-4818-8BFC-2006515A5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37C2FB-5B42-48DC-8ABA-54219F2F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0724B2-FD40-4854-AE23-D60EA280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6B81A4-39C0-41C5-9A85-94BF474D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4B013B-A520-4B0D-8C85-B3D43CEF3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D14D6D-EC03-4AEF-9C3F-7425DA54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6D7080-AF9F-4F92-9335-4CC478B0C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588379-1B53-4AE8-A9C2-865A5672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simple formulae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F33A15-9FCC-4129-ACB7-6B4EF1F49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express a relationship using a formula.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732A5E-77B7-442D-A631-4A3A2C600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F60BA-1FBB-4AB0-85A9-88E1A531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what changes and what stays constant.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4E1D79-D309-496D-84CC-FD07AA37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Express the relationship with words, a table or a formula.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297F27-8815-475E-92E0-BFDA7F09A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Substitute carefully and check against known terms.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7CBF6-40C2-4113-B4B1-633CA483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sequence  |  term  |  rule  |  variable  |  formula  |  substitute</a:t>
            </a:r>
          </a:p>
        </p:txBody>
      </p:sp>
    </p:spTree>
    <p:extLst>
      <p:ext uri="{BB962C8B-B14F-4D97-AF65-F5344CB8AC3E}">
        <p14:creationId xmlns:p14="http://schemas.microsoft.com/office/powerpoint/2010/main" val="3403044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D33F6C-6B46-4651-8962-24A7D7E98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5735AA-C6AD-444D-89AE-4C2D992E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3508BD-CA8D-4745-A3EB-18B2450CD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7775F8-7B54-4600-B329-D30B4546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23B7ED-7923-44DE-ACCE-F9874C85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9E590D-F474-49A9-AED4-9944E6F0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2EFDC3-733A-4123-A3AD-E12A96F3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F718B9-B64D-440F-8F59-B6690764A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A769E9-7A8C-468F-B934-29D05D969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simple formulae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0D2BAB-8F65-4201-BA84-70F525AC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formula for the cost C of n tickets at £6 each plus a £4 booking fee.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14E0A6-E96F-409E-88B9-A32AB3CE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FFCD53-F10A-4ED3-83C3-DDAE8A9BD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A1AB05-3005-4B0A-B616-9A2B4CC6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what changes and what stays constant.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26378F-32F5-4BB1-95E9-46155254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1A7ED3-3356-47D3-8490-E0FC77C4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9E5274-BFD8-4A8B-BC88-3220F95A3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Express the relationship with words, a table or a formula.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3D3974-BF89-4AA1-A3B7-0E47F5941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F1D586-CD5A-4343-A26D-94F2C8E5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BD88C5-5C23-47E3-ADD2-78C3F4AE0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C = 6n + 4.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D606BB-D889-4311-8D2F-C5B6EB9A5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9D6E81-7F4F-481E-800B-65B0460C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72D285-92F8-411F-9D20-F57C097A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Substitute carefully and check against known terms.</a:t>
            </a:r>
          </a:p>
        </p:txBody>
      </p:sp>
    </p:spTree>
    <p:extLst>
      <p:ext uri="{BB962C8B-B14F-4D97-AF65-F5344CB8AC3E}">
        <p14:creationId xmlns:p14="http://schemas.microsoft.com/office/powerpoint/2010/main" val="1163601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7A5443-B3E5-42A5-A103-B61A4FD44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75A30-E481-4E10-B552-E2CC9A19B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79F267-3977-472F-80F9-2645C3FF3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0E2AEF-0856-42DA-9E87-9AA80A64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3C53F7-4B57-4E2E-8EC5-16DF18A8C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B7A1E8-92D7-4C4B-AFCC-F72F40663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F9C6C3-EA61-4B08-985B-6F73DF3A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FA5576-81B4-44C4-AE99-C80F92E3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77643E-5BC6-4387-8719-DCA784895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simple formulae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A03019-DF47-4285-B715-E65DCCE0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ACCC91-1648-4026-9466-67723AB8B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 = 6n + 4.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BE5290-4C70-4602-88CB-8F272A78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03A12A-1BF9-4A8B-ABE5-DBC73860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Substitute carefully and check against known terms.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87E0C9-A340-4C36-80B1-01F6F8F0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5044074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A191E6-E66E-4F31-86AE-6F1FBA64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9F9D1B-CD24-43D2-8A49-2AEB4628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B53759-A279-4072-B6A1-F64B3FC30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754C72-DB6C-4846-BF82-F5B633B0E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E50F46-30ED-4344-9991-FADD0460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C908BA-6874-41E2-82EE-819D6DAAC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E398AD-5D27-4FCB-BB5B-D60BA54D1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E91A9B-02C5-4782-A59F-3F4878A3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21FA99-BA21-4BB4-9290-D0B5031E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simple formulae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1E1E03-1F64-494B-B489-5F9899DB1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when A = 3b + 2c, b = 7 and c =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F80B30-C4E3-4D1C-B230-72C8998C7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2DEF12-6459-4AA8-8921-9AFE366F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E82531-5B9B-43BB-B3E2-AC071D96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510EA2-5DD8-4CE7-A852-83698157E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BBB768-CC5E-46A5-880F-46922E300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31.</a:t>
            </a:r>
          </a:p>
        </p:txBody>
      </p:sp>
    </p:spTree>
    <p:extLst>
      <p:ext uri="{BB962C8B-B14F-4D97-AF65-F5344CB8AC3E}">
        <p14:creationId xmlns:p14="http://schemas.microsoft.com/office/powerpoint/2010/main" val="3137686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D22A7A-5F71-43D2-926A-3269FB44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BA7F52-29DD-43DF-8E32-EC9E25860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710B90-FE3D-4AAA-9A8D-8C069C5D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2CCA0F-7FBA-4EC3-B14B-2014E3234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0953F0-03CC-4ABA-941C-5279D3AA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30CD0F-C3B1-4A4F-B70A-E00BF53E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95E2C9-7EFF-470D-A117-A14B57D0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25CE15-EABF-41F6-B0B2-152D51761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65AC2F-A654-4530-8A05-93573B01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simple formulae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d8600095284533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050167-8606-476C-B6B7-EDA4DD6B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2B45D0-C6E3-4B3A-A90C-1588893C0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treats a variable as a label instead of a number that can vary.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38E0B8-2D84-427A-A762-A0B82078E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B00ABC-4A4E-4180-B770-F3394849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BD6271-9B2D-45BC-A20A-549B1A6AB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State what the variable represents, substitute its value and preserve the operation structure.</a:t>
            </a:r>
          </a:p>
        </p:txBody>
      </p:sp>
    </p:spTree>
    <p:extLst>
      <p:ext uri="{BB962C8B-B14F-4D97-AF65-F5344CB8AC3E}">
        <p14:creationId xmlns:p14="http://schemas.microsoft.com/office/powerpoint/2010/main" val="64810825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0172D0-AE3A-4114-8709-91F3FA22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A0185B-A42B-4BFB-BF30-A1D5906A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EA2A4-F7DA-45F3-A233-4FA19417B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FD560D-6C2D-4E3F-9E48-C702502C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1BF507-9A17-4798-842B-D77D2AFB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01D573-E7A4-4E79-9BCD-3CFD5946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AEA83C-5FC5-4CC6-9C60-ADFB422CC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82BBB-BDE5-4C94-B6F6-792E2A01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8E07AA-DA4C-4D98-9E02-4CC1503EE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simple formulae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B14A06-1632-49B1-BF46-9079A4F6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E2CED6-CEB1-471D-BAEA-E948D1573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731243-DD2F-4383-8E03-86270B2D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A2C203-5132-4EF6-B3C8-F6CA25B0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when A = 3b + 2c, b = 7 and c = 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6194F6-DA6C-46D5-8ACC-F6373E5A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295125-96EE-4C5B-A8BC-E48356C68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0258E9-B7C5-4187-9CD5-70857E84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7F164B-A095-46CC-A1AF-BC72F9D6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FED249-2A5C-42D6-92BC-7D702CA97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8A33AE-F4FE-499D-8D58-EBE9D5A6E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EC424E-A8F7-44D6-B973-0A23853C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7FCB13-6F4A-413A-A383-7AC5F9B2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31.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60CF05-D85C-4842-8BF3-78CABEA6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29680903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FE949F-7BBD-4C44-9C62-EAE9C6D8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426687-6FC3-4145-B3D6-A6ACC2CB2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F7E08B-5465-4B73-AB92-E8CEDB5DD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21302C-7E8D-4325-A2D3-52CBE302F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5F5383-038F-4CE5-8EF2-516D2E3B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C2F7D7-B7DC-4F60-9CFF-D79D298FC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52A20A-7ECD-41FB-A8A8-2B8AF268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C51EA1-D1F6-42E2-BA3E-38507DEC1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49842B-AC16-4969-8C6B-05F5E91C2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simple formulae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312080-44AE-43E6-B4D6-E0C7A1210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2C2C11-1F2C-4565-AE0A-279F43B2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076E80-2E3B-4EB0-BFE0-47D0919A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4F2A2E-2734-428C-B362-F4C8F1D6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first five terms of 4n - 1.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11265B-9DBC-4375-AD7F-A534DF32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C2D98E-4AF9-4612-8139-DBDA059EC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42C721-97F3-48A5-9274-2F728B66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560B98-F8F0-4C33-8086-3C13A54B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848841-D608-425C-AC02-0C215D42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18EB19-AF73-4986-9CAF-9496444D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AA1FA9-B81B-4DA0-84F4-9229521B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0005F6-0E24-40C5-B71B-70DBF15AC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6577792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7E8E98-EA3F-42BB-8794-B6910174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0B1B3F-556B-4C4A-AB72-8907B5A00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2AFB06-99F8-4458-BE4D-382DE0D2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F5DA4E-C56B-49AF-9B02-BC79EDD5F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829A26-09DF-408D-9D24-C84856DA8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E26211-EDAB-4F25-A514-37C9FCD89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B01C2C-E308-4027-9D84-545626828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0E66CD-D687-4CAE-BD85-33247CBC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E163DA-1567-46B5-9B24-320E5E228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simple formulae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66B111-0EF2-44B9-B4EA-F176246F3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Continue 7, 12, 17, 22 and state the rule.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38F8E5-EC9A-4447-AE3E-E35AA622A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3815FD-AC40-44D6-80BE-968CDA5A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1BC895-6421-4D85-8271-E48D5D627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27, 32; add 5.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2182512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F405E8-0528-4433-AC02-35BE0160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E15F88-D4CA-43D7-8A0C-CECFCC8A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1A3EA4-79C1-4686-AC6B-1FDD41BAD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3AAC97-CE61-4797-9EC9-EFBF3AEF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78C073-D561-472A-B954-808D2FC3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993981-91D8-40F3-A5E9-85D1CE84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71005B-9000-42E5-BE94-F0D02389B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EE0A0A-916E-4227-8320-F073EBF38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670055-6D33-43A7-A012-6DD74B1B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simple formulae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D2321C-D61D-4A03-B349-2357062E5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8C6B5D-FB0C-430A-9EE6-4F63FA84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784D00-07A1-4DE1-8DA0-D4367543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first five terms of 4n - 1.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9B7CF2-B7D2-4F61-8E7B-B74EDF9DE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74188E-4BF6-4CB1-BF82-EDE45CF3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64CDA5-08EC-4BB3-98D2-47BECB311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E66387-D9DD-43EC-83D3-E96B94DB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3, 7, 11, 15, 19.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B28890-BDB0-48A5-B8A8-FF88CA29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25C002-A7F0-4A9B-A516-DCE5D2FEE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9827426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5E6DE4-E505-4C98-A5EB-EEA95B81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EDD239-DAE6-4D6F-8CC0-CFB647B76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2D0234-11BF-44F1-A1F3-4FFB36D4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A46E3A-49D7-4F74-8740-9BDE444FD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2855F-9A72-4E0C-8D00-8E720830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75A372-DE09-4136-B1F6-40C69A87E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54CE2B-A385-4E25-89C9-DE4D94A69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371DBA-988F-4156-88F2-EFA0D266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3D1C8F-0474-4009-BA9A-04B4A2D8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simple formulae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6600EF-8C16-44CD-BA27-27F7515C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64B204-9B15-4000-86A7-A1C83DAE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8143C2-C690-48FD-8E6C-BECAF2F95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FC0E72-DBC3-4F10-A2C1-1B4D9CB3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first five terms of 4n - 1.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1FF6D1-D312-4C0A-9AC6-4C35F379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F6DD96-2EBD-493A-94FC-3B3DC8FF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172F1F-8801-45E8-ACB2-885029C4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713951-312C-40E9-81F0-38F31F64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treats a variable as a label instead of a number that can vary.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B3A0DE-9D3F-4CC2-B2D8-783449C1C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4570F1-26C9-4230-8F7B-0A01859A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277BC4-7E8E-4198-A7EF-7D9ACEE14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47CCCF-02BF-429C-9875-E6B24DCB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0210BBF-75C8-4710-ADBD-84C01EAB6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49506504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2026-09-09T20:49:34.3930000Z</dcterms:created>
  <dcterms:modified xsi:type="dcterms:W3CDTF">2026-09-09T20:49:34.3930000Z</dcterms:modified>
</coreProperties>
</file>