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c621c549b54801" /><Relationship Type="http://schemas.openxmlformats.org/officeDocument/2006/relationships/extended-properties" Target="/docProps/app.xml" Id="Rc9aaceeca5364f3a" /><Relationship Type="http://schemas.openxmlformats.org/officeDocument/2006/relationships/officeDocument" Target="/ppt/presentation.xml" Id="Rff49668bc2c84d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6edfa0921f4f0d"/>
  </p:sldMasterIdLst>
  <p:notesMasterIdLst>
    <p:notesMasterId xmlns:r="http://schemas.openxmlformats.org/officeDocument/2006/relationships" r:id="R9c5cb2e8608143e6"/>
  </p:notesMasterIdLst>
  <p:sldIdLst>
    <p:sldId xmlns:r="http://schemas.openxmlformats.org/officeDocument/2006/relationships" id="256" r:id="R20357cbbaa224213"/>
    <p:sldId xmlns:r="http://schemas.openxmlformats.org/officeDocument/2006/relationships" id="257" r:id="Rfce4f388177a48a2"/>
    <p:sldId xmlns:r="http://schemas.openxmlformats.org/officeDocument/2006/relationships" id="258" r:id="Rf2137b33251d46a6"/>
    <p:sldId xmlns:r="http://schemas.openxmlformats.org/officeDocument/2006/relationships" id="259" r:id="R51f1a1c5b15442f6"/>
    <p:sldId xmlns:r="http://schemas.openxmlformats.org/officeDocument/2006/relationships" id="260" r:id="R4c3db22628d54bdb"/>
    <p:sldId xmlns:r="http://schemas.openxmlformats.org/officeDocument/2006/relationships" id="261" r:id="R52eaf089e600438e"/>
    <p:sldId xmlns:r="http://schemas.openxmlformats.org/officeDocument/2006/relationships" id="262" r:id="R5d69f2ea8e824000"/>
    <p:sldId xmlns:r="http://schemas.openxmlformats.org/officeDocument/2006/relationships" id="263" r:id="Rf295a81e22ff4f5a"/>
    <p:sldId xmlns:r="http://schemas.openxmlformats.org/officeDocument/2006/relationships" id="264" r:id="Raf63b76824424b02"/>
    <p:sldId xmlns:r="http://schemas.openxmlformats.org/officeDocument/2006/relationships" id="265" r:id="R8ea87935f9d448ed"/>
    <p:sldId xmlns:r="http://schemas.openxmlformats.org/officeDocument/2006/relationships" id="266" r:id="Rd9fc399305804971"/>
    <p:sldId xmlns:r="http://schemas.openxmlformats.org/officeDocument/2006/relationships" id="267" r:id="Raf0766f20ed94f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b2245aee5946a0" /><Relationship Type="http://schemas.openxmlformats.org/officeDocument/2006/relationships/slideMaster" Target="/ppt/slideMasters/slideMaster1.xml" Id="Red6edfa0921f4f0d" /><Relationship Type="http://schemas.openxmlformats.org/officeDocument/2006/relationships/notesMaster" Target="/ppt/notesMasters/notesMaster1.xml" Id="R9c5cb2e8608143e6" /><Relationship Type="http://schemas.openxmlformats.org/officeDocument/2006/relationships/presProps" Target="/ppt/presProps.xml" Id="Re94692030de24aea" /><Relationship Type="http://schemas.openxmlformats.org/officeDocument/2006/relationships/tableStyles" Target="/ppt/tableStyles.xml" Id="Re80bd53b2f604bbc" /><Relationship Type="http://schemas.openxmlformats.org/officeDocument/2006/relationships/slide" Target="/ppt/slides/slide1.xml" Id="R20357cbbaa224213" /><Relationship Type="http://schemas.openxmlformats.org/officeDocument/2006/relationships/slide" Target="/ppt/slides/slide2.xml" Id="Rfce4f388177a48a2" /><Relationship Type="http://schemas.openxmlformats.org/officeDocument/2006/relationships/slide" Target="/ppt/slides/slide3.xml" Id="Rf2137b33251d46a6" /><Relationship Type="http://schemas.openxmlformats.org/officeDocument/2006/relationships/slide" Target="/ppt/slides/slide4.xml" Id="R51f1a1c5b15442f6" /><Relationship Type="http://schemas.openxmlformats.org/officeDocument/2006/relationships/slide" Target="/ppt/slides/slide5.xml" Id="R4c3db22628d54bdb" /><Relationship Type="http://schemas.openxmlformats.org/officeDocument/2006/relationships/slide" Target="/ppt/slides/slide6.xml" Id="R52eaf089e600438e" /><Relationship Type="http://schemas.openxmlformats.org/officeDocument/2006/relationships/slide" Target="/ppt/slides/slide7.xml" Id="R5d69f2ea8e824000" /><Relationship Type="http://schemas.openxmlformats.org/officeDocument/2006/relationships/slide" Target="/ppt/slides/slide8.xml" Id="Rf295a81e22ff4f5a" /><Relationship Type="http://schemas.openxmlformats.org/officeDocument/2006/relationships/slide" Target="/ppt/slides/slide9.xml" Id="Raf63b76824424b02" /><Relationship Type="http://schemas.openxmlformats.org/officeDocument/2006/relationships/slide" Target="/ppt/slides/slide10.xml" Id="R8ea87935f9d448ed" /><Relationship Type="http://schemas.openxmlformats.org/officeDocument/2006/relationships/slide" Target="/ppt/slides/slide11.xml" Id="Rd9fc399305804971" /><Relationship Type="http://schemas.openxmlformats.org/officeDocument/2006/relationships/slide" Target="/ppt/slides/slide12.xml" Id="Raf0766f20ed94f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e9e474855345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717ed7b5e346f8" /><Relationship Type="http://schemas.openxmlformats.org/officeDocument/2006/relationships/notesMaster" Target="/ppt/notesMasters/notesMaster1.xml" Id="Ra5bcdc8cd2604f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516debe2774ea5" /><Relationship Type="http://schemas.openxmlformats.org/officeDocument/2006/relationships/notesMaster" Target="/ppt/notesMasters/notesMaster1.xml" Id="R69c75954bd6445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64d8ceac2a402b" /><Relationship Type="http://schemas.openxmlformats.org/officeDocument/2006/relationships/notesMaster" Target="/ppt/notesMasters/notesMaster1.xml" Id="R56c1e9902b094b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f0d75479da4caa" /><Relationship Type="http://schemas.openxmlformats.org/officeDocument/2006/relationships/notesMaster" Target="/ppt/notesMasters/notesMaster1.xml" Id="R0b456707f47f4b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f5388cc1514d03" /><Relationship Type="http://schemas.openxmlformats.org/officeDocument/2006/relationships/notesMaster" Target="/ppt/notesMasters/notesMaster1.xml" Id="R445ababb7a634a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011d11cc104f7c" /><Relationship Type="http://schemas.openxmlformats.org/officeDocument/2006/relationships/notesMaster" Target="/ppt/notesMasters/notesMaster1.xml" Id="R7ea0d452afc543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c8d4e62c734d78" /><Relationship Type="http://schemas.openxmlformats.org/officeDocument/2006/relationships/notesMaster" Target="/ppt/notesMasters/notesMaster1.xml" Id="R50e1070b4e5848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babb3a8cd440e0" /><Relationship Type="http://schemas.openxmlformats.org/officeDocument/2006/relationships/notesMaster" Target="/ppt/notesMasters/notesMaster1.xml" Id="R5c61d5aa2f7440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37223795784493" /><Relationship Type="http://schemas.openxmlformats.org/officeDocument/2006/relationships/notesMaster" Target="/ppt/notesMasters/notesMaster1.xml" Id="R49878efc4f6c46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d06af4a0d7402a" /><Relationship Type="http://schemas.openxmlformats.org/officeDocument/2006/relationships/notesMaster" Target="/ppt/notesMasters/notesMaster1.xml" Id="R92b8a175d52d46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5fdad7860247ab" /><Relationship Type="http://schemas.openxmlformats.org/officeDocument/2006/relationships/notesMaster" Target="/ppt/notesMasters/notesMaster1.xml" Id="R5d2317d343ee42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5045d62a7e4703" /><Relationship Type="http://schemas.openxmlformats.org/officeDocument/2006/relationships/notesMaster" Target="/ppt/notesMasters/notesMaster1.xml" Id="R5689a7ed716c49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Number cards, function machines, algebra tiles, sequence tables,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31. | Identify what changes and what stays constant. | State what the variable represents, substitute its value and preserve the operation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sequence, term, rule, variable, formula, substitute.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C = 6n + 4.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State what the variable represents, substitute its value and preserve the operation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31..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3, 7, 11, 15, 19..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27, 32; add 5.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3, 7, 11, 15, 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3, 7, 11, 15, 19. | State what the variable represents, substitute its value and preserve the operation structure.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7f6663d3e945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5054be5f8d4609" /><Relationship Type="http://schemas.openxmlformats.org/officeDocument/2006/relationships/slideLayout" Target="/ppt/slideLayouts/slideLayout1.xml" Id="Re3d6e273eebe4a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d6e273eebe4a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c00dd294149f9" /><Relationship Type="http://schemas.openxmlformats.org/officeDocument/2006/relationships/notesSlide" Target="/ppt/notesSlides/notesSlide1.xml" Id="R0cae9dd93ce74c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1e7cb4c69404a" /><Relationship Type="http://schemas.openxmlformats.org/officeDocument/2006/relationships/notesSlide" Target="/ppt/notesSlides/notesSlide2.xml" Id="R81edd8a1dfce4d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5769ab99a4683" /><Relationship Type="http://schemas.openxmlformats.org/officeDocument/2006/relationships/notesSlide" Target="/ppt/notesSlides/notesSlide3.xml" Id="R8a1a41c35c1541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c897a7a594dc3" /><Relationship Type="http://schemas.openxmlformats.org/officeDocument/2006/relationships/notesSlide" Target="/ppt/notesSlides/notesSlide4.xml" Id="R4cff23c274004e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4f8bcbcf04460" /><Relationship Type="http://schemas.openxmlformats.org/officeDocument/2006/relationships/notesSlide" Target="/ppt/notesSlides/notesSlide5.xml" Id="Re8e373f19cc24d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c23fe8b3644f4" /><Relationship Type="http://schemas.openxmlformats.org/officeDocument/2006/relationships/notesSlide" Target="/ppt/notesSlides/notesSlide6.xml" Id="Ra975e1adebe942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4b38c4bfd4a97" /><Relationship Type="http://schemas.openxmlformats.org/officeDocument/2006/relationships/image" Target="/ppt/media/image.png" Id="Rcb5a333d35494d70" /><Relationship Type="http://schemas.openxmlformats.org/officeDocument/2006/relationships/notesSlide" Target="/ppt/notesSlides/notesSlide7.xml" Id="R6ac8d253cf5845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db5fb2f9841f7" /><Relationship Type="http://schemas.openxmlformats.org/officeDocument/2006/relationships/notesSlide" Target="/ppt/notesSlides/notesSlide8.xml" Id="R4189f72b0b0743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f2a20929d4617" /><Relationship Type="http://schemas.openxmlformats.org/officeDocument/2006/relationships/notesSlide" Target="/ppt/notesSlides/notesSlide9.xml" Id="R40d78793810642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746e89cc349f8" /><Relationship Type="http://schemas.openxmlformats.org/officeDocument/2006/relationships/notesSlide" Target="/ppt/notesSlides/notesSlide10.xml" Id="Re02336ab0ddf4b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9f92a1efb403c" /><Relationship Type="http://schemas.openxmlformats.org/officeDocument/2006/relationships/notesSlide" Target="/ppt/notesSlides/notesSlide11.xml" Id="Rf4713805efec46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73502d1734a71" /><Relationship Type="http://schemas.openxmlformats.org/officeDocument/2006/relationships/notesSlide" Target="/ppt/notesSlides/notesSlide12.xml" Id="Rf392c5807ad349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67DE27-3DB5-499C-924D-6F6AE3B7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70A92-CFF2-4BE2-9A83-91B8B71C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C2C95-53D6-48CB-95A3-F7916CD5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9967F-3EBC-4664-9955-E0C79399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03FF5-C781-454F-AEF2-0FAF63C6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simple formulae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5C50C-4260-46AA-BB5E-730C37A3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262A8-7A48-43B6-9136-59B465D7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9DD5A-EEAC-46DB-89C8-CDB882F0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express a relationship using a formula.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57FA5-7B09-4A49-9914-3C3B1F1A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7869C3-52D3-4A5B-BB40-488B53FD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Number cards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CE055-B57D-4247-8574-84E2F70C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8478943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B8B743-663F-4371-89CB-BBE36404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D545E-7FA7-4C86-BBDC-5C47FE4B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7A43F-0BAF-4D53-98E6-E2D2A34E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AD94E-057E-4762-A5E8-E46F55E4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AB7B8-9D79-4F4A-852F-205E8948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40588-7411-4F65-92C9-05AB40A7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EC532-182C-486E-BD7F-3D6F9881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8F0F6-546B-411D-9305-38EA3B05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D323A-C07C-4461-B853-802198E9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simple formulae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12C5F-4BA2-4114-B26D-4C8E95F7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F5339D-CF1D-4741-8C16-25272CF5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0ACFA-70B3-4FD6-9483-89024728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3543BD-7CE8-4F12-A657-F89383A3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Recognise rules in number sequences and use simple formulae and symbols.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B19B5-2AD2-4455-B959-185CF72C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A2BE10-6BDD-4E8F-A9C5-B3A652AB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1EE6B6-BFBB-4275-9831-4626502B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B6CB67-D74D-4750-B85E-EAE25092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A when A = 3b + 2c, b = 7 and c = 5.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24EBA5-8D04-4188-855D-D96C013F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8927CB-4715-4706-86E6-5ABF0248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9C6E27-2E9E-4AEC-AAEB-68333EF1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CDBDD3-ACC9-4D05-8C37-504CCD06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Write a formula for the cost C of n tickets at £6 each plus a £4 booking fee.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02E5AA-DF45-4372-A953-1908D8C2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70903262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2224BC-BFF2-41C8-A432-296A05E7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19AD9-A26F-44E7-8190-A8F0C977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588BA-4F48-4F12-B4FA-0EF7A6FC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6AD78-33E4-47DD-8594-3A0E9B41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8A1BF-0DE7-495D-9BC9-91BFADCA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4F286-8F81-43CF-8D60-E151E66A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A1114-F19F-485A-A71B-882031DB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B95F2-A401-4097-B536-6176A321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74E41-A1BD-4852-AB3F-894F21C8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simple formulae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F320E-0B88-43C0-A08C-9EF2ABD0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express a relationship using a formula.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BAA86-2CEA-496C-B2B9-2C966CC6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CEDA7C-81ED-48D0-BBC0-27D7C573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what changes and what stays constant.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093C4-6F05-4949-9EE4-6A72AB63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Express the relationship with words, a table or a formula.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B40B6-A19A-44CB-9B25-87C61280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Substitute carefully and check against known terms.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0FE919-47D9-4F42-965B-7FFA2EAC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sequence  |  term  |  rule  |  variable  |  formula  |  substitute</a:t>
            </a:r>
          </a:p>
        </p:txBody>
      </p:sp>
    </p:spTree>
    <p:extLst>
      <p:ext uri="{BB962C8B-B14F-4D97-AF65-F5344CB8AC3E}">
        <p14:creationId xmlns:p14="http://schemas.microsoft.com/office/powerpoint/2010/main" val="120225064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A9C98F-38E2-40E7-80C5-6C6600FD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6C029-9CFB-41CF-B931-9A24BF65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6C88E-E1DF-4043-A09C-791EE634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1FB99-2B0E-42AD-BCF3-6FB979A0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03D87-1550-43BA-AB9C-9DDBA868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AB471-2188-4EF2-9679-033388BF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B3177-8AD7-4716-98C5-28A58898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0941D-1891-4ADB-A5DE-1ABDA57B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E83CD-7B31-48F7-AF07-B44D2872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simple formulae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1467F-BC49-437C-A7AA-77529B8E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a formula for the cost C of n tickets at £6 each plus a £4 booking fee.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7E627C-FE18-475F-8791-71B1B80F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44498-1513-40E6-B57F-6C3FF365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F41C69-E2B5-4806-8129-882F5692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n tickets at £6 each → 6n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D4259-36B9-41C1-B3C4-C8EEBFEB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6536A5-2D21-4080-8954-33E69E66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092B7-6A12-478D-AABC-6D37CF61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Add one £4 booking fee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3BEA3-555F-49F7-BD3F-84009323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43248F-A997-4EA6-95DA-1893C975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31DD33-39DF-4772-9A6A-9970965D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Cost = ticket cost + booking fee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22AFD0-CA7D-4828-AF22-48564E40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1F15CE-80FD-4918-8E3D-161C5AED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012F0E-DF91-4795-916D-E62ECBCB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 = 6n + 4</a:t>
            </a:r>
          </a:p>
        </p:txBody>
      </p:sp>
    </p:spTree>
    <p:extLst>
      <p:ext uri="{BB962C8B-B14F-4D97-AF65-F5344CB8AC3E}">
        <p14:creationId xmlns:p14="http://schemas.microsoft.com/office/powerpoint/2010/main" val="67140891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4444D9-EA62-4A0F-A6D2-47B3B46D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5BE89-AD72-49B1-B972-EA8FFF32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BE72D-7263-4F91-AC6C-B07CBBD1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A1696-693D-44CD-800A-0C483996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40C7A-FC7B-48D9-AB12-CAFEFF1D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5E699-E2D9-4581-BE67-3F44799B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19AE3-C04F-455A-8FE9-1FDE80A4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A6444-0285-4E5B-BBDF-0462483D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578F7-4471-44EA-883E-B1F8C131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simple formulae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760737-4688-4DA0-9C47-7016088A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3EF82-4B87-48F1-83C6-8535060A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 = 6n + 4.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3FEF15-96A6-4854-BFF6-2B596BCD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B2A1C5-E295-4FD0-AC55-C85A4F5E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Substitute carefully and check against known terms.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BDC848-0B70-4604-845E-C1D06B99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54607298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773F7-5DAA-4FE8-9CA4-27947151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FB47B-6C8B-434A-A2B2-50659A7F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4A6BB-9CA5-42B6-AEE4-CAB821BB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7774F-0897-490F-9422-2501C606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7D646-57FA-41A8-B669-06AF0F09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63333-B92A-47F0-BAF7-7BDCDCD3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5B1B8-0BFE-4C0A-A991-815C7D70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8CA70-4146-443A-9FAD-38FE2EB2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1E1EB-608B-4E64-8D5F-BAF82AD7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simple formulae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1A2F5-0E51-42B5-8194-2595ED54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A when A = 3b + 2c, b = 7 and c = 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AA009-DF34-46FE-B151-835CE6BA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98AB9-6422-4C94-A767-49014BE4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6BD88-8E79-4F0B-9FE1-DA4E7EF1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5AA7AA-29BC-4331-BE0D-B0A0B30B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D475FC-614B-4964-90D0-514849ED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31.</a:t>
            </a:r>
          </a:p>
        </p:txBody>
      </p:sp>
    </p:spTree>
    <p:extLst>
      <p:ext uri="{BB962C8B-B14F-4D97-AF65-F5344CB8AC3E}">
        <p14:creationId xmlns:p14="http://schemas.microsoft.com/office/powerpoint/2010/main" val="119975772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F1A731-DDDA-4CA8-A603-03BB6299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EB0C7-B918-4C48-AEDD-8D388665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AA577-00BE-401D-8874-00C2BC9B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D0EC0-2AB7-4BA3-A043-EF037395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D4B87-BE89-4347-BD48-1738568A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1B103-5C0B-4ED8-9158-B15DD301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DF650-A263-48FB-A233-50BFB0E9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D198F-066C-4DC8-ACBB-0823331E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7CF20-FE20-4D6A-AF92-6C461DA6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simple formulae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a333d35494d70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024EE-DB2E-4BD2-A286-3C491F73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16DF2C-1A75-4170-9F79-65BEF4ED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treats a variable as a label instead of a number that can vary.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D8B95F-EF2E-467C-9029-4ABDBBAE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15A1C4-5069-4987-A088-3139463E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CE629B-B63D-4719-B21A-E21E25F7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State what the variable represents, substitute its value and preserve the operation structure.</a:t>
            </a:r>
          </a:p>
        </p:txBody>
      </p:sp>
    </p:spTree>
    <p:extLst>
      <p:ext uri="{BB962C8B-B14F-4D97-AF65-F5344CB8AC3E}">
        <p14:creationId xmlns:p14="http://schemas.microsoft.com/office/powerpoint/2010/main" val="54290548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2B6F26-F94C-404E-A9A2-DF92E58A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D87C3-4B07-4CF0-BBC5-3F21AF54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817BE-431D-4744-9400-C1D84AC3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1D78A-68F0-46A7-BCE9-0E5FC3A7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F0199-8568-4A0F-97BB-FD9318E5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4BAA2-E8C6-4A50-B40C-D1DD86C7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83AC2-F2FF-4149-BFAA-18F8A1CD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F6374-E406-483F-9ABA-4578C6B6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82830-01FF-40C3-A222-9A9CAFB7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simple formulae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855C9-CE6B-4E0D-BEC1-13FD8D5B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C51E56-27CB-4FE5-A5FC-3948BAE1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97D6D8-BB88-4F41-AA24-77AE82F6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CC97DE-BE14-4725-A04B-8843118A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A when A = 3b + 2c, b = 7 and c = 5.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034BA7-D649-400F-AF82-3E77C8F0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192F89-CBA3-4DCC-AA29-7BCC129B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E6D62E-41DA-476D-ABB8-43B2EB8C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5E2A6-E717-48FC-B69E-39D97D05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736BC9-A2C9-4075-B824-0D55A7D2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BEE14-47A4-4C19-BF81-0057588F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01A5BD-C90D-4F80-B0B0-A9B1FABC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76944A-B09B-431D-9A48-EFCCDB19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31.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E57583-5C5D-473B-B737-F62B82A0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26255406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913457-4C28-4B62-BDDF-885A9C03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C1CCE-0EAC-4AD6-BA8A-595605A1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035B7-9FCF-4FD6-9FA6-7286BBC9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233AC-26CF-45DA-B858-04801DBC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ECEE0-2E6F-4A0D-84BB-47D819C4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2ACD8-524D-43E3-9821-1D198B18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54071-3EDF-4B20-A242-8F52AD60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C4E5E-562D-49EC-BB71-F2BF1AD8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D5C56-3628-46D3-82DA-EF8DCC69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simple formulae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7EA98-E4DA-429D-BB23-772E3A71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97D1B-0BC3-40E0-8683-982B8929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90A9AF-61E4-4AE6-917F-E08C2B29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A153F-6A62-4EFB-90AA-102340CD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first five terms of 4n - 1.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D16988-6039-471E-9696-26CF19DF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BEEC3F-AE50-4C44-BD59-1F2CCAED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9327EB-24E6-48FE-BD1B-E19ADEF5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8CAB02-66CC-46C6-85D4-5001A2DC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19534D-A6D1-44D6-9458-9397ECE6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700587-FAEF-4458-83EB-323DAA15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50DD35-30D5-4345-B416-4360383D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32C59F-243E-4EC1-A765-9495997B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85528589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3F5C27-6DAD-46F6-B5BB-F4B59DED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8EAEF-4E8C-4C3F-878D-0AFEB6BC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83132-857C-420C-BC2E-F13BBD48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33352-FA19-4DC6-9648-C38C8416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774CB-86EB-4F4A-9C56-AA7AB508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0BB71-F88F-4F89-A7C1-35068436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603D2-3BFB-4C00-8A68-6829B783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470BF-DE89-4B17-A800-D4D84715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3C2BD-4384-4B43-AA85-CA44CD0D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simple formulae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A7452C-1E8E-423B-BDA2-994A8D6E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Continue 7, 12, 17, 22 and state the rule.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65D14-04CD-4B5A-B9E4-C6DD9F05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70B52-0B5C-44D0-B925-2DB1897C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582A4-077D-4656-9A82-63FB90DF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27, 32; add 5.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59320461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384F5A-52DB-4925-B532-A9D59333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33DFE-5F1A-4304-9E57-A3D9A90F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15C83-7C5A-4679-8D72-07E9F56C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2210D-41F6-4F02-A696-A65C0A59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BDD94-8B50-4653-A8BC-F54AA4E7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8D8CE-DB23-47CC-88AC-EBA1A7D9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C71AC-776E-49F8-AA6D-F0AA56ED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28512-ABA9-4504-A48A-55B7A625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78109-0A14-462C-89BD-D9C8BB51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simple formulae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7D681F-627E-4A12-8486-D1FF7228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0E7BE-06FE-4108-840A-963FCA33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42DF2-70A6-49B9-96D1-5B76E185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first five terms of 4n - 1.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B71EF-ECCD-4BD6-B645-C56BA3E4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6A085-B5B3-41E2-B7E3-656371FA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0B6F9F-50CC-4B7F-9752-043CB739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10F6A9-7EAD-4CF9-8F9E-1A7EBD26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3, 7, 11, 15, 19.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57D8C-2BC2-4298-B45A-724743ED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962F95-1A18-449C-A900-BDC73553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82406125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3BDBE2-F6DC-4066-ADB2-192111F4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F0E66-F875-4458-A38B-65648589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F9FFA-4903-44A7-9F57-6729B6EF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820DF-9DEB-4E65-A675-BD664F8A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11E28-3E50-46FD-9F79-9A682025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20ADB-4543-4E76-A047-B4A7E308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17570-7B56-4C9B-B7CA-2F68CAFC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AA090-10C4-47C2-B067-814CE275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17E57-825B-4BD0-A23E-CA9A1B73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Use simple formulae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D9DAD9-FED1-4493-9CA6-034CE485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559BA-FC25-44FF-9708-E1E0D101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9B4895-539B-45A2-828A-285231E0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B0BE86-7F48-43D1-89BF-C83439E7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first five terms of 4n - 1.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51D971-176C-4BBD-9629-E0222000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CDF3C8-D637-4BFF-8C60-DCCCB625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5CFA3C-FD1B-4046-AB04-9ABFDC64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FAB6C5-3A90-4483-9EF2-8AF1DE0D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treats a variable as a label instead of a number that can vary.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99C2D-E5A7-4C77-A09C-B4501ABE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88B7B-2731-4D37-88D5-A107DB5D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B8D97E-D555-4081-892F-D58CC91A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D7D626-7DDD-4E4F-874A-1328B256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A3A23C-75DB-42D9-8533-711EE33D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14818664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2026-09-09T22:13:27.0150000Z</dcterms:created>
  <dcterms:modified xsi:type="dcterms:W3CDTF">2026-09-09T22:13:27.0150000Z</dcterms:modified>
</coreProperties>
</file>