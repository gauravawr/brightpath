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de045c768493e" /><Relationship Type="http://schemas.openxmlformats.org/officeDocument/2006/relationships/extended-properties" Target="/docProps/app.xml" Id="R45010924db934248" /><Relationship Type="http://schemas.openxmlformats.org/officeDocument/2006/relationships/officeDocument" Target="/ppt/presentation.xml" Id="Ra49770021e1a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09e0a3c6347f1"/>
  </p:sldMasterIdLst>
  <p:notesMasterIdLst>
    <p:notesMasterId xmlns:r="http://schemas.openxmlformats.org/officeDocument/2006/relationships" r:id="R19b90a8603d94581"/>
  </p:notesMasterIdLst>
  <p:sldIdLst>
    <p:sldId xmlns:r="http://schemas.openxmlformats.org/officeDocument/2006/relationships" id="256" r:id="R59a546a87c2142aa"/>
    <p:sldId xmlns:r="http://schemas.openxmlformats.org/officeDocument/2006/relationships" id="257" r:id="R779cfc7bc31e4f81"/>
    <p:sldId xmlns:r="http://schemas.openxmlformats.org/officeDocument/2006/relationships" id="258" r:id="Re9a377ebf7a64162"/>
    <p:sldId xmlns:r="http://schemas.openxmlformats.org/officeDocument/2006/relationships" id="259" r:id="Rbcb1a2b74edb4ba8"/>
    <p:sldId xmlns:r="http://schemas.openxmlformats.org/officeDocument/2006/relationships" id="260" r:id="Rd2a175a1a45f42b8"/>
    <p:sldId xmlns:r="http://schemas.openxmlformats.org/officeDocument/2006/relationships" id="261" r:id="Rc7a1c01432454cd2"/>
    <p:sldId xmlns:r="http://schemas.openxmlformats.org/officeDocument/2006/relationships" id="262" r:id="Ra57e518760c54c0e"/>
    <p:sldId xmlns:r="http://schemas.openxmlformats.org/officeDocument/2006/relationships" id="263" r:id="R90ade126ff654f6d"/>
    <p:sldId xmlns:r="http://schemas.openxmlformats.org/officeDocument/2006/relationships" id="264" r:id="R4c2ccdb6f32a4b41"/>
    <p:sldId xmlns:r="http://schemas.openxmlformats.org/officeDocument/2006/relationships" id="265" r:id="R9548fb3136764d78"/>
    <p:sldId xmlns:r="http://schemas.openxmlformats.org/officeDocument/2006/relationships" id="266" r:id="R24addc860e774547"/>
    <p:sldId xmlns:r="http://schemas.openxmlformats.org/officeDocument/2006/relationships" id="267" r:id="R57f5da6970c146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e0c684779c43b7" /><Relationship Type="http://schemas.openxmlformats.org/officeDocument/2006/relationships/slideMaster" Target="/ppt/slideMasters/slideMaster1.xml" Id="Rb8209e0a3c6347f1" /><Relationship Type="http://schemas.openxmlformats.org/officeDocument/2006/relationships/notesMaster" Target="/ppt/notesMasters/notesMaster1.xml" Id="R19b90a8603d94581" /><Relationship Type="http://schemas.openxmlformats.org/officeDocument/2006/relationships/presProps" Target="/ppt/presProps.xml" Id="R5a35e78771134167" /><Relationship Type="http://schemas.openxmlformats.org/officeDocument/2006/relationships/tableStyles" Target="/ppt/tableStyles.xml" Id="R05b569867a4546bb" /><Relationship Type="http://schemas.openxmlformats.org/officeDocument/2006/relationships/slide" Target="/ppt/slides/slide1.xml" Id="R59a546a87c2142aa" /><Relationship Type="http://schemas.openxmlformats.org/officeDocument/2006/relationships/slide" Target="/ppt/slides/slide2.xml" Id="R779cfc7bc31e4f81" /><Relationship Type="http://schemas.openxmlformats.org/officeDocument/2006/relationships/slide" Target="/ppt/slides/slide3.xml" Id="Re9a377ebf7a64162" /><Relationship Type="http://schemas.openxmlformats.org/officeDocument/2006/relationships/slide" Target="/ppt/slides/slide4.xml" Id="Rbcb1a2b74edb4ba8" /><Relationship Type="http://schemas.openxmlformats.org/officeDocument/2006/relationships/slide" Target="/ppt/slides/slide5.xml" Id="Rd2a175a1a45f42b8" /><Relationship Type="http://schemas.openxmlformats.org/officeDocument/2006/relationships/slide" Target="/ppt/slides/slide6.xml" Id="Rc7a1c01432454cd2" /><Relationship Type="http://schemas.openxmlformats.org/officeDocument/2006/relationships/slide" Target="/ppt/slides/slide7.xml" Id="Ra57e518760c54c0e" /><Relationship Type="http://schemas.openxmlformats.org/officeDocument/2006/relationships/slide" Target="/ppt/slides/slide8.xml" Id="R90ade126ff654f6d" /><Relationship Type="http://schemas.openxmlformats.org/officeDocument/2006/relationships/slide" Target="/ppt/slides/slide9.xml" Id="R4c2ccdb6f32a4b41" /><Relationship Type="http://schemas.openxmlformats.org/officeDocument/2006/relationships/slide" Target="/ppt/slides/slide10.xml" Id="R9548fb3136764d78" /><Relationship Type="http://schemas.openxmlformats.org/officeDocument/2006/relationships/slide" Target="/ppt/slides/slide11.xml" Id="R24addc860e774547" /><Relationship Type="http://schemas.openxmlformats.org/officeDocument/2006/relationships/slide" Target="/ppt/slides/slide12.xml" Id="R57f5da6970c146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672ef661d04d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dcb8cce81b4cd6" /><Relationship Type="http://schemas.openxmlformats.org/officeDocument/2006/relationships/notesMaster" Target="/ppt/notesMasters/notesMaster1.xml" Id="R9812e8826e684a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30e045486a4aea" /><Relationship Type="http://schemas.openxmlformats.org/officeDocument/2006/relationships/notesMaster" Target="/ppt/notesMasters/notesMaster1.xml" Id="R89f3130930e644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63b65180ed490e" /><Relationship Type="http://schemas.openxmlformats.org/officeDocument/2006/relationships/notesMaster" Target="/ppt/notesMasters/notesMaster1.xml" Id="Ra16dc52e836d43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ba9097ca8846df" /><Relationship Type="http://schemas.openxmlformats.org/officeDocument/2006/relationships/notesMaster" Target="/ppt/notesMasters/notesMaster1.xml" Id="R46fc26f8ff294f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1a7c077f994991" /><Relationship Type="http://schemas.openxmlformats.org/officeDocument/2006/relationships/notesMaster" Target="/ppt/notesMasters/notesMaster1.xml" Id="Re50508eaecbc4e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a90d4aecf24eb4" /><Relationship Type="http://schemas.openxmlformats.org/officeDocument/2006/relationships/notesMaster" Target="/ppt/notesMasters/notesMaster1.xml" Id="R3cc1fed95b284c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d8a4e89c474ebe" /><Relationship Type="http://schemas.openxmlformats.org/officeDocument/2006/relationships/notesMaster" Target="/ppt/notesMasters/notesMaster1.xml" Id="R740773169db644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acca7f9fc9486f" /><Relationship Type="http://schemas.openxmlformats.org/officeDocument/2006/relationships/notesMaster" Target="/ppt/notesMasters/notesMaster1.xml" Id="R6c82159e52444f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5311e17c0049c0" /><Relationship Type="http://schemas.openxmlformats.org/officeDocument/2006/relationships/notesMaster" Target="/ppt/notesMasters/notesMaster1.xml" Id="R427d6ba514584a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f940b878204328" /><Relationship Type="http://schemas.openxmlformats.org/officeDocument/2006/relationships/notesMaster" Target="/ppt/notesMasters/notesMaster1.xml" Id="R13d9714121564e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57186641584243" /><Relationship Type="http://schemas.openxmlformats.org/officeDocument/2006/relationships/notesMaster" Target="/ppt/notesMasters/notesMaster1.xml" Id="R3f76c82e868a43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b3d8ceeb014b1f" /><Relationship Type="http://schemas.openxmlformats.org/officeDocument/2006/relationships/notesMaster" Target="/ppt/notesMasters/notesMaster1.xml" Id="R28494debc8b849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Number cards, function machines, algebra tiles, sequence tables,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27, 32; add 5. | Identify what changes and what stays constant. |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sequence, term, rule, variable, formula, substitute.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3, 7, 11, 15,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27, 32; add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27, 32; add 5..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73 and 51..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C = 6n + 4.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73 and 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73 and 51. | State what the variable represents, substitute its value and preserve the operation structure.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50d31a0d24c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2705bf31bc4be3" /><Relationship Type="http://schemas.openxmlformats.org/officeDocument/2006/relationships/slideLayout" Target="/ppt/slideLayouts/slideLayout1.xml" Id="Rdecb0e199ca54b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b0e199ca54b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2cd27db6a4dba" /><Relationship Type="http://schemas.openxmlformats.org/officeDocument/2006/relationships/notesSlide" Target="/ppt/notesSlides/notesSlide1.xml" Id="R0fec10de1d5d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26048aa6b4231" /><Relationship Type="http://schemas.openxmlformats.org/officeDocument/2006/relationships/notesSlide" Target="/ppt/notesSlides/notesSlide2.xml" Id="R72e2ebb90d5c46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48a57e5334c96" /><Relationship Type="http://schemas.openxmlformats.org/officeDocument/2006/relationships/notesSlide" Target="/ppt/notesSlides/notesSlide3.xml" Id="Rdfcfea655fef48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8b73edc334c3b" /><Relationship Type="http://schemas.openxmlformats.org/officeDocument/2006/relationships/notesSlide" Target="/ppt/notesSlides/notesSlide4.xml" Id="Rda9e6cc582834c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4c511d0434eb4" /><Relationship Type="http://schemas.openxmlformats.org/officeDocument/2006/relationships/notesSlide" Target="/ppt/notesSlides/notesSlide5.xml" Id="Re50bfea77ec04d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1fc2a149542bb" /><Relationship Type="http://schemas.openxmlformats.org/officeDocument/2006/relationships/notesSlide" Target="/ppt/notesSlides/notesSlide6.xml" Id="R97d368c2e82a44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74ab7fe12451d" /><Relationship Type="http://schemas.openxmlformats.org/officeDocument/2006/relationships/image" Target="/ppt/media/image.png" Id="R1fe4b1a2a23a4e5c" /><Relationship Type="http://schemas.openxmlformats.org/officeDocument/2006/relationships/notesSlide" Target="/ppt/notesSlides/notesSlide7.xml" Id="R7ff5e0f72530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981d9371d455e" /><Relationship Type="http://schemas.openxmlformats.org/officeDocument/2006/relationships/notesSlide" Target="/ppt/notesSlides/notesSlide8.xml" Id="Rb1009d19d4ac4f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5c9d6af724a82" /><Relationship Type="http://schemas.openxmlformats.org/officeDocument/2006/relationships/notesSlide" Target="/ppt/notesSlides/notesSlide9.xml" Id="R7e5a9dcd0ba944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e871f039742b0" /><Relationship Type="http://schemas.openxmlformats.org/officeDocument/2006/relationships/notesSlide" Target="/ppt/notesSlides/notesSlide10.xml" Id="R73512ea3bd6a46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246805c8743f1" /><Relationship Type="http://schemas.openxmlformats.org/officeDocument/2006/relationships/notesSlide" Target="/ppt/notesSlides/notesSlide11.xml" Id="R7e9170cb353d48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3a7261b274322" /><Relationship Type="http://schemas.openxmlformats.org/officeDocument/2006/relationships/notesSlide" Target="/ppt/notesSlides/notesSlide12.xml" Id="Re08783e2269742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CFAB5-ADF8-4AAA-BE7B-E2BBCA27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7EF0E-D8B2-406B-99CD-D6ED7334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C4203-6924-4DAA-BE12-B6D61EDA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7DCD4-FF06-4B9F-9503-3FCD2B34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2BD99-96AC-458B-BBC6-2DC8BD09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D4330-2ED6-4AEB-9198-EA79B04E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57A6B-E1BF-417C-8515-5E88F1CF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E152B-1F61-4977-B9E0-2F8C2A22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generate sequence terms from a position-to-term rule.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4A902-6585-4AC1-B911-6B2F2786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F60C8-7841-4E36-914A-0A6D7F51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Number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4C074-AF35-4625-AF19-35A653E0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399295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865E0-C376-4F84-8089-0BF67824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E210A-C481-4F98-A4FE-23377C7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1AD96-1E5A-401F-85CC-70BBBD48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5155D-BEB2-420C-A85E-A1B8F69C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26A00-A34A-41CD-997D-B27E7E39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94396-26FC-4E8C-A452-F5E69FA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242E3-256E-42FE-9648-BE5861C4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90C74-54C4-4BF3-A423-DEC1FFB7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4A661-60FB-45AA-8C01-F408E00F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1C10C-6E5D-4681-98BC-9E17235B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826F4-F227-4408-9FE3-7F72D7D0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F9506-27EA-4A8E-AE36-B79113E1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44999-F3CD-4D5F-8019-C081D6A9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rules in number sequences and use simple formulae and symbols.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FF189-3139-4789-8016-15455AD9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C50F9-BA34-4160-87D5-99122302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096FE-4F7A-435B-A13D-D5905CA5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CB7CE-F6ED-4FDE-BB3C-01955AC1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Continue 7, 12, 17, 22 and state the rule.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A1296-C70B-456C-90D2-E3684C35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A82FD-3AC4-4768-BCDF-C01199C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D65A9-C33C-4563-8DB2-241372ED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2029D-1A16-475E-9F7A-CE46903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Find the first five terms of 4n - 1.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2418F-DE6E-4EC2-A500-BA0D19D7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5610453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D0875-7F2A-4657-9F86-0AAF791E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F07AC-697E-450F-A7CE-81BE4A54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29BA7-2C66-4415-BD62-F9A59623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D72CF-9A5C-4683-B8CC-309EB768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9C799-BC3E-4237-A004-36E80433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AC731-3C93-47B1-B0EA-52A1191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6BD85-ECFD-4B80-B8D3-DFA21E0B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0A7CF-63C4-49B8-9C79-B9CDD1C5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5ABDC-BA95-493D-BBF4-5B94CB3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1358C-53A7-4F25-9806-64A24D23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generate sequence terms from a position-to-term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EC275-F9D2-4B61-8617-EC1DBF91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838AD-76C7-4D7E-A060-268034DA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what changes and what stays constant.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B55E4-2208-4C3D-B9C5-E5050A38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Express the relationship with words, a table or a formula.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4A334-4B83-4EED-9589-762F5B4B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Substitute carefully and check against known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6315E-2555-47F5-B7C7-D57AC225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sequence  |  term  |  rule  |  variable  |  formula  |  substitute</a:t>
            </a:r>
          </a:p>
        </p:txBody>
      </p:sp>
    </p:spTree>
    <p:extLst>
      <p:ext uri="{BB962C8B-B14F-4D97-AF65-F5344CB8AC3E}">
        <p14:creationId xmlns:p14="http://schemas.microsoft.com/office/powerpoint/2010/main" val="10669951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B4172-D28C-40B5-823B-678FC834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EC43E-0C00-4DC9-8120-A84A91C5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595E1-4290-4CB4-947D-ED7E25FD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C9605-B02F-4BEC-9BFA-23C9FAB0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5164E-FF24-4EF4-AD57-696D578B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E731F-D8BE-45EB-A8D3-FFB3098F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428E9-7AFF-453A-BA63-A42C7465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46F34-FA94-4698-ADC9-C6C5F3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C17C9-1D77-4167-9500-A7D66549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76FF6-C39B-4603-8879-E5F5E4A7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first five terms of 4n - 1.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0D51C-58DC-4925-8888-1F8763D7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EA716-A467-4627-A7AF-0BFD94A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2FA4B-EA18-499F-8C8B-B704289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Rule: 4n - 1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EF852-BC5E-4F18-A4AF-3C83F022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C0118-F106-47AE-859C-4459D1C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1A0D0-CC63-4086-A704-27DEA6C2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n=1: 4×1-1=3     n=2: 4×2-1=7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3DF66-4836-421A-AE33-35F51C31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1204E-C9B1-4201-B550-D5E5239D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2B5DB-3715-41E2-A2F7-2527261D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n=3: 11     n=4: 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BD0B1-39D7-4EDA-BA97-240C4BC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6F9DC-1746-437B-A90F-034FAE80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3B716-D8F5-458C-8B4E-058514A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n=5: 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50B0C-7678-4B83-AF13-53C2207C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02206-D57D-48B0-8271-DA126435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64676C-E0DD-4C0E-9FED-6F19D328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First five terms: 3, 7, 11, 15, 19</a:t>
            </a:r>
          </a:p>
        </p:txBody>
      </p:sp>
    </p:spTree>
    <p:extLst>
      <p:ext uri="{BB962C8B-B14F-4D97-AF65-F5344CB8AC3E}">
        <p14:creationId xmlns:p14="http://schemas.microsoft.com/office/powerpoint/2010/main" val="3389508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21420-8477-4550-BC07-815538B6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DF67D-9E16-4FDC-A08B-BACD4EF5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ED3C6-15B1-4710-B045-689830F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C6FAC-F321-4187-A0C4-D9145E85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9D60C-5823-40F8-8474-F930D51B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C575A-767D-4FF2-AFBD-C812526D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92661-C466-4426-B4CD-D00EB6B8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F048E-E47E-4F34-A154-A4A694A6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07189-A129-4B12-AE58-3D6A5117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40603-A111-4BB7-A419-81D2C1D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6F18D-7122-4449-9B01-94A80C2F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3, 7, 11, 15, 19.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310EE-45D8-407A-8277-DA30B404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2F5FD-AD3B-4CD4-9431-D3E6C181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Substitute carefully and check against known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92540-4011-47B4-BE3D-100D7FDE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70708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7C22D-E06B-477B-A170-E3FEAEDA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6C0F0-9648-4105-917F-5C9D7809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D48C9-3A9A-42F6-81ED-9B4A291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B5B3C-B086-4F4D-BFE2-8730CD9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B994-EC3B-4952-ACB9-BC32160D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5363E-DB2F-4AFD-BE8B-4E48295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AB5CC-A953-4A47-A95C-434FBDEF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FAC7F-F5D2-4D74-9F29-030649DD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052B0-6BDE-40D0-9275-94510561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EEDF4-0269-4DC5-B4A1-8C574DB4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Continue 7, 12, 17, 22 and state the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E739F-B71D-4024-9441-3AAD63A3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74744-5DC0-4EB2-93DE-CB0472F6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0F163-E8DA-4A8B-ABAA-A31A7E2B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AE7D9-D416-434C-A3D0-CEDEA737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42D9F-BFFB-4BBF-A012-B08A7E08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27, 32; add 5.</a:t>
            </a:r>
          </a:p>
        </p:txBody>
      </p:sp>
    </p:spTree>
    <p:extLst>
      <p:ext uri="{BB962C8B-B14F-4D97-AF65-F5344CB8AC3E}">
        <p14:creationId xmlns:p14="http://schemas.microsoft.com/office/powerpoint/2010/main" val="4243630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05632-B10E-4E26-9E22-4ACAC91F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6B4EE-AD2A-4763-B7A4-7CBE7915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64BA0-A968-4F3F-BA07-EE574DCA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1AB71-EEA7-4502-8AA9-972F8263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FC853-DB12-4C3F-8FE2-F5FE223B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BBA4C-EE58-40D0-B656-3E4D09BB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77878-5CCD-44B4-A4B4-52B93054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30CA0-D3A0-4814-A830-90A2B159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19EF5-C798-46C3-9BFF-2FFC54C1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4b1a2a23a4e5c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41AE2-34D6-4980-AF72-B410BF88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B5C20-E8E5-4482-A9BC-C9674941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treats a variable as a label instead of a number that can vary.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80F84-E6FB-4D65-BAC9-99EB83CF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53F58-DC36-4B8A-94B5-4695B5E7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265DE-FD0B-420A-A27A-433B971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State what the variable represents, substitute its value and preserve the operation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11940179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0F18E-53EB-4F08-B850-24440EC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EC8A8-6750-4417-9AB1-007C7649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D56EF-3CB2-4F6F-A493-27DA3FF2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2E088-D2A6-452A-A1D7-D2E0B2F3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414E3-CA47-4289-8D08-DD38783C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DCB17-A7CE-40F1-99E9-BAE4CD98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96885-E2E7-49DE-9D04-B0B79753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9DE60-D534-4F18-ABB5-0338C08F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C20C3-0BE9-45E1-BF16-F7E497B8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C571B-66ED-41D1-95F7-5CBCB4F2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837FF-D129-4A4F-9BEA-113BDDF4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018A0-9633-43CB-8148-14E542B0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17A10-2C1D-4942-9CEF-1620EEFA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Continue 7, 12, 17, 22 and state the rule.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69BAE-69A1-44DE-AD69-2B113C6D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2A722-56DD-4894-9424-A2CDC199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D9D54-B11D-4415-9CEF-AD191A5A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AA92C-AAEA-47A5-B82E-F993BDF7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6E6DE-1231-4366-94BC-6B7B55BD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D3CD6-9F9D-473B-B5CB-2152D75F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0109A-552B-4FD3-93F1-8EBCB6AD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C1355-BE1F-4582-8500-774B9036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27, 32; add 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74049-5D98-40A1-9A5A-F721DA92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5851596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EF65B-CA87-447A-BA10-B530498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84214-CC5A-4994-85A3-5577C30B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D9E95-CEAD-43B0-B1BF-E4A4236C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7BB58-88C2-44F2-8788-055DC580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7F957-6B5F-4FAD-8DE6-9E55A74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CB77F-8F3D-4F89-ACA7-8B1C32FE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47C2B-E251-4C37-9A5A-501904FA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37BD3-8011-4E59-ADD8-AE22E783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71FEF-BA55-4884-9230-D187C81A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7D7F5-73E6-45D9-8A4F-3BA271D4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52D79-23E4-42AC-88D9-4C1B936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59BCF-451F-4C87-A3C7-0992B675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DBD2B-45E9-44FB-8DD1-FF408DE5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missing terms: 84, __, 62, __, 40.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647C2-9921-4C5C-A1AD-9C00B818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B88E0-BF33-4A8C-9C33-5FA64B5E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E0595-49EA-4542-B43D-B19198D4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AD0A6-C45D-46E6-9565-7706D013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0D68F-5D7B-48C9-A3F8-7A153D36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A98DC-BBB9-4686-80D4-D96E7DB5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34C70-7C65-4020-BD36-0FFD79FD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63BDB-0D21-4F22-AD40-F246F2B8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9150839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0C779-BD57-4A9A-993D-9C7E43D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B0B55-7CB0-4C33-90A2-1DF4517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FD240-9159-4429-B42F-B4BC9647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59A13-098E-4DA4-9EC8-3666AF76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3A524-D7B0-4ACD-BA3B-05B4E953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14284-7DC7-403D-8FFC-98A8AD39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1D9FA-0393-42AD-9313-3670C3A9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71DA8-D89C-4A64-B6D1-1E2BFA30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9C43A-9BD7-4F69-A2DC-19D1C1A2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E1543-0648-4B57-B478-7403FAD4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Write a formula for the cost C of n tickets at £6 each plus a £4 booking fee.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1B763-CA70-478C-8193-C9994A1B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A148E-B0C9-4344-8D9D-382ECE46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772C0-201E-4AA8-8E82-E7593261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C = 6n + 4.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35570008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1010B-1707-41D8-87C5-9E99715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A1430-3152-4D3D-A6ED-3CC90ABD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221F8-CA4F-45E8-8AAB-4769B908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FDE71-EA7E-4000-98A4-7CA1FC37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ECDF4-F778-4E88-8A10-4EA34620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15167-C8D8-4145-A3FF-9C755185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7E268-DFC8-4ABF-BBB0-3A5A826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27EBF-DA77-4AFC-81E8-969B3C21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4B501-EDC5-4CE4-977C-018F6630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6E06E-430F-4F5E-A99F-8CAA82F7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C6622-FBE6-4797-83F1-5D0F2500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3FF30-E9D3-4E0A-B6E2-D74765D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missing terms: 84, __, 62, __, 40.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F3E93-0E88-41FD-A7D0-492D3B81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917A2-B38D-407F-B32F-BF7C9E07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D2C28-E35E-4BF1-8EB8-636EC53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B3085-5C53-4941-AACD-0C6903A8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73 and 51.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7FC5D-91EF-4F42-8E8B-F22C394B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B2CDC-20EB-4022-BDEF-F555D6A4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30617608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A0066-65D4-4581-94F3-7ACA4F63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3B266-59A0-4C98-A0C0-C9831DFA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5787A-3815-471E-B598-B78328B9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9BE56-CE3D-4BCE-AF94-865DF394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62EF1-86DA-4CBB-BE54-8E887BF1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9A82C-D3BB-4462-B864-F98C3ECE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4669C-BF7B-46BE-80D7-63490826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D8719-12BD-4185-80C6-B611C00B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C1F0D-C280-4A7E-9754-0CFAAB8A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terms from a position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20AE9-C998-490A-8941-206FB22C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83E62-7789-47E8-9453-4265EB56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14F05-58EB-46D8-8E2B-1A33C473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75BD1-1B9E-4830-A3D5-B56BEAEB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missing terms: 84, __, 62, __, 40.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2FC89-3134-4041-BE43-2DF665CF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58F95-3581-4A72-B94C-0DD5F54B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DA891-A476-4B3F-AAB7-2D1DBDD8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912B8-1FF7-435B-A8B6-9044F9BE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treats a variable as a label instead of a number that can vary.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32D77-D5B2-43D2-975B-36A4B106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83A9A-38A4-4403-8481-52C943D2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6E871-7738-4A7C-8108-31191F7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44661-C86A-44E8-AD59-F49802D3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D6C78-6F66-4CDF-BCC1-20F8D074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0730372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2026-09-09T22:13:29.9360000Z</dcterms:created>
  <dcterms:modified xsi:type="dcterms:W3CDTF">2026-09-09T22:13:29.9360000Z</dcterms:modified>
</coreProperties>
</file>