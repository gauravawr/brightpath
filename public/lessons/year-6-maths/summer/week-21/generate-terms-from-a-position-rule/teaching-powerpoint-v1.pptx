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3c03108c1c44de" /><Relationship Type="http://schemas.openxmlformats.org/officeDocument/2006/relationships/extended-properties" Target="/docProps/app.xml" Id="R62b432b49ad54bcc" /><Relationship Type="http://schemas.openxmlformats.org/officeDocument/2006/relationships/officeDocument" Target="/ppt/presentation.xml" Id="R395ba3ef346a44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ef3a5be87b412b"/>
  </p:sldMasterIdLst>
  <p:notesMasterIdLst>
    <p:notesMasterId xmlns:r="http://schemas.openxmlformats.org/officeDocument/2006/relationships" r:id="R9b17ac82a8d341df"/>
  </p:notesMasterIdLst>
  <p:sldIdLst>
    <p:sldId xmlns:r="http://schemas.openxmlformats.org/officeDocument/2006/relationships" id="256" r:id="R0149bdec082249e1"/>
    <p:sldId xmlns:r="http://schemas.openxmlformats.org/officeDocument/2006/relationships" id="257" r:id="R62452e53769b402a"/>
    <p:sldId xmlns:r="http://schemas.openxmlformats.org/officeDocument/2006/relationships" id="258" r:id="Rf62ec1c69a014e34"/>
    <p:sldId xmlns:r="http://schemas.openxmlformats.org/officeDocument/2006/relationships" id="259" r:id="Rf9d6c05155564268"/>
    <p:sldId xmlns:r="http://schemas.openxmlformats.org/officeDocument/2006/relationships" id="260" r:id="R49ee4be1858f4c28"/>
    <p:sldId xmlns:r="http://schemas.openxmlformats.org/officeDocument/2006/relationships" id="261" r:id="R4040f153d8ee4ad3"/>
    <p:sldId xmlns:r="http://schemas.openxmlformats.org/officeDocument/2006/relationships" id="262" r:id="R413565d801bb4cba"/>
    <p:sldId xmlns:r="http://schemas.openxmlformats.org/officeDocument/2006/relationships" id="263" r:id="R7257ef6606c94ece"/>
    <p:sldId xmlns:r="http://schemas.openxmlformats.org/officeDocument/2006/relationships" id="264" r:id="R6944a8b0290848db"/>
    <p:sldId xmlns:r="http://schemas.openxmlformats.org/officeDocument/2006/relationships" id="265" r:id="Rf1640915265645e4"/>
    <p:sldId xmlns:r="http://schemas.openxmlformats.org/officeDocument/2006/relationships" id="266" r:id="R1f0b8e966b734e45"/>
    <p:sldId xmlns:r="http://schemas.openxmlformats.org/officeDocument/2006/relationships" id="267" r:id="Rd153838b30a14b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0b4ef26d96495e" /><Relationship Type="http://schemas.openxmlformats.org/officeDocument/2006/relationships/slideMaster" Target="/ppt/slideMasters/slideMaster1.xml" Id="R17ef3a5be87b412b" /><Relationship Type="http://schemas.openxmlformats.org/officeDocument/2006/relationships/notesMaster" Target="/ppt/notesMasters/notesMaster1.xml" Id="R9b17ac82a8d341df" /><Relationship Type="http://schemas.openxmlformats.org/officeDocument/2006/relationships/presProps" Target="/ppt/presProps.xml" Id="Rd4789cf0337746d8" /><Relationship Type="http://schemas.openxmlformats.org/officeDocument/2006/relationships/tableStyles" Target="/ppt/tableStyles.xml" Id="Rcc1f69973b734c01" /><Relationship Type="http://schemas.openxmlformats.org/officeDocument/2006/relationships/slide" Target="/ppt/slides/slide1.xml" Id="R0149bdec082249e1" /><Relationship Type="http://schemas.openxmlformats.org/officeDocument/2006/relationships/slide" Target="/ppt/slides/slide2.xml" Id="R62452e53769b402a" /><Relationship Type="http://schemas.openxmlformats.org/officeDocument/2006/relationships/slide" Target="/ppt/slides/slide3.xml" Id="Rf62ec1c69a014e34" /><Relationship Type="http://schemas.openxmlformats.org/officeDocument/2006/relationships/slide" Target="/ppt/slides/slide4.xml" Id="Rf9d6c05155564268" /><Relationship Type="http://schemas.openxmlformats.org/officeDocument/2006/relationships/slide" Target="/ppt/slides/slide5.xml" Id="R49ee4be1858f4c28" /><Relationship Type="http://schemas.openxmlformats.org/officeDocument/2006/relationships/slide" Target="/ppt/slides/slide6.xml" Id="R4040f153d8ee4ad3" /><Relationship Type="http://schemas.openxmlformats.org/officeDocument/2006/relationships/slide" Target="/ppt/slides/slide7.xml" Id="R413565d801bb4cba" /><Relationship Type="http://schemas.openxmlformats.org/officeDocument/2006/relationships/slide" Target="/ppt/slides/slide8.xml" Id="R7257ef6606c94ece" /><Relationship Type="http://schemas.openxmlformats.org/officeDocument/2006/relationships/slide" Target="/ppt/slides/slide9.xml" Id="R6944a8b0290848db" /><Relationship Type="http://schemas.openxmlformats.org/officeDocument/2006/relationships/slide" Target="/ppt/slides/slide10.xml" Id="Rf1640915265645e4" /><Relationship Type="http://schemas.openxmlformats.org/officeDocument/2006/relationships/slide" Target="/ppt/slides/slide11.xml" Id="R1f0b8e966b734e45" /><Relationship Type="http://schemas.openxmlformats.org/officeDocument/2006/relationships/slide" Target="/ppt/slides/slide12.xml" Id="Rd153838b30a14b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23745b39ae41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bf10d543d34993" /><Relationship Type="http://schemas.openxmlformats.org/officeDocument/2006/relationships/notesMaster" Target="/ppt/notesMasters/notesMaster1.xml" Id="R18c77802678047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189c5329e443cf" /><Relationship Type="http://schemas.openxmlformats.org/officeDocument/2006/relationships/notesMaster" Target="/ppt/notesMasters/notesMaster1.xml" Id="Rdd7f4a43149646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4bbbebe72a4101" /><Relationship Type="http://schemas.openxmlformats.org/officeDocument/2006/relationships/notesMaster" Target="/ppt/notesMasters/notesMaster1.xml" Id="R9dc95581e80444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5fe3d345ec4357" /><Relationship Type="http://schemas.openxmlformats.org/officeDocument/2006/relationships/notesMaster" Target="/ppt/notesMasters/notesMaster1.xml" Id="R25b519de970f44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8c103bd75d45f0" /><Relationship Type="http://schemas.openxmlformats.org/officeDocument/2006/relationships/notesMaster" Target="/ppt/notesMasters/notesMaster1.xml" Id="R71b837410b7940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403d721e9a4d64" /><Relationship Type="http://schemas.openxmlformats.org/officeDocument/2006/relationships/notesMaster" Target="/ppt/notesMasters/notesMaster1.xml" Id="Rf58b79179ce64a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210502214043f7" /><Relationship Type="http://schemas.openxmlformats.org/officeDocument/2006/relationships/notesMaster" Target="/ppt/notesMasters/notesMaster1.xml" Id="R7e9d78615ee94c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7e6fe600f64544" /><Relationship Type="http://schemas.openxmlformats.org/officeDocument/2006/relationships/notesMaster" Target="/ppt/notesMasters/notesMaster1.xml" Id="Rfe5b4f21aa3743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5d2dbcc642405a" /><Relationship Type="http://schemas.openxmlformats.org/officeDocument/2006/relationships/notesMaster" Target="/ppt/notesMasters/notesMaster1.xml" Id="Red0d77eaa30b4d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57e0d027924189" /><Relationship Type="http://schemas.openxmlformats.org/officeDocument/2006/relationships/notesMaster" Target="/ppt/notesMasters/notesMaster1.xml" Id="R8d127ac6bd434c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b0b8f76fc043aa" /><Relationship Type="http://schemas.openxmlformats.org/officeDocument/2006/relationships/notesMaster" Target="/ppt/notesMasters/notesMaster1.xml" Id="R4d51408de7a343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c90ababa564ca5" /><Relationship Type="http://schemas.openxmlformats.org/officeDocument/2006/relationships/notesMaster" Target="/ppt/notesMasters/notesMaster1.xml" Id="Rf7146861f35942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Number cards, function machines, algebra tiles, sequence tables,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27, 32; add 5. | Identify what changes and what stays constant. |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sequence, term, rule, variable, formula, substitute.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3, 7, 11, 15, 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27, 32; add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27, 32; add 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73 and 51..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C = 6n + 4.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73 and 51.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73 and 51. | State what the variable represents, substitute its value and preserve the operation structure.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266d2c99049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c16ca7605a4994" /><Relationship Type="http://schemas.openxmlformats.org/officeDocument/2006/relationships/slideLayout" Target="/ppt/slideLayouts/slideLayout1.xml" Id="Rcd7dd8bc8b6542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7dd8bc8b6542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cf40035304d46" /><Relationship Type="http://schemas.openxmlformats.org/officeDocument/2006/relationships/notesSlide" Target="/ppt/notesSlides/notesSlide1.xml" Id="R454c47460c4549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30f3e411c4ce0" /><Relationship Type="http://schemas.openxmlformats.org/officeDocument/2006/relationships/notesSlide" Target="/ppt/notesSlides/notesSlide2.xml" Id="R4f1e479ee5cf47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b1081a2694ae5" /><Relationship Type="http://schemas.openxmlformats.org/officeDocument/2006/relationships/notesSlide" Target="/ppt/notesSlides/notesSlide3.xml" Id="R1f781288c2a948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619cea7dc45f1" /><Relationship Type="http://schemas.openxmlformats.org/officeDocument/2006/relationships/notesSlide" Target="/ppt/notesSlides/notesSlide4.xml" Id="R8294e4d82ee04b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47e252ee14604" /><Relationship Type="http://schemas.openxmlformats.org/officeDocument/2006/relationships/notesSlide" Target="/ppt/notesSlides/notesSlide5.xml" Id="Re7f24d6c38624c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56c76218e496e" /><Relationship Type="http://schemas.openxmlformats.org/officeDocument/2006/relationships/notesSlide" Target="/ppt/notesSlides/notesSlide6.xml" Id="Rcb6701a544164e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5a412e6874ce9" /><Relationship Type="http://schemas.openxmlformats.org/officeDocument/2006/relationships/image" Target="/ppt/media/image.png" Id="Rde8f17e4b36e42fc" /><Relationship Type="http://schemas.openxmlformats.org/officeDocument/2006/relationships/notesSlide" Target="/ppt/notesSlides/notesSlide7.xml" Id="R6c258a4c4ce947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8aaaa377d4e29" /><Relationship Type="http://schemas.openxmlformats.org/officeDocument/2006/relationships/notesSlide" Target="/ppt/notesSlides/notesSlide8.xml" Id="R4ce99c6d6b514a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dadc18d5e47d5" /><Relationship Type="http://schemas.openxmlformats.org/officeDocument/2006/relationships/notesSlide" Target="/ppt/notesSlides/notesSlide9.xml" Id="Ra1eff72a49cb47e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a58728d0e46cc" /><Relationship Type="http://schemas.openxmlformats.org/officeDocument/2006/relationships/notesSlide" Target="/ppt/notesSlides/notesSlide10.xml" Id="R498c1f26088941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9ac6e291046d6" /><Relationship Type="http://schemas.openxmlformats.org/officeDocument/2006/relationships/notesSlide" Target="/ppt/notesSlides/notesSlide11.xml" Id="R991ccc661d9d49b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c9527496a4d44" /><Relationship Type="http://schemas.openxmlformats.org/officeDocument/2006/relationships/notesSlide" Target="/ppt/notesSlides/notesSlide12.xml" Id="R3410f453f94241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2B8A5-ABFE-40D8-8B9D-95B21513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FF56D-36F4-459A-A0F3-6B9EA97E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E8F62-E433-4E06-9F1D-17D5B6C3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011C7-2B98-4F94-89C6-DDA62C4F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47FDD-E4BE-4D59-B5D3-A567A918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F492E-6F2D-41D3-B8A7-FD204A9A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C31C3-FEED-44BD-AF19-092748EF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AFA6A-A0A6-4B68-916A-5AAFADF2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sequence terms from a position-to-term rule.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7B535-6626-4639-855E-3D964C53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F11670-CCC6-4B85-90A9-7A78A6F7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Number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F2D80-3B9F-4B3D-8A2A-A150AB36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166879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553456-A6A9-4071-9633-7B546376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1B6B4-29FD-49A6-9E68-0FAD8281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000FF-E68D-4DC3-BC40-FB1FE83D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3C761-B26C-4576-B335-740255DD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3A82F-2D0B-4AAE-AC21-E68CD3D9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549BB-C7CC-43DA-B129-B1D2E864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49E01-ECC8-430B-8BDC-D58B90B5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1EA83-483F-417B-812A-59FCF900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9346E-08B6-42BA-A88C-874C561D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61D6B-7AE2-4765-84DD-6A6629D7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5D5B3-C29F-46CC-804B-5B1B8419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87680-D82A-4E0F-BF50-FE840441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CAE35-5F5D-4CE0-956A-18E77257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rules in number sequences and use simple formulae and symbols.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4F5E2-23A3-4DF2-B1A7-CAB4CBFD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392C38-8910-4D18-9C9F-65B66BB6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1DEB83-E547-43CA-A5F1-2B9F92C1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FE0778-1D94-45D2-8188-B4109C86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FADCB-2E92-4227-8AAB-B5191645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F0AB6-C591-4C20-95BA-642447DB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98E96-D594-4E82-BAA8-37030C63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33F78-D45A-4615-A7C2-97B5C095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first five terms of 4n - 1.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FDB448-7299-4BDA-921B-66A7BD19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001472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8EF49-2EE0-4812-B0B5-D6025095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15B4C-A421-472C-BCF2-B2694D24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CE55B-07E0-472B-B0F9-C5E24DA0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4493F-12A8-427C-8A78-E0CD4E07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B038D-9089-4447-9995-81889DAA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5EFE4-6F35-435F-9666-786A75BE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EF61A-0FFE-4A40-930E-6F9BC669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259FB-090A-4ABD-A1B7-5B943BD0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1B5728-7842-41D5-A075-FBFF7AA1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6C75C-10E1-47A0-96DF-36589DB4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sequence terms from a position-to-term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8433A-BD36-4CB7-9410-BF73F291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44543-3A94-42AA-AD98-91EA651F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what changes and what stays constant.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EB86A-5ABC-4B53-82FF-55336004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Express the relationship with words, a table or 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87939-4720-468F-8B48-0BB41933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carefully and check against known terms.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0C40E-0A3A-40F5-AECC-B942B459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sequence  |  term  |  rule  |  variable  |  formula  |  substitute</a:t>
            </a:r>
          </a:p>
        </p:txBody>
      </p:sp>
    </p:spTree>
    <p:extLst>
      <p:ext uri="{BB962C8B-B14F-4D97-AF65-F5344CB8AC3E}">
        <p14:creationId xmlns:p14="http://schemas.microsoft.com/office/powerpoint/2010/main" val="21421707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BF8339-2FB3-4F5D-B387-A63059CA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CB1EC-F8FF-438F-BE4A-651C1DF7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604D5-DE84-4BAD-9BB3-CDAE79AA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C1FA0-AD0B-417F-AF7B-7539AC55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AFD9F-EC45-4513-9CEC-A9CCD82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C470A-22F3-44ED-860F-65193979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18E55-A3AB-404D-8FF6-E23FC929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C5002-80FA-4730-8E52-A7CF26A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52FBB-D111-4E85-AB0A-57481E86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67484-E759-43E5-A83F-A2E590C6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BDC04-D196-4259-9F30-F14E36BE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1C81BF-1AA6-4AAF-971A-89677454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E18F5-1312-491B-8D4F-5927CA9D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what changes and what stays constant.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D7F6B3-2623-4E18-A0FF-BFE371AC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D63DA-FBC3-483E-9E97-8C5DCB53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F8CF6C-7661-4FC1-B8C8-A612602E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Express the relationship with words, a table or 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CCF95-6C40-44F9-B4E1-5DF9B263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D136A-A537-4083-BA07-508EA52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373107-2230-4155-AF4E-D1BDA4D2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3, 7, 11, 15, 19.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27827-F4AA-4B8B-AED3-D6356BE3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A2FF16-E884-439C-9DB0-9026ABF5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C36718-38DE-445F-BBAD-FEC94BBB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carefully and check against known terms.</a:t>
            </a:r>
          </a:p>
        </p:txBody>
      </p:sp>
    </p:spTree>
    <p:extLst>
      <p:ext uri="{BB962C8B-B14F-4D97-AF65-F5344CB8AC3E}">
        <p14:creationId xmlns:p14="http://schemas.microsoft.com/office/powerpoint/2010/main" val="20508825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BDA8C-1C12-4312-9C8A-F99DCDDC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62A9C-36E3-4788-8E22-46081CA4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3AA8E-BF79-4682-8596-9F977514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19B4C-9004-44A8-8AA4-5A5D0CF7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D16B2-D470-47E4-A0CB-CB4A9019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3C50AF-5B2B-4C09-B302-9ED2C217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2419A-B668-4993-84DA-BE9F8B22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05EFA-FBEB-4865-B79A-8700B137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BBBE13-1861-41C4-8F76-BB83FE3D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E7594-7916-4E33-B6B0-118A7163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699FF-1427-4C9A-A35B-78CD9107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B5E7F-B9A9-441C-8540-6874A091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60884-A414-4711-B6A7-42E42B87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carefully and check against known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E24134-AF44-44D4-AAAF-15F0F643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251119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E8247-9FE2-4ACB-B4A8-270EDF3A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3E155-A6E1-4C1E-9EAE-251841FC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0F948-B098-4695-B125-0C6AC651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9BE45-87ED-4BD9-AFEE-3CCDF6AF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58FB7-FD62-49BD-BBAC-1EC354CB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12DA4-C6F0-465A-B3D6-C89B2E7F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F08A1-1ABC-4EFD-98C1-C4BFE1B8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06B03-E914-4308-8BCE-810F6DA5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967B1-FD57-4268-BA1F-49256BEE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04DE4-F62F-4332-A647-A3B95F01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CD6BE-567E-4806-8780-8A2F10F6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0FA03-A78A-44CA-A42F-51047C87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67C04-68CF-457D-A874-A47098CA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4D68EB-23C2-42B6-B414-81FA7F98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AB18E-6427-4632-A4BC-478AA4F7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27, 32; add 5.</a:t>
            </a:r>
          </a:p>
        </p:txBody>
      </p:sp>
    </p:spTree>
    <p:extLst>
      <p:ext uri="{BB962C8B-B14F-4D97-AF65-F5344CB8AC3E}">
        <p14:creationId xmlns:p14="http://schemas.microsoft.com/office/powerpoint/2010/main" val="1853024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058A5-4B22-47FD-A156-7901775B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84257-7CE6-444A-AE4C-8080619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25E6F-B4C3-4171-819B-2753B51C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FABD6-E189-4944-AA08-86425415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63EA8-4C4E-4DE3-9BA2-936B17C1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E3EC3-022C-4D0D-928B-4D92C9EC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3C3DE-4690-4B23-A79F-1E307971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52B31-2288-409A-8865-6137F98E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BA6716-124A-4ACE-B372-5CBA3933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f17e4b36e42f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029D4C-F760-4616-B643-832E2FD5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2272A-B4EF-47B7-8DFE-C677C8C4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variable as a label instead of a number that can vary.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4EF8B-0456-46A5-B21E-A600B08A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81789-90F1-4076-B95B-955435CC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9556E-12B7-4AC6-8833-A8D14FF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1133122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8F7258-4081-4636-927B-D0D26DA4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69110-1CAF-4B4A-9671-F3057DE8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B5D8E1-D7AB-4BC4-A05C-50015817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F1E3E-99B0-46B5-A0E7-886475CA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8FE04-3E8C-4972-BB36-79DB74AD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12755-B148-4C90-AD80-F4172733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A8E34E-616E-46F5-85A8-DA38239F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DD48A-AA37-4F50-8A1E-F2ACDD86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5BD82-3077-407B-BC6E-C165683A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8FC558-1156-4A04-A1A0-2879F51E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156C8-406D-46F1-8E24-DB0840DC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689FD-5EE6-484C-B192-CC4B54BC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CC6C1-D409-4453-9750-B1C4EA9E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EE3A4-5751-41AA-9A54-2A58F224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E4DF1-6191-4F74-A17D-9FD1B19C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743E95-BC61-4577-81F1-F37E8AAC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FF539-372A-4883-A703-E7DCE0FB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84253-D08F-48D5-B425-35E52901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00775-524F-4774-A576-ED357F87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491982-6C01-4B43-9938-36B7AE2A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FE3E26-8229-4578-AA07-473F9A4F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27, 32; add 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AE50D2-4A3A-4B6E-8C45-9E99F245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757391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A808B8-CDC7-49F3-B533-A565E41B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03D7E-0CFB-4673-BDE9-F3C4190B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BC07D-28A7-409C-9C9F-FD905638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9C3AB-6403-409B-9C29-E7A7D7B6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57336-A843-48E4-8402-8F180B6A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ECD64-C942-4078-ABBE-E33A3D4C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5A659-006E-425D-9536-88DB92CE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8193A-A7EB-4063-8FCC-E9B9EECD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A6DEB-94DE-4BB3-8534-722DA344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69F99-CD9B-4A28-9CBB-C8703302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7FEAC-0327-42E8-932B-5E16BD4E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784E9-2024-49CE-A5A2-FAB893AC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EC7ADB-35D3-4C2A-9B97-7ACC9B79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7FBE9-071C-4A8E-95BD-315B0264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7D39B-11B9-4050-8CA2-CD2C0283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CE037-8699-4AC6-AF71-3D0B4767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E0153-6CD7-459C-8F72-58710580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52CA3-DAAD-44F2-8695-B302E1F8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FDA30-C720-4E68-8BED-AD084389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926470-F567-45B4-884F-BECA71A6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5DE4D7-30F9-4578-BA62-466B0F13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586358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F29CB-73C7-4B13-8013-863592A5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CA354-DCB9-453F-BF7E-B84EB127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F448A-0673-4283-9FFF-82821828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E7898-670D-4350-8A17-5AF8EF0A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968C3-68E5-4524-ADBC-31C78A03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712F8-1511-485B-9DC9-CD381A09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5E4DEF-634D-4E1A-B0A8-C3806BA3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493FE-614A-46A2-9045-B7E3A937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8B1C3-2EFD-40E0-8E97-36193AC0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220FF-82C3-4B49-8552-E0A35633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a formula for the cost C of n tickets at £6 each plus a £4 booking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28D9CE-C461-475F-AD40-4977A9F7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81FA5-8980-4723-90AF-FF22436B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B7726-3ACA-4B26-93CA-2F6463C3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C = 6n + 4.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1312412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110EF-292B-45ED-8CE5-2A1473E6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74BCF-FDA8-4C99-AD7A-2994017B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A0E51-A487-402D-96F1-7297140B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4861F-97EB-4BB7-B33E-D48F446E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38F10-1C1A-42B0-9A4F-887A9060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73E81B-8FF0-4D6A-A3DD-5EAB06C6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E7E9D-6A86-48BC-80BA-90979130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A6470-174D-409A-970F-C822E43C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FD3D0-E877-4CF6-88E4-94F4FED5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F16AE-7C73-411A-9E5D-AD41F0FB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87878-90CB-4C7D-8BE8-CFE5AC98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125ECC-1857-4F25-B79F-61E16C7F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A8CA6-3DB0-4F73-BB45-ADFB9A2A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3FFCD-E519-4386-B6EA-1E3C8DC6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43638D-5DD3-48A1-BD39-7937EC19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CFAA9-0D03-485D-A85A-B1F2F303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D2CCC5-D151-42E9-82C2-F340271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DE288-EBF9-4D29-B58F-A2B2E366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641924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E0D256-4B95-4F2A-8633-BA1E9243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4837C-201C-428E-B01D-5C7FA93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9E6C4-580E-4856-B4D2-664194BE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0E7EE-8FCD-4C9C-B728-0650FC5A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41828-CE8E-464C-8ACB-6C1C5C26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4B22C-2B9D-4F93-9675-51DE6BDD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8CF10-B6C7-4059-AFE8-6C904C36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F62E3-5AD0-4A73-A833-537A82DF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17EFB-14C1-4E82-A2EB-D5FFA2EE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4D64E-EBAA-4BFD-A140-77180246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C4EA2-2A69-4CA0-A034-48954190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5055D-5EDB-4949-A684-DC5C4BAD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39EDF-4C33-403B-920F-EC53EBEC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94D6C-88A1-4DE1-A116-A4BF3F6E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3CAEEE-D66F-46A1-A146-82BBEE52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834166-2132-4A71-A40E-290BEACF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605ED2-3B24-41CD-8DD3-14B82E39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variable as a label instead of a number that can vary.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0BDE5-FB53-49A1-8695-CD735372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2B059-DC27-4D9C-8A25-C639A4DF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1E610-CFBF-4C84-9A0F-4D30E95B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407003-218A-42C7-B0E7-E8488634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2A648B-07E2-4E9A-953C-B2DCF41C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797334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2026-09-09T20:49:37.0640000Z</dcterms:created>
  <dcterms:modified xsi:type="dcterms:W3CDTF">2026-09-09T20:49:37.0640000Z</dcterms:modified>
</coreProperties>
</file>