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Generate terms from a position rule. Generate terms from a position rule.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Generate terms from a position rule. I do. Move each input into the rule, calculate, then reveal the output.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Generate terms from a position rule. You do. Pause before clicking. Let pupils try independently, then reveal and discuss every step. Move each input into the rule, calculate, then reveal the output.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Generate terms from a position rule. I do. Move each input into the rule, calculate, then reveal the output.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Generate terms from a position rule. You do. Pause before clicking. Let pupils try independently, then reveal and discuss every step. Move each input into the rule, calculate, then reveal the output.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Generate terms from a position rule.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Generate terms from a position rule.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5CE9BA32-65F9-4F08-804D-DE2EC603D2B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Generate terms from a position rule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133B52B-9660-473E-BDF1-D5793A3CC139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F18AFC2-E9DB-4284-9EF5-BB2EB72F836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F75E9EC-596B-4E06-BFC6-B672D144D28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Generate terms from a position rule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693A5C4-3F00-4E94-8D7E-09800BACC51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71BEBFD-6EA6-4746-94EB-562FECB0D816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generate sequence terms from a position-to-term rule.</a:t>
            </a:r>
          </a:p>
        </p:txBody>
      </p:sp>
    </p:spTree>
    <p:extLst>
      <p:ext uri="{BB962C8B-B14F-4D97-AF65-F5344CB8AC3E}">
        <p14:creationId xmlns:p14="http://schemas.microsoft.com/office/powerpoint/2010/main" val="611430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CACA9B65-CECB-4F44-8952-A0144FA304E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0B36DF7-4A39-4F37-9CF2-5B28521D785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the rule 4n − 1. Find the first five values.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C48174A-A1C9-41F7-8FB5-F23C87F38CB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7F64762-8477-4D71-A227-F0FEB6003D7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Generate terms from a position rule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36969FA-C80E-4CC1-A876-D917296CFB6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C3F9BE3-52B5-4C22-B80D-12C1C367D680}"/>
              </a:ext>
            </a:extLst>
          </p:cNvPr>
          <p:cNvSpPr>
            <a:spLocks noGrp="1"/>
          </p:cNvSpPr>
          <p:nvPr/>
        </p:nvSpPr>
        <p:spPr>
          <a:xfrm>
            <a:off x="95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2CB3778-BC6A-45BC-9D4F-EAF5141FA3E7}"/>
              </a:ext>
            </a:extLst>
          </p:cNvPr>
          <p:cNvSpPr>
            <a:spLocks noGrp="1"/>
          </p:cNvSpPr>
          <p:nvPr/>
        </p:nvSpPr>
        <p:spPr>
          <a:xfrm>
            <a:off x="95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EA84B9B-8ED0-4401-B06C-2285162354D8}"/>
              </a:ext>
            </a:extLst>
          </p:cNvPr>
          <p:cNvSpPr>
            <a:spLocks noGrp="1"/>
          </p:cNvSpPr>
          <p:nvPr/>
        </p:nvSpPr>
        <p:spPr>
          <a:xfrm>
            <a:off x="95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× 1 − 1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6ED8D20-2106-470F-8010-1AF8CF697BBA}"/>
              </a:ext>
            </a:extLst>
          </p:cNvPr>
          <p:cNvSpPr>
            <a:spLocks noGrp="1"/>
          </p:cNvSpPr>
          <p:nvPr/>
        </p:nvSpPr>
        <p:spPr>
          <a:xfrm>
            <a:off x="95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6D0861F-3BBB-41C9-965B-D64C61C62303}"/>
              </a:ext>
            </a:extLst>
          </p:cNvPr>
          <p:cNvSpPr>
            <a:spLocks noGrp="1"/>
          </p:cNvSpPr>
          <p:nvPr/>
        </p:nvSpPr>
        <p:spPr>
          <a:xfrm>
            <a:off x="3810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2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E650E13-51F1-4E89-AF99-DFA9A39AFBB9}"/>
              </a:ext>
            </a:extLst>
          </p:cNvPr>
          <p:cNvSpPr>
            <a:spLocks noGrp="1"/>
          </p:cNvSpPr>
          <p:nvPr/>
        </p:nvSpPr>
        <p:spPr>
          <a:xfrm>
            <a:off x="3810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627E693-50C8-4C92-A5B6-CA9E38B76CB0}"/>
              </a:ext>
            </a:extLst>
          </p:cNvPr>
          <p:cNvSpPr>
            <a:spLocks noGrp="1"/>
          </p:cNvSpPr>
          <p:nvPr/>
        </p:nvSpPr>
        <p:spPr>
          <a:xfrm>
            <a:off x="3810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× 2 − 1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08A850A-6FD1-49BC-94BE-5D03E327007F}"/>
              </a:ext>
            </a:extLst>
          </p:cNvPr>
          <p:cNvSpPr>
            <a:spLocks noGrp="1"/>
          </p:cNvSpPr>
          <p:nvPr/>
        </p:nvSpPr>
        <p:spPr>
          <a:xfrm>
            <a:off x="3810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BD128F3-A321-47D6-8B10-90FAE190B770}"/>
              </a:ext>
            </a:extLst>
          </p:cNvPr>
          <p:cNvSpPr>
            <a:spLocks noGrp="1"/>
          </p:cNvSpPr>
          <p:nvPr/>
        </p:nvSpPr>
        <p:spPr>
          <a:xfrm>
            <a:off x="6667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8C6518A-39A1-453A-8182-EC532A141FFC}"/>
              </a:ext>
            </a:extLst>
          </p:cNvPr>
          <p:cNvSpPr>
            <a:spLocks noGrp="1"/>
          </p:cNvSpPr>
          <p:nvPr/>
        </p:nvSpPr>
        <p:spPr>
          <a:xfrm>
            <a:off x="6667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AD18D72-E872-4397-BD6A-11E1CB534EB1}"/>
              </a:ext>
            </a:extLst>
          </p:cNvPr>
          <p:cNvSpPr>
            <a:spLocks noGrp="1"/>
          </p:cNvSpPr>
          <p:nvPr/>
        </p:nvSpPr>
        <p:spPr>
          <a:xfrm>
            <a:off x="6667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× 3 − 1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DC9BBD8A-B8FF-490A-91E1-D249A64B2E41}"/>
              </a:ext>
            </a:extLst>
          </p:cNvPr>
          <p:cNvSpPr>
            <a:spLocks noGrp="1"/>
          </p:cNvSpPr>
          <p:nvPr/>
        </p:nvSpPr>
        <p:spPr>
          <a:xfrm>
            <a:off x="6667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A5DF283-E9E4-4973-BE25-6480D2066307}"/>
              </a:ext>
            </a:extLst>
          </p:cNvPr>
          <p:cNvSpPr>
            <a:spLocks noGrp="1"/>
          </p:cNvSpPr>
          <p:nvPr/>
        </p:nvSpPr>
        <p:spPr>
          <a:xfrm>
            <a:off x="9525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4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BB317FA-9931-463C-9957-0ADC9FE172FC}"/>
              </a:ext>
            </a:extLst>
          </p:cNvPr>
          <p:cNvSpPr>
            <a:spLocks noGrp="1"/>
          </p:cNvSpPr>
          <p:nvPr/>
        </p:nvSpPr>
        <p:spPr>
          <a:xfrm>
            <a:off x="9525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F929AB4-5E25-4E65-A445-48FEDE1C2678}"/>
              </a:ext>
            </a:extLst>
          </p:cNvPr>
          <p:cNvSpPr>
            <a:spLocks noGrp="1"/>
          </p:cNvSpPr>
          <p:nvPr/>
        </p:nvSpPr>
        <p:spPr>
          <a:xfrm>
            <a:off x="9525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× 4 − 1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3A99604-2AD7-48A6-910D-5D02AB4CEE95}"/>
              </a:ext>
            </a:extLst>
          </p:cNvPr>
          <p:cNvSpPr>
            <a:spLocks noGrp="1"/>
          </p:cNvSpPr>
          <p:nvPr/>
        </p:nvSpPr>
        <p:spPr>
          <a:xfrm>
            <a:off x="9525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8F6CE1E-2197-4504-A7D1-83107FFDB764}"/>
              </a:ext>
            </a:extLst>
          </p:cNvPr>
          <p:cNvSpPr>
            <a:spLocks noGrp="1"/>
          </p:cNvSpPr>
          <p:nvPr/>
        </p:nvSpPr>
        <p:spPr>
          <a:xfrm>
            <a:off x="1238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5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9CAD49EC-EC79-4F36-911D-D6D8AB84F5F2}"/>
              </a:ext>
            </a:extLst>
          </p:cNvPr>
          <p:cNvSpPr>
            <a:spLocks noGrp="1"/>
          </p:cNvSpPr>
          <p:nvPr/>
        </p:nvSpPr>
        <p:spPr>
          <a:xfrm>
            <a:off x="1238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76E8AAEE-D0D4-485E-8D2D-9C4CCEB693FF}"/>
              </a:ext>
            </a:extLst>
          </p:cNvPr>
          <p:cNvSpPr>
            <a:spLocks noGrp="1"/>
          </p:cNvSpPr>
          <p:nvPr/>
        </p:nvSpPr>
        <p:spPr>
          <a:xfrm>
            <a:off x="1238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× 5 − 1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15C349B-8744-4E62-8E3D-2AF234E789D2}"/>
              </a:ext>
            </a:extLst>
          </p:cNvPr>
          <p:cNvSpPr>
            <a:spLocks noGrp="1"/>
          </p:cNvSpPr>
          <p:nvPr/>
        </p:nvSpPr>
        <p:spPr>
          <a:xfrm>
            <a:off x="1238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145378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16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26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36" dur="8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8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46" dur="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0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8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1" grpId="0"/>
      <p:bldP spid="12" grpId="0"/>
      <p:bldP spid="13" grpId="0"/>
      <p:bldP spid="15" grpId="0"/>
      <p:bldP spid="16" grpId="0"/>
      <p:bldP spid="17" grpId="0"/>
      <p:bldP spid="19" grpId="0"/>
      <p:bldP spid="20" grpId="0"/>
      <p:bldP spid="21" grpId="0"/>
      <p:bldP spid="23" grpId="0"/>
      <p:bldP spid="24" grpId="0"/>
      <p:bldP spid="2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FC2391A1-D39F-4262-8213-B5C3A9D007D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F699C10-D7F6-4F7B-AE9F-824DAD75EFB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F75E4EF-059B-4792-A071-5F6EB2D13DC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the rule 5n − 1. Find the first five values.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8724082-47D2-4E29-AA07-E8E908F0B07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7B7FA02-7C3D-44F8-8BC9-4BBA29A56BA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Generate terms from a position rule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8C11AF5-E8C2-4F37-B11F-F853F2B3860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E1A1804-9DD3-4856-9A2D-58167A924A6C}"/>
              </a:ext>
            </a:extLst>
          </p:cNvPr>
          <p:cNvSpPr>
            <a:spLocks noGrp="1"/>
          </p:cNvSpPr>
          <p:nvPr/>
        </p:nvSpPr>
        <p:spPr>
          <a:xfrm>
            <a:off x="95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662B436-7C51-4101-957D-7B7F3D905303}"/>
              </a:ext>
            </a:extLst>
          </p:cNvPr>
          <p:cNvSpPr>
            <a:spLocks noGrp="1"/>
          </p:cNvSpPr>
          <p:nvPr/>
        </p:nvSpPr>
        <p:spPr>
          <a:xfrm>
            <a:off x="95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7A46EC0-5EE8-4BFE-AB5E-7943BF9CD5AE}"/>
              </a:ext>
            </a:extLst>
          </p:cNvPr>
          <p:cNvSpPr>
            <a:spLocks noGrp="1"/>
          </p:cNvSpPr>
          <p:nvPr/>
        </p:nvSpPr>
        <p:spPr>
          <a:xfrm>
            <a:off x="95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× 1 − 1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5136B73-64B5-4EE2-9107-0B0DC6C54A1B}"/>
              </a:ext>
            </a:extLst>
          </p:cNvPr>
          <p:cNvSpPr>
            <a:spLocks noGrp="1"/>
          </p:cNvSpPr>
          <p:nvPr/>
        </p:nvSpPr>
        <p:spPr>
          <a:xfrm>
            <a:off x="95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F320B49-D43B-4C4D-97E9-3D66D976329D}"/>
              </a:ext>
            </a:extLst>
          </p:cNvPr>
          <p:cNvSpPr>
            <a:spLocks noGrp="1"/>
          </p:cNvSpPr>
          <p:nvPr/>
        </p:nvSpPr>
        <p:spPr>
          <a:xfrm>
            <a:off x="3810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61C9346-5A0F-4484-AEF4-B172F958C6EE}"/>
              </a:ext>
            </a:extLst>
          </p:cNvPr>
          <p:cNvSpPr>
            <a:spLocks noGrp="1"/>
          </p:cNvSpPr>
          <p:nvPr/>
        </p:nvSpPr>
        <p:spPr>
          <a:xfrm>
            <a:off x="3810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1109710-0F95-4342-BBD4-74B5A3687818}"/>
              </a:ext>
            </a:extLst>
          </p:cNvPr>
          <p:cNvSpPr>
            <a:spLocks noGrp="1"/>
          </p:cNvSpPr>
          <p:nvPr/>
        </p:nvSpPr>
        <p:spPr>
          <a:xfrm>
            <a:off x="3810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× 2 − 1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DAB10B6-DD8E-45A0-8F00-1F897F858530}"/>
              </a:ext>
            </a:extLst>
          </p:cNvPr>
          <p:cNvSpPr>
            <a:spLocks noGrp="1"/>
          </p:cNvSpPr>
          <p:nvPr/>
        </p:nvSpPr>
        <p:spPr>
          <a:xfrm>
            <a:off x="3810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BA7C30B-7A2F-4B1A-AC47-5EEC2E8E7204}"/>
              </a:ext>
            </a:extLst>
          </p:cNvPr>
          <p:cNvSpPr>
            <a:spLocks noGrp="1"/>
          </p:cNvSpPr>
          <p:nvPr/>
        </p:nvSpPr>
        <p:spPr>
          <a:xfrm>
            <a:off x="6667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3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202B5C0-541F-4617-A636-ECD60BC8D164}"/>
              </a:ext>
            </a:extLst>
          </p:cNvPr>
          <p:cNvSpPr>
            <a:spLocks noGrp="1"/>
          </p:cNvSpPr>
          <p:nvPr/>
        </p:nvSpPr>
        <p:spPr>
          <a:xfrm>
            <a:off x="6667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6DA6E933-43A5-4185-B2E3-F7F94A642272}"/>
              </a:ext>
            </a:extLst>
          </p:cNvPr>
          <p:cNvSpPr>
            <a:spLocks noGrp="1"/>
          </p:cNvSpPr>
          <p:nvPr/>
        </p:nvSpPr>
        <p:spPr>
          <a:xfrm>
            <a:off x="6667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× 3 − 1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D6FB8D3-E763-4061-A737-5BA82654D0F4}"/>
              </a:ext>
            </a:extLst>
          </p:cNvPr>
          <p:cNvSpPr>
            <a:spLocks noGrp="1"/>
          </p:cNvSpPr>
          <p:nvPr/>
        </p:nvSpPr>
        <p:spPr>
          <a:xfrm>
            <a:off x="6667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F63F8CA-8624-4967-87AD-2C34B88A9293}"/>
              </a:ext>
            </a:extLst>
          </p:cNvPr>
          <p:cNvSpPr>
            <a:spLocks noGrp="1"/>
          </p:cNvSpPr>
          <p:nvPr/>
        </p:nvSpPr>
        <p:spPr>
          <a:xfrm>
            <a:off x="9525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4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CF68B05-C349-4724-B3A8-C79A1C4F28D5}"/>
              </a:ext>
            </a:extLst>
          </p:cNvPr>
          <p:cNvSpPr>
            <a:spLocks noGrp="1"/>
          </p:cNvSpPr>
          <p:nvPr/>
        </p:nvSpPr>
        <p:spPr>
          <a:xfrm>
            <a:off x="9525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3DDF25F5-18D4-41D3-9F31-C108F44BC3C2}"/>
              </a:ext>
            </a:extLst>
          </p:cNvPr>
          <p:cNvSpPr>
            <a:spLocks noGrp="1"/>
          </p:cNvSpPr>
          <p:nvPr/>
        </p:nvSpPr>
        <p:spPr>
          <a:xfrm>
            <a:off x="9525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× 4 − 1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ABBC37B-AE48-4E36-BEBC-035064FC72F1}"/>
              </a:ext>
            </a:extLst>
          </p:cNvPr>
          <p:cNvSpPr>
            <a:spLocks noGrp="1"/>
          </p:cNvSpPr>
          <p:nvPr/>
        </p:nvSpPr>
        <p:spPr>
          <a:xfrm>
            <a:off x="9525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2BB3114E-E74F-40F3-92E4-0C2B32794CF8}"/>
              </a:ext>
            </a:extLst>
          </p:cNvPr>
          <p:cNvSpPr>
            <a:spLocks noGrp="1"/>
          </p:cNvSpPr>
          <p:nvPr/>
        </p:nvSpPr>
        <p:spPr>
          <a:xfrm>
            <a:off x="1238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5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3960C2C-DC59-4D9B-A905-7AE855DCFE13}"/>
              </a:ext>
            </a:extLst>
          </p:cNvPr>
          <p:cNvSpPr>
            <a:spLocks noGrp="1"/>
          </p:cNvSpPr>
          <p:nvPr/>
        </p:nvSpPr>
        <p:spPr>
          <a:xfrm>
            <a:off x="1238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F3244C2-897C-4165-BD0B-CA990420D537}"/>
              </a:ext>
            </a:extLst>
          </p:cNvPr>
          <p:cNvSpPr>
            <a:spLocks noGrp="1"/>
          </p:cNvSpPr>
          <p:nvPr/>
        </p:nvSpPr>
        <p:spPr>
          <a:xfrm>
            <a:off x="1238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× 5 − 1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0094B57E-E714-4EB5-8C8D-DDAE446CA3A7}"/>
              </a:ext>
            </a:extLst>
          </p:cNvPr>
          <p:cNvSpPr>
            <a:spLocks noGrp="1"/>
          </p:cNvSpPr>
          <p:nvPr/>
        </p:nvSpPr>
        <p:spPr>
          <a:xfrm>
            <a:off x="1238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371354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6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16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26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36" dur="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8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46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0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8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2" grpId="0"/>
      <p:bldP spid="13" grpId="0"/>
      <p:bldP spid="14" grpId="0"/>
      <p:bldP spid="16" grpId="0"/>
      <p:bldP spid="17" grpId="0"/>
      <p:bldP spid="18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D9408063-D66A-4A1E-81A5-F74BA463457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BB9D212-A4DE-4EE0-8757-18A7B291DDB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the rule 6n − 1. Find the first five values.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ECE7D73-48FE-4827-88C1-37F5AA48627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3CF4E79-511D-4A8F-B5EE-A142A7AD3B4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Generate terms from a position rule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F36DD20-4F51-4AAC-9C93-E5E38770A0B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2B68A88-3C59-451C-B443-C8E7A0CC6DA5}"/>
              </a:ext>
            </a:extLst>
          </p:cNvPr>
          <p:cNvSpPr>
            <a:spLocks noGrp="1"/>
          </p:cNvSpPr>
          <p:nvPr/>
        </p:nvSpPr>
        <p:spPr>
          <a:xfrm>
            <a:off x="95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FAE8384-445C-453B-AD57-C164B56BF61A}"/>
              </a:ext>
            </a:extLst>
          </p:cNvPr>
          <p:cNvSpPr>
            <a:spLocks noGrp="1"/>
          </p:cNvSpPr>
          <p:nvPr/>
        </p:nvSpPr>
        <p:spPr>
          <a:xfrm>
            <a:off x="95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D5A8145-1F3D-45FF-880D-06A07D4B0D2D}"/>
              </a:ext>
            </a:extLst>
          </p:cNvPr>
          <p:cNvSpPr>
            <a:spLocks noGrp="1"/>
          </p:cNvSpPr>
          <p:nvPr/>
        </p:nvSpPr>
        <p:spPr>
          <a:xfrm>
            <a:off x="95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1 − 1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25A2FAA-F915-4A66-87F3-FD1BE994BC26}"/>
              </a:ext>
            </a:extLst>
          </p:cNvPr>
          <p:cNvSpPr>
            <a:spLocks noGrp="1"/>
          </p:cNvSpPr>
          <p:nvPr/>
        </p:nvSpPr>
        <p:spPr>
          <a:xfrm>
            <a:off x="95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5A3C855-A124-4A16-9475-B067049C3FB7}"/>
              </a:ext>
            </a:extLst>
          </p:cNvPr>
          <p:cNvSpPr>
            <a:spLocks noGrp="1"/>
          </p:cNvSpPr>
          <p:nvPr/>
        </p:nvSpPr>
        <p:spPr>
          <a:xfrm>
            <a:off x="3810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2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56484F1-5E8E-4D0A-9DE0-364BCCCFB311}"/>
              </a:ext>
            </a:extLst>
          </p:cNvPr>
          <p:cNvSpPr>
            <a:spLocks noGrp="1"/>
          </p:cNvSpPr>
          <p:nvPr/>
        </p:nvSpPr>
        <p:spPr>
          <a:xfrm>
            <a:off x="3810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02BD3EA-1DF3-4D6F-B5B3-E1B975694A7C}"/>
              </a:ext>
            </a:extLst>
          </p:cNvPr>
          <p:cNvSpPr>
            <a:spLocks noGrp="1"/>
          </p:cNvSpPr>
          <p:nvPr/>
        </p:nvSpPr>
        <p:spPr>
          <a:xfrm>
            <a:off x="3810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2 − 1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104DA28-BB07-49F8-8826-EC3ED991E620}"/>
              </a:ext>
            </a:extLst>
          </p:cNvPr>
          <p:cNvSpPr>
            <a:spLocks noGrp="1"/>
          </p:cNvSpPr>
          <p:nvPr/>
        </p:nvSpPr>
        <p:spPr>
          <a:xfrm>
            <a:off x="3810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B71F5D2-44B9-43B3-9AE1-037289272BE4}"/>
              </a:ext>
            </a:extLst>
          </p:cNvPr>
          <p:cNvSpPr>
            <a:spLocks noGrp="1"/>
          </p:cNvSpPr>
          <p:nvPr/>
        </p:nvSpPr>
        <p:spPr>
          <a:xfrm>
            <a:off x="6667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3266CABD-335F-424C-9AEB-36432F18B1CC}"/>
              </a:ext>
            </a:extLst>
          </p:cNvPr>
          <p:cNvSpPr>
            <a:spLocks noGrp="1"/>
          </p:cNvSpPr>
          <p:nvPr/>
        </p:nvSpPr>
        <p:spPr>
          <a:xfrm>
            <a:off x="6667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5E6C86C-0E1F-4F63-9268-D29F5A5A69A7}"/>
              </a:ext>
            </a:extLst>
          </p:cNvPr>
          <p:cNvSpPr>
            <a:spLocks noGrp="1"/>
          </p:cNvSpPr>
          <p:nvPr/>
        </p:nvSpPr>
        <p:spPr>
          <a:xfrm>
            <a:off x="6667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3 − 1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FB444CF-946A-4636-BC29-460331E58D5D}"/>
              </a:ext>
            </a:extLst>
          </p:cNvPr>
          <p:cNvSpPr>
            <a:spLocks noGrp="1"/>
          </p:cNvSpPr>
          <p:nvPr/>
        </p:nvSpPr>
        <p:spPr>
          <a:xfrm>
            <a:off x="6667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ECF45BA-5B21-4A38-A5A3-B5BD04930FA8}"/>
              </a:ext>
            </a:extLst>
          </p:cNvPr>
          <p:cNvSpPr>
            <a:spLocks noGrp="1"/>
          </p:cNvSpPr>
          <p:nvPr/>
        </p:nvSpPr>
        <p:spPr>
          <a:xfrm>
            <a:off x="9525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4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44C706D4-0D42-4EA5-8774-9744E1F9D173}"/>
              </a:ext>
            </a:extLst>
          </p:cNvPr>
          <p:cNvSpPr>
            <a:spLocks noGrp="1"/>
          </p:cNvSpPr>
          <p:nvPr/>
        </p:nvSpPr>
        <p:spPr>
          <a:xfrm>
            <a:off x="9525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E275CE4-9D59-4CEC-9E22-4AED5D21D347}"/>
              </a:ext>
            </a:extLst>
          </p:cNvPr>
          <p:cNvSpPr>
            <a:spLocks noGrp="1"/>
          </p:cNvSpPr>
          <p:nvPr/>
        </p:nvSpPr>
        <p:spPr>
          <a:xfrm>
            <a:off x="9525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4 − 1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56A43A3A-A3BC-43C3-8BFF-2427AEC591A2}"/>
              </a:ext>
            </a:extLst>
          </p:cNvPr>
          <p:cNvSpPr>
            <a:spLocks noGrp="1"/>
          </p:cNvSpPr>
          <p:nvPr/>
        </p:nvSpPr>
        <p:spPr>
          <a:xfrm>
            <a:off x="9525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97B5948B-B38E-4083-9326-37E833A4257B}"/>
              </a:ext>
            </a:extLst>
          </p:cNvPr>
          <p:cNvSpPr>
            <a:spLocks noGrp="1"/>
          </p:cNvSpPr>
          <p:nvPr/>
        </p:nvSpPr>
        <p:spPr>
          <a:xfrm>
            <a:off x="1238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5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297DDA7A-B29E-4B0C-A8AF-48795A93B065}"/>
              </a:ext>
            </a:extLst>
          </p:cNvPr>
          <p:cNvSpPr>
            <a:spLocks noGrp="1"/>
          </p:cNvSpPr>
          <p:nvPr/>
        </p:nvSpPr>
        <p:spPr>
          <a:xfrm>
            <a:off x="1238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F0E9C285-DC62-42FC-9C94-7D36C7231773}"/>
              </a:ext>
            </a:extLst>
          </p:cNvPr>
          <p:cNvSpPr>
            <a:spLocks noGrp="1"/>
          </p:cNvSpPr>
          <p:nvPr/>
        </p:nvSpPr>
        <p:spPr>
          <a:xfrm>
            <a:off x="1238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5 − 1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1B6ACF8-E57C-4F63-9CC7-FDE69A24F4D6}"/>
              </a:ext>
            </a:extLst>
          </p:cNvPr>
          <p:cNvSpPr>
            <a:spLocks noGrp="1"/>
          </p:cNvSpPr>
          <p:nvPr/>
        </p:nvSpPr>
        <p:spPr>
          <a:xfrm>
            <a:off x="1238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938460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6" dur="8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16" dur="8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26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36" dur="8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8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46" dur="8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0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8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1" grpId="0"/>
      <p:bldP spid="12" grpId="0"/>
      <p:bldP spid="13" grpId="0"/>
      <p:bldP spid="15" grpId="0"/>
      <p:bldP spid="16" grpId="0"/>
      <p:bldP spid="17" grpId="0"/>
      <p:bldP spid="19" grpId="0"/>
      <p:bldP spid="20" grpId="0"/>
      <p:bldP spid="21" grpId="0"/>
      <p:bldP spid="23" grpId="0"/>
      <p:bldP spid="24" grpId="0"/>
      <p:bldP spid="2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882AEDE8-3016-48CF-9891-08D514E4FEA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3205CCE9-85D6-4D4A-B2D1-22EEF8B4DFC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25A264B-B33E-4594-B212-DAEDCAAC7B0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the rule 7n − 1. Find the first five values.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5244A21-614F-4CA4-B0AD-C6F2E6F1A73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41BD3E9-3F4D-46FB-9EBE-206DF8BC613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Generate terms from a position rule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9C2A5BA-3E97-4B53-BC1C-4C838C7926C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AD0AB79-3914-4150-AEDA-757D32E1FA86}"/>
              </a:ext>
            </a:extLst>
          </p:cNvPr>
          <p:cNvSpPr>
            <a:spLocks noGrp="1"/>
          </p:cNvSpPr>
          <p:nvPr/>
        </p:nvSpPr>
        <p:spPr>
          <a:xfrm>
            <a:off x="95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3279C10-0EBB-42D0-8D75-8A871171BF26}"/>
              </a:ext>
            </a:extLst>
          </p:cNvPr>
          <p:cNvSpPr>
            <a:spLocks noGrp="1"/>
          </p:cNvSpPr>
          <p:nvPr/>
        </p:nvSpPr>
        <p:spPr>
          <a:xfrm>
            <a:off x="95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8F93FE0-9A7F-4110-8C88-43A21860E387}"/>
              </a:ext>
            </a:extLst>
          </p:cNvPr>
          <p:cNvSpPr>
            <a:spLocks noGrp="1"/>
          </p:cNvSpPr>
          <p:nvPr/>
        </p:nvSpPr>
        <p:spPr>
          <a:xfrm>
            <a:off x="95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1 − 1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0E1D88B-9695-4DAE-A353-35EE682687E0}"/>
              </a:ext>
            </a:extLst>
          </p:cNvPr>
          <p:cNvSpPr>
            <a:spLocks noGrp="1"/>
          </p:cNvSpPr>
          <p:nvPr/>
        </p:nvSpPr>
        <p:spPr>
          <a:xfrm>
            <a:off x="95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C363CBF-26EB-4E43-954A-8997011A85F5}"/>
              </a:ext>
            </a:extLst>
          </p:cNvPr>
          <p:cNvSpPr>
            <a:spLocks noGrp="1"/>
          </p:cNvSpPr>
          <p:nvPr/>
        </p:nvSpPr>
        <p:spPr>
          <a:xfrm>
            <a:off x="3810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2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1D77D35-AF26-4B0C-96CF-5C4C940A9D4C}"/>
              </a:ext>
            </a:extLst>
          </p:cNvPr>
          <p:cNvSpPr>
            <a:spLocks noGrp="1"/>
          </p:cNvSpPr>
          <p:nvPr/>
        </p:nvSpPr>
        <p:spPr>
          <a:xfrm>
            <a:off x="3810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CD41E12-75E5-4882-80D7-FCA5F22DFEB3}"/>
              </a:ext>
            </a:extLst>
          </p:cNvPr>
          <p:cNvSpPr>
            <a:spLocks noGrp="1"/>
          </p:cNvSpPr>
          <p:nvPr/>
        </p:nvSpPr>
        <p:spPr>
          <a:xfrm>
            <a:off x="3810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2 − 1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2B2BEE7-29F0-483E-BD8C-942BF088BF7A}"/>
              </a:ext>
            </a:extLst>
          </p:cNvPr>
          <p:cNvSpPr>
            <a:spLocks noGrp="1"/>
          </p:cNvSpPr>
          <p:nvPr/>
        </p:nvSpPr>
        <p:spPr>
          <a:xfrm>
            <a:off x="3810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11C257D-2E75-45A9-B2D9-82149F1C9CE9}"/>
              </a:ext>
            </a:extLst>
          </p:cNvPr>
          <p:cNvSpPr>
            <a:spLocks noGrp="1"/>
          </p:cNvSpPr>
          <p:nvPr/>
        </p:nvSpPr>
        <p:spPr>
          <a:xfrm>
            <a:off x="6667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3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868F293-F1AF-4924-80E3-96CE74A45DD0}"/>
              </a:ext>
            </a:extLst>
          </p:cNvPr>
          <p:cNvSpPr>
            <a:spLocks noGrp="1"/>
          </p:cNvSpPr>
          <p:nvPr/>
        </p:nvSpPr>
        <p:spPr>
          <a:xfrm>
            <a:off x="6667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1E04684-9971-4E3F-9CD4-1C2CCDD21E30}"/>
              </a:ext>
            </a:extLst>
          </p:cNvPr>
          <p:cNvSpPr>
            <a:spLocks noGrp="1"/>
          </p:cNvSpPr>
          <p:nvPr/>
        </p:nvSpPr>
        <p:spPr>
          <a:xfrm>
            <a:off x="6667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3 − 1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0DD544B-EDAE-432B-AD07-17E097624205}"/>
              </a:ext>
            </a:extLst>
          </p:cNvPr>
          <p:cNvSpPr>
            <a:spLocks noGrp="1"/>
          </p:cNvSpPr>
          <p:nvPr/>
        </p:nvSpPr>
        <p:spPr>
          <a:xfrm>
            <a:off x="6667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87CF0EB6-7A84-470D-B42C-4045E1747257}"/>
              </a:ext>
            </a:extLst>
          </p:cNvPr>
          <p:cNvSpPr>
            <a:spLocks noGrp="1"/>
          </p:cNvSpPr>
          <p:nvPr/>
        </p:nvSpPr>
        <p:spPr>
          <a:xfrm>
            <a:off x="95250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4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AC1126D-7827-46C4-B17E-084AB375D613}"/>
              </a:ext>
            </a:extLst>
          </p:cNvPr>
          <p:cNvSpPr>
            <a:spLocks noGrp="1"/>
          </p:cNvSpPr>
          <p:nvPr/>
        </p:nvSpPr>
        <p:spPr>
          <a:xfrm>
            <a:off x="95250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83E7EE2-A649-4AF1-9F03-0015BD5712A2}"/>
              </a:ext>
            </a:extLst>
          </p:cNvPr>
          <p:cNvSpPr>
            <a:spLocks noGrp="1"/>
          </p:cNvSpPr>
          <p:nvPr/>
        </p:nvSpPr>
        <p:spPr>
          <a:xfrm>
            <a:off x="95250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4 − 1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AE03F2C6-611A-454C-BAB0-FC89199B98FA}"/>
              </a:ext>
            </a:extLst>
          </p:cNvPr>
          <p:cNvSpPr>
            <a:spLocks noGrp="1"/>
          </p:cNvSpPr>
          <p:nvPr/>
        </p:nvSpPr>
        <p:spPr>
          <a:xfrm>
            <a:off x="95250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C96B86D-A402-4E16-B2A9-8B0801F52EA3}"/>
              </a:ext>
            </a:extLst>
          </p:cNvPr>
          <p:cNvSpPr>
            <a:spLocks noGrp="1"/>
          </p:cNvSpPr>
          <p:nvPr/>
        </p:nvSpPr>
        <p:spPr>
          <a:xfrm>
            <a:off x="12382500" y="2797969"/>
            <a:ext cx="250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n = 5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1624DC2E-7D2E-4E19-A2DC-F35344AF274E}"/>
              </a:ext>
            </a:extLst>
          </p:cNvPr>
          <p:cNvSpPr>
            <a:spLocks noGrp="1"/>
          </p:cNvSpPr>
          <p:nvPr/>
        </p:nvSpPr>
        <p:spPr>
          <a:xfrm>
            <a:off x="12382500" y="3631406"/>
            <a:ext cx="250031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3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3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5BF5891-E2A4-4E2B-8422-C3F7E4F7772C}"/>
              </a:ext>
            </a:extLst>
          </p:cNvPr>
          <p:cNvSpPr>
            <a:spLocks noGrp="1"/>
          </p:cNvSpPr>
          <p:nvPr/>
        </p:nvSpPr>
        <p:spPr>
          <a:xfrm>
            <a:off x="12382500" y="5417344"/>
            <a:ext cx="2500313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 × 5 − 1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C5AE98F1-3492-42BE-866F-3FFA2688E238}"/>
              </a:ext>
            </a:extLst>
          </p:cNvPr>
          <p:cNvSpPr>
            <a:spLocks noGrp="1"/>
          </p:cNvSpPr>
          <p:nvPr/>
        </p:nvSpPr>
        <p:spPr>
          <a:xfrm>
            <a:off x="12382500" y="6429375"/>
            <a:ext cx="25003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00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68081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6" dur="8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8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16" dur="8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8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8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26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8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36" dur="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8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10416667 E" pathEditMode="relative" ptsTypes="">
                                      <p:cBhvr>
                                        <p:cTn id="46" dur="8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80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800"/>
                            </p:stCondLst>
                            <p:childTnLst>
                              <p:par>
                                <p:cTn id="5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2" grpId="0"/>
      <p:bldP spid="13" grpId="0"/>
      <p:bldP spid="14" grpId="0"/>
      <p:bldP spid="16" grpId="0"/>
      <p:bldP spid="17" grpId="0"/>
      <p:bldP spid="18" grpId="0"/>
      <p:bldP spid="20" grpId="0"/>
      <p:bldP spid="21" grpId="0"/>
      <p:bldP spid="22" grpId="0"/>
      <p:bldP spid="24" grpId="0"/>
      <p:bldP spid="25" grpId="0"/>
      <p:bldP spid="2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9298FCB6-7230-4AF6-9511-AB13716FC89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CC3DA78-0EF1-4DCF-907A-5592C8E2CA77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56052DF-0637-459A-8492-3547C6A7258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01D529E-8B99-4A00-BAF7-23D66813634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CDE9741-7BC9-49A3-B3E5-FE575DD991D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Generate terms from a position rule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64C9067-50FC-403A-85AB-E87AB7BA522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45F8712-E13E-4D9C-847F-3FE49237359C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555C8D5-03A2-410B-8185-D08B12BD44B8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first five terms of 4n - 1.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9AC9C0E-1838-488B-B65D-F0661E9F6B24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D1419D6-F751-4F48-BED0-AA8B1C31A137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Continue 7, 12, 17, 22 and state the rule.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8F48B11-BECE-46E3-AC02-3A98A11D1533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FE42EF6-4B23-4548-BD17-6A0083BA30EF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missing terms: 84, __, 62, __, 40.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42D2691-3BD6-461E-9C7C-B49322A97CEA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E2A6AED4-F240-474A-8337-D4940BC0BD66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Find the first five terms of 4n - 1.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9C237C4-0590-49B1-A7FA-F73546FB7017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C9292EC-4225-412F-A5A0-AE78FA250297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Continue 7, 12, 17, 22 and state the rule.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00D6BBF-3734-44E7-9DF8-CEAE2FDA6392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DCA7AAD-C41B-423D-820D-00DF8695BC3D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Find the missing terms: 84, __, 62, __, 40.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C27DDAB-E614-4550-BB1D-8C9C7A06D917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4AC8DAB-9D2E-4790-9E6C-075FE4E97FC7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Write a formula for the cost C of n tickets at £6 each plus a £4 booking fee.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47AE0CBA-DB42-46FD-B88F-A9D544D864FC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AACA424-7633-4231-87DD-8B1C9AACC81A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treats a variable as a label instead of a number that can vary.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55B69DB-029E-4ACC-9005-C0BBF32F8A93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245BD2F-55F6-4FC6-95B9-83EBDA9B139A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6789F595-61E5-4CB3-9204-034C4FC16040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F4DDA57E-5E8E-40C4-9D97-E65FA0EA0A91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Find the missing terms: 84, __, 62, __, 40.</a:t>
            </a:r>
          </a:p>
        </p:txBody>
      </p:sp>
    </p:spTree>
    <p:extLst>
      <p:ext uri="{BB962C8B-B14F-4D97-AF65-F5344CB8AC3E}">
        <p14:creationId xmlns:p14="http://schemas.microsoft.com/office/powerpoint/2010/main" val="20353127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B1CB629B-CEF7-4443-98D5-EB5D77BFDB4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5820147-99C4-4252-9C5D-01A7D02DA6B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F2FB31B-5190-4763-A914-B00A1F6ACFD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0645125-DEAD-4958-8287-B3A629418DB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Generate terms from a position rule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7D115FC-95E9-4A5A-8C84-72E52939156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7619D8E-E97F-4052-81F6-14CA457EDDF1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750E7AE-DF5E-40D1-82E6-317930C03D26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3, 7, 11, 15, 19.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0B41960-91B7-458B-A26B-1B8695F29B4D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A70C059-5C43-4395-A3E6-98E50D7EBD51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27, 32; add 5.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774677E-890B-43A6-9585-79B238F203F5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1824859-D0A5-44CB-AE91-E1E3404516D6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73 and 51.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67C883C-17B2-4A25-8FF2-181FBBD69BED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7F6365A4-2E2D-4686-BEFE-D4621077B8EB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3, 7, 11, 15, 19.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D29A3CC-7A46-41B0-B46B-6ED67DC390DB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4B083C2A-AE51-4903-9427-9A0804437EBD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27, 32; add 5.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0BBBD38-56B9-4880-880A-AAEDC7DD4A24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5FE69DE9-1532-4B63-BF7F-62D1A38AFACD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73 and 51.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AE19436-E462-49A8-B0E9-AB3519BEA7EE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0ECD9C25-D308-4BB8-B39B-3D513BE06421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C = 6n + 4.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D26135F-1B21-4790-869D-E5D28773E308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98728A9-9D10-4452-B91D-C7B62484A514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State what the variable represents, substitute its value and preserve the operation structure.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6C7133A-DA94-454A-A9B9-8D1C9F95EDFE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B89639E-FCA6-482C-9485-8359DAD17921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35F4F970-3075-4443-993B-378FB81A62EE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A6ABFEE6-C117-4059-9727-188328C178AD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94392013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1149</Words>
  <Application>Microsoft Office PowerPoint</Application>
  <DocSecurity>0</DocSecurity>
  <PresentationFormat>Custom</PresentationFormat>
  <Paragraphs>166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2026-09-14T13:14:34Z</dcterms:created>
  <dcterms:modified xsi:type="dcterms:W3CDTF">2026-09-14T13:17:21Z</dcterms:modified>
</cp:coreProperties>
</file>