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Use angles on a line and around a point.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I do. Identify the angle fact before calculating. Each highlighted part contributes to the total.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You do. Pause before clicking. Let pupils try independently, then reveal and discuss every step. Identify the angle fact before calculating. Each highlighted part contributes to the total.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I do. Identify the angle fact before calculating. Each highlighted part contributes to the total.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You do. Pause before clicking. Let pupils try independently, then reveal and discuss every step. Identify the angle fact before calculating. Each highlighted part contributes to the total.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angles on a line and around a point.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5DF58299-99DD-4DE3-96AA-D1987056623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Use angles on a line and around a point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F6FAA83-B026-4A07-A1D6-459231EE9F43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CBFCE1C-FB64-4009-8C95-DC961C363D6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C89E47B-C922-487D-99A6-35690BDE5E2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0669425-4BC5-4D59-9936-3ECC9754887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505B24F-2315-47AE-9587-8093CAD6241A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calculate missing angles using full turns and straight lines.</a:t>
            </a:r>
          </a:p>
        </p:txBody>
      </p:sp>
    </p:spTree>
    <p:extLst>
      <p:ext uri="{BB962C8B-B14F-4D97-AF65-F5344CB8AC3E}">
        <p14:creationId xmlns:p14="http://schemas.microsoft.com/office/powerpoint/2010/main" val="100898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-1">
            <a:extLst>
              <a:ext uri="{FF2B5EF4-FFF2-40B4-BE49-F238E27FC236}">
                <a16:creationId xmlns:a16="http://schemas.microsoft.com/office/drawing/2014/main" id="{AC20C96F-A6E7-4493-B40E-034FAC78936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94E94CF-F126-45A9-8362-09A0695B73D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Known angles: 85°, 140°. Find the missing angle around the point.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5ACFADC-4E6A-47B5-9912-B2767497084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C3D1B2B-5788-4FA1-9C3C-1D9B2AAEE2F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1FDEF8C-FD96-4322-9C24-75952BE8F98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A6D999E-6B4D-44E8-8E62-A24A70738A9B}"/>
              </a:ext>
            </a:extLst>
          </p:cNvPr>
          <p:cNvSpPr>
            <a:spLocks noGrp="1"/>
          </p:cNvSpPr>
          <p:nvPr/>
        </p:nvSpPr>
        <p:spPr>
          <a:xfrm>
            <a:off x="1547813" y="7084219"/>
            <a:ext cx="6548438" cy="5000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6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96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Diagram not to scale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FA70821-18D9-4304-8CC7-3B02DCE46894}"/>
              </a:ext>
            </a:extLst>
          </p:cNvPr>
          <p:cNvSpPr>
            <a:spLocks noGrp="1"/>
          </p:cNvSpPr>
          <p:nvPr/>
        </p:nvSpPr>
        <p:spPr>
          <a:xfrm>
            <a:off x="4762500" y="2738438"/>
            <a:ext cx="0" cy="2083594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F41437B-0332-408C-8AB1-A4B3CEBECD3E}"/>
              </a:ext>
            </a:extLst>
          </p:cNvPr>
          <p:cNvSpPr>
            <a:spLocks noGrp="1"/>
          </p:cNvSpPr>
          <p:nvPr/>
        </p:nvSpPr>
        <p:spPr>
          <a:xfrm>
            <a:off x="4912031" y="3610835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85°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58C9353-DB69-4CBE-AE26-9DC8C79DD5CC}"/>
              </a:ext>
            </a:extLst>
          </p:cNvPr>
          <p:cNvSpPr>
            <a:spLocks noGrp="1"/>
          </p:cNvSpPr>
          <p:nvPr/>
        </p:nvSpPr>
        <p:spPr>
          <a:xfrm flipV="1">
            <a:off x="4762500" y="4640434"/>
            <a:ext cx="2075665" cy="181597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7177271-B1B9-414C-804A-AF2927407B2B}"/>
              </a:ext>
            </a:extLst>
          </p:cNvPr>
          <p:cNvSpPr>
            <a:spLocks noGrp="1"/>
          </p:cNvSpPr>
          <p:nvPr/>
        </p:nvSpPr>
        <p:spPr>
          <a:xfrm>
            <a:off x="4610836" y="5567729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140°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A8EA862-654E-40A9-BAF4-0381D46BAD43}"/>
              </a:ext>
            </a:extLst>
          </p:cNvPr>
          <p:cNvSpPr>
            <a:spLocks noGrp="1"/>
          </p:cNvSpPr>
          <p:nvPr/>
        </p:nvSpPr>
        <p:spPr>
          <a:xfrm flipV="1">
            <a:off x="3289177" y="4822031"/>
            <a:ext cx="1473323" cy="1473323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570A0C6-EBC4-409E-833A-94D3F95A484D}"/>
              </a:ext>
            </a:extLst>
          </p:cNvPr>
          <p:cNvSpPr>
            <a:spLocks noGrp="1"/>
          </p:cNvSpPr>
          <p:nvPr/>
        </p:nvSpPr>
        <p:spPr>
          <a:xfrm>
            <a:off x="3007662" y="4033024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2EC0146-FDF6-4A87-A49F-F343A781D152}"/>
              </a:ext>
            </a:extLst>
          </p:cNvPr>
          <p:cNvSpPr>
            <a:spLocks noGrp="1"/>
          </p:cNvSpPr>
          <p:nvPr/>
        </p:nvSpPr>
        <p:spPr>
          <a:xfrm>
            <a:off x="9048750" y="3214688"/>
            <a:ext cx="5060156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Total = 360°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AD65E70-8DC1-40B0-B363-F508FCAEDA40}"/>
              </a:ext>
            </a:extLst>
          </p:cNvPr>
          <p:cNvSpPr>
            <a:spLocks noGrp="1"/>
          </p:cNvSpPr>
          <p:nvPr/>
        </p:nvSpPr>
        <p:spPr>
          <a:xfrm>
            <a:off x="8929688" y="5250656"/>
            <a:ext cx="53578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69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469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360 − 225 = 135°</a:t>
            </a:r>
          </a:p>
        </p:txBody>
      </p:sp>
    </p:spTree>
    <p:extLst>
      <p:ext uri="{BB962C8B-B14F-4D97-AF65-F5344CB8AC3E}">
        <p14:creationId xmlns:p14="http://schemas.microsoft.com/office/powerpoint/2010/main" val="36351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251D2678-B4EB-4680-9C77-24905124FB9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8E3D705-2533-482D-BD84-BC27FE6ECE2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63CE632-A702-49D0-84E9-8B797F6BCBE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Known angles: 88°, 140°. Find the missing angle around the point.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D36E0B8-7A2E-448E-85EB-96C262581A2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6E74129-BBAD-48AB-9AD7-1725115B71F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D3D187B-2E8E-466B-9313-0116284F4C0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8218793-0529-4549-91E6-202409E5F289}"/>
              </a:ext>
            </a:extLst>
          </p:cNvPr>
          <p:cNvSpPr>
            <a:spLocks noGrp="1"/>
          </p:cNvSpPr>
          <p:nvPr/>
        </p:nvSpPr>
        <p:spPr>
          <a:xfrm>
            <a:off x="1547813" y="7084219"/>
            <a:ext cx="6548438" cy="5000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6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96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Diagram not to scale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08B123F-A258-4863-8555-2E6C47B08825}"/>
              </a:ext>
            </a:extLst>
          </p:cNvPr>
          <p:cNvSpPr>
            <a:spLocks noGrp="1"/>
          </p:cNvSpPr>
          <p:nvPr/>
        </p:nvSpPr>
        <p:spPr>
          <a:xfrm>
            <a:off x="4762500" y="2738438"/>
            <a:ext cx="0" cy="2083594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3FE06F5-9EF3-4076-963D-17AC81E3DADD}"/>
              </a:ext>
            </a:extLst>
          </p:cNvPr>
          <p:cNvSpPr>
            <a:spLocks noGrp="1"/>
          </p:cNvSpPr>
          <p:nvPr/>
        </p:nvSpPr>
        <p:spPr>
          <a:xfrm>
            <a:off x="4934734" y="3632192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88°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637EC2F-772F-4425-8D0D-E7FC140EFE03}"/>
              </a:ext>
            </a:extLst>
          </p:cNvPr>
          <p:cNvSpPr>
            <a:spLocks noGrp="1"/>
          </p:cNvSpPr>
          <p:nvPr/>
        </p:nvSpPr>
        <p:spPr>
          <a:xfrm flipV="1">
            <a:off x="4762500" y="4749315"/>
            <a:ext cx="2082324" cy="72716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A609BA0-E068-41EE-8323-C7D91C3D73C2}"/>
              </a:ext>
            </a:extLst>
          </p:cNvPr>
          <p:cNvSpPr>
            <a:spLocks noGrp="1"/>
          </p:cNvSpPr>
          <p:nvPr/>
        </p:nvSpPr>
        <p:spPr>
          <a:xfrm>
            <a:off x="4553672" y="5592585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140°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31DCD2D-7DF8-413D-B383-0CF69559B004}"/>
              </a:ext>
            </a:extLst>
          </p:cNvPr>
          <p:cNvSpPr>
            <a:spLocks noGrp="1"/>
          </p:cNvSpPr>
          <p:nvPr/>
        </p:nvSpPr>
        <p:spPr>
          <a:xfrm flipV="1">
            <a:off x="3214088" y="4822031"/>
            <a:ext cx="1548412" cy="1394196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B589580-FC8D-4087-9107-A69852433CD3}"/>
              </a:ext>
            </a:extLst>
          </p:cNvPr>
          <p:cNvSpPr>
            <a:spLocks noGrp="1"/>
          </p:cNvSpPr>
          <p:nvPr/>
        </p:nvSpPr>
        <p:spPr>
          <a:xfrm>
            <a:off x="3019966" y="4004385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1FA6BDE-2643-4751-ABD8-7C15CA572BF4}"/>
              </a:ext>
            </a:extLst>
          </p:cNvPr>
          <p:cNvSpPr>
            <a:spLocks noGrp="1"/>
          </p:cNvSpPr>
          <p:nvPr/>
        </p:nvSpPr>
        <p:spPr>
          <a:xfrm>
            <a:off x="9048750" y="3214688"/>
            <a:ext cx="5060156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Total = 360°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87F720B-1506-427C-9416-69C4DEF4D9CF}"/>
              </a:ext>
            </a:extLst>
          </p:cNvPr>
          <p:cNvSpPr>
            <a:spLocks noGrp="1"/>
          </p:cNvSpPr>
          <p:nvPr/>
        </p:nvSpPr>
        <p:spPr>
          <a:xfrm>
            <a:off x="8929688" y="5250656"/>
            <a:ext cx="53578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69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469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360 − 228 = 132°</a:t>
            </a:r>
          </a:p>
        </p:txBody>
      </p:sp>
    </p:spTree>
    <p:extLst>
      <p:ext uri="{BB962C8B-B14F-4D97-AF65-F5344CB8AC3E}">
        <p14:creationId xmlns:p14="http://schemas.microsoft.com/office/powerpoint/2010/main" val="22151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-1">
            <a:extLst>
              <a:ext uri="{FF2B5EF4-FFF2-40B4-BE49-F238E27FC236}">
                <a16:creationId xmlns:a16="http://schemas.microsoft.com/office/drawing/2014/main" id="{214D76A5-744C-4F96-A2AA-D1D4D25DAD2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679E32E-B84E-4E09-8F9E-44BA5066CA3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Known angles: 91°, 140°. Find the missing angle around the point.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AE0FCF4-2AE2-4FF1-970E-39F8DA83C5D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7047E15-4EE4-407D-B983-91FFA218D3A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EAF5141-51ED-453B-8F86-0EE8507DABF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89D04C1-9FC5-4DDA-AFFF-77EEA01B28CA}"/>
              </a:ext>
            </a:extLst>
          </p:cNvPr>
          <p:cNvSpPr>
            <a:spLocks noGrp="1"/>
          </p:cNvSpPr>
          <p:nvPr/>
        </p:nvSpPr>
        <p:spPr>
          <a:xfrm>
            <a:off x="1547813" y="7084219"/>
            <a:ext cx="6548438" cy="5000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6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96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Diagram not to scale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11294AA-B606-494A-8653-6BE7A4B6E0F2}"/>
              </a:ext>
            </a:extLst>
          </p:cNvPr>
          <p:cNvSpPr>
            <a:spLocks noGrp="1"/>
          </p:cNvSpPr>
          <p:nvPr/>
        </p:nvSpPr>
        <p:spPr>
          <a:xfrm>
            <a:off x="4762500" y="2738438"/>
            <a:ext cx="0" cy="2083594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5D6B2DA-E105-401A-88B6-8104AE5E4923}"/>
              </a:ext>
            </a:extLst>
          </p:cNvPr>
          <p:cNvSpPr>
            <a:spLocks noGrp="1"/>
          </p:cNvSpPr>
          <p:nvPr/>
        </p:nvSpPr>
        <p:spPr>
          <a:xfrm>
            <a:off x="4956870" y="3654136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91°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D391862-8EA8-46CA-8B5C-D4A16DF9319B}"/>
              </a:ext>
            </a:extLst>
          </p:cNvPr>
          <p:cNvSpPr>
            <a:spLocks noGrp="1"/>
          </p:cNvSpPr>
          <p:nvPr/>
        </p:nvSpPr>
        <p:spPr>
          <a:xfrm>
            <a:off x="4762500" y="4822031"/>
            <a:ext cx="2083276" cy="36364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BFA5B79-73FB-4FE1-9DC2-1D8EE764F113}"/>
              </a:ext>
            </a:extLst>
          </p:cNvPr>
          <p:cNvSpPr>
            <a:spLocks noGrp="1"/>
          </p:cNvSpPr>
          <p:nvPr/>
        </p:nvSpPr>
        <p:spPr>
          <a:xfrm>
            <a:off x="4495286" y="5614414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140°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37720F4-D1B3-425C-A166-8787F12C5B9E}"/>
              </a:ext>
            </a:extLst>
          </p:cNvPr>
          <p:cNvSpPr>
            <a:spLocks noGrp="1"/>
          </p:cNvSpPr>
          <p:nvPr/>
        </p:nvSpPr>
        <p:spPr>
          <a:xfrm flipV="1">
            <a:off x="3143244" y="4822031"/>
            <a:ext cx="1619256" cy="1311248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754702E-7060-4C28-AEFA-6B7D82709649}"/>
              </a:ext>
            </a:extLst>
          </p:cNvPr>
          <p:cNvSpPr>
            <a:spLocks noGrp="1"/>
          </p:cNvSpPr>
          <p:nvPr/>
        </p:nvSpPr>
        <p:spPr>
          <a:xfrm>
            <a:off x="3033016" y="3976079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3F2FD95-3B51-4A16-8AB5-D2EA18DF051D}"/>
              </a:ext>
            </a:extLst>
          </p:cNvPr>
          <p:cNvSpPr>
            <a:spLocks noGrp="1"/>
          </p:cNvSpPr>
          <p:nvPr/>
        </p:nvSpPr>
        <p:spPr>
          <a:xfrm>
            <a:off x="9048750" y="3214688"/>
            <a:ext cx="5060156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Total = 360°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8FE1F6E-C716-434C-971A-226B2E3929EA}"/>
              </a:ext>
            </a:extLst>
          </p:cNvPr>
          <p:cNvSpPr>
            <a:spLocks noGrp="1"/>
          </p:cNvSpPr>
          <p:nvPr/>
        </p:nvSpPr>
        <p:spPr>
          <a:xfrm>
            <a:off x="8929688" y="5250656"/>
            <a:ext cx="53578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69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469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360 − 231 = 129°</a:t>
            </a:r>
          </a:p>
        </p:txBody>
      </p:sp>
    </p:spTree>
    <p:extLst>
      <p:ext uri="{BB962C8B-B14F-4D97-AF65-F5344CB8AC3E}">
        <p14:creationId xmlns:p14="http://schemas.microsoft.com/office/powerpoint/2010/main" val="48195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6BF75C75-111C-4265-8EB4-B580CEEFBE0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FD64365-96CB-45C6-BBAB-37C8A0106DF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65E2451-F143-411F-970B-9F71F9DED1B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Known angles: 94°, 140°. Find the missing angle around the point.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16146D9-9C49-427C-B306-F0A9B73E6E3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E18A9CA-5258-46E7-BB38-3BA50670C3F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050B8E1-3E5A-4651-8506-2E990E154F4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1B3A654-B327-443D-A3C8-D76AC2FA1BCC}"/>
              </a:ext>
            </a:extLst>
          </p:cNvPr>
          <p:cNvSpPr>
            <a:spLocks noGrp="1"/>
          </p:cNvSpPr>
          <p:nvPr/>
        </p:nvSpPr>
        <p:spPr>
          <a:xfrm>
            <a:off x="1547813" y="7084219"/>
            <a:ext cx="6548438" cy="5000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96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96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Diagram not to scale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FB184FC-AD13-4987-876F-6D4CAD299631}"/>
              </a:ext>
            </a:extLst>
          </p:cNvPr>
          <p:cNvSpPr>
            <a:spLocks noGrp="1"/>
          </p:cNvSpPr>
          <p:nvPr/>
        </p:nvSpPr>
        <p:spPr>
          <a:xfrm>
            <a:off x="4762500" y="2738438"/>
            <a:ext cx="0" cy="2083594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5A053B9-BA42-417B-B68D-A00898B0B603}"/>
              </a:ext>
            </a:extLst>
          </p:cNvPr>
          <p:cNvSpPr>
            <a:spLocks noGrp="1"/>
          </p:cNvSpPr>
          <p:nvPr/>
        </p:nvSpPr>
        <p:spPr>
          <a:xfrm>
            <a:off x="4978424" y="3676652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94°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B1F9E2B-F40B-4407-B951-16E9229ACC91}"/>
              </a:ext>
            </a:extLst>
          </p:cNvPr>
          <p:cNvSpPr>
            <a:spLocks noGrp="1"/>
          </p:cNvSpPr>
          <p:nvPr/>
        </p:nvSpPr>
        <p:spPr>
          <a:xfrm>
            <a:off x="4762500" y="4822031"/>
            <a:ext cx="2078518" cy="145344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408309A-88CB-4C89-A45B-AEB4BC88FF20}"/>
              </a:ext>
            </a:extLst>
          </p:cNvPr>
          <p:cNvSpPr>
            <a:spLocks noGrp="1"/>
          </p:cNvSpPr>
          <p:nvPr/>
        </p:nvSpPr>
        <p:spPr>
          <a:xfrm>
            <a:off x="4435837" y="5633158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140°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BF47B2E-91DA-47E3-9090-C4AB3B141D2B}"/>
              </a:ext>
            </a:extLst>
          </p:cNvPr>
          <p:cNvSpPr>
            <a:spLocks noGrp="1"/>
          </p:cNvSpPr>
          <p:nvPr/>
        </p:nvSpPr>
        <p:spPr>
          <a:xfrm flipV="1">
            <a:off x="3076837" y="4822031"/>
            <a:ext cx="1685663" cy="1224706"/>
          </a:xfrm>
          <a:prstGeom prst="line">
            <a:avLst/>
          </a:prstGeom>
          <a:noFill/>
          <a:ln w="35719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C999C48-28D5-4917-B80C-EABF5F0398A5}"/>
              </a:ext>
            </a:extLst>
          </p:cNvPr>
          <p:cNvSpPr>
            <a:spLocks noGrp="1"/>
          </p:cNvSpPr>
          <p:nvPr/>
        </p:nvSpPr>
        <p:spPr>
          <a:xfrm>
            <a:off x="3046802" y="3948124"/>
            <a:ext cx="1309688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8B885EB-E452-4973-B9A9-FEAA9869DAD2}"/>
              </a:ext>
            </a:extLst>
          </p:cNvPr>
          <p:cNvSpPr>
            <a:spLocks noGrp="1"/>
          </p:cNvSpPr>
          <p:nvPr/>
        </p:nvSpPr>
        <p:spPr>
          <a:xfrm>
            <a:off x="9048750" y="3214688"/>
            <a:ext cx="5060156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Total = 360°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B64DACA-7E62-4D41-9623-025E502C4557}"/>
              </a:ext>
            </a:extLst>
          </p:cNvPr>
          <p:cNvSpPr>
            <a:spLocks noGrp="1"/>
          </p:cNvSpPr>
          <p:nvPr/>
        </p:nvSpPr>
        <p:spPr>
          <a:xfrm>
            <a:off x="8929688" y="5250656"/>
            <a:ext cx="53578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469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469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360 − 234 = 126°</a:t>
            </a:r>
          </a:p>
        </p:txBody>
      </p:sp>
    </p:spTree>
    <p:extLst>
      <p:ext uri="{BB962C8B-B14F-4D97-AF65-F5344CB8AC3E}">
        <p14:creationId xmlns:p14="http://schemas.microsoft.com/office/powerpoint/2010/main" val="8058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B3293B46-6D10-4278-8DFF-DEA99EC2778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FE0C48A-29C1-445E-90A4-6C0133BED2B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125A3E7-A961-4ABB-83D0-2A96C116AE0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11A1CDA-824C-4F97-A501-296D24370CE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45E0DA0-B00E-4A9A-9F4E-6624272443C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82E83A7-3477-454D-8ED8-1A37AA51878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67CE2C3-C308-4F74-8CF9-8FEEF2DEA31D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0806BFA-07E8-4CFA-B961-80884640D63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Angles around a point are 85 degrees, 140 degrees and x. Find x.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BC5E13F-80ED-49D5-A3CE-D7C0A8A5F549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33705B2-542B-4FA9-B120-690B69C20CBF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One angle where two straight lines cross is 68 degrees. Find the vertically opposite angle.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55E275E-9975-40DB-954B-08FFCDF8E8A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8B673FD-CC66-49B6-841F-4500ABAC5B26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triangle has angles 47 degrees and 68 degrees. Find the third angle.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AA2B0BC-A9A2-4243-9DC6-8985337F443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045250C-62F8-417E-B3B4-006FFF910701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Angles around a point are 85 degrees, 140 degrees and x. Find x.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6EC2894-5155-4CF0-8D10-D439D347670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2F815A4-D69F-4566-AAB7-C917C0B0055B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One angle where two straight lines cross is 68 degrees. Find the vertically opposite angle.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8B908DE-28E5-4DE5-BAD0-3DF2D3BE703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769B761-1E48-45C2-B898-2A054481FA25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triangle has angles 47 degrees and 68 degrees. Find the third angle.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CA31C4F-BE52-417C-A951-34BBA00D7B1D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E4EB7B3-E2C3-4E26-8D28-C6074B0E0893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circle has radius 4.5 cm. What is its diameter?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24E7BAD-7643-45E2-A9D8-797087C10D8F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F10675E-ABC6-4C31-BA6C-9226998D31C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estimates from the drawing even when the diagram is not to scale.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60B7D6C-C937-4537-804E-5C19A4E4544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F278F420-CF7C-4720-9783-52F7A74BC9CC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E4B11B5-6054-4C54-AF8E-D609D49805E8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441022D-B585-4B7B-BBB4-B07EF1A56979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triangle has angles 47 degrees and 68 degrees. Find the third angle.</a:t>
            </a:r>
          </a:p>
        </p:txBody>
      </p:sp>
    </p:spTree>
    <p:extLst>
      <p:ext uri="{BB962C8B-B14F-4D97-AF65-F5344CB8AC3E}">
        <p14:creationId xmlns:p14="http://schemas.microsoft.com/office/powerpoint/2010/main" val="1492708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46F390F6-08E2-4A94-BFAB-C426942A9B5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CF65ED3-775C-4AA7-81C0-EAAF84D4DDA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63DFDBF-2140-4545-A5F0-C31D8C305B2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C02B828-2CE9-4EEE-A1AD-5929B54EF01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Use angles on a line and around a point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8C6B65A-093D-4E96-A00C-C0217892621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9697C34-F01A-49BA-863F-0825E419EBFE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677FE0A-7B15-47F2-BD11-C598296DB1CD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135 degrees.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8280124-0A56-489B-A2DC-283D5135A99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A9F155E-95E1-422F-A792-E60CE783A70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68 degrees.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DC123FA-6733-40FE-804D-08925CB57D08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5AFBAE7-0AEF-4C32-9FD9-53F10C5DDA61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65 degrees.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DC4DB20-4468-419F-91FF-9278AD262578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F03440C-864A-4F58-A871-BEB691BDBB78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135 degrees.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2F25ED9-FCFB-4591-9767-A45B636DCCB1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418EFC8-2DBB-46EF-9356-284234CA1F7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68 degrees.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8EFC1BA-5972-4892-882F-126E40C8C4A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ADEBE2AE-A13F-4445-8644-1F1934BC00B7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65 degrees.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6E7C5C3-20DC-447E-8BF9-9C77F989366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6BBA934-D94E-43D6-8A18-F9FE8BA3EB4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9 cm.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87CADCC0-DFFC-4073-BBAD-AA6B355C7E2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74FE29B-28BF-457B-AF22-DDB9B3BF496A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Use labelled values and known geometric facts, then check the total angle relationship.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BA6FC87-BB2C-487A-958A-85FDB9D0A00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0D20CBD-DAA0-4073-9185-9C420EFF718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BF4FB9B-6FAE-4112-A128-30A6D911FEB7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0EFC8BD-0082-4C2B-8DB8-BE52AFB0D43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5356514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</Words>
  <Application>Microsoft Office PowerPoint</Application>
  <DocSecurity>0</DocSecurity>
  <PresentationFormat>Custom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2026-09-14T13:19:20Z</dcterms:created>
  <dcterms:modified xsi:type="dcterms:W3CDTF">2026-09-14T13:20:59Z</dcterms:modified>
</cp:coreProperties>
</file>