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84b524342c4aca" /><Relationship Type="http://schemas.openxmlformats.org/officeDocument/2006/relationships/extended-properties" Target="/docProps/app.xml" Id="Rcda4708a2a8d4b4b" /><Relationship Type="http://schemas.openxmlformats.org/officeDocument/2006/relationships/officeDocument" Target="/ppt/presentation.xml" Id="R33d3c34563ad47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10913481204f10"/>
  </p:sldMasterIdLst>
  <p:notesMasterIdLst>
    <p:notesMasterId xmlns:r="http://schemas.openxmlformats.org/officeDocument/2006/relationships" r:id="Rd046b9b11bf44d03"/>
  </p:notesMasterIdLst>
  <p:sldIdLst>
    <p:sldId xmlns:r="http://schemas.openxmlformats.org/officeDocument/2006/relationships" id="256" r:id="Rac21849201834011"/>
    <p:sldId xmlns:r="http://schemas.openxmlformats.org/officeDocument/2006/relationships" id="257" r:id="Rf5e4064630724ccf"/>
    <p:sldId xmlns:r="http://schemas.openxmlformats.org/officeDocument/2006/relationships" id="258" r:id="R5976d4b1e75e47b7"/>
    <p:sldId xmlns:r="http://schemas.openxmlformats.org/officeDocument/2006/relationships" id="259" r:id="R2d20df3bd50e491c"/>
    <p:sldId xmlns:r="http://schemas.openxmlformats.org/officeDocument/2006/relationships" id="260" r:id="Rf7f4cbddf46244c8"/>
    <p:sldId xmlns:r="http://schemas.openxmlformats.org/officeDocument/2006/relationships" id="261" r:id="Re193b41892644471"/>
    <p:sldId xmlns:r="http://schemas.openxmlformats.org/officeDocument/2006/relationships" id="262" r:id="Rc36251b321494eff"/>
    <p:sldId xmlns:r="http://schemas.openxmlformats.org/officeDocument/2006/relationships" id="263" r:id="Rbc6fe28cfda84e59"/>
    <p:sldId xmlns:r="http://schemas.openxmlformats.org/officeDocument/2006/relationships" id="264" r:id="Rd95ed72930b3485d"/>
    <p:sldId xmlns:r="http://schemas.openxmlformats.org/officeDocument/2006/relationships" id="265" r:id="R112529ccff424bb0"/>
    <p:sldId xmlns:r="http://schemas.openxmlformats.org/officeDocument/2006/relationships" id="266" r:id="R7c1d87ed6dd742d1"/>
    <p:sldId xmlns:r="http://schemas.openxmlformats.org/officeDocument/2006/relationships" id="267" r:id="R0cfb8b9f9f7c43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f7645f5ec046ac" /><Relationship Type="http://schemas.openxmlformats.org/officeDocument/2006/relationships/slideMaster" Target="/ppt/slideMasters/slideMaster1.xml" Id="Rc510913481204f10" /><Relationship Type="http://schemas.openxmlformats.org/officeDocument/2006/relationships/notesMaster" Target="/ppt/notesMasters/notesMaster1.xml" Id="Rd046b9b11bf44d03" /><Relationship Type="http://schemas.openxmlformats.org/officeDocument/2006/relationships/presProps" Target="/ppt/presProps.xml" Id="Rb6a38ca9f36e4635" /><Relationship Type="http://schemas.openxmlformats.org/officeDocument/2006/relationships/tableStyles" Target="/ppt/tableStyles.xml" Id="Rea16b83a71f6431b" /><Relationship Type="http://schemas.openxmlformats.org/officeDocument/2006/relationships/slide" Target="/ppt/slides/slide1.xml" Id="Rac21849201834011" /><Relationship Type="http://schemas.openxmlformats.org/officeDocument/2006/relationships/slide" Target="/ppt/slides/slide2.xml" Id="Rf5e4064630724ccf" /><Relationship Type="http://schemas.openxmlformats.org/officeDocument/2006/relationships/slide" Target="/ppt/slides/slide3.xml" Id="R5976d4b1e75e47b7" /><Relationship Type="http://schemas.openxmlformats.org/officeDocument/2006/relationships/slide" Target="/ppt/slides/slide4.xml" Id="R2d20df3bd50e491c" /><Relationship Type="http://schemas.openxmlformats.org/officeDocument/2006/relationships/slide" Target="/ppt/slides/slide5.xml" Id="Rf7f4cbddf46244c8" /><Relationship Type="http://schemas.openxmlformats.org/officeDocument/2006/relationships/slide" Target="/ppt/slides/slide6.xml" Id="Re193b41892644471" /><Relationship Type="http://schemas.openxmlformats.org/officeDocument/2006/relationships/slide" Target="/ppt/slides/slide7.xml" Id="Rc36251b321494eff" /><Relationship Type="http://schemas.openxmlformats.org/officeDocument/2006/relationships/slide" Target="/ppt/slides/slide8.xml" Id="Rbc6fe28cfda84e59" /><Relationship Type="http://schemas.openxmlformats.org/officeDocument/2006/relationships/slide" Target="/ppt/slides/slide9.xml" Id="Rd95ed72930b3485d" /><Relationship Type="http://schemas.openxmlformats.org/officeDocument/2006/relationships/slide" Target="/ppt/slides/slide10.xml" Id="R112529ccff424bb0" /><Relationship Type="http://schemas.openxmlformats.org/officeDocument/2006/relationships/slide" Target="/ppt/slides/slide11.xml" Id="R7c1d87ed6dd742d1" /><Relationship Type="http://schemas.openxmlformats.org/officeDocument/2006/relationships/slide" Target="/ppt/slides/slide12.xml" Id="R0cfb8b9f9f7c43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4dfa94ea8e45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812364d43b4a78" /><Relationship Type="http://schemas.openxmlformats.org/officeDocument/2006/relationships/notesMaster" Target="/ppt/notesMasters/notesMaster1.xml" Id="Rb351af7f58b346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57d8ea00594a8a" /><Relationship Type="http://schemas.openxmlformats.org/officeDocument/2006/relationships/notesMaster" Target="/ppt/notesMasters/notesMaster1.xml" Id="R6fef9ca54c8e41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d35d66a2274807" /><Relationship Type="http://schemas.openxmlformats.org/officeDocument/2006/relationships/notesMaster" Target="/ppt/notesMasters/notesMaster1.xml" Id="R9cb4e8efc6ba49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92665c25df40e8" /><Relationship Type="http://schemas.openxmlformats.org/officeDocument/2006/relationships/notesMaster" Target="/ppt/notesMasters/notesMaster1.xml" Id="Rb0078418b04947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0540dd5b7b4561" /><Relationship Type="http://schemas.openxmlformats.org/officeDocument/2006/relationships/notesMaster" Target="/ppt/notesMasters/notesMaster1.xml" Id="R2dff959ac99342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2b4199ad754818" /><Relationship Type="http://schemas.openxmlformats.org/officeDocument/2006/relationships/notesMaster" Target="/ppt/notesMasters/notesMaster1.xml" Id="Ra3bcdc1dc7104b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25b2ea94c9432c" /><Relationship Type="http://schemas.openxmlformats.org/officeDocument/2006/relationships/notesMaster" Target="/ppt/notesMasters/notesMaster1.xml" Id="Rbc7011ef5f6a4e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33448ccb0b4ae0" /><Relationship Type="http://schemas.openxmlformats.org/officeDocument/2006/relationships/notesMaster" Target="/ppt/notesMasters/notesMaster1.xml" Id="R40655b33405145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13dbe3315c4032" /><Relationship Type="http://schemas.openxmlformats.org/officeDocument/2006/relationships/notesMaster" Target="/ppt/notesMasters/notesMaster1.xml" Id="R84dddf8425b54d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296e88e56d4068" /><Relationship Type="http://schemas.openxmlformats.org/officeDocument/2006/relationships/notesMaster" Target="/ppt/notesMasters/notesMaster1.xml" Id="Rec69a46aed6048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60628a9ef6485f" /><Relationship Type="http://schemas.openxmlformats.org/officeDocument/2006/relationships/notesMaster" Target="/ppt/notesMasters/notesMaster1.xml" Id="R0f0015813ec749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db0d7da1b04e2b" /><Relationship Type="http://schemas.openxmlformats.org/officeDocument/2006/relationships/notesMaster" Target="/ppt/notesMasters/notesMaster1.xml" Id="Rea8851ce5c4e4f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68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135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68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68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65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65 degrees.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f2568df964f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38cda3de094871" /><Relationship Type="http://schemas.openxmlformats.org/officeDocument/2006/relationships/slideLayout" Target="/ppt/slideLayouts/slideLayout1.xml" Id="R9021d6414ba84b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21d6414ba84b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efb62573f4e36" /><Relationship Type="http://schemas.openxmlformats.org/officeDocument/2006/relationships/notesSlide" Target="/ppt/notesSlides/notesSlide1.xml" Id="R96d5f828c1b248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455713c034015" /><Relationship Type="http://schemas.openxmlformats.org/officeDocument/2006/relationships/notesSlide" Target="/ppt/notesSlides/notesSlide2.xml" Id="Rf4973224b5d14e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511f78b914c54" /><Relationship Type="http://schemas.openxmlformats.org/officeDocument/2006/relationships/notesSlide" Target="/ppt/notesSlides/notesSlide3.xml" Id="R610f1b95975a45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920645378420b" /><Relationship Type="http://schemas.openxmlformats.org/officeDocument/2006/relationships/notesSlide" Target="/ppt/notesSlides/notesSlide4.xml" Id="R265cb2e35c8143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a93e8967441fa" /><Relationship Type="http://schemas.openxmlformats.org/officeDocument/2006/relationships/notesSlide" Target="/ppt/notesSlides/notesSlide5.xml" Id="Rcae04fa5ad594c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051b04ea04c56" /><Relationship Type="http://schemas.openxmlformats.org/officeDocument/2006/relationships/notesSlide" Target="/ppt/notesSlides/notesSlide6.xml" Id="Rae90850ec3c244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fb210d7ea48e7" /><Relationship Type="http://schemas.openxmlformats.org/officeDocument/2006/relationships/image" Target="/ppt/media/image.png" Id="R47745d130d5c4da7" /><Relationship Type="http://schemas.openxmlformats.org/officeDocument/2006/relationships/notesSlide" Target="/ppt/notesSlides/notesSlide7.xml" Id="R333d06aa98d145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97c836d154009" /><Relationship Type="http://schemas.openxmlformats.org/officeDocument/2006/relationships/notesSlide" Target="/ppt/notesSlides/notesSlide8.xml" Id="R4fbb66fa717546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6b0ed2fa04b02" /><Relationship Type="http://schemas.openxmlformats.org/officeDocument/2006/relationships/notesSlide" Target="/ppt/notesSlides/notesSlide9.xml" Id="Rd00c313a45e744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db7fb664c4e59" /><Relationship Type="http://schemas.openxmlformats.org/officeDocument/2006/relationships/notesSlide" Target="/ppt/notesSlides/notesSlide10.xml" Id="Rbfcd2e1da0a448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464e5138b4eed" /><Relationship Type="http://schemas.openxmlformats.org/officeDocument/2006/relationships/notesSlide" Target="/ppt/notesSlides/notesSlide11.xml" Id="R1225f5b436c14e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6fa954efd4422" /><Relationship Type="http://schemas.openxmlformats.org/officeDocument/2006/relationships/notesSlide" Target="/ppt/notesSlides/notesSlide12.xml" Id="Rd5cf02212d294e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DFFD2-BCCD-4E00-A67C-37301C51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E8C2A-166D-43D3-A126-3002AC4B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305E5-1FDF-4C15-9997-3E07C27C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19269-2146-4DA0-8713-C4579C48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3F205-C2CA-4E6C-A348-BCC7929E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B5E2C-126F-40DF-8EB3-BCF89A2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B8CFF-7A95-4590-94E1-B33D2670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81D73-CF4A-4D56-AC19-433CC335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angles using full turns and straight lines.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FDE94-7534-49E0-B22C-E8AA1B13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21AEC-B3EC-425E-B7CF-70A565FA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02C1-6718-4E8B-88DF-BC103088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263335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A45419-D729-43D5-85DE-50DC8EFD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B003E-825A-4178-9B94-F79D1C64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07792-DE7E-4C42-88FC-4C88DCDF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4BC4B-C15E-4EB5-B235-09F121AB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A990A-0517-494E-BA83-1B53867D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01AE3-7B89-4BE6-8883-7095D839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913F1-8D1F-4382-BA7C-0771071A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6BD218-EB26-4754-820D-98E0E9CB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9E4A1-54FC-4B75-95F1-F6597051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1A82B-4F01-4B56-B28F-7EB4BA1F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BB8F3-3C66-4584-A129-523F3E68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ECBB2-8F1C-4A5D-8824-AF33EC9D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9DC47-8EB8-4BC0-A3EC-1CEBE27B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83E23-CCF3-4EBA-BBE3-2B4FDD9E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C7120-EED7-4284-8AC1-AD52DA8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EDD70-11AB-425C-910F-8CB3AE43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AB35C9-C0C4-43F5-A910-D5925CD5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BC2F02-0015-4307-8CD9-045719C6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ACF3D-4CC5-4A21-A447-73B341EE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23F896-D937-4DAE-99F5-1C469799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5049DE-FC10-4F7A-9755-7CB9D018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Angles around a point are 85 degrees, 140 degrees and x. Find x.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171168-D6F9-45E7-A874-3584CCE3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028823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35106F-8664-4E67-96D9-36652AE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337B8B-77CB-4143-A6D5-A017F514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7107B-2A5E-43C3-9088-DDA9F9B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55D6B-FBB4-4B91-BA7C-36E64357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A802B-52A6-4C42-A789-FFF87ACF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5FFF0-0480-4542-B7C6-7EF73CF1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4792A-B25A-4CD1-9F5F-3726A095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7469F8-7AE3-4F92-9D57-33EAB352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1F9EA-F603-4C59-8E50-B4888E40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D7A0F-01C5-4950-B6D4-4718C406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missing angles using full turns and straight 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6DF65F-9C33-46E3-AE40-1725170D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9EDADF-AD8D-4069-8599-09CB85E3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E6C8C-8ACE-4CD7-9ED5-9C57101E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E6FD9-A045-45BE-B539-26E0A5BF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1F293-1C31-4DC3-A407-2AEDC74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1564074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029E7-8017-4284-B735-B162CFCB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80CFA-2091-4085-BB1D-84105303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BBFB0-8992-4711-B9B1-EF844764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67E00-B9CB-45AA-9B2C-91DA2C11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0C114-4097-4609-8FDF-3A935714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06AC7-2D78-414C-B8B2-D4FFA971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795AE-747E-4ACC-B92F-5E60628C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134ED5-5C5B-4E3A-852E-46052C6B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ACFFC-6D74-4C16-B51A-338A128F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DCFAB-93BB-4C1A-8A98-2DBD486F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BB8A0-67AD-4AF2-B64F-F6052890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03FF3-ACD9-4BD1-86BC-41A10FD3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5AB04-58B9-4B7E-9063-2CDCC589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Mark known properties and angle facts on the diagram.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71C4E-EA78-4AF3-A5A5-83596C1C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E11E8D-C5EE-4382-92E8-A0BCB583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76923-67B3-4563-B2D9-9A7EF5C9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Form a calculation using angles on a line, around a point or inside a shape.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0895A-EB2A-42C6-BC66-9894C777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0326B2-342D-4BC8-A89E-D1AF6518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6A44DF-F99D-421C-8AE4-AEBB127B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135 degrees.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B0A567-43ED-4E8A-8FCB-B426D16F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D2FB9-1CC1-438C-9C0A-378ABA25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D8BEF4-E994-4D5E-9E44-5E6720D5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angle size and label it with degrees.</a:t>
            </a:r>
          </a:p>
        </p:txBody>
      </p:sp>
    </p:spTree>
    <p:extLst>
      <p:ext uri="{BB962C8B-B14F-4D97-AF65-F5344CB8AC3E}">
        <p14:creationId xmlns:p14="http://schemas.microsoft.com/office/powerpoint/2010/main" val="1802378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907FAE-6A31-4490-A56B-2F71CE84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2A42E-15CC-43BF-9857-30537898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36D0A-54DC-47B9-BB21-CD2932AF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8DFB9-42FC-4B64-8E0B-68D5D3C8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A0C2E-579B-45D6-93B5-1BF1BD90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A065B-41EF-492B-AF52-76256C83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09B23-0748-48CE-8077-AAE9F023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8DF80-02A2-4A1F-8C19-2C4A1A42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54C8C-EB2B-4CA1-AB51-41A7D4D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43073-1B9F-4A5B-8049-96AB681D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A1BC4-5C96-426C-98C7-AE056738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135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CA5C9-8161-4F17-BF63-7D5F5F11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762A8-11E2-4414-90EB-05CDD232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62B37-2A5B-4453-932A-DD2011EA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859138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87384-D0A1-482D-846B-9D6719FF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7B7DC-3A44-4047-9499-AA8150EB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4B7DC-D61B-4AC9-A1E9-20A2ADD5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2A150-AFE4-4D9E-BF01-CF31238E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8A352-3F71-47CA-80F0-501ACD51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E4B7D-5938-474F-A465-9422956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4162B-F301-472D-9E56-02CC1D21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065DB5-0E5D-41DA-ADAB-289F27E7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D9EC5-0FDD-4B1C-8B09-1066FF8E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367B6-A10C-4EF7-BC05-3839706E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021B8-E2F6-449E-8CB3-1C57B658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81F35-0EE3-469A-B372-6E79AE0E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8FF22-4023-4EF9-9A8B-538C0C2F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0A9359-0BF2-42C7-8041-2B3E274E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FA963-EC9A-4DE8-865A-07D61096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68 degrees.</a:t>
            </a:r>
          </a:p>
        </p:txBody>
      </p:sp>
    </p:spTree>
    <p:extLst>
      <p:ext uri="{BB962C8B-B14F-4D97-AF65-F5344CB8AC3E}">
        <p14:creationId xmlns:p14="http://schemas.microsoft.com/office/powerpoint/2010/main" val="1558900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C341F-4D30-48CD-A7FB-2BB1BE42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B25C3-207D-48F2-9983-632A38A4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DBE84-90F9-4E8C-8886-4D93BE84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7AE0E-9F89-4D18-9D3D-7E912D4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D8245-49DE-4B12-A1D6-CA7F2AA0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788CF-2EE2-4BD8-9459-1CDA2168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77BDE-B09E-408D-A7C9-3E3269B0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0160D-90AF-4BBF-8A9C-AFC24C59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C78C4-291D-461A-A61E-82996561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45d130d5c4da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6B933-F7EB-4AED-BA57-139F0BA8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95609-1206-4717-9F11-D1F9149C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1255D-4A72-4B6E-BB77-7D9E3D98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3E95A-5E2E-47A8-9505-4A1CF82D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44FBB-F209-4E88-A195-A9C0FE07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9150646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CC1455-EA57-467B-99F2-695BCE5B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9656D-F32A-437A-A9C5-69D59F5A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580C0-0B18-4059-AF42-83343E2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74B4D-54D4-4BFA-8CBA-D52E33DD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D85B8-CA62-457E-A112-D665BA87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2C003-9AB5-4FC8-91D4-FD5F902A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A25CF-3987-4A61-AEE8-936ED84C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3454A-930C-4D52-9F26-3D09E481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3B880-DAF8-4537-9F0B-1A9F07D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9AF02-D812-4751-910C-508853D5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5FEB4-A71F-4F39-BD1C-6751B9AB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E2353-06A7-43F6-BBA5-05531474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77572-ADAE-4347-A766-C71EB3D1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7D50E-C62C-4FCA-B4C2-26311573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5CC11-ECEA-4A48-B0A0-2A1E16FE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238A3-2C0D-4E61-8B53-2617E650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EF7AA7-DC5B-4A2D-A8F4-804D420E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D43D4-71D0-45E0-8BB6-1ECBBF4B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A5A315-503A-4E7C-8F1C-713AB654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3651FE-CFFA-4E5D-9E26-928512DF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4D4B42-65FF-450C-9F06-2870107E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68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D42FE7-8756-478B-A6CC-369476C1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489474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B80F0E-33E8-4341-AECF-4A279CA2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3DD9E-A737-48D6-BDA9-BFD67101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9FB97-E407-4993-A61F-0FDAC059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3ED78-11E0-4146-AA53-F1213553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F260F-B5C4-446F-8FAD-DD3DD8A1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FD7B3-A4D6-45E2-A3A2-D9F4DF26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B0836-0117-452E-93CF-7EE633C4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9E168-9530-43F6-890C-18A1F5DF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F1884D-48C3-452F-AB47-85EF1635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94ADE-7CE0-44E3-B085-09443960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0BFEB-E8C9-437A-BCDD-B540C4CA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4191DE-0B27-4530-AED4-E6B039F8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9CC6D0-3AE9-4D58-B277-AC5D0DDF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D2FA9D-F8DD-47FD-8CE4-D190FA05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F6A25-A79F-473B-92E9-AE4AB546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86FE6-3437-4BCF-A37A-35D543E9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1ED235-AAC8-41CD-82CC-BED3CADB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ADA55-F535-4E3A-8C54-FB2DF0B9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276910-4407-41F1-B201-8E9FB6AE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AA0F72-2AD5-4EE7-B480-2B8E11BF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D210D2-793F-43AF-B341-D420DA8F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40018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79BD6-4C7E-48E7-A0E7-256457C1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3D93C-1C2A-4373-847D-5B21C570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312CB-2D9C-4506-9CD8-5F7A2CDD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DEACA-B11C-47DC-9D60-2AF4D130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D6766-E67D-4279-B66F-CE513771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C3103-D56D-40CF-9395-F8F62087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15355-3E94-4C68-9AC8-1BF84F12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348BA5-B249-4AD0-B8FA-57A836BD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B9BE1-CB8D-48E1-8391-E3C92CC4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9FDAA-BA0B-4723-A70F-6131AD32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circle has radius 4.5 cm. What is its diameter?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3DA45-9689-4060-921C-527A1A1C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C2C90-B532-4C13-894E-7B1E63A6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12F0C-C7C5-4CD7-8546-4DBF606E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760766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826E48-4A1B-438C-90E7-8977B12F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8655C-11FE-4C7B-AEFE-21FAA0DA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4C60A-8B87-4F22-965E-2F6CA30C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2AC26-97AD-4E6A-99AA-BC466D03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3AB9E-85E6-4E79-BAC0-F1274AA3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29A69-E874-425F-B84C-6BDD75A9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B88D9-8386-4A0A-B3D2-235E2E84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DF92D-0AF2-4FCF-B233-654358D9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3CB87D-E6AA-4124-8FCE-A27ED974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D3E7D-ED5F-473F-B59A-2255D700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CFEC1-2527-4ABD-9ED0-FF116341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05C79-C3FC-474F-A349-1A8C5ADE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4B814-0DF8-4836-8343-44995D04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2E492-B0F2-43F7-9A3C-87CCC1CF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86F5B0-5577-47D1-9E55-A68BB7B4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D1EEE-9EDD-46D4-842F-FF897C22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65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6FE259-F0B4-46AE-9B7D-0EAB45E9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D1FE9C-01AC-4B52-9F30-80D2FFF1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033029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7C53BF-2834-45E4-9C41-C2F3989B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F0219-99DE-4B2A-97FE-3BA8703E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C2098-B354-4B64-B6F2-D14A6419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C24CF-8D0B-4912-9061-1CF1D3CC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54932-AEB8-4783-93ED-7D726FEA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50DC2-4378-4C1F-BE3A-ECA8D8DE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75F8A-9E58-4217-93B1-10B664F6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D02ED-AB71-495A-AD71-03DBCD5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CEBF1-635B-47E4-82AD-723153A6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angles on a line and around a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2E78A-22A9-44DA-A61B-BF66C505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01E3D-965F-4CC3-8937-D6CDC317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CACA3-45ED-4BA1-A1D2-3D0635D9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D9B37-B7E8-49BC-8843-9B2C36ED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1F33B0-5724-49C4-9190-964DFB24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BE1CD-9A85-49F0-94B3-C36B747E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9BD3E7-7F19-4A02-84C0-EF83B772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4CAFC-E629-4DDC-B495-FF4C2E57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02A1B-7034-41EE-94A4-9A96359F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51769-5694-47EC-9536-3A063D1C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4B770-86C0-44E3-B47F-3E89CAFB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1B588A-4685-403A-9B03-628E3A58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048A5E-79C9-4B7F-A0C2-10BBEEB5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756976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2026-09-09T20:50:09.4180000Z</dcterms:created>
  <dcterms:modified xsi:type="dcterms:W3CDTF">2026-09-09T20:50:09.4180000Z</dcterms:modified>
</coreProperties>
</file>