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1904c5fcf34015" /><Relationship Type="http://schemas.openxmlformats.org/officeDocument/2006/relationships/extended-properties" Target="/docProps/app.xml" Id="R4e77d3ee2b184d92" /><Relationship Type="http://schemas.openxmlformats.org/officeDocument/2006/relationships/officeDocument" Target="/ppt/presentation.xml" Id="R1d4810e1e8a34e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fa18f96e2c42f6"/>
  </p:sldMasterIdLst>
  <p:notesMasterIdLst>
    <p:notesMasterId xmlns:r="http://schemas.openxmlformats.org/officeDocument/2006/relationships" r:id="R0f53fd9680af431e"/>
  </p:notesMasterIdLst>
  <p:sldIdLst>
    <p:sldId xmlns:r="http://schemas.openxmlformats.org/officeDocument/2006/relationships" id="256" r:id="R9a9416aac1114903"/>
    <p:sldId xmlns:r="http://schemas.openxmlformats.org/officeDocument/2006/relationships" id="257" r:id="R0a65f15ec1ab49e0"/>
    <p:sldId xmlns:r="http://schemas.openxmlformats.org/officeDocument/2006/relationships" id="258" r:id="Rc82ff0790d9241e1"/>
    <p:sldId xmlns:r="http://schemas.openxmlformats.org/officeDocument/2006/relationships" id="259" r:id="R65db5886639b48e6"/>
    <p:sldId xmlns:r="http://schemas.openxmlformats.org/officeDocument/2006/relationships" id="260" r:id="R900796515ce54537"/>
    <p:sldId xmlns:r="http://schemas.openxmlformats.org/officeDocument/2006/relationships" id="261" r:id="R48c94fa78cf6492d"/>
    <p:sldId xmlns:r="http://schemas.openxmlformats.org/officeDocument/2006/relationships" id="262" r:id="R2e70f881119b4feb"/>
    <p:sldId xmlns:r="http://schemas.openxmlformats.org/officeDocument/2006/relationships" id="263" r:id="R23f275d52bcb4aba"/>
    <p:sldId xmlns:r="http://schemas.openxmlformats.org/officeDocument/2006/relationships" id="264" r:id="R125e112dcbf346dc"/>
    <p:sldId xmlns:r="http://schemas.openxmlformats.org/officeDocument/2006/relationships" id="265" r:id="Reabd35df3a0e4079"/>
    <p:sldId xmlns:r="http://schemas.openxmlformats.org/officeDocument/2006/relationships" id="266" r:id="R559f65a2ffab4248"/>
    <p:sldId xmlns:r="http://schemas.openxmlformats.org/officeDocument/2006/relationships" id="267" r:id="Ra3a4a2ec55a54f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0d074c71fb4c58" /><Relationship Type="http://schemas.openxmlformats.org/officeDocument/2006/relationships/slideMaster" Target="/ppt/slideMasters/slideMaster1.xml" Id="R43fa18f96e2c42f6" /><Relationship Type="http://schemas.openxmlformats.org/officeDocument/2006/relationships/notesMaster" Target="/ppt/notesMasters/notesMaster1.xml" Id="R0f53fd9680af431e" /><Relationship Type="http://schemas.openxmlformats.org/officeDocument/2006/relationships/presProps" Target="/ppt/presProps.xml" Id="R7a75e45c88af41b1" /><Relationship Type="http://schemas.openxmlformats.org/officeDocument/2006/relationships/tableStyles" Target="/ppt/tableStyles.xml" Id="Red863a5b1ed74ec4" /><Relationship Type="http://schemas.openxmlformats.org/officeDocument/2006/relationships/slide" Target="/ppt/slides/slide1.xml" Id="R9a9416aac1114903" /><Relationship Type="http://schemas.openxmlformats.org/officeDocument/2006/relationships/slide" Target="/ppt/slides/slide2.xml" Id="R0a65f15ec1ab49e0" /><Relationship Type="http://schemas.openxmlformats.org/officeDocument/2006/relationships/slide" Target="/ppt/slides/slide3.xml" Id="Rc82ff0790d9241e1" /><Relationship Type="http://schemas.openxmlformats.org/officeDocument/2006/relationships/slide" Target="/ppt/slides/slide4.xml" Id="R65db5886639b48e6" /><Relationship Type="http://schemas.openxmlformats.org/officeDocument/2006/relationships/slide" Target="/ppt/slides/slide5.xml" Id="R900796515ce54537" /><Relationship Type="http://schemas.openxmlformats.org/officeDocument/2006/relationships/slide" Target="/ppt/slides/slide6.xml" Id="R48c94fa78cf6492d" /><Relationship Type="http://schemas.openxmlformats.org/officeDocument/2006/relationships/slide" Target="/ppt/slides/slide7.xml" Id="R2e70f881119b4feb" /><Relationship Type="http://schemas.openxmlformats.org/officeDocument/2006/relationships/slide" Target="/ppt/slides/slide8.xml" Id="R23f275d52bcb4aba" /><Relationship Type="http://schemas.openxmlformats.org/officeDocument/2006/relationships/slide" Target="/ppt/slides/slide9.xml" Id="R125e112dcbf346dc" /><Relationship Type="http://schemas.openxmlformats.org/officeDocument/2006/relationships/slide" Target="/ppt/slides/slide10.xml" Id="Reabd35df3a0e4079" /><Relationship Type="http://schemas.openxmlformats.org/officeDocument/2006/relationships/slide" Target="/ppt/slides/slide11.xml" Id="R559f65a2ffab4248" /><Relationship Type="http://schemas.openxmlformats.org/officeDocument/2006/relationships/slide" Target="/ppt/slides/slide12.xml" Id="Ra3a4a2ec55a54f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e0b7b8520841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1f8ea4e4ea4aaa" /><Relationship Type="http://schemas.openxmlformats.org/officeDocument/2006/relationships/notesMaster" Target="/ppt/notesMasters/notesMaster1.xml" Id="R92ac48805c484b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fe3f57770d45cf" /><Relationship Type="http://schemas.openxmlformats.org/officeDocument/2006/relationships/notesMaster" Target="/ppt/notesMasters/notesMaster1.xml" Id="R611746be849141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34dd5e690f4831" /><Relationship Type="http://schemas.openxmlformats.org/officeDocument/2006/relationships/notesMaster" Target="/ppt/notesMasters/notesMaster1.xml" Id="Re9f1eb3205a844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048393b2bc4817" /><Relationship Type="http://schemas.openxmlformats.org/officeDocument/2006/relationships/notesMaster" Target="/ppt/notesMasters/notesMaster1.xml" Id="R89c97bb781e54d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dad0212bae43f7" /><Relationship Type="http://schemas.openxmlformats.org/officeDocument/2006/relationships/notesMaster" Target="/ppt/notesMasters/notesMaster1.xml" Id="R928d3f60c20441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44fb3d40ba44e6" /><Relationship Type="http://schemas.openxmlformats.org/officeDocument/2006/relationships/notesMaster" Target="/ppt/notesMasters/notesMaster1.xml" Id="Re06ab0adc1b14d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638b71fbe84050" /><Relationship Type="http://schemas.openxmlformats.org/officeDocument/2006/relationships/notesMaster" Target="/ppt/notesMasters/notesMaster1.xml" Id="Rc6303b9c80014e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8ce78edc4e438b" /><Relationship Type="http://schemas.openxmlformats.org/officeDocument/2006/relationships/notesMaster" Target="/ppt/notesMasters/notesMaster1.xml" Id="Rac75b461071e43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2dc8f9cee84dee" /><Relationship Type="http://schemas.openxmlformats.org/officeDocument/2006/relationships/notesMaster" Target="/ppt/notesMasters/notesMaster1.xml" Id="R11b9966b530645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f2a4010b1140ae" /><Relationship Type="http://schemas.openxmlformats.org/officeDocument/2006/relationships/notesMaster" Target="/ppt/notesMasters/notesMaster1.xml" Id="R4416aa55da2e4a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604d40792f42a4" /><Relationship Type="http://schemas.openxmlformats.org/officeDocument/2006/relationships/notesMaster" Target="/ppt/notesMasters/notesMaster1.xml" Id="R3155de593e9d45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70a089e7224a1e" /><Relationship Type="http://schemas.openxmlformats.org/officeDocument/2006/relationships/notesMaster" Target="/ppt/notesMasters/notesMaster1.xml" Id="Rbde3f6a37be342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68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135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68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68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65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65 degrees.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b7319e38d42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40fce9e3b544f3" /><Relationship Type="http://schemas.openxmlformats.org/officeDocument/2006/relationships/slideLayout" Target="/ppt/slideLayouts/slideLayout1.xml" Id="R09dd199cd04341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dd199cd04341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0b21e20c3471f" /><Relationship Type="http://schemas.openxmlformats.org/officeDocument/2006/relationships/notesSlide" Target="/ppt/notesSlides/notesSlide1.xml" Id="R155767358d2b49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e953606f24059" /><Relationship Type="http://schemas.openxmlformats.org/officeDocument/2006/relationships/notesSlide" Target="/ppt/notesSlides/notesSlide2.xml" Id="Ra556d632d5a640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71b3fa0de48d9" /><Relationship Type="http://schemas.openxmlformats.org/officeDocument/2006/relationships/notesSlide" Target="/ppt/notesSlides/notesSlide3.xml" Id="Ra02dda03436b45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88963811b465e" /><Relationship Type="http://schemas.openxmlformats.org/officeDocument/2006/relationships/notesSlide" Target="/ppt/notesSlides/notesSlide4.xml" Id="Re89a01a81e8942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bf56146674ddb" /><Relationship Type="http://schemas.openxmlformats.org/officeDocument/2006/relationships/notesSlide" Target="/ppt/notesSlides/notesSlide5.xml" Id="R1bd477cb26c540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cdbd98f0d404a" /><Relationship Type="http://schemas.openxmlformats.org/officeDocument/2006/relationships/notesSlide" Target="/ppt/notesSlides/notesSlide6.xml" Id="Rf79f00906a7c40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8a1503aef4c2b" /><Relationship Type="http://schemas.openxmlformats.org/officeDocument/2006/relationships/image" Target="/ppt/media/image.png" Id="R71cc651886a044fe" /><Relationship Type="http://schemas.openxmlformats.org/officeDocument/2006/relationships/notesSlide" Target="/ppt/notesSlides/notesSlide7.xml" Id="Re8af71949d4d42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4effd47ae4c9e" /><Relationship Type="http://schemas.openxmlformats.org/officeDocument/2006/relationships/notesSlide" Target="/ppt/notesSlides/notesSlide8.xml" Id="R9c564583dc7c40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36288f60949b6" /><Relationship Type="http://schemas.openxmlformats.org/officeDocument/2006/relationships/notesSlide" Target="/ppt/notesSlides/notesSlide9.xml" Id="Rceeaf7c0d4cf4e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7626f011d4bff" /><Relationship Type="http://schemas.openxmlformats.org/officeDocument/2006/relationships/notesSlide" Target="/ppt/notesSlides/notesSlide10.xml" Id="R1598f05f626a40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f0fd5f0a14232" /><Relationship Type="http://schemas.openxmlformats.org/officeDocument/2006/relationships/notesSlide" Target="/ppt/notesSlides/notesSlide11.xml" Id="Re161fd263f9c4e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088df311b485a" /><Relationship Type="http://schemas.openxmlformats.org/officeDocument/2006/relationships/notesSlide" Target="/ppt/notesSlides/notesSlide12.xml" Id="Rc905d87ba7b744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A90916-07CF-4760-9F33-C7E7C7C8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0251C-C32C-4691-8CDC-3B432E97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211F5-FA49-4ACF-BF70-24E7B1C0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34DAD-4E2F-4C0D-8FBF-BEB76E3D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1B5F5-42EC-48DF-A6F1-A9AA1DDB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12D9A-E110-4DD3-A87A-E81A1A4E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78E37-2983-444A-AAF3-F4FFE78E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EF009B-A3A7-4D14-8D79-A91E9536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angles using full turns and straight lines.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5FFF9-682B-4AA7-9E0A-32A3D187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445B6-5ACE-489F-8396-9F324E98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B6BA1-05C0-48AE-A17D-01B6DA21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371246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3A2040-72C5-4E6F-9E54-48F25884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59868-1AE6-4178-BFAC-349D0F42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282DC-F289-45AE-AA0B-AEC9A9A6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B3C25-B577-41C8-8EF5-6BD02E38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07954-8262-4421-9FFB-4D38830C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4E039-F77F-4427-A955-F687BC15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72DC5-72B9-42F2-B6AA-9BE2610A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A4D1C-786B-41B6-B457-573E3A80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F4E3F-B211-43F8-BA26-466AE9E7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D335F0-8BC4-4A5E-B2F0-11AA65B5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3E51E-228A-434F-8E70-7C1A1242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A47F0-1B5A-4454-897F-A0B4B2A9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742818-F665-44E8-9169-7BDECA47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D40A3-B35D-4B43-8D19-82E63518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25CABA-E418-4A80-9672-88D9C71A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2536E-D046-4A09-860A-7BEDFC4A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92E17-C64D-4546-BCB1-01F58C48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827E0D-0216-4B06-BB26-F755DAA8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3A750-BB31-46E5-B779-4BC9DC1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8F9EA4-ABB7-45B0-9F19-0ACD2EB9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22FE48-5BA4-45FD-BC0D-77130B0A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Angles around a point are 85 degrees, 140 degrees and x. Find x.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3DD41-BFEB-4BC7-A8D8-309E4E9E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48976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3FBA5C-475B-4038-B08C-7E065C2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AE1D-A25E-4304-8EBB-915EAA03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E325F-9F8B-4B39-B5EB-D0982625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7AC32-49DA-43B2-8653-C69B8A38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064C8-D507-403F-A292-94339CED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C76BE-118F-4B08-B365-2D5C5923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A24EF1-0D35-4C51-9D08-00CFF913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F8434-A0C6-4CC3-978D-5E4034E1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DB787-3E7E-47B1-AF2D-D626C456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3E153-AB4C-4361-A836-BCC3E635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angles using full turns and straight 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1FFC60-BECE-42ED-8FF2-06457A7A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C3909-817D-41D3-9730-84FC715C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E731D-FB72-4AFA-910B-5F1D57D3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213758-F878-4CDC-83BB-B1CCA321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BAB4E-FF2C-4C3B-A1C5-1AE11951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6087662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39FEEB-76DB-4160-8F1F-8145C7C5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4D502-402C-43A8-BD55-8094C29D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82D5-3554-40AC-BA00-618362FC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53A74-225B-4657-9040-E032220D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DD64C-C02C-4BD4-838B-CB40F8FD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7DF9B-9B3D-43B6-82DD-50ED802E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93856-383D-4DC4-A905-F89118C0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5C8AD3-74D1-4831-A5E6-FC92AB46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A7797-0BBF-4312-A990-0BA44E4D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92A1A-9FD1-43F7-B17C-D1640623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58C52-5D20-4FAA-A9ED-E85D2EB7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12B29-2633-4F31-95B3-7B43CD00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829532-E382-42B2-8FB0-12E88E27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total 360°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E119C9-9411-4AF6-B6C7-81C7F0E9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F216B1-30F9-4B08-AFE7-A47C33F8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2A13B-E08F-49CE-BB63-4AD4DE1E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Known angles: 85° + 140° = 225°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DEC07-BCC3-495F-89C0-459483DA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1FA0E7-85DB-428D-8579-164815F4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F3ACC5-674B-4D79-8C13-89DD46B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360° - 225°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AD1A8-DAC1-4B8D-B7BE-B12888D5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E2472-766E-4EB0-96AA-DF06FC17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902645-6DC9-4A71-BA7C-4FA75D28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135°</a:t>
            </a:r>
          </a:p>
        </p:txBody>
      </p:sp>
    </p:spTree>
    <p:extLst>
      <p:ext uri="{BB962C8B-B14F-4D97-AF65-F5344CB8AC3E}">
        <p14:creationId xmlns:p14="http://schemas.microsoft.com/office/powerpoint/2010/main" val="6531397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08E49-E52A-4498-96AF-DAFE464C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490E4-E109-4ADD-81C8-35132B25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B1B6B-C747-4523-AB26-0B7C5F8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72873-F04E-4C9D-9027-77CD5844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1BCC9-32B1-449D-BB66-82095CF7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E09E9-DD40-44F2-9F8D-7D02EE4A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6CA8AC-948E-43AF-9A71-109AD3F6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91850-D747-434F-899F-B537B381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C4BB22-43CD-42CE-83F7-F98CBF35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638FDD-A09C-441A-B9EA-98A00518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4D848-DA7E-443B-81DE-B3A2FC5F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135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316D9-90B6-41A3-8C71-78BF7A6A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9D0C2-4E57-41B1-932E-F178678D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E4E538-5CC7-4B09-A504-B7109812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325212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2374E-E0DB-40C8-8236-C02A329D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464F2-4CC6-4346-A389-D3A05E35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28B30-1E75-4A8C-B894-AD4F7B75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92B9D-A197-4741-9D3D-E908994A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1CE68-C039-461F-B78A-2047E84B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07084-29D3-40DE-84D2-7F0129E1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B589B-A02C-4708-B270-50E2E2B4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1D13C-8205-4D31-BF05-7DC492F9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0A1B1-9B38-46AD-89C7-2CB493C7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0D4039-D3D9-4260-8D92-6B7421E5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0FEFE-3017-42C0-AA02-0456A0E1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2E0EC-A2F3-4EA7-B6C2-2D91741F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2399B-392E-4CC6-AC07-911CF3C5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B981D-252E-493C-AC24-0F13A7BF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F606C7-1D66-443B-A0FB-17A56BE2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68 degrees.</a:t>
            </a:r>
          </a:p>
        </p:txBody>
      </p:sp>
    </p:spTree>
    <p:extLst>
      <p:ext uri="{BB962C8B-B14F-4D97-AF65-F5344CB8AC3E}">
        <p14:creationId xmlns:p14="http://schemas.microsoft.com/office/powerpoint/2010/main" val="10478091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7A9F2-3DD0-4CE6-A515-AB3A79B2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1D249-70FA-4468-A597-16192170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2E585-5622-4CFE-8DB4-4990C642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90A58-59E9-4C63-A090-FCEE7688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452E3-1862-415D-94DC-63DC605B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75FBA-9AC9-45BC-B139-8DC0DCDE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F9654-B4E2-4BCB-9BE0-6E1E39F5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F68E8-1F32-4B0D-BD29-CE3052AC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75413-195F-4FA6-B3CA-81DE779E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c651886a044f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573DD-16DD-407A-A975-220C248E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80381-D5A7-4AB4-9C63-DA6938A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567C6-522A-4D80-8B4E-EC346804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6DDA0-DC56-4B6D-BDC9-33CF4A07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A8E42-8764-426E-9016-B8A32AE2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5399064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83525E-8AF9-4A24-A2A6-71C76C42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0137F-5D63-4C23-BE4E-A48630B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22DDA-6497-43A0-8869-4F3F19A1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AC0D1-9297-4BA9-829F-24314667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1976B-3011-4D00-95A0-4641B5BD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4CC25-AF79-4FD5-A9DE-E29A4F46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2AC85-A1C7-46DA-9869-B4226DCD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D02F2-94FC-42A7-A26C-611ABD6F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CF75A-3FF2-4D1B-8CF2-DB62A9F5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2795E-E65B-4215-9736-757256EB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60A73-EF5A-44D3-946C-78C588AA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DBEB88-A475-4E5E-B342-BFA94D5C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1FBFF4-071E-467B-9920-B3F8459C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CCC1D-2127-4565-A5D3-009BEFEA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846F63-B4BA-4CFE-9E76-90F13EFB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215548-CF58-45D0-98D2-A2420494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B8F2F7-AC67-4291-A9A4-6A58AB39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0B23B9-FA4D-48A6-B6A1-9929F992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07CBF-5630-415F-A17C-5BC21A9D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17098-C289-4FB9-8BA3-034966A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CDF52C-A8DB-42AD-911C-513195D4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68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AE112-0360-4C64-A871-1B2776EF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551280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B598A-23DB-45F9-B452-C48FF10F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B028F-23EA-482D-ACDB-6416F385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414E6-188A-4B92-98DD-6C3A532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FC6E8-F346-4F7F-824A-B47945A9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D78AC-66A8-4063-862F-E880DABA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0AF09-61E7-437C-8A8C-81BBB930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0E66A-177B-4F71-9E80-47D711BA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6C2F6-A1B0-468C-9CE9-2F860466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749E4E-325D-47C2-AD78-72A2948C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02099-2533-498F-8E55-9F19141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35A16-424F-4976-93F1-57FBEB46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02A27-B6ED-4AD8-BF89-4BA2AE1B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0D4F9-FBEE-4080-9FD3-7F149F7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ED0C0-ABB2-4FC1-9618-BDE69110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02DD28-57AF-4B04-A9F6-E6D3A37E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E9D5D-14D0-4FAA-9D34-4F001C00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7FC40-ECEB-4730-9F55-87B6416B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4C5FD6-5581-4C8C-AECA-312D865A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BC7186-7CEE-4553-9650-AC20E84A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108733-5316-4059-88DC-8318B11E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F34C9E-F1FC-467B-968B-2721A2A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530798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4436D-A8E3-4CAA-BF2C-45CD5CB8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650432-E556-4AB8-92AC-62CE19E7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8A36E-4200-4F87-9B84-12F2C6E0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C1972-1789-436F-9E11-E5D2C09A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6BD96-ABC3-4B39-8F11-B58F6722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50324-1332-4F2C-8279-15345F29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13992-CB80-49EB-A9B4-BDE2E0D7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5C0DB-B85E-4922-858C-77C9E6F6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4EC07A-1D43-4B47-9FDB-92AD04C1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B3421-CB65-4081-94BC-3C1EA2FC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circle has radius 4.5 cm. What is its diameter?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D869CD-E327-407E-BD23-54621D03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2700B-9D79-4244-9478-EF726109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4B2C1-D807-49BB-BCA8-38584CEE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9830879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9879D2-66B2-4C45-BCD8-AC9CB79D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F9CCC-60D9-42A8-9229-D43CC35A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1A189-C1BE-4F5F-9451-DC9DD732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17918-CAE1-480E-AC51-42A356BA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70CA5-7625-4E37-ACC4-35E7D496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43788-96CC-422F-80B7-EC2BE38E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E6E1C-29EA-4FF7-80BF-047077A8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57F89-F3AC-4CC2-AEB3-A2042EB9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44982-98DE-4598-B118-E0D6FAB5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152B7-9C82-44D1-8FD7-925019E1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4193E-2318-46B0-B1E9-7B0DE34F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1D81D-C3D8-4ECF-8AE0-2C075568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FD707-8A21-459C-9BFA-5A05A304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37A09E-2519-4D22-A29A-6C49DF73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95AAB2-8883-417D-8675-65621206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390F6D-4607-469D-A6BB-D580B66D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65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3F9FB-2B8D-49F0-BD9C-82BE8E3B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07FEA-F72A-4DFC-93EA-E0052AC4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07762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6AC3D-277D-4E68-BCC2-BD19EC72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A9F77-F3A8-49D1-8B02-4DB4BDDB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B3079-508A-4CC9-95E0-6601E772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EC627-49C3-472D-B781-9ACDD6F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2C498-A5EB-4676-8C57-DD00F050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84C02-D90C-4B71-B068-A0997F00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F8646-D10C-42C2-B045-A7439BB5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36AA90-1394-4F0E-AA70-4AF5D905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2DB7D8-8AE0-45F7-A795-41A4C403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0F49D-1086-46BE-AFDC-279A1298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519BFE-62FC-48E4-9378-08EC9A18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E4154-0934-4624-A54C-629FED49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44D01-87D5-4B06-AFC3-A4BBB919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17FF5-DF3B-48F9-8B51-701BFF04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F6408-4EE5-4CB8-8256-9A35AF4A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36782-8DAB-416D-A060-79D7E568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102D4-186C-469B-92C4-8AB78908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33C88-1D56-489B-BAE6-AC0F9F8B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1E6FD-46DC-415E-928A-CF63F3F4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9BBF77-1B7E-43EE-99A8-CB1AE749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270D4-7905-488D-8995-A156708F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753E05-1C6B-487D-B9BE-39AFEDBA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877916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2026-09-09T22:14:02.9040000Z</dcterms:created>
  <dcterms:modified xsi:type="dcterms:W3CDTF">2026-09-09T22:14:02.9040000Z</dcterms:modified>
</coreProperties>
</file>