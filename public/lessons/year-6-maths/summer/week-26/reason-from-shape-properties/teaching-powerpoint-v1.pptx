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f0c80d2a6014f2d" /><Relationship Type="http://schemas.openxmlformats.org/officeDocument/2006/relationships/extended-properties" Target="/docProps/app.xml" Id="R64ea37425cfd46d0" /><Relationship Type="http://schemas.openxmlformats.org/officeDocument/2006/relationships/officeDocument" Target="/ppt/presentation.xml" Id="R2aeb4135ee8a461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49bdc07f444466c"/>
  </p:sldMasterIdLst>
  <p:notesMasterIdLst>
    <p:notesMasterId xmlns:r="http://schemas.openxmlformats.org/officeDocument/2006/relationships" r:id="R4996776842ac422e"/>
  </p:notesMasterIdLst>
  <p:sldIdLst>
    <p:sldId xmlns:r="http://schemas.openxmlformats.org/officeDocument/2006/relationships" id="256" r:id="Rc50394ce70554121"/>
    <p:sldId xmlns:r="http://schemas.openxmlformats.org/officeDocument/2006/relationships" id="257" r:id="R73e90da6d60a4040"/>
    <p:sldId xmlns:r="http://schemas.openxmlformats.org/officeDocument/2006/relationships" id="258" r:id="Rc8e2c42cd99341bb"/>
    <p:sldId xmlns:r="http://schemas.openxmlformats.org/officeDocument/2006/relationships" id="259" r:id="R2ed7b63fd9164211"/>
    <p:sldId xmlns:r="http://schemas.openxmlformats.org/officeDocument/2006/relationships" id="260" r:id="Rc531dffe162d4361"/>
    <p:sldId xmlns:r="http://schemas.openxmlformats.org/officeDocument/2006/relationships" id="261" r:id="Rcbe7f7c7e0e64e18"/>
    <p:sldId xmlns:r="http://schemas.openxmlformats.org/officeDocument/2006/relationships" id="262" r:id="R8d45133830c849b6"/>
    <p:sldId xmlns:r="http://schemas.openxmlformats.org/officeDocument/2006/relationships" id="263" r:id="R6f820e56798d49eb"/>
    <p:sldId xmlns:r="http://schemas.openxmlformats.org/officeDocument/2006/relationships" id="264" r:id="Rb992923957174321"/>
    <p:sldId xmlns:r="http://schemas.openxmlformats.org/officeDocument/2006/relationships" id="265" r:id="R074d913dafc64d59"/>
    <p:sldId xmlns:r="http://schemas.openxmlformats.org/officeDocument/2006/relationships" id="266" r:id="R5d589d61dde04b61"/>
    <p:sldId xmlns:r="http://schemas.openxmlformats.org/officeDocument/2006/relationships" id="267" r:id="Rb6f6f2bd949b4c2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5c04bb9ce764a55" /><Relationship Type="http://schemas.openxmlformats.org/officeDocument/2006/relationships/slideMaster" Target="/ppt/slideMasters/slideMaster1.xml" Id="R449bdc07f444466c" /><Relationship Type="http://schemas.openxmlformats.org/officeDocument/2006/relationships/notesMaster" Target="/ppt/notesMasters/notesMaster1.xml" Id="R4996776842ac422e" /><Relationship Type="http://schemas.openxmlformats.org/officeDocument/2006/relationships/presProps" Target="/ppt/presProps.xml" Id="R3954ab72e6c849bb" /><Relationship Type="http://schemas.openxmlformats.org/officeDocument/2006/relationships/tableStyles" Target="/ppt/tableStyles.xml" Id="Rcbbefd4d47974df4" /><Relationship Type="http://schemas.openxmlformats.org/officeDocument/2006/relationships/slide" Target="/ppt/slides/slide1.xml" Id="Rc50394ce70554121" /><Relationship Type="http://schemas.openxmlformats.org/officeDocument/2006/relationships/slide" Target="/ppt/slides/slide2.xml" Id="R73e90da6d60a4040" /><Relationship Type="http://schemas.openxmlformats.org/officeDocument/2006/relationships/slide" Target="/ppt/slides/slide3.xml" Id="Rc8e2c42cd99341bb" /><Relationship Type="http://schemas.openxmlformats.org/officeDocument/2006/relationships/slide" Target="/ppt/slides/slide4.xml" Id="R2ed7b63fd9164211" /><Relationship Type="http://schemas.openxmlformats.org/officeDocument/2006/relationships/slide" Target="/ppt/slides/slide5.xml" Id="Rc531dffe162d4361" /><Relationship Type="http://schemas.openxmlformats.org/officeDocument/2006/relationships/slide" Target="/ppt/slides/slide6.xml" Id="Rcbe7f7c7e0e64e18" /><Relationship Type="http://schemas.openxmlformats.org/officeDocument/2006/relationships/slide" Target="/ppt/slides/slide7.xml" Id="R8d45133830c849b6" /><Relationship Type="http://schemas.openxmlformats.org/officeDocument/2006/relationships/slide" Target="/ppt/slides/slide8.xml" Id="R6f820e56798d49eb" /><Relationship Type="http://schemas.openxmlformats.org/officeDocument/2006/relationships/slide" Target="/ppt/slides/slide9.xml" Id="Rb992923957174321" /><Relationship Type="http://schemas.openxmlformats.org/officeDocument/2006/relationships/slide" Target="/ppt/slides/slide10.xml" Id="R074d913dafc64d59" /><Relationship Type="http://schemas.openxmlformats.org/officeDocument/2006/relationships/slide" Target="/ppt/slides/slide11.xml" Id="R5d589d61dde04b61" /><Relationship Type="http://schemas.openxmlformats.org/officeDocument/2006/relationships/slide" Target="/ppt/slides/slide12.xml" Id="Rb6f6f2bd949b4c2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3193ff0a82e434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39b02be4eb945e6" /><Relationship Type="http://schemas.openxmlformats.org/officeDocument/2006/relationships/notesMaster" Target="/ppt/notesMasters/notesMaster1.xml" Id="Rebfca3e3a4ac4bc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90d6af99ec9484a" /><Relationship Type="http://schemas.openxmlformats.org/officeDocument/2006/relationships/notesMaster" Target="/ppt/notesMasters/notesMaster1.xml" Id="R160d637a2da744a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d30553a7d95480b" /><Relationship Type="http://schemas.openxmlformats.org/officeDocument/2006/relationships/notesMaster" Target="/ppt/notesMasters/notesMaster1.xml" Id="R5427f601d24a431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9300cdf45ba42a2" /><Relationship Type="http://schemas.openxmlformats.org/officeDocument/2006/relationships/notesMaster" Target="/ppt/notesMasters/notesMaster1.xml" Id="Rc6f3c82c67a845c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e2b118047bc41c2" /><Relationship Type="http://schemas.openxmlformats.org/officeDocument/2006/relationships/notesMaster" Target="/ppt/notesMasters/notesMaster1.xml" Id="Ra499ef3d1ec9489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5561afd4d2f4bcb" /><Relationship Type="http://schemas.openxmlformats.org/officeDocument/2006/relationships/notesMaster" Target="/ppt/notesMasters/notesMaster1.xml" Id="R665a9de0d7354e2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ce0e70be1774498" /><Relationship Type="http://schemas.openxmlformats.org/officeDocument/2006/relationships/notesMaster" Target="/ppt/notesMasters/notesMaster1.xml" Id="R9a508469189b455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f2994e4bb6149db" /><Relationship Type="http://schemas.openxmlformats.org/officeDocument/2006/relationships/notesMaster" Target="/ppt/notesMasters/notesMaster1.xml" Id="R37e3bd4272b3405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fe65b01b9c54491" /><Relationship Type="http://schemas.openxmlformats.org/officeDocument/2006/relationships/notesMaster" Target="/ppt/notesMasters/notesMaster1.xml" Id="Ra7be6ead2037487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55109d95cc34f3e" /><Relationship Type="http://schemas.openxmlformats.org/officeDocument/2006/relationships/notesMaster" Target="/ppt/notesMasters/notesMaster1.xml" Id="R3d06ed5031dc491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9d6538d673e49bc" /><Relationship Type="http://schemas.openxmlformats.org/officeDocument/2006/relationships/notesMaster" Target="/ppt/notesMasters/notesMaster1.xml" Id="Rc8a3acc32c644d7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95e0f432e674462" /><Relationship Type="http://schemas.openxmlformats.org/officeDocument/2006/relationships/notesMaster" Target="/ppt/notesMasters/notesMaster1.xml" Id="Rd200bfbb8dd8448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Protractors, rulers, compasses, angle cards, shape sets,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135 degrees. | Mark known properties and angle facts on the diagram. | Use labelled values and known geometric facts, then check the total angle relationship.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angle, vertically opposite, interior, radius, diameter, circumference.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75 degrees.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135 degrees.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Use labelled values and known geometric facts, then check the total angle relationship.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135 degrees..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68 degrees..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65 degrees.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68 degrees.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68 degrees. | Use labelled values and known geometric facts, then check the total angle relationship.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6caf0671ce4aa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c0e19791efb4241" /><Relationship Type="http://schemas.openxmlformats.org/officeDocument/2006/relationships/slideLayout" Target="/ppt/slideLayouts/slideLayout1.xml" Id="R344b312ce0cf4e9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44b312ce0cf4e9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45ce0e27134236" /><Relationship Type="http://schemas.openxmlformats.org/officeDocument/2006/relationships/notesSlide" Target="/ppt/notesSlides/notesSlide1.xml" Id="R058f59edfed84e8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0833fcc5714db8" /><Relationship Type="http://schemas.openxmlformats.org/officeDocument/2006/relationships/notesSlide" Target="/ppt/notesSlides/notesSlide2.xml" Id="R8fedcbc709d442a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b34789f61041c2" /><Relationship Type="http://schemas.openxmlformats.org/officeDocument/2006/relationships/notesSlide" Target="/ppt/notesSlides/notesSlide3.xml" Id="R35a1efe4a455451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a8def3878d4065" /><Relationship Type="http://schemas.openxmlformats.org/officeDocument/2006/relationships/notesSlide" Target="/ppt/notesSlides/notesSlide4.xml" Id="R3adb6bc53d934c0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5996fc4bdf40d4" /><Relationship Type="http://schemas.openxmlformats.org/officeDocument/2006/relationships/notesSlide" Target="/ppt/notesSlides/notesSlide5.xml" Id="R7e0364a9530e477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25f459404e4177" /><Relationship Type="http://schemas.openxmlformats.org/officeDocument/2006/relationships/notesSlide" Target="/ppt/notesSlides/notesSlide6.xml" Id="R3b868717903849d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c8e3e67e6a4560" /><Relationship Type="http://schemas.openxmlformats.org/officeDocument/2006/relationships/image" Target="/ppt/media/image.png" Id="Ra2cd856424be40ae" /><Relationship Type="http://schemas.openxmlformats.org/officeDocument/2006/relationships/notesSlide" Target="/ppt/notesSlides/notesSlide7.xml" Id="R4dadfe9c760b411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991ffa13fe4bc9" /><Relationship Type="http://schemas.openxmlformats.org/officeDocument/2006/relationships/notesSlide" Target="/ppt/notesSlides/notesSlide8.xml" Id="Re1a91acda68c46b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1fb46336a546ab" /><Relationship Type="http://schemas.openxmlformats.org/officeDocument/2006/relationships/notesSlide" Target="/ppt/notesSlides/notesSlide9.xml" Id="Rb053d2dc872f49f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5a7c317081401e" /><Relationship Type="http://schemas.openxmlformats.org/officeDocument/2006/relationships/notesSlide" Target="/ppt/notesSlides/notesSlide10.xml" Id="R8afa8ec9341846d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36cb6b53b14743" /><Relationship Type="http://schemas.openxmlformats.org/officeDocument/2006/relationships/notesSlide" Target="/ppt/notesSlides/notesSlide11.xml" Id="R2c9bd461c26c4e3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8ccdbde7014695" /><Relationship Type="http://schemas.openxmlformats.org/officeDocument/2006/relationships/notesSlide" Target="/ppt/notesSlides/notesSlide12.xml" Id="Rc66c855b22d6418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0A3113-77B7-4054-BAD2-179A5EDA2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212C84-F6BD-4C5D-9288-B0C814E28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E26D57-C0FE-453C-A72F-151233680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45AD82-C058-4F38-A509-8F3812F9D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364EBA-62A0-4719-9D2B-8B6438FB8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 from shape properties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CDB728-9978-4AED-80F6-9DC491F1E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955407-34DB-434D-BA42-E69B60404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056069-FD71-4ACD-9A32-081A3ED0A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classify shapes and solve problems using their properties.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358704-97A8-4BC4-B4E3-E6FDA931E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36B77D-7660-47D2-B904-F989AC244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Protractors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7C6D01-E5FE-49A6-8336-20B4FCF80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38960718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DA65DF-3539-4E8A-A8AD-F1AB5DB68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F835DB-938C-4403-878C-B98DB8B9B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4392A0-A786-4B57-89D8-8B82325C5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9253CC-DDFB-4B82-A096-2687168F4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1226CD-72CC-40EE-8F98-8C7E7A8A0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D584B9-2A82-4F37-A04C-9E69B461E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D6F383-04BA-487E-827F-F8C006979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85ACDE-2EEF-4E7E-BBFA-AC05AE19D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92423C-DF47-443E-9B2D-2287B07EE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from shape properties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E3D822-3F79-48CD-8D17-907B4D599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AE9F0B-EF52-4ADC-9E75-E7DEAA88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2B8CA4-B799-427B-862B-D71980047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CA06A6-F468-4530-B234-46204ACA0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Recognise angle relationships and describe circles and two-dimensional shapes.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8F46F3-B6AE-4F59-9A3A-2581192B4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A01BFF-E2B5-462F-BB3C-033BA4BA9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92DE0A-432B-42B1-8F68-7879209CE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3CE0E1-077A-41BB-B875-07EC0B488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Angles around a point are 85 degrees, 140 degrees and x. Find x.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DFBC06-25D3-4B9B-8475-9E5BE442D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25B691-7E02-4741-8017-C7021B4DD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C0435F-6E97-45CA-880F-27B994624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67B2F6-8D8B-4207-AAA6-DE90337BD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quadrilateral has three angles of 92 degrees, 88 degrees and 105 degrees. Find the fourth.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45E4A3-F373-40B1-B5B6-35F28C411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31398218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34842D-78ED-44F9-9938-2F3A5D70F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0CB03B-904B-46CE-9923-BE441C5ED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8F858E-26DB-4015-822B-69822AFFF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7F4BAE-4A27-41FE-AB36-919408D61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E55028-F2C9-47B3-BBC7-5628C72C0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99D763-470B-4109-8E36-AE84823B0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E59DCE-41E9-4C33-BF30-36444B86C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4123C0-4F6A-4A28-A444-C229C1BA9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AE310A-BC60-4343-8AC3-53D53D403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from shape properties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47A9E0-8413-4BF3-8517-7351FF975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classify shapes and solve problems using their properties.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DF17D8-DD3C-43F2-8EDA-E868D4366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E568BB-3454-4E9B-8DA8-3184473E3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Mark known properties and angle facts on the diagram.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06A45F-A779-49D2-BEE2-66FCAA970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Form a calculation using angles on a line, around a point or inside a shape.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E0B951-62BB-4511-937B-E9D926649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angle size and label it with degrees.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9B3CB1-5A23-46A9-9A9D-10015ECD2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angle  |  vertically opposite  |  interior  |  radius  |  diameter  |  circumference</a:t>
            </a:r>
          </a:p>
        </p:txBody>
      </p:sp>
    </p:spTree>
    <p:extLst>
      <p:ext uri="{BB962C8B-B14F-4D97-AF65-F5344CB8AC3E}">
        <p14:creationId xmlns:p14="http://schemas.microsoft.com/office/powerpoint/2010/main" val="47215513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BDD5C3-AF5A-4E95-B9B6-EC9B0B639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194545-7518-466D-ABCC-A139F6D3A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03C1C9-4734-4228-9C43-B55E00A2F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C30177-1BBB-4E16-A3BE-DB83CACFE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FE4412-208C-4896-ABD1-8EDF632BC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D7E770-CCD7-45CD-99F7-C1F55B009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8FDB68-5806-44EC-852C-B1F41E06E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5E65DE-6C2A-4540-904E-EC19DA8DB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FB9612-6136-45BD-847F-5B563D8A2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from shape properties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954642-848D-41C5-9977-2B8873D35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quadrilateral has three angles of 92 degrees, 88 degrees and 105 degrees. Find the fourth.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B9D847-94A1-4CC7-8C78-D644E16B9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ABFEC8-2FD2-4402-A4E0-A839BE246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B0CE6F-987D-41B1-BE56-40738CCC6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Mark known properties and angle facts on the diagram.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3A4796-3E7A-4147-B5BC-BEB9A47E5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5A11BA-B673-43CD-8066-6BA8DBA46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DBFE45-9E7A-48E6-BC9D-21F4F6627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Form a calculation using angles on a line, around a point or inside a shape.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E375C5-B38E-4D90-BAAD-8D856C1D7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2F2035-E8EF-4848-87F5-9EF07C6E4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44DC52-6B64-4775-9755-5EE372ECC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75 degrees.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CFEAD9-BFB9-44E9-83BF-B19DAE202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010B7E-79A0-4F5F-B4BA-AA8D6E274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CA4B94-3CD3-4C3D-A1E0-FD287FFDA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angle size and label it with degrees.</a:t>
            </a:r>
          </a:p>
        </p:txBody>
      </p:sp>
    </p:spTree>
    <p:extLst>
      <p:ext uri="{BB962C8B-B14F-4D97-AF65-F5344CB8AC3E}">
        <p14:creationId xmlns:p14="http://schemas.microsoft.com/office/powerpoint/2010/main" val="52777103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A06926-9A60-400A-A0DD-F00709C17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44D213-E0FF-4366-A28C-11BA8C0D5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297B67-0B8E-47B4-910C-897B10341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F0A45E-338A-4B53-ACBB-638587375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CC2D69-74FD-43D3-8569-3F5399323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A980B6-1205-4198-9F08-41DAED90E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A08638-B640-40A2-9A4F-0BC8B0BF1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5C2DF4-F98C-441A-8D6A-6DEE3F8C9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820703-5A4F-468F-B4BF-8CE7ECF8D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from shape properties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D4D5AF-F956-4DFB-88B3-C97160703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CF5C19-1B77-4250-BB6C-633C9201C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75 degrees.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5D49B3-8AAF-4175-A02F-A58A18CD7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02BF4D-01AE-4BAD-B040-F203FDFD1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angle size and label it with degrees.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F9E4C6-A9F9-45CC-9743-89B022556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90342666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A2E015-DE70-44FF-A239-DAA12473B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0D3DF1-3F1B-441E-8DE5-12EA2D468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B87A44-4C3B-4FF9-B4CC-900A9B953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1ACDAE-4766-461E-8466-8ABE78F2E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F7C148-BF9D-4E2A-B482-9172A111A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0EB28F-39C1-4226-90A3-10DA91ABB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AD1A2D-D969-4193-A95E-E716E712A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60F8D7-C2E8-410C-96FC-0B3ACFEB2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F6AC9D-A9AD-432B-9370-76ABEFEDE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from shape properties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FAC092-04EF-48F8-98EE-5EB998D06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Angles around a point are 85 degrees, 140 degrees and x. Find x.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A5C4F2-C1E9-49C6-AC82-0C3B4F0BB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42B5CB-7C92-4996-B8AF-8B7C8EB9E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B8065D-D567-4160-8D07-39B72FB1A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C817C9-4BF2-4F88-807C-591E4943B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27607A-5ACB-4818-8810-F6883DE6D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135 degrees.</a:t>
            </a:r>
          </a:p>
        </p:txBody>
      </p:sp>
    </p:spTree>
    <p:extLst>
      <p:ext uri="{BB962C8B-B14F-4D97-AF65-F5344CB8AC3E}">
        <p14:creationId xmlns:p14="http://schemas.microsoft.com/office/powerpoint/2010/main" val="155602634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6548FB-2C0E-4113-AEBE-BCB39CDA1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96B87D-E139-40AA-A4F9-34C261B86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0FCDCA-BF09-405E-BE46-EE612B50F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174C39-CDF1-460D-AA6E-FB45BD4D4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D4499E-9594-4029-A44E-F2F160E67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4AE880-07D8-447E-AF6A-4B8AB1E87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8D7DB5-368B-48D9-A1CB-241BD028F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B24525-8B08-495B-8087-F0A444058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AFDA8E-30E1-4D97-B747-2EFD5DF1B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from shape properties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cd856424be40ae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46D2BA-4F85-47BC-8E1B-2432620CC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0A6B1E-CC2E-4358-ADD0-8C745BF2B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estimates from the drawing even when the diagram is not to scale.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3AE051-D538-4B94-B151-C2D3477E4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EA039E-FCD7-4839-A776-C0C941C9F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EC48F9-9E44-47FB-8038-7B45785BA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labelled values and known geometric facts, then check the total angle relationship.</a:t>
            </a:r>
          </a:p>
        </p:txBody>
      </p:sp>
    </p:spTree>
    <p:extLst>
      <p:ext uri="{BB962C8B-B14F-4D97-AF65-F5344CB8AC3E}">
        <p14:creationId xmlns:p14="http://schemas.microsoft.com/office/powerpoint/2010/main" val="181086541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ABC0A8-2E20-4958-A2A1-63D061AA5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49B4BE-1CC4-42BB-ABF9-465F09650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C2A172-7129-49A8-86BC-7D06872C8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DB0E11-EE19-4B08-90B4-FBF2BB2F5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ED3B01-2E80-4946-9054-14FC626F3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594496-B163-4517-B8D5-6CCB696E7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AAEE7A-712B-4868-A502-ED303109D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90C243-2622-4335-8C94-33E0E3D84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457C6E-1C04-46EA-8355-F46D53055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from shape properties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C9281D-77DC-4160-A4DB-91402EDB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5DDF38-5486-4EA0-A35D-77058CB93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77CE1C-A07E-4847-9949-755627FF5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66BD4F-B00A-495F-A75D-A32560082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Angles around a point are 85 degrees, 140 degrees and x. Find x.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57040E-BDDF-4B28-82CE-877F66745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164C7F-C344-42EB-88AE-6E250A50E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DF2D7C-5601-4E9B-96E9-957D51B6C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3F09C3-543E-405C-8966-2D847914C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8F81FB-1843-4D01-A252-0D3534C28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684064-6363-427B-ABA0-326553311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3B570F-3149-4F71-9DB0-EC79A449D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0AE63A-CF1E-460A-BC57-75A932FA9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135 degrees.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AECFAE-9638-42E6-8977-26BAF3B6E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7487705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30085F-8CB9-4F20-B8AA-B92E2178D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52D839-2E2B-4B75-80FA-A1BA8B461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62CBE1-C03C-4D5D-9888-9B95A8E29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49381F-BE20-46C0-95BF-6ECF4226B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40F7D2-FBBC-4779-A2DB-E4EEF64D4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26F8C7-E544-4A10-ACF7-4560A5BF6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D12870-0F4C-47D1-8E31-8724F3358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E72C2C-B6B4-4596-BD0A-B9F8079E7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2F5AB8-48B5-41EB-A712-994DA7B14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from shape properties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6D86D3-F376-4484-AD35-38EBE492A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C1DDEB-B60B-4BE5-9B51-E402374C5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8F683D-E64F-40B5-A873-D0A97CF48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CFB4DB-0985-41EC-A531-9621F2C81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One angle where two straight lines cross is 68 degrees. Find the vertically opposite angle.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D1BBC4-6794-4077-8B82-AF9A58934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5F08D9-C953-4F08-A053-8DA45A962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D0F814-5C7E-43A6-B2B7-D4C7BD396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224A81-E7E5-4155-8F47-EF3172AE5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7B8940-09F6-443D-8240-A7F5B2D7E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55FB40-A8A2-4047-B023-9D4033E83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286499-841B-4BA9-AB08-D5D760EDD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82AC79-9970-42D0-8B65-61B2281AC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71555138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E62E42-8AB0-495B-9049-CACA3CB12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C5CBE4-FD53-4CEA-9010-CEEA83D6D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01C316-9CA3-4BE6-8FA3-253AC9BA3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24067E-8CC8-4E3E-96C0-83F9EE731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304AB9-72AF-4169-BF48-B2884100E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308720-11EF-4808-A47F-D38A7027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257AF9-B672-41A7-B282-FA9AA2F4C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D84809-B977-4F2F-89FB-29C8A9065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93586E-888D-484A-92ED-91F080F40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from shape properties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2FEAE9-C8D6-43B7-A273-53BD9D7A7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A triangle has angles 47 degrees and 68 degrees. Find the third angle.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4640F9-84AE-4836-B490-317E27A61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C840A9-1152-44D0-8C77-6E3883C7D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5AC48A-C32A-4A2E-80E5-B6B92CB11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65 degrees.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04715449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E642E2-27E9-4371-AED2-C7E8C2CF2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9EDEED-3F60-4C18-AB46-BB46531B8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4A9B0F-7F91-4AC8-BE18-CEA27C9AF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1E9B59-CA02-4482-AC72-29F64FD26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EBBC15-2042-4EB3-840A-9A8F8B07B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EF329C-0D58-45AE-849D-1C13E47C6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EFA253-3205-4A36-BE13-087BD79F5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E5530A-067D-43C5-A0D6-90865A7E5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6CA254-F820-4D05-9E08-4803276CF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from shape properties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5B9788-8F22-45CD-9C9B-33FDDFED0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889207-DC68-4544-916E-D3A4322B7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08CBC1-E1F7-4F96-A906-8018AB98A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One angle where two straight lines cross is 68 degrees. Find the vertically opposite angle.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F73C1D-E945-4717-85CC-F2887EF2A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A2CB00-25C4-4707-B83D-F424FF650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2CF2AE-CD4C-48B7-ACF0-02C88ED55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E69584-33C5-42FA-BF49-E8C90D367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68 degrees.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20D7AC-0794-4598-BC84-CA7073F23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EA16A3-65AC-41D0-BCD9-A056DD563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49157633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EBB27A-943D-49FE-8C0C-C9869814D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BA0B2C-1DAA-4CDE-A46D-D3E4FC234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3B7DE6-1F3F-4EAD-BD05-F86366EA7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8D8B82-7CA6-4C55-988F-18B5B0CD2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96B990-37E6-4138-BAC1-02EE5D65B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FC7EC2-D3C1-462D-9D7D-126F5D144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6B6A24-8EEB-45A6-9C29-17F388912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6F4216-E651-4E67-95C2-2F98B01C5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F23FE7-1256-46B9-97F4-916C0423C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from shape properties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D6DCE2-FDD6-42B7-9806-FDAB1EB20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319727-DB2B-46F8-B005-C6196A2CA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D863C7-9635-4EE1-A62E-249BC20FE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B03891-D9ED-4288-BB64-1641DB4EF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One angle where two straight lines cross is 68 degrees. Find the vertically opposite angle.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64ED34-70BD-46BD-9B0E-8B1515EDD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B8AD36-78D7-49BD-839A-97E7D4997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48032C-6D96-43A9-86AD-3480F5D0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C690D0-CE3F-4E5A-95B9-97CFCB288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estimates from the drawing even when the diagram is not to scale.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A91EAD-0829-49FD-B316-884E5BF7E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33816D-B88D-4BDC-B752-B999B622D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0D1353-02AF-490B-9C42-92A8E1BB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5596D1-0906-4445-9E89-E6674FC1F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3C7F70-94A7-4B2D-8067-A88A23A24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12322784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2026-09-09T20:50:14.6200000Z</dcterms:created>
  <dcterms:modified xsi:type="dcterms:W3CDTF">2026-09-09T20:50:14.6200000Z</dcterms:modified>
</coreProperties>
</file>