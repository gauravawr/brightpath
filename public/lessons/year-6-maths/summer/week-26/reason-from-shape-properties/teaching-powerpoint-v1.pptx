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b7b21fa27947e1" /><Relationship Type="http://schemas.openxmlformats.org/officeDocument/2006/relationships/extended-properties" Target="/docProps/app.xml" Id="R1606575ce82f4b31" /><Relationship Type="http://schemas.openxmlformats.org/officeDocument/2006/relationships/officeDocument" Target="/ppt/presentation.xml" Id="Rffa31a1fc83e4f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3ba6d6f4284281"/>
  </p:sldMasterIdLst>
  <p:notesMasterIdLst>
    <p:notesMasterId xmlns:r="http://schemas.openxmlformats.org/officeDocument/2006/relationships" r:id="Rfa7577a451d54aed"/>
  </p:notesMasterIdLst>
  <p:sldIdLst>
    <p:sldId xmlns:r="http://schemas.openxmlformats.org/officeDocument/2006/relationships" id="256" r:id="Raa7440abc4f043cc"/>
    <p:sldId xmlns:r="http://schemas.openxmlformats.org/officeDocument/2006/relationships" id="257" r:id="R7b11047799704a45"/>
    <p:sldId xmlns:r="http://schemas.openxmlformats.org/officeDocument/2006/relationships" id="258" r:id="Re7bd5258e5394056"/>
    <p:sldId xmlns:r="http://schemas.openxmlformats.org/officeDocument/2006/relationships" id="259" r:id="R69b710ba054f4d91"/>
    <p:sldId xmlns:r="http://schemas.openxmlformats.org/officeDocument/2006/relationships" id="260" r:id="R9a710a541a684a66"/>
    <p:sldId xmlns:r="http://schemas.openxmlformats.org/officeDocument/2006/relationships" id="261" r:id="R62b02d446c744c96"/>
    <p:sldId xmlns:r="http://schemas.openxmlformats.org/officeDocument/2006/relationships" id="262" r:id="R2bd4a51a8a594a18"/>
    <p:sldId xmlns:r="http://schemas.openxmlformats.org/officeDocument/2006/relationships" id="263" r:id="Rc2038fca2ef44716"/>
    <p:sldId xmlns:r="http://schemas.openxmlformats.org/officeDocument/2006/relationships" id="264" r:id="R30f668906e964ce1"/>
    <p:sldId xmlns:r="http://schemas.openxmlformats.org/officeDocument/2006/relationships" id="265" r:id="Rf308bafada9940ad"/>
    <p:sldId xmlns:r="http://schemas.openxmlformats.org/officeDocument/2006/relationships" id="266" r:id="Re2736d8faf894c5b"/>
    <p:sldId xmlns:r="http://schemas.openxmlformats.org/officeDocument/2006/relationships" id="267" r:id="R9388692bfb274d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7eb7a2f38b4975" /><Relationship Type="http://schemas.openxmlformats.org/officeDocument/2006/relationships/slideMaster" Target="/ppt/slideMasters/slideMaster1.xml" Id="Rf33ba6d6f4284281" /><Relationship Type="http://schemas.openxmlformats.org/officeDocument/2006/relationships/notesMaster" Target="/ppt/notesMasters/notesMaster1.xml" Id="Rfa7577a451d54aed" /><Relationship Type="http://schemas.openxmlformats.org/officeDocument/2006/relationships/presProps" Target="/ppt/presProps.xml" Id="Rb3e305627bef433e" /><Relationship Type="http://schemas.openxmlformats.org/officeDocument/2006/relationships/tableStyles" Target="/ppt/tableStyles.xml" Id="R06cd9cc5adae4272" /><Relationship Type="http://schemas.openxmlformats.org/officeDocument/2006/relationships/slide" Target="/ppt/slides/slide1.xml" Id="Raa7440abc4f043cc" /><Relationship Type="http://schemas.openxmlformats.org/officeDocument/2006/relationships/slide" Target="/ppt/slides/slide2.xml" Id="R7b11047799704a45" /><Relationship Type="http://schemas.openxmlformats.org/officeDocument/2006/relationships/slide" Target="/ppt/slides/slide3.xml" Id="Re7bd5258e5394056" /><Relationship Type="http://schemas.openxmlformats.org/officeDocument/2006/relationships/slide" Target="/ppt/slides/slide4.xml" Id="R69b710ba054f4d91" /><Relationship Type="http://schemas.openxmlformats.org/officeDocument/2006/relationships/slide" Target="/ppt/slides/slide5.xml" Id="R9a710a541a684a66" /><Relationship Type="http://schemas.openxmlformats.org/officeDocument/2006/relationships/slide" Target="/ppt/slides/slide6.xml" Id="R62b02d446c744c96" /><Relationship Type="http://schemas.openxmlformats.org/officeDocument/2006/relationships/slide" Target="/ppt/slides/slide7.xml" Id="R2bd4a51a8a594a18" /><Relationship Type="http://schemas.openxmlformats.org/officeDocument/2006/relationships/slide" Target="/ppt/slides/slide8.xml" Id="Rc2038fca2ef44716" /><Relationship Type="http://schemas.openxmlformats.org/officeDocument/2006/relationships/slide" Target="/ppt/slides/slide9.xml" Id="R30f668906e964ce1" /><Relationship Type="http://schemas.openxmlformats.org/officeDocument/2006/relationships/slide" Target="/ppt/slides/slide10.xml" Id="Rf308bafada9940ad" /><Relationship Type="http://schemas.openxmlformats.org/officeDocument/2006/relationships/slide" Target="/ppt/slides/slide11.xml" Id="Re2736d8faf894c5b" /><Relationship Type="http://schemas.openxmlformats.org/officeDocument/2006/relationships/slide" Target="/ppt/slides/slide12.xml" Id="R9388692bfb274d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7004780e2d41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0711064d4d46d4" /><Relationship Type="http://schemas.openxmlformats.org/officeDocument/2006/relationships/notesMaster" Target="/ppt/notesMasters/notesMaster1.xml" Id="R87c47858b64547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29e318508c4817" /><Relationship Type="http://schemas.openxmlformats.org/officeDocument/2006/relationships/notesMaster" Target="/ppt/notesMasters/notesMaster1.xml" Id="R54c8610e98c945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480f28d3ef4912" /><Relationship Type="http://schemas.openxmlformats.org/officeDocument/2006/relationships/notesMaster" Target="/ppt/notesMasters/notesMaster1.xml" Id="Rda35632a41b145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1ef04d7e964902" /><Relationship Type="http://schemas.openxmlformats.org/officeDocument/2006/relationships/notesMaster" Target="/ppt/notesMasters/notesMaster1.xml" Id="R7a6cfda0f76e48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5dcfb95c5b4806" /><Relationship Type="http://schemas.openxmlformats.org/officeDocument/2006/relationships/notesMaster" Target="/ppt/notesMasters/notesMaster1.xml" Id="Rac5e18caf09e43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e7de6434ae4a59" /><Relationship Type="http://schemas.openxmlformats.org/officeDocument/2006/relationships/notesMaster" Target="/ppt/notesMasters/notesMaster1.xml" Id="R4c6a0a9f613a4e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e8558c14f04563" /><Relationship Type="http://schemas.openxmlformats.org/officeDocument/2006/relationships/notesMaster" Target="/ppt/notesMasters/notesMaster1.xml" Id="Reeb83b83756944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c9a7a5695c4f68" /><Relationship Type="http://schemas.openxmlformats.org/officeDocument/2006/relationships/notesMaster" Target="/ppt/notesMasters/notesMaster1.xml" Id="R8472e770508443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8c2eef67344094" /><Relationship Type="http://schemas.openxmlformats.org/officeDocument/2006/relationships/notesMaster" Target="/ppt/notesMasters/notesMaster1.xml" Id="Rc8c4ecf73b2b48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78d7b706dc453a" /><Relationship Type="http://schemas.openxmlformats.org/officeDocument/2006/relationships/notesMaster" Target="/ppt/notesMasters/notesMaster1.xml" Id="R9c3740b4f34c44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5b696268ba434e" /><Relationship Type="http://schemas.openxmlformats.org/officeDocument/2006/relationships/notesMaster" Target="/ppt/notesMasters/notesMaster1.xml" Id="Rd6d1fa6a843d4a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03c46879664d34" /><Relationship Type="http://schemas.openxmlformats.org/officeDocument/2006/relationships/notesMaster" Target="/ppt/notesMasters/notesMaster1.xml" Id="Rbf92892da37241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Protractors, rulers, compasses, angle cards, shape sets,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135 degrees. | Mark known properties and angle facts on the diagram. | Use labelled values and known geometric facts, then check the total angle relationship.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angle, vertically opposite, interior, radius, diameter, circumference.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75 degrees.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135 degrees.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labelled values and known geometric facts, then check the total angle relationship.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135 degrees..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68 degrees..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65 degrees.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68 degrees.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68 degrees. | Use labelled values and known geometric facts, then check the total angle relationship.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a18842508040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dae0f1324b417e" /><Relationship Type="http://schemas.openxmlformats.org/officeDocument/2006/relationships/slideLayout" Target="/ppt/slideLayouts/slideLayout1.xml" Id="Ra48509cd308644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8509cd308644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340eee12947c5" /><Relationship Type="http://schemas.openxmlformats.org/officeDocument/2006/relationships/notesSlide" Target="/ppt/notesSlides/notesSlide1.xml" Id="R56382a2715da49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bfdd507eb4c6e" /><Relationship Type="http://schemas.openxmlformats.org/officeDocument/2006/relationships/notesSlide" Target="/ppt/notesSlides/notesSlide2.xml" Id="Rbbc71ca9df774f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74f506285415d" /><Relationship Type="http://schemas.openxmlformats.org/officeDocument/2006/relationships/notesSlide" Target="/ppt/notesSlides/notesSlide3.xml" Id="Rb4c2f26c5ae340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5ea2644e2441a" /><Relationship Type="http://schemas.openxmlformats.org/officeDocument/2006/relationships/notesSlide" Target="/ppt/notesSlides/notesSlide4.xml" Id="Rf56e950a4abd4b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6763cfe4b4895" /><Relationship Type="http://schemas.openxmlformats.org/officeDocument/2006/relationships/notesSlide" Target="/ppt/notesSlides/notesSlide5.xml" Id="Rd65ae78e2dbe42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ae12286c74999" /><Relationship Type="http://schemas.openxmlformats.org/officeDocument/2006/relationships/notesSlide" Target="/ppt/notesSlides/notesSlide6.xml" Id="R99a91d1b4f3b4b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94fee07414f3d" /><Relationship Type="http://schemas.openxmlformats.org/officeDocument/2006/relationships/image" Target="/ppt/media/image.png" Id="Ra027d60bafd145fb" /><Relationship Type="http://schemas.openxmlformats.org/officeDocument/2006/relationships/notesSlide" Target="/ppt/notesSlides/notesSlide7.xml" Id="R2d4accfc0bbe4d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dc0fc695e4042" /><Relationship Type="http://schemas.openxmlformats.org/officeDocument/2006/relationships/notesSlide" Target="/ppt/notesSlides/notesSlide8.xml" Id="R2ca9dc5159e84b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fd04fae5f4faf" /><Relationship Type="http://schemas.openxmlformats.org/officeDocument/2006/relationships/notesSlide" Target="/ppt/notesSlides/notesSlide9.xml" Id="R93578a2cb1df40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8a7a93c7243a4" /><Relationship Type="http://schemas.openxmlformats.org/officeDocument/2006/relationships/notesSlide" Target="/ppt/notesSlides/notesSlide10.xml" Id="Rf4fd3c27a0264a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ad9f6c81a4f33" /><Relationship Type="http://schemas.openxmlformats.org/officeDocument/2006/relationships/notesSlide" Target="/ppt/notesSlides/notesSlide11.xml" Id="R116d369b4f2445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d5928b5c644d2" /><Relationship Type="http://schemas.openxmlformats.org/officeDocument/2006/relationships/notesSlide" Target="/ppt/notesSlides/notesSlide12.xml" Id="R4cc25bfbf2da47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BE922-CB25-4A20-A1FC-021CC5FC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1AF8E-C9B6-43DE-847B-544DB4AE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AD5FC-0C5D-4A5A-A517-EA7853B8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0694A-4C6F-4930-806F-71074D8A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5468E-8FDD-4FE6-96A1-98CC6596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 from shape properties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FED24-02E7-4BAE-AA31-E8DDC282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8D5D5-B777-428D-B362-3380468A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1483F-9E82-4793-AE17-7B6BABE8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classify shapes and solve problems using their properties.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E6947-BA5B-4046-8040-2854DBE6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DF201-70A7-47F1-8633-49ACAAC9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Protractors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204AB-4943-45BF-B103-DC0D3D21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8867996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1146F-C873-4D6D-ADBE-ACFFBDD1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C903C-363C-4EDE-91B7-B11D4618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467C2-467E-4391-A37B-DB6AE515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683AE-EB98-4889-A4D8-186CFAE7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67AB0-912F-4520-903E-417023A9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D6258-8863-41FF-8AD6-D0200F87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DFE90-A67A-449D-B7F0-87583CEC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2AA53-1313-48F6-B253-BAFCDDC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7A6CB-7BDD-439A-A234-51D671E3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from shape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AE887-3498-4D1C-978F-E40F1FDE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D3146-72F8-47FC-932D-F379DE6F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54471-9802-4425-8B6C-F6B4570E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C6953-EBD2-47F3-86E3-46885856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 angle relationships and describe circles and two-dimensional shapes.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BDC43-54A0-4D5E-8734-38AF1FFB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D5F98-7AAE-45E8-B709-6A740C5E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D8DE5-DAA2-4FDF-BC12-3553595F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727F5-DE71-4F69-B522-C49D8724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Angles around a point are 85 degrees, 140 degrees and x. Find x.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73F0A-49EF-4E3D-824E-5ECA9136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CEB5B-B0A8-4F0E-8E98-ADF90373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FF632-928B-41FC-98A6-6EC37BC7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6D0D7-2A18-4633-AAD0-CC844CE4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quadrilateral has three angles of 92 degrees, 88 degrees and 105 degrees. Find the fourth.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247A1B-8294-49D7-8841-C381992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39417585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7A88B-DFFD-436F-AD12-4D8E61C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E5BA6-D6E0-4508-8060-23C36489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B6207-F8FA-4391-8ABC-9C66281A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6A72E-C7D9-4B0D-B359-B305652F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4B391-92B2-42CE-BBA2-501BCBBC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5A502-9032-42D2-B194-FCAC5D1A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22DFE-B73F-4AE8-87CA-4D92A967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90244-743D-421B-A0B0-B20A99F8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CA260-AFB6-49BE-9749-9622C525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from shape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6D7EA-8804-4856-9122-A83A997F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classify shapes and solve problems using their properties.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17CEB-A24D-4D1C-BB22-51B6EB4D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ADA03-12BA-443B-B6B8-73DA9069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Mark known properties and angle facts on the diagram.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A2402-AAE2-43EA-A39E-317B0951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Form a calculation using angles on a line, around a point or inside a shape.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2E894-DE43-4E4E-9D28-3398B279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angle size and label it with degrees.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BDAF6-C828-4064-8C46-B0196710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angle  |  vertically opposite  |  interior  |  radius  |  diameter  |  circumference</a:t>
            </a:r>
          </a:p>
        </p:txBody>
      </p:sp>
    </p:spTree>
    <p:extLst>
      <p:ext uri="{BB962C8B-B14F-4D97-AF65-F5344CB8AC3E}">
        <p14:creationId xmlns:p14="http://schemas.microsoft.com/office/powerpoint/2010/main" val="151033419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82782E-0403-4871-8EE9-70A71E9F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34676-3252-4FCF-BBFF-AA3E3365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800C3-4FD7-41F5-86A4-CD2041CB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6921F-71BF-4AE8-BC88-E8857D37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0C12D-31AD-45BB-9719-AEA5B741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1EEE0-6851-45AF-BB87-F465FA1D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98B7D-2F88-49E0-84A1-C964F549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33855-E46C-4227-9FE6-1E08BDA6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6CD58-E0E8-4CE8-B6FB-13842EEF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from shape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6A71D-3F84-4D05-97B1-F3ACEB98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quadrilateral has three angles of 92 degrees, 88 degrees and 105 degrees. Find the fourth.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80442-8BF1-416F-97CC-3623EF91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0D354-AA71-4C77-8EFD-F4B2D43F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E06A4-DE28-46D2-888C-8A037091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Angles in a quadrilateral total 360°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3B00E-B148-487F-A79A-1F772C0B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E04F6-3312-489E-9EF7-BF235D5F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22247-377F-4E60-A30A-08699924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92° + 88° + 105° = 285°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EA1E6-8A97-421D-AC88-2E9B7C51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0E649-3F85-4508-8920-ADAF2EE1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8FC0CC-8D8D-45BB-85C0-0E32E0AA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Fourth angle = 360° - 285°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2D6D8-8B08-43DE-9EC2-E6F1466B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5448E3-0835-4E4D-B0EC-3DA508A4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2187F-7C6E-40A4-98E3-496934B0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75°</a:t>
            </a:r>
          </a:p>
        </p:txBody>
      </p:sp>
    </p:spTree>
    <p:extLst>
      <p:ext uri="{BB962C8B-B14F-4D97-AF65-F5344CB8AC3E}">
        <p14:creationId xmlns:p14="http://schemas.microsoft.com/office/powerpoint/2010/main" val="100370314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39121-173F-4B1B-A9C7-7CEA513E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A9203-2EDA-4841-A91E-2EF81A9D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584C5-8514-4CA5-81EC-573A5366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52443-315B-4076-AEDD-C5E2D164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55491-7720-4E4A-AE44-5586AE73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35454-CC2D-4355-A9AE-AA5F7BBE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217E6-B393-47B6-9721-3B1719CC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164FD-95F4-45C0-A6EA-FF317723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A0E6E-9F75-458C-BCD5-DF37939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from shape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3A706-A458-41EF-9959-41E8F060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9D823-3F9C-4D6D-A46E-A3DB10C4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75 degrees.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5E0BB-87AB-4946-96B6-A27D2325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AD701-1F01-42D7-BC44-D9796588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angle size and label it with degrees.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4793A-C1A0-4AE5-A876-826316D0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44438578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4E9D5-7444-41F8-8BAE-2C450DAA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F4B2F-64C5-48A8-A9CB-DDF94A67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3E084-2A8A-4047-88A1-42AD4AA3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F3ADD-F605-412F-BD00-2851E159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DFB4E-BFF3-455E-9182-F392D421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11171-6824-4730-8DB0-9B28D482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5E089-44D2-4943-B8D8-D7610933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827F6-C0EA-4E65-9CD0-75791C00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C7B31-7B72-46EE-B9EF-6D45FC7F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from shape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A4A8C-5865-459B-8A08-B5258278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Angles around a point are 85 degrees, 140 degrees and x. Find 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419B3-7D24-406A-BDC1-9146863E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1FB9C-98DD-46A3-8A53-0CE6D292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3E9A4-6925-4836-AE55-72A93E0A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FF1FF-DBA4-46E6-ABA1-D3447015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819F9-7B95-4FD0-A4FA-92B5639D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135 degrees.</a:t>
            </a:r>
          </a:p>
        </p:txBody>
      </p:sp>
    </p:spTree>
    <p:extLst>
      <p:ext uri="{BB962C8B-B14F-4D97-AF65-F5344CB8AC3E}">
        <p14:creationId xmlns:p14="http://schemas.microsoft.com/office/powerpoint/2010/main" val="51595097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347A1-A3CF-445C-93AA-046C3679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E6EB7-80C3-4B6F-AB71-02D962E7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DC032-882D-47BA-AD9F-3B3C9238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EBF76-2B04-47B1-A4F1-D1BE2BBE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853E9-514F-4930-9F77-C9F28112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978E6-CA2E-4B2B-90F6-B73E6907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E3612-6FA5-4C7D-93E9-48CE5BA0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688BB-B948-42F0-808E-1BA9943A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62668-D57E-467B-B26A-57C5FF11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from shape properties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7d60bafd145fb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AB3EA-5379-44FA-BA8A-44A886A5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82FB1-8B23-4C64-A897-7817D654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estimates from the drawing even when the diagram is not to scale.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A6ECA-E451-4674-93CD-D717D0D6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D90D5-AD4B-4597-B13D-2173FDC5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B03FA-AB47-41EC-8ED1-94FED6D8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labelled values and known geometric facts, then check the total angle relationship.</a:t>
            </a:r>
          </a:p>
        </p:txBody>
      </p:sp>
    </p:spTree>
    <p:extLst>
      <p:ext uri="{BB962C8B-B14F-4D97-AF65-F5344CB8AC3E}">
        <p14:creationId xmlns:p14="http://schemas.microsoft.com/office/powerpoint/2010/main" val="54259514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A6BC5D-0283-4836-A3D7-43DD3182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AFD44-975F-4F3E-ABCC-A0F758A1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EE42A-4D13-40F5-BB97-3D730B58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86B1C-7F90-4E9D-BE60-5EE513B3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78849-8320-4535-A663-9671E7E9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A554C-E79E-49F0-A423-2DA0C061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A1222-B8D2-4612-8053-C97424AB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E28D6-CDE2-4B19-BF03-70BAED60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6A135-02FD-4962-BCEA-858ABBAD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from shape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6CD45-4A2D-4F6F-B4C8-9E8F1965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613A5-2774-4BFF-9792-C826C118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9A389-62F6-4655-902E-2A2F11E9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E2756-E391-4388-8B9A-34FCDA94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Angles around a point are 85 degrees, 140 degrees and x. Find 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C6A82-4529-4548-B7E9-116B7AF2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96B82-0557-4CFF-9797-61E835BF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97E60-2411-4EA8-80CE-16A02AC6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0A457-6628-4CCC-BA92-D6C5AC8E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C44AB-417C-4B59-AFDF-9C568EFE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29F1C-8F0A-4D40-908C-6EE40C0C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737D3C-B15C-437D-AC2E-D9430920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F6534-B791-4F58-970E-6DF7D0D4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135 degrees.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11B485-A4A6-41C7-B358-90D48CEE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23191140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41AF7C-86E4-439A-AAD3-C1041E76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4A438-3117-4650-9A09-D01D2177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15B36-9E06-4643-84B5-6F552DBC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FE6BA-738B-40EA-845F-F3312A84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DBBD2-8BB6-4E2A-84E3-8DD21C3F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23DE4-3AAC-4AC4-A61B-0C3506E5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342F0-63D6-4A71-9196-B01DC519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99366-7599-41C5-A62C-48C93C07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DA490-18B2-480F-BCC3-4746DCF9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from shape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2D208-F5A2-419B-ADA2-9EFB19D4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3B4AE-EB47-4497-ABCA-11664D0B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6222A-0938-4F71-940E-29CC5170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FCC2B-8C6D-4E46-A62D-881107BB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One angle where two straight lines cross is 68 degrees. Find the vertically opposite angle.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91CFA-8EFA-44F8-B7C4-B906BB8C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86F6C-63B1-4100-90FC-AC38FA98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8A7A3-FD5C-40E4-A3B2-9A7288C6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CDF3A-4614-40BE-8CF3-D15AD78D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D61B2-A18F-4D2F-9A3E-26B1DA08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4954C-8CAA-4876-A99C-15D6C0EB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E8464-B57F-4595-885A-3F1731D1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3FB574-E43F-4C8D-8400-866AB6CA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28026964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E7242-6F6A-4EC0-9B6A-DB52CBCC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E0E40-3A6E-4F9B-BF98-EA973415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DA38F-C367-470E-83DC-ABDC1515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D96C1-4F24-4BC1-9E8F-3FEA0E5A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20244-A6F1-449A-AE0A-CF8357EF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E96A1-7803-48E1-8084-B1A8DE21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DB59E-47C6-4FF2-BEA1-61FB67E6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328C2-6C0E-4169-B953-8DA20F9E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D8C57-D32F-4C91-9534-C30CF896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from shape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D1332-A6B1-484F-8A9D-C2C7A910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A triangle has angles 47 degrees and 68 degrees. Find the third angle.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F7763-B689-4633-9F04-B493EADF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38E65-285E-4131-B47F-FAA487F3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3CB83-49B1-4587-99CE-094FC168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65 degrees.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57179793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16432-DD2B-4872-BFA9-7A17611F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E8426-B140-4071-B3D1-ADD5E46E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CF306-9B19-4102-ABB9-76CA402C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4D79C-F31A-4A1D-9BAC-B00822EB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13CC5-DA90-4C7D-8B40-785C542C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924B2-D40C-41C7-A29D-EB7292B1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CCECF-F5B1-4CF5-B8F1-48EE4348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AC779-4EEE-462A-B68E-3EB3EDDD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913ED-EAE1-43AA-A210-B6770644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from shape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91916-378A-48B5-B61A-C1B66549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21ED3-6138-43EC-9674-BAF86589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2EAB0-3C4F-4BD5-BC04-F06BFAE1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One angle where two straight lines cross is 68 degrees. Find the vertically opposite angle.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C91B5-7741-42C5-9EF2-CA2444F8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74BBA-80CD-4EAF-8FF4-90A325E6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36FC8-A847-45B4-A345-4C5AF6AF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A1E25-614F-4D2A-AB75-79386F7B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68 degrees.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287B9-77EF-4E93-9CF4-52DC4AC6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F904E-3ECF-40A2-9F44-E4FE53F1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13880566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1FB1A-8152-4371-A8CB-5E355E99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EE8DD-6CAB-4991-8354-C232101F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7EA3D-5E97-400A-B99D-6193FA49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9A53D-7240-41CD-8D2C-12F057EB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ADCEA-3574-4FAE-BBDC-3EAE7013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D1AC9-0531-432F-ABEE-77E7C6F2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8B63F-0645-4377-9ABB-B09BDEB3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43CBB-93D2-4C2D-9438-07511952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5D6DD-1E34-4A7C-9E1F-9F00E54A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from shape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4DAD4-F516-422F-976F-489EB1FD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DBB61-7814-45CC-A680-EC5726BA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D9CA4-0BD6-47CE-AFCF-F16DF6BF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8E693-282D-4474-B511-BFA98C5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One angle where two straight lines cross is 68 degrees. Find the vertically opposite angle.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FE73B-B739-4074-94A9-2BF3B1B4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C0498-A025-419C-97F4-8049A789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59848-406A-4ECB-95D6-51A4CCC4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90F1C-1CDB-4BF7-945C-C524E408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estimates from the drawing even when the diagram is not to scale.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D889D-8888-4DB4-B741-E8AAB066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CB9164-9105-44A2-AB9F-33F958AE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6557C-9997-468C-9350-199E934C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861F1A-B5BC-4CF4-8AE0-0333DDA0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F0E2D1-750D-4EB6-8FD6-881805DF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77522046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2026-09-09T22:14:08.1630000Z</dcterms:created>
  <dcterms:modified xsi:type="dcterms:W3CDTF">2026-09-09T22:14:08.1630000Z</dcterms:modified>
</coreProperties>
</file>