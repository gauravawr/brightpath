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042e59561a49d9" /><Relationship Type="http://schemas.openxmlformats.org/officeDocument/2006/relationships/extended-properties" Target="/docProps/app.xml" Id="R99fa8c083f7a406a" /><Relationship Type="http://schemas.openxmlformats.org/officeDocument/2006/relationships/officeDocument" Target="/ppt/presentation.xml" Id="R19cb54f86e264a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c49d4e737d4c0c"/>
  </p:sldMasterIdLst>
  <p:notesMasterIdLst>
    <p:notesMasterId xmlns:r="http://schemas.openxmlformats.org/officeDocument/2006/relationships" r:id="Rad205caa9b254dc7"/>
  </p:notesMasterIdLst>
  <p:sldIdLst>
    <p:sldId xmlns:r="http://schemas.openxmlformats.org/officeDocument/2006/relationships" id="256" r:id="Rc2d77356e5fe4b9b"/>
    <p:sldId xmlns:r="http://schemas.openxmlformats.org/officeDocument/2006/relationships" id="257" r:id="R42298a8533b64b03"/>
    <p:sldId xmlns:r="http://schemas.openxmlformats.org/officeDocument/2006/relationships" id="258" r:id="R4168fbfe4c75458e"/>
    <p:sldId xmlns:r="http://schemas.openxmlformats.org/officeDocument/2006/relationships" id="259" r:id="R7054c60a1ae04b2f"/>
    <p:sldId xmlns:r="http://schemas.openxmlformats.org/officeDocument/2006/relationships" id="260" r:id="R56e2c68162f9412c"/>
    <p:sldId xmlns:r="http://schemas.openxmlformats.org/officeDocument/2006/relationships" id="261" r:id="R304a28bd3ecc4fad"/>
    <p:sldId xmlns:r="http://schemas.openxmlformats.org/officeDocument/2006/relationships" id="262" r:id="R2a6d47ecaae44f93"/>
    <p:sldId xmlns:r="http://schemas.openxmlformats.org/officeDocument/2006/relationships" id="263" r:id="R121318da19f34c7e"/>
    <p:sldId xmlns:r="http://schemas.openxmlformats.org/officeDocument/2006/relationships" id="264" r:id="R0b6b1b2d81354b76"/>
    <p:sldId xmlns:r="http://schemas.openxmlformats.org/officeDocument/2006/relationships" id="265" r:id="Rfcc82cf93e354671"/>
    <p:sldId xmlns:r="http://schemas.openxmlformats.org/officeDocument/2006/relationships" id="266" r:id="R4c6520deb7484cbd"/>
    <p:sldId xmlns:r="http://schemas.openxmlformats.org/officeDocument/2006/relationships" id="267" r:id="R76bb17b7fdf949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97f5a10be04278" /><Relationship Type="http://schemas.openxmlformats.org/officeDocument/2006/relationships/slideMaster" Target="/ppt/slideMasters/slideMaster1.xml" Id="Rf6c49d4e737d4c0c" /><Relationship Type="http://schemas.openxmlformats.org/officeDocument/2006/relationships/notesMaster" Target="/ppt/notesMasters/notesMaster1.xml" Id="Rad205caa9b254dc7" /><Relationship Type="http://schemas.openxmlformats.org/officeDocument/2006/relationships/presProps" Target="/ppt/presProps.xml" Id="R678b05a6bcf942bc" /><Relationship Type="http://schemas.openxmlformats.org/officeDocument/2006/relationships/tableStyles" Target="/ppt/tableStyles.xml" Id="Rcdf24c1814b9425c" /><Relationship Type="http://schemas.openxmlformats.org/officeDocument/2006/relationships/slide" Target="/ppt/slides/slide1.xml" Id="Rc2d77356e5fe4b9b" /><Relationship Type="http://schemas.openxmlformats.org/officeDocument/2006/relationships/slide" Target="/ppt/slides/slide2.xml" Id="R42298a8533b64b03" /><Relationship Type="http://schemas.openxmlformats.org/officeDocument/2006/relationships/slide" Target="/ppt/slides/slide3.xml" Id="R4168fbfe4c75458e" /><Relationship Type="http://schemas.openxmlformats.org/officeDocument/2006/relationships/slide" Target="/ppt/slides/slide4.xml" Id="R7054c60a1ae04b2f" /><Relationship Type="http://schemas.openxmlformats.org/officeDocument/2006/relationships/slide" Target="/ppt/slides/slide5.xml" Id="R56e2c68162f9412c" /><Relationship Type="http://schemas.openxmlformats.org/officeDocument/2006/relationships/slide" Target="/ppt/slides/slide6.xml" Id="R304a28bd3ecc4fad" /><Relationship Type="http://schemas.openxmlformats.org/officeDocument/2006/relationships/slide" Target="/ppt/slides/slide7.xml" Id="R2a6d47ecaae44f93" /><Relationship Type="http://schemas.openxmlformats.org/officeDocument/2006/relationships/slide" Target="/ppt/slides/slide8.xml" Id="R121318da19f34c7e" /><Relationship Type="http://schemas.openxmlformats.org/officeDocument/2006/relationships/slide" Target="/ppt/slides/slide9.xml" Id="R0b6b1b2d81354b76" /><Relationship Type="http://schemas.openxmlformats.org/officeDocument/2006/relationships/slide" Target="/ppt/slides/slide10.xml" Id="Rfcc82cf93e354671" /><Relationship Type="http://schemas.openxmlformats.org/officeDocument/2006/relationships/slide" Target="/ppt/slides/slide11.xml" Id="R4c6520deb7484cbd" /><Relationship Type="http://schemas.openxmlformats.org/officeDocument/2006/relationships/slide" Target="/ppt/slides/slide12.xml" Id="R76bb17b7fdf949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f21b02b23942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e3b317452c4bbf" /><Relationship Type="http://schemas.openxmlformats.org/officeDocument/2006/relationships/notesMaster" Target="/ppt/notesMasters/notesMaster1.xml" Id="Ra14632acfad643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5918edef814420" /><Relationship Type="http://schemas.openxmlformats.org/officeDocument/2006/relationships/notesMaster" Target="/ppt/notesMasters/notesMaster1.xml" Id="R8b3be4e31c1241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28593d5b0a4b1a" /><Relationship Type="http://schemas.openxmlformats.org/officeDocument/2006/relationships/notesMaster" Target="/ppt/notesMasters/notesMaster1.xml" Id="Ra48d4a027e1645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6378aebcda4b18" /><Relationship Type="http://schemas.openxmlformats.org/officeDocument/2006/relationships/notesMaster" Target="/ppt/notesMasters/notesMaster1.xml" Id="R543349dfd2594c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d6416bf0a844c5" /><Relationship Type="http://schemas.openxmlformats.org/officeDocument/2006/relationships/notesMaster" Target="/ppt/notesMasters/notesMaster1.xml" Id="Rda93d65581c744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5564996277400f" /><Relationship Type="http://schemas.openxmlformats.org/officeDocument/2006/relationships/notesMaster" Target="/ppt/notesMasters/notesMaster1.xml" Id="Rf74a6e8884dd45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fe72b7a35f497d" /><Relationship Type="http://schemas.openxmlformats.org/officeDocument/2006/relationships/notesMaster" Target="/ppt/notesMasters/notesMaster1.xml" Id="Re17739bafc7048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e717d6b2fd4119" /><Relationship Type="http://schemas.openxmlformats.org/officeDocument/2006/relationships/notesMaster" Target="/ppt/notesMasters/notesMaster1.xml" Id="R556485b69ad042b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0ac49939294028" /><Relationship Type="http://schemas.openxmlformats.org/officeDocument/2006/relationships/notesMaster" Target="/ppt/notesMasters/notesMaster1.xml" Id="R31c456077b1f49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a5309d2b1a4ba4" /><Relationship Type="http://schemas.openxmlformats.org/officeDocument/2006/relationships/notesMaster" Target="/ppt/notesMasters/notesMaster1.xml" Id="Rdfdc1fdb144749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d3d6eb18634de6" /><Relationship Type="http://schemas.openxmlformats.org/officeDocument/2006/relationships/notesMaster" Target="/ppt/notesMasters/notesMaster1.xml" Id="Rba3450d384ad4cf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dac2edac0c04cd4" /><Relationship Type="http://schemas.openxmlformats.org/officeDocument/2006/relationships/notesMaster" Target="/ppt/notesMasters/notesMaster1.xml" Id="Rdfe5031d164847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Protractors, rulers, compasses, angle cards, shape sets,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 cm. | Mark known properties and angle facts on the diagram. |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angle, vertically opposite, interior, radius, diameter, circumference.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 cm..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75 degrees..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135 degrees.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75 degrees. | Use labelled values and known geometric facts, then check the total angle relationship.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c130e896f49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4616b210b4405e" /><Relationship Type="http://schemas.openxmlformats.org/officeDocument/2006/relationships/slideLayout" Target="/ppt/slideLayouts/slideLayout1.xml" Id="R5e80a3cdaeda47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80a3cdaeda47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031161430475a" /><Relationship Type="http://schemas.openxmlformats.org/officeDocument/2006/relationships/notesSlide" Target="/ppt/notesSlides/notesSlide1.xml" Id="R729d4522574b46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e8f8559df34bc4" /><Relationship Type="http://schemas.openxmlformats.org/officeDocument/2006/relationships/notesSlide" Target="/ppt/notesSlides/notesSlide2.xml" Id="R4b8dbb7f059b4e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a842e3be34d30" /><Relationship Type="http://schemas.openxmlformats.org/officeDocument/2006/relationships/notesSlide" Target="/ppt/notesSlides/notesSlide3.xml" Id="R3f71ac46c52e40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be87c01684289" /><Relationship Type="http://schemas.openxmlformats.org/officeDocument/2006/relationships/notesSlide" Target="/ppt/notesSlides/notesSlide4.xml" Id="Rb1275fde418649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0ca2555244c64" /><Relationship Type="http://schemas.openxmlformats.org/officeDocument/2006/relationships/notesSlide" Target="/ppt/notesSlides/notesSlide5.xml" Id="R68623a42a47a48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284b530127490f" /><Relationship Type="http://schemas.openxmlformats.org/officeDocument/2006/relationships/notesSlide" Target="/ppt/notesSlides/notesSlide6.xml" Id="Rd1dddf5abccc46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d443a5e9349b5" /><Relationship Type="http://schemas.openxmlformats.org/officeDocument/2006/relationships/image" Target="/ppt/media/image.png" Id="R1a0d5ddb42e54ac4" /><Relationship Type="http://schemas.openxmlformats.org/officeDocument/2006/relationships/notesSlide" Target="/ppt/notesSlides/notesSlide7.xml" Id="R6f01c5b1748141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5678967314121" /><Relationship Type="http://schemas.openxmlformats.org/officeDocument/2006/relationships/notesSlide" Target="/ppt/notesSlides/notesSlide8.xml" Id="Rd4b7b0c2a6c94e3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7f772f99043fc" /><Relationship Type="http://schemas.openxmlformats.org/officeDocument/2006/relationships/notesSlide" Target="/ppt/notesSlides/notesSlide9.xml" Id="Rb7563237fc4e48f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33c66e72041cc" /><Relationship Type="http://schemas.openxmlformats.org/officeDocument/2006/relationships/notesSlide" Target="/ppt/notesSlides/notesSlide10.xml" Id="Rb59ed9fc5b2743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f3e6062224661" /><Relationship Type="http://schemas.openxmlformats.org/officeDocument/2006/relationships/notesSlide" Target="/ppt/notesSlides/notesSlide11.xml" Id="R9c6e8d20602a45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d5661e3d14b17" /><Relationship Type="http://schemas.openxmlformats.org/officeDocument/2006/relationships/notesSlide" Target="/ppt/notesSlides/notesSlide12.xml" Id="R02868e3ef66544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A83240-87B9-4C56-9F50-2C9FD654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28CAD3-1B80-4DC1-9008-5E6F5324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E1919E-FBA6-4E2F-803A-763D909A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3BA604-E936-46D7-BBEE-E50E34C0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6795E-2205-4845-8E75-9829BB77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44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3F03FC-EC6D-4CAB-996A-736589F2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DE8B09-E638-44C4-B438-2FEB69AD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41D0F-3CF8-4210-859A-F1A937E1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missing interior angles in polygons.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B5A598-09C8-49B5-85BC-1F8EDD80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E5053D-F1F5-4C3D-8D42-2958FF55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Protractors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9B7D79-99F0-4C2E-83AC-540389CF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746369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C49F80-441F-47AF-A9FB-080E6495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F5834-E48F-4E33-A48A-B5C0FAE3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08035-5563-4BA7-8CAE-AEFCF155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3267C4-E0BE-4983-AC6F-56AA2ABE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8B536-EEE3-4CDA-B719-8B4A9F0A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05AB8-6A5B-451A-B8F3-0FC7BF32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A56B9-0238-407C-AFE4-5269D235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F462E-1EA0-4B61-9D9C-6B266AEB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17207-9AA6-42B0-934F-C36F935C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52CEB-E592-40D5-B50C-8170DA45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D973F-C4EF-40D7-8897-B4327FF4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AFC91-6128-4CD1-81F2-DF1C5DAD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9D26A0-6E9A-45DC-A4A8-2FCF21E3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angle relationships and describe circles and two-dimensional shapes.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8BAA1-FD06-44DA-B2B0-80762D39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3AD904-2246-45C5-8B58-49110EA1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A853D8-9AED-48CF-B117-51403065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3EECE2-FE98-4145-8BA4-5A1251D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525C8-C1EC-4F64-A578-623DE622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DDA0D-10E8-4E43-A26E-394D603D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80857C-5118-4AAD-A235-0A7BB7A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A88ACD-0328-4806-9424-C3BC8072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triangle has angles 47 degrees and 68 degrees. Find the third angle.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B99BE2-A30D-4A18-82CE-3D80211B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845212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C0634-3FB3-4498-AF9E-E0032820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829FE-55AF-4BA2-B3EA-61F552D1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6042A0-9119-4B55-B2D9-B9A27A2B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6944F-83B6-4E36-912F-ED842407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CC391-7FE4-47A7-8741-3BE3810C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64CE5-CF59-4DBF-ACF8-BD402193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7322C-37F5-4A4B-9C1D-5067C3E4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96802-A7E9-4960-9689-45EFC253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797F1-8EFD-4A6B-AFE3-4D1BB715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A9FBA8-665F-4A5D-AD66-C4EB8354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missing interior angles in polygons.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A0B11-3509-4DA2-A7F0-103FBAC5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73742D-B250-4AE1-A6F9-8DB35A40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Mark known properties and angle facts on the diagram.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0A398-0B90-44E3-A41B-E5344FC4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Form a calculation using angles on a line, around a point or inside a shape.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C95A37-4CBE-4ADF-82E2-03384DE8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angle size and label it with degrees.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6A03E7-E9AE-4618-8CD2-5D30E21C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angle  |  vertically opposite  |  interior  |  radius  |  diameter  |  circumference</a:t>
            </a:r>
          </a:p>
        </p:txBody>
      </p:sp>
    </p:spTree>
    <p:extLst>
      <p:ext uri="{BB962C8B-B14F-4D97-AF65-F5344CB8AC3E}">
        <p14:creationId xmlns:p14="http://schemas.microsoft.com/office/powerpoint/2010/main" val="8077240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75440A-C5C6-4AE0-BBE2-3FF87E88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B5534-372C-48A0-9605-42981F54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083E1-A36F-429D-BDB2-64633855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435F4-A4AF-4CED-8D91-BA39955F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25AAF-EEEF-4E71-A78C-CCDCBF50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36665-C5DF-4562-985F-315AABD8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01C6F-3907-4CAF-B5FC-F4743240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823FB-2349-4A61-9BA2-1DBF4C7F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0A8CD8-C12D-43D8-AB4A-83004726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3EBEA-72A2-4814-B395-1641547B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782F1-B0CE-43AF-B65E-065361AB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5BD9DD-00F5-4F18-9CD2-B00F1BD5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59C92-F4A9-42E7-B7AF-CE86017F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Mark known properties and angle facts on the diagram.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B53A78-5429-4518-B211-24A3ED0C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7F3EEE-60F4-4061-8B2C-395067E1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D972EA-E24E-4901-96E9-4B463916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Form a calculation using angles on a line, around a point or inside a shape.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679C80-D167-4C82-B8DC-C0A33C36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923176-3D98-45EB-B296-4FB168D1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CC94E6-5B39-40DF-89FC-F6CF0EA2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65 degrees.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E2AB4B-58C3-40BC-AE40-FD1EF112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0A381-48C1-4F42-895A-B7AD9153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6377A0-0EE2-4529-9BD6-25D3D60E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angle size and label it with degrees.</a:t>
            </a:r>
          </a:p>
        </p:txBody>
      </p:sp>
    </p:spTree>
    <p:extLst>
      <p:ext uri="{BB962C8B-B14F-4D97-AF65-F5344CB8AC3E}">
        <p14:creationId xmlns:p14="http://schemas.microsoft.com/office/powerpoint/2010/main" val="12803263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DEED3E-156B-47A3-8213-D91AB59F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12A9E-7B8B-4207-A298-509DBFE4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49E9E-54FF-42D1-8EF6-B9B4027F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C80E0-A75E-4F0E-94BC-0B8BFA28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8D6A6-AAC1-4BDE-AC8A-53870866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41E2F-9BEB-45C6-B457-6F59024F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8BF84-3048-4359-B1B2-38B347E5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43A0FE-3E78-49FB-A67F-4F4641E0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910DA-29CF-4039-A5D3-7199EDBE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3285B-9B5B-49BE-A6B7-2791D676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182F7-A457-4042-8A5F-F4A81B86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65 degrees.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5D49C9-5761-46DF-8156-3C134519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1D452A-800B-4380-A032-572AD235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angle size and label it with degrees.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6EF105-4FB2-480F-AE45-7C40DBDC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350669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34CDEF-9F3D-4C60-89AA-334AC2DF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1BFAF-CFCB-4BE1-9BC6-F21ECE7F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8124E4-C42D-45AD-BB7E-7E895F8B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28099-F2C5-46D7-B459-FF6E9AA2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4ABAE3-FCF5-4972-A53A-7E720182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E3987-BE11-4F83-9C2B-BCDE2A12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FE6E64-3289-43E9-AB60-841B46EE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3CBA3-FF60-4FF4-9DB4-67BB94F0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77FF3-A874-4AE5-8B2E-BDE05CA5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A6695-F90B-4AE6-BD31-CF8C4EC8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96C234-3BDF-4FE0-A1D3-FA94F50F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4F4EF-2AFA-486F-BC9D-2E64D76E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972988-9EA6-4C05-B442-2DF150E4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E105E8-88C1-4807-A2FD-19408678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4EB4D5-CA76-4CEA-BC16-746E4659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 cm.</a:t>
            </a:r>
          </a:p>
        </p:txBody>
      </p:sp>
    </p:spTree>
    <p:extLst>
      <p:ext uri="{BB962C8B-B14F-4D97-AF65-F5344CB8AC3E}">
        <p14:creationId xmlns:p14="http://schemas.microsoft.com/office/powerpoint/2010/main" val="18612049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430456-F13C-4754-BE32-F845CCB1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E030A-68F6-4EDF-89E6-62547CAD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6F0B68-3100-4FA2-9A86-C5C9309A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B6FFD-F79B-40CC-92FD-D6426F72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F3D58-1D15-4C1A-81EB-95E20DBC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497B93-2422-4613-84F7-0857A8E4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D32E8-246C-4604-9011-0DCA73E3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CDBA9-D434-4CE7-BF4E-E0A2468E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5BBCE1-C31D-42C9-A146-8570A41A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d5ddb42e54ac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9ECB6-4D46-4366-8535-BA0260A0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D52D3-72AB-4E2B-92F3-0F263814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from the drawing even when the diagram is not to scale.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7A2CA3-1D63-4525-BD28-5D2A62AD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F46B54-FAC7-474E-BAA6-F3FB33EC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B8C91-E727-4491-9EF9-4E95356B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labelled values and known geometric facts, then check the total angle relationship.</a:t>
            </a:r>
          </a:p>
        </p:txBody>
      </p:sp>
    </p:spTree>
    <p:extLst>
      <p:ext uri="{BB962C8B-B14F-4D97-AF65-F5344CB8AC3E}">
        <p14:creationId xmlns:p14="http://schemas.microsoft.com/office/powerpoint/2010/main" val="13183377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E4B530-8CCF-4609-A12C-699B1A9B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BF1D1-D0D5-4D8D-9C43-B7D28AD3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A4AC5-2201-4FE2-909D-C95707C8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B0BE7-A6D6-4319-9FE2-F7D600A1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789E3-FA77-46FB-87F0-B9D45826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13687C-BF71-496C-BF17-4BF88DFE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674CC-279A-4AEE-8BD6-8768DE51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0D53F-485C-44E0-ACDF-C946C302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88331-5EFD-4D3C-A1EE-C7E1EAF5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6EC08-8EF7-485D-9538-FE340B35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F1DC8-5733-4EE5-910B-95E7A8C2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8A1FB1-5038-433F-91A0-1AE68BC7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3976DA-4C24-46D3-A766-2948808E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838A1-8D5A-44F9-A5D1-25821E0D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08AB82-8091-4514-97FA-FDCBD869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F64248-9069-4D01-81D6-FB2833CC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EE664-3003-491B-BA5A-59377C5C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C5B20E-27BF-4A41-A2CB-38300D0B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659170-D501-4448-9E63-780B9931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4BD4F-C19A-446E-8BE6-DFA85240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21A885-B798-48AC-A94F-7B0D7C0F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3FC65-4699-4D99-B830-FD52EB60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077752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7DF413-43BE-4AA8-A42F-E64E1078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C7E79-2C5A-48E2-BA42-596F04E8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5157D-B269-41AE-9DBA-4F6FD8C5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062E0-9919-4781-9F75-25BF8387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41B67-67B3-4CCE-B08F-0FB8E208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389DA-5E54-4A33-93B0-8B1E79D6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102-61FE-4DE4-A646-EB982BE2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255AD5-C49F-4FC8-9411-24EEE468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3EA01-04E2-450A-B6A2-35699871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4CB61-E305-49A7-AF70-F9146EDC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8CC4E6-352B-4F9F-80EE-0BE5DD45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19DB0-F654-419D-BF83-19465CD0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47A463-F319-4598-BBBD-1BD06C85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quadrilateral has three angles of 92 degrees, 88 degrees and 105 degrees. Find the fourth.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CF440D-6D4D-41EE-9991-ED171516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9919C7-DB29-4A31-887C-7C8F1074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CB3B43-2373-4C60-83B8-A0F0C7CE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2985AE-8004-40AB-A1E0-95CEC05C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47432F-50C8-4803-85A4-4AF97665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4A8ACE-9417-4971-A1B7-8C8B02BE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8880A3-A2C8-44D0-AD31-B7B4F5E6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D70DA7-FE14-4BB2-BA95-C827CA8B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157664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DE2BC-EE57-4F26-8B6C-C2293252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D332B-E841-4110-B590-2E3435C9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2D5E7-05F0-4416-8FF2-75BDF1A9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596614-7187-4AF8-9434-75C05CD0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A0A9A-75F3-4ED8-8623-B1942331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FA9C07-7A17-4720-8514-9D5B6DDE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45193-EE25-4F15-9780-B777FDB6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F0C4D-97C9-484A-84C1-AB82EAD3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07CF4-1339-47C9-BB14-0439C8AF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B626D1-43DB-4A68-8EC1-D47C5CB3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Angles around a point are 85 degrees, 140 degrees and x. Find x.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F9D79A-0CC0-4891-B811-BD941E0F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94CEBA-550D-44AD-ACFF-1CA2784E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37D30A-DE66-42B7-9122-254FC2DE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135 degrees.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3885554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FF6EE1-7865-4753-998E-EB3A549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515DED-CDCE-48E6-8C85-E94056CC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0E93E-3110-4186-9399-E954E0E8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DA6B9-6947-40D4-AA59-F6C0808E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31ECF-5B22-440C-90ED-655FBFBE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BF156C-E509-4244-81C1-8C81C151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09FF2-F137-4E38-93E8-09A52674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A6DCE3-8F60-4961-AD8E-89FF8F6F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F15FEE-BDA7-46A5-A4E0-65182CAE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81D37-D1F3-41BE-BF84-97788B85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66A52C-93D6-4D68-BCA5-13B346D1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3935E-A635-4A35-9236-827D57B9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quadrilateral has three angles of 92 degrees, 88 degrees and 105 degrees. Find the fourth.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EEFAAA-2642-405F-98B3-778808CA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988BF-D281-409E-92F1-5F76D196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E50E17-99EA-4FDB-B031-F971435F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937214-6253-4DC9-B9C1-5E910477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75 degrees.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5159B-D0A1-4680-9FF0-F1DAF6F1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438FCE-D4E5-48DA-B401-C1BC59EF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74420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104841-2308-4B77-BC79-9EF8C6E7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ADC56-E633-4B28-9262-863DCC55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FCC821-9194-4C9F-9C0E-B496F886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AE9A6-9035-4EAD-81E6-A2582090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55AABC-F7D6-494D-924B-9B11551A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85DA99-809E-4E99-83C3-95AFEF35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C9DC22-962D-433C-8149-1B2DAED4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07B73-6825-4A6C-872C-1621228E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76EF0-5369-45B8-A971-263E4FF9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angles in triangles and quadrilaterals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635AFF-F766-4EC9-AC4B-FECFDDE2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1C385-8C07-4275-9A9D-3B2771F6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427597-ECAC-4D54-B939-1759BE6E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1D344-BF20-4006-9532-0AA6B84E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quadrilateral has three angles of 92 degrees, 88 degrees and 105 degrees. Find the fourth.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5A2AC0-32A7-41E0-B913-1D455905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AB8CAE-AE25-4D3A-A8D7-5FEEECCD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0C63BF-6056-474E-A9E7-29ABB0F3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E9CD9B-7630-4095-8805-387EA769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from the drawing even when the diagram is not to scale.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5F5D4-732F-4BDC-BDE9-7040B30A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F1C28F-B6EE-4B5B-A6F1-00878888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0235E0-E21A-4878-93B3-B09AFCB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80F33-57D5-4070-88EC-D1E6E425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51394E-76B4-4DCF-A668-18E69190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532329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2026-09-09T20:50:12.0950000Z</dcterms:created>
  <dcterms:modified xsi:type="dcterms:W3CDTF">2026-09-09T20:50:12.0950000Z</dcterms:modified>
</coreProperties>
</file>