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129f9c73554ab7" /><Relationship Type="http://schemas.openxmlformats.org/officeDocument/2006/relationships/extended-properties" Target="/docProps/app.xml" Id="Rdec2842643f74ed3" /><Relationship Type="http://schemas.openxmlformats.org/officeDocument/2006/relationships/officeDocument" Target="/ppt/presentation.xml" Id="Rd20a5740e4a6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e679f2cb545be"/>
  </p:sldMasterIdLst>
  <p:notesMasterIdLst>
    <p:notesMasterId xmlns:r="http://schemas.openxmlformats.org/officeDocument/2006/relationships" r:id="R2b101d44e3a34c58"/>
  </p:notesMasterIdLst>
  <p:sldIdLst>
    <p:sldId xmlns:r="http://schemas.openxmlformats.org/officeDocument/2006/relationships" id="256" r:id="R7c8fd8e50fc84d63"/>
    <p:sldId xmlns:r="http://schemas.openxmlformats.org/officeDocument/2006/relationships" id="257" r:id="R1b683f083fe64919"/>
    <p:sldId xmlns:r="http://schemas.openxmlformats.org/officeDocument/2006/relationships" id="258" r:id="R37e0d5697bbd4b53"/>
    <p:sldId xmlns:r="http://schemas.openxmlformats.org/officeDocument/2006/relationships" id="259" r:id="R55708168259b4381"/>
    <p:sldId xmlns:r="http://schemas.openxmlformats.org/officeDocument/2006/relationships" id="260" r:id="R9d3790c0fe1d4a3c"/>
    <p:sldId xmlns:r="http://schemas.openxmlformats.org/officeDocument/2006/relationships" id="261" r:id="Rea295ed6319d4b03"/>
    <p:sldId xmlns:r="http://schemas.openxmlformats.org/officeDocument/2006/relationships" id="262" r:id="R1e47fdb8a83c4475"/>
    <p:sldId xmlns:r="http://schemas.openxmlformats.org/officeDocument/2006/relationships" id="263" r:id="R389ab8ce4d374a19"/>
    <p:sldId xmlns:r="http://schemas.openxmlformats.org/officeDocument/2006/relationships" id="264" r:id="Rfce23e4a12554813"/>
    <p:sldId xmlns:r="http://schemas.openxmlformats.org/officeDocument/2006/relationships" id="265" r:id="R9f4781dcba364a76"/>
    <p:sldId xmlns:r="http://schemas.openxmlformats.org/officeDocument/2006/relationships" id="266" r:id="R1fe0986c513740b5"/>
    <p:sldId xmlns:r="http://schemas.openxmlformats.org/officeDocument/2006/relationships" id="267" r:id="R39727bc8ff1b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45622c82b4575" /><Relationship Type="http://schemas.openxmlformats.org/officeDocument/2006/relationships/slideMaster" Target="/ppt/slideMasters/slideMaster1.xml" Id="R654e679f2cb545be" /><Relationship Type="http://schemas.openxmlformats.org/officeDocument/2006/relationships/notesMaster" Target="/ppt/notesMasters/notesMaster1.xml" Id="R2b101d44e3a34c58" /><Relationship Type="http://schemas.openxmlformats.org/officeDocument/2006/relationships/presProps" Target="/ppt/presProps.xml" Id="Rfcf52fb745ed4c11" /><Relationship Type="http://schemas.openxmlformats.org/officeDocument/2006/relationships/tableStyles" Target="/ppt/tableStyles.xml" Id="R68d5f0e5b3c54dab" /><Relationship Type="http://schemas.openxmlformats.org/officeDocument/2006/relationships/slide" Target="/ppt/slides/slide1.xml" Id="R7c8fd8e50fc84d63" /><Relationship Type="http://schemas.openxmlformats.org/officeDocument/2006/relationships/slide" Target="/ppt/slides/slide2.xml" Id="R1b683f083fe64919" /><Relationship Type="http://schemas.openxmlformats.org/officeDocument/2006/relationships/slide" Target="/ppt/slides/slide3.xml" Id="R37e0d5697bbd4b53" /><Relationship Type="http://schemas.openxmlformats.org/officeDocument/2006/relationships/slide" Target="/ppt/slides/slide4.xml" Id="R55708168259b4381" /><Relationship Type="http://schemas.openxmlformats.org/officeDocument/2006/relationships/slide" Target="/ppt/slides/slide5.xml" Id="R9d3790c0fe1d4a3c" /><Relationship Type="http://schemas.openxmlformats.org/officeDocument/2006/relationships/slide" Target="/ppt/slides/slide6.xml" Id="Rea295ed6319d4b03" /><Relationship Type="http://schemas.openxmlformats.org/officeDocument/2006/relationships/slide" Target="/ppt/slides/slide7.xml" Id="R1e47fdb8a83c4475" /><Relationship Type="http://schemas.openxmlformats.org/officeDocument/2006/relationships/slide" Target="/ppt/slides/slide8.xml" Id="R389ab8ce4d374a19" /><Relationship Type="http://schemas.openxmlformats.org/officeDocument/2006/relationships/slide" Target="/ppt/slides/slide9.xml" Id="Rfce23e4a12554813" /><Relationship Type="http://schemas.openxmlformats.org/officeDocument/2006/relationships/slide" Target="/ppt/slides/slide10.xml" Id="R9f4781dcba364a76" /><Relationship Type="http://schemas.openxmlformats.org/officeDocument/2006/relationships/slide" Target="/ppt/slides/slide11.xml" Id="R1fe0986c513740b5" /><Relationship Type="http://schemas.openxmlformats.org/officeDocument/2006/relationships/slide" Target="/ppt/slides/slide12.xml" Id="R39727bc8ff1b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d1f22bc00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c14c5561d401d" /><Relationship Type="http://schemas.openxmlformats.org/officeDocument/2006/relationships/notesMaster" Target="/ppt/notesMasters/notesMaster1.xml" Id="Rf271c7dfe975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44af987e924d48" /><Relationship Type="http://schemas.openxmlformats.org/officeDocument/2006/relationships/notesMaster" Target="/ppt/notesMasters/notesMaster1.xml" Id="Reb1beef75ea64f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7b1731daf4fc0" /><Relationship Type="http://schemas.openxmlformats.org/officeDocument/2006/relationships/notesMaster" Target="/ppt/notesMasters/notesMaster1.xml" Id="Ra68316aea101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3ede76bd9405e" /><Relationship Type="http://schemas.openxmlformats.org/officeDocument/2006/relationships/notesMaster" Target="/ppt/notesMasters/notesMaster1.xml" Id="R5c3cd65dad1243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183e6fb0b4a78" /><Relationship Type="http://schemas.openxmlformats.org/officeDocument/2006/relationships/notesMaster" Target="/ppt/notesMasters/notesMaster1.xml" Id="R83855485aaaa48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4f770795b4b4a" /><Relationship Type="http://schemas.openxmlformats.org/officeDocument/2006/relationships/notesMaster" Target="/ppt/notesMasters/notesMaster1.xml" Id="R100c7cd50cbd43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2b3f2e1ec48c2" /><Relationship Type="http://schemas.openxmlformats.org/officeDocument/2006/relationships/notesMaster" Target="/ppt/notesMasters/notesMaster1.xml" Id="Ra6028c0e425c4d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a0dc3511e4661" /><Relationship Type="http://schemas.openxmlformats.org/officeDocument/2006/relationships/notesMaster" Target="/ppt/notesMasters/notesMaster1.xml" Id="R54927480bc8141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b161edf69f4cab" /><Relationship Type="http://schemas.openxmlformats.org/officeDocument/2006/relationships/notesMaster" Target="/ppt/notesMasters/notesMaster1.xml" Id="R7d2272036efe4b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955d4153704efc" /><Relationship Type="http://schemas.openxmlformats.org/officeDocument/2006/relationships/notesMaster" Target="/ppt/notesMasters/notesMaster1.xml" Id="R1e7ed787bbbe49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244d17695345be" /><Relationship Type="http://schemas.openxmlformats.org/officeDocument/2006/relationships/notesMaster" Target="/ppt/notesMasters/notesMaster1.xml" Id="R604a8c5d69db4c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b03aedcbb24449" /><Relationship Type="http://schemas.openxmlformats.org/officeDocument/2006/relationships/notesMaster" Target="/ppt/notesMasters/notesMaster1.xml" Id="R15295be1fe93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Protractors, rulers, compasses, angle cards, shape sets,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9 cm. | Mark known properties and angle facts on the diagram. |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angle, vertically opposite, interior, radius, diameter, circumference.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9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labelled values and known geometric facts, then check the total angle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9 cm..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75 degrees..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135 degrees.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75 degrees.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75 degrees. | Use labelled values and known geometric facts, then check the total angle relationship.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98942d8664d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70662ab5b4d9a" /><Relationship Type="http://schemas.openxmlformats.org/officeDocument/2006/relationships/slideLayout" Target="/ppt/slideLayouts/slideLayout1.xml" Id="Rb27bd708ec87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bd708ec87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d6cf1072d4ee5" /><Relationship Type="http://schemas.openxmlformats.org/officeDocument/2006/relationships/notesSlide" Target="/ppt/notesSlides/notesSlide1.xml" Id="Rd9092ade9953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466ebe6be46fe" /><Relationship Type="http://schemas.openxmlformats.org/officeDocument/2006/relationships/notesSlide" Target="/ppt/notesSlides/notesSlide2.xml" Id="Ra7232c14b90e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1ea792ef542b3" /><Relationship Type="http://schemas.openxmlformats.org/officeDocument/2006/relationships/notesSlide" Target="/ppt/notesSlides/notesSlide3.xml" Id="R42dd35bb7159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f8b2c437b4243" /><Relationship Type="http://schemas.openxmlformats.org/officeDocument/2006/relationships/notesSlide" Target="/ppt/notesSlides/notesSlide4.xml" Id="R391af9b5eecb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9630287634290" /><Relationship Type="http://schemas.openxmlformats.org/officeDocument/2006/relationships/notesSlide" Target="/ppt/notesSlides/notesSlide5.xml" Id="R63ff93b547a3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1ccd7a3e64b97" /><Relationship Type="http://schemas.openxmlformats.org/officeDocument/2006/relationships/notesSlide" Target="/ppt/notesSlides/notesSlide6.xml" Id="Rc983717f2584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a9c5e67864ac5" /><Relationship Type="http://schemas.openxmlformats.org/officeDocument/2006/relationships/image" Target="/ppt/media/image.png" Id="Ra0a7f1133b604646" /><Relationship Type="http://schemas.openxmlformats.org/officeDocument/2006/relationships/notesSlide" Target="/ppt/notesSlides/notesSlide7.xml" Id="R0a4a34dd12d74e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6d323a4d646db" /><Relationship Type="http://schemas.openxmlformats.org/officeDocument/2006/relationships/notesSlide" Target="/ppt/notesSlides/notesSlide8.xml" Id="Rde01a1e7625d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a4eb1e78f4da5" /><Relationship Type="http://schemas.openxmlformats.org/officeDocument/2006/relationships/notesSlide" Target="/ppt/notesSlides/notesSlide9.xml" Id="Rba6b92d91e25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21a94d9943b5" /><Relationship Type="http://schemas.openxmlformats.org/officeDocument/2006/relationships/notesSlide" Target="/ppt/notesSlides/notesSlide10.xml" Id="Rf01b28bb81e84d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bde2b594d4edd" /><Relationship Type="http://schemas.openxmlformats.org/officeDocument/2006/relationships/notesSlide" Target="/ppt/notesSlides/notesSlide11.xml" Id="Rafa18017cad141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a427be52343b4" /><Relationship Type="http://schemas.openxmlformats.org/officeDocument/2006/relationships/notesSlide" Target="/ppt/notesSlides/notesSlide12.xml" Id="R1a1e81e3e2e4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F5FC9-23B9-4687-BFF3-0995C56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BD142-9981-4C32-8EA3-AF26A2E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55992-0040-4DEE-B254-73127584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61944-16EE-48D7-A595-2512CA7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ADC5D-37FD-44EB-B3DF-3282829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4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63C6B-ECB0-438E-B53E-F5F82795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91E5B-2281-4DED-88CB-6B4A0546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ADBB2-CA60-469B-96A5-1E304ED7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missing interior angles in polygons.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992C4-D7F3-4B8C-98AF-1938782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06454-EEAB-445D-A31A-C35272A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Protractors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A1603-5B3E-4126-8CDC-8F8947B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00105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33067-57AA-4DA2-8856-AF740F3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59A54-7284-4258-A95A-757390F0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9E6D0-4B39-469C-ACFF-2AE5ABA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04C3-E421-4E6D-A0E3-5BD023B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B8759-E037-4277-B0A3-D2F1719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9AE81-0DF4-44D7-AAEB-EE7AAAC4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032C4-FF97-41CC-8369-026722F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29AA4-D8AA-4589-8654-9CB9B14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E5B41-D808-463A-A031-C7DD8AC2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BAB49-C032-44F4-A32B-5CACFE6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071C7-45AD-4EB9-B792-7CEFAFE8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CAA6D-AF46-425A-B84B-A4BE8AE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099E5-4BB9-4788-B8E1-8631826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angle relationships and describe circles and two-dimensional shapes.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90888-3FD9-4D79-AD22-2CC66D7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22035-BAD7-48C1-B379-AF91083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2B65C-09DB-4ABC-8E24-0257DF0C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DF56C-F19C-44CF-AEDC-38B05F0C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circle has radius 4.5 cm. What is its diameter?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61775-B71E-4BDA-A54C-029BF205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6D984-1E7C-4775-9133-6FAE0E5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3D19C-9003-4309-A733-59594D7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AF2DE-46FF-4793-9E92-418BF39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triangle has angles 47 degrees and 68 degrees. Find the third angle.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D24AD-3BA8-47CF-8E37-FE2F9C6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815011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8AD1D-2EE6-4DFE-A6A0-A3701A4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4F85D-7463-42E5-A78D-501DDE01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F1B6B-AA55-4FAB-8DAE-7DE3AEFF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FDDB-C5F9-4650-8450-46D1F39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7AF00-C1E9-4984-A59C-8FF04529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A4146-98CA-4BED-B6E1-E9D8D05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102E1-BC71-406A-B730-421B9C80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3A6D9-E598-48B0-822E-08EC3795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041C6-576E-4F2A-A380-294BED5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83091-38AD-48CF-A12E-2D22546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missing interior angles in polygons.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A7362-8D1F-431B-BBE3-4F96DA15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4D645-E9B5-40DF-AADD-8F14BBE1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Mark known properties and angle facts on the diagram.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93F31-66BE-43D1-ABC8-F249A88E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Form a calculation using angles on a line, around a point or inside a shape.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E3EE5-BC72-4D2E-AC9B-0DF3CCB7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angle size and label it with degrees.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FCBD0-7A92-4C5B-A4B6-B1A4B419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angle  |  vertically opposite  |  interior  |  radius  |  diameter  |  circumference</a:t>
            </a:r>
          </a:p>
        </p:txBody>
      </p:sp>
    </p:spTree>
    <p:extLst>
      <p:ext uri="{BB962C8B-B14F-4D97-AF65-F5344CB8AC3E}">
        <p14:creationId xmlns:p14="http://schemas.microsoft.com/office/powerpoint/2010/main" val="4445990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9D646-4793-49F2-9001-6827C305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3C824-841B-4BD4-83A5-0AAE0144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D519-E4F1-444A-B325-5BB5A40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197F5-3152-4B4E-B5BC-8955B68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486DA-97F4-4C49-A972-C4F50F2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1F148-0019-409B-AA52-74EEA4A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D970E-D0E4-4624-AF34-847A0F2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F4CB8-B66B-49F5-84BC-559F3A6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A00AC-CB33-446F-A7BD-987AFDE5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FA510-039A-4213-908A-CD630BB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triangle has angles 47 degrees and 68 degrees. Find the third angle.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2ACB9-0A00-4D51-AB51-17F013E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89DDD-88F0-4EDB-B791-0D75A23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89FE1-D3E4-4E64-907A-E039565F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Angles in a triangle total 180°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8FA9E-06F1-4042-B8AF-2695B8F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83EFC-4201-4478-8909-D076D14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CD10C-8F6D-42BF-A7E3-D0F3AAB9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47° + 68° = 115°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1B8DA-28B3-4F26-9117-687CCF1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4223E-8AB2-4741-B713-DC9FC73A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8FE6B-A091-4EA9-9662-C8080E91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Third angle = 180° - 115°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E3389-2838-4EE1-B2C1-B5EEA029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FCA2B-491E-43AB-A8EA-5D348DE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054BA-ED7D-41AC-A346-E0D624F7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65°</a:t>
            </a:r>
          </a:p>
        </p:txBody>
      </p:sp>
    </p:spTree>
    <p:extLst>
      <p:ext uri="{BB962C8B-B14F-4D97-AF65-F5344CB8AC3E}">
        <p14:creationId xmlns:p14="http://schemas.microsoft.com/office/powerpoint/2010/main" val="19038207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AB741-35BF-4B37-9938-EF58F75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68F4-C590-44BC-B480-26B89F5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7268A-1377-4765-BE31-515C946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56D4F-3EA6-4E91-9F8B-867BA26C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C24B1-ACC0-4F49-A9DD-F2F5A29F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0DCB3-72B7-4837-81A8-B86C818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C7932-1AE8-404B-B2D1-39AB424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26D61-0D26-438C-B44D-A6E9D19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BA60-53F3-4944-9BB6-65F1414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68C3A-B659-4AD0-9284-C9D7CBF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F083E-C573-47F2-9484-D5C500D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65 degrees.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2CC4F-5C40-49F6-9B49-2F4E2DAD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E796-5CAC-43EF-8E19-0EAA882B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angle size and label it with degrees.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3399A-AD36-42FB-A78E-4C027678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498564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0327C-7AAA-4030-89D8-10E02DBC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171B-9713-4A3A-AC12-4676B52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068D7-DB4D-4535-B70E-18EF6E72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F438D-9CB3-4014-BDF6-DB209A4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C6D99-E6A8-49C8-8B80-46E6BEB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A280-2E5E-48E4-A8ED-38ED17A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DD77D-33AF-4F7E-90CA-EEDDDC0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5815F-8673-4F79-8DAB-9222A391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0A165-6A0C-41BF-AB3A-2AF817C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2CF7-1424-4940-9C30-72C583B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circle has radius 4.5 cm. What is its diameter?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0EF8C-DCD0-4366-AF55-CC726F3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53212-6423-4166-BEB1-D83BCF00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5E774-76B0-4BC7-9781-AC5B7B9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6B472-56E4-4B7F-9D95-F6AF5DE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40C58-C516-4B94-B809-B628286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9 cm.</a:t>
            </a:r>
          </a:p>
        </p:txBody>
      </p:sp>
    </p:spTree>
    <p:extLst>
      <p:ext uri="{BB962C8B-B14F-4D97-AF65-F5344CB8AC3E}">
        <p14:creationId xmlns:p14="http://schemas.microsoft.com/office/powerpoint/2010/main" val="12045204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72A12-DD66-4D79-9739-7749C16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E9C89-FE97-4AED-8406-50C86BD1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E236B-8A95-440D-8FD2-EF514C11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E695F-DCE6-4038-B970-0660857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84242-989A-42AD-B448-A3F0960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0333D-50EC-447C-9256-EFB3AF5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A458D-5D06-4FF5-B377-33FCFB2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6754-D400-4D74-9F80-93C892A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275F5-F990-4633-88BE-93246F0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7f1133b604646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F2C84-615F-4AD0-8CD7-E443F43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679F5-C398-4A1E-9A0E-BC8B6305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estimates from the drawing even when the diagram is not to scale.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3F3C2-E7A2-4BD8-B552-5E21DC20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4A924-3A31-4670-8589-469A4A5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D8D94-C7CA-4D85-8C70-CC85E5B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labelled values and known geometric facts, then check the total angle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9489149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A7E21-2094-4CFF-B9B2-CD2F27E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B2849-4995-4F35-8987-2F650D5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D0E4-CB34-4466-A96C-BC6D775A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275CA-9308-4B9E-9873-611560C1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5F9F7-0CE7-4614-AC01-DA040AE9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9A278-1065-4CF3-B20D-7F3CABA7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DBA02-E1E7-4544-AF48-7457DD5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C6E56-6417-422B-845D-182A8B2F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76898-E69F-44E2-854B-FB62F855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290F4-CFC3-483B-8BB5-B7D0EE3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1D763-83DE-4363-BFB0-D96DE37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66E7B-1B53-4A6E-BCA1-DF1BA5BE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02489-7A3D-4B44-89EB-6EA4F1D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circle has radius 4.5 cm. What is its diameter?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23D01-4D24-4598-AA8C-EB6D6C1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2277D-6741-4F58-9ADD-62FB451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DBAE2-60E8-4DEC-BEAD-3FB2DC5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FB7FE-42C7-44D6-BA09-9275F44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3C44E-482E-44D8-9A69-1EDED223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E794F-54E1-4D19-87E9-1B71EEB8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F421C-25B2-4B49-AD90-D6D5B34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0619CE-B947-4896-BD52-348BA987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9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7FB95-81BD-494A-A6E0-58F5DF12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3588834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E7727-88EA-4944-AE16-BD69544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BDA17-C5C1-4AAA-A1C5-1E2D2C9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BCC39-51E7-40BC-812C-53BEC09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F5123-7AA0-484F-95B7-D6A51F1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3A8E-A09D-4612-8D10-79F4EC7A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96367-CED8-4822-A05B-C5205D79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3360C-1884-4A4E-BC68-286D39E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9370D-16A1-4C43-BA8C-ED32611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7FA32-F3F6-4EDA-888A-7916DAAC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E6947-EF59-4DE5-9A19-DB528588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67FE6-BC8B-490C-A31E-731F768A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AC51E-9CA6-43FE-A394-24883A80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A1868-664A-4562-AA69-EFD2B232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157AD-23BB-40FC-8EFD-7EFC3601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49526-ECEB-4765-AA12-949EF57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E55AE-7072-4B7D-98AA-43B47C8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42F65-8154-4DE7-A702-B21EAEB3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9997C-5EC0-4F1D-B45B-02C85775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89F11-EC81-494C-9AA8-5C915058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A35C5-6417-4438-94B8-5754E8F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AF2C1-D6A9-4466-AE19-414EED7C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151657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9C4F6-7C57-4858-B117-D17E2E54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14EB1-539E-4E70-9097-1875FCBD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D165B-FE8B-43C3-95BD-1D99563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8426B-6AAA-4EFA-A4F7-8142A56C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28194-2F7F-4E6D-BC68-266A9C5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5FDB5-35EC-48C7-B3DE-CB9C8E42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F93D5-3C6B-46A5-B13C-D051E5A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534CB-20B1-403D-968F-092B0DEF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57ABD-EC31-4C75-A497-E39CA9C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2F38A-8701-427F-B64A-CE30F0FD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Angles around a point are 85 degrees, 140 degrees and x. Find 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3F969-3920-421C-908A-4B5C4A0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AB2CF-BA6C-458D-8FED-5046315F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6EA25-657D-4B40-9630-E3B2661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135 degrees.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054074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9D881-9B00-4E69-AFB1-C670EB25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4E76D-B773-4F5A-962D-404E432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E25B8-C49B-4F96-8C41-4374DF82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823E1-EE1A-4B70-ACCB-F925DB42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485DA-D570-4C65-A3C1-0E7E4940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BFBE7-192E-4E98-BBA6-5FCEA18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9841F-5977-4990-BA08-2532735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7D24C-9130-4204-979C-F18F0B4F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70ADC-6AB1-41C5-A932-9070207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B8AA4-71A4-433C-B8D0-DBBC876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ED276-1E35-412F-A99B-3D7CCE2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D03B5-1BAE-4BF0-949D-5567B24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29A3E-432A-4B3B-9741-808F1206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6C3E3-3B83-4941-A4AE-E03DBBE0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CAD4F-2234-4945-8B27-03462BB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6BBC7-79A4-4DD4-9E9C-03A749DF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75 degrees.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AEC28-502E-4FA5-B2C1-ABEF5F5E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706EB-7717-4149-9F7A-54D3CD3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589654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B5A64-638D-44D1-95E1-06D22EA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CF482-7AD9-41EE-931C-4631B3A9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08578-6226-43AE-B4F3-949DDE5B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206AC-0636-4193-8A60-E47C6157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9729B-F8A7-4CD2-B0A2-B31B25D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D8D6-4AD5-49BF-B872-F5924CE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35CC2-DE18-4EA5-A1F3-7B8456D1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39C03-B920-4846-B844-B9864C56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3DC32-653A-44DD-9022-F93197B8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angles in triangles and quadrilaterals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95BD2-B6A9-4F14-8748-E6FC199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EBD6-B280-4B7E-8264-0F5232D5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A2E74-F0F2-455D-911B-2A6E2F1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E3F1C-5899-450F-BF44-8E697B67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quadrilateral has three angles of 92 degrees, 88 degrees and 105 degrees. Find the fourth.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CB3A9-46C7-45F5-9434-3BB8BE5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B35C9-72BD-496C-824A-12E29DB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285ED-8A61-442D-BF4C-8820A2D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7D1FC-DCB4-41A9-91BC-4A8A380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estimates from the drawing even when the diagram is not to scale.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A02E8-CD51-4866-BB49-9681DE71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6EAAC-253F-4362-B922-49B77534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F08D0-EEE5-48A3-BE61-8D91FE0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801B3-0561-4836-B310-E3A30C3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16907-EC10-438C-B859-EB27AD3B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3025052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2026-09-09T22:14:05.4130000Z</dcterms:created>
  <dcterms:modified xsi:type="dcterms:W3CDTF">2026-09-09T22:14:05.4130000Z</dcterms:modified>
</coreProperties>
</file>