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7a9e39f6e490c" /><Relationship Type="http://schemas.openxmlformats.org/officeDocument/2006/relationships/extended-properties" Target="/docProps/app.xml" Id="R15e467eda065445e" /><Relationship Type="http://schemas.openxmlformats.org/officeDocument/2006/relationships/officeDocument" Target="/ppt/presentation.xml" Id="Rebc3f76bd9d643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10ded11e434f49"/>
  </p:sldMasterIdLst>
  <p:notesMasterIdLst>
    <p:notesMasterId xmlns:r="http://schemas.openxmlformats.org/officeDocument/2006/relationships" r:id="R0ab80e6c73fc4644"/>
  </p:notesMasterIdLst>
  <p:sldIdLst>
    <p:sldId xmlns:r="http://schemas.openxmlformats.org/officeDocument/2006/relationships" id="256" r:id="R20cfd2fb7f2f4d82"/>
    <p:sldId xmlns:r="http://schemas.openxmlformats.org/officeDocument/2006/relationships" id="257" r:id="Ra1fa97f2e5184ff7"/>
    <p:sldId xmlns:r="http://schemas.openxmlformats.org/officeDocument/2006/relationships" id="258" r:id="R5369258579124ead"/>
    <p:sldId xmlns:r="http://schemas.openxmlformats.org/officeDocument/2006/relationships" id="259" r:id="R9c7c2dcc59f34a0f"/>
    <p:sldId xmlns:r="http://schemas.openxmlformats.org/officeDocument/2006/relationships" id="260" r:id="R47f18e92b59a4cff"/>
    <p:sldId xmlns:r="http://schemas.openxmlformats.org/officeDocument/2006/relationships" id="261" r:id="Ra158b6a427304510"/>
    <p:sldId xmlns:r="http://schemas.openxmlformats.org/officeDocument/2006/relationships" id="262" r:id="R2847c58d7ec04861"/>
    <p:sldId xmlns:r="http://schemas.openxmlformats.org/officeDocument/2006/relationships" id="263" r:id="R5ef73b54cddb4353"/>
    <p:sldId xmlns:r="http://schemas.openxmlformats.org/officeDocument/2006/relationships" id="264" r:id="Rd158fcf58c6d4a25"/>
    <p:sldId xmlns:r="http://schemas.openxmlformats.org/officeDocument/2006/relationships" id="265" r:id="R17b04e96331a4a0d"/>
    <p:sldId xmlns:r="http://schemas.openxmlformats.org/officeDocument/2006/relationships" id="266" r:id="R96e5ea360034468e"/>
    <p:sldId xmlns:r="http://schemas.openxmlformats.org/officeDocument/2006/relationships" id="267" r:id="R0b1c2f15fb1c47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9f5cc0442641cd" /><Relationship Type="http://schemas.openxmlformats.org/officeDocument/2006/relationships/slideMaster" Target="/ppt/slideMasters/slideMaster1.xml" Id="Ref10ded11e434f49" /><Relationship Type="http://schemas.openxmlformats.org/officeDocument/2006/relationships/notesMaster" Target="/ppt/notesMasters/notesMaster1.xml" Id="R0ab80e6c73fc4644" /><Relationship Type="http://schemas.openxmlformats.org/officeDocument/2006/relationships/presProps" Target="/ppt/presProps.xml" Id="R4f9d05c5ff764de3" /><Relationship Type="http://schemas.openxmlformats.org/officeDocument/2006/relationships/tableStyles" Target="/ppt/tableStyles.xml" Id="R7e03f7e9b55448b6" /><Relationship Type="http://schemas.openxmlformats.org/officeDocument/2006/relationships/slide" Target="/ppt/slides/slide1.xml" Id="R20cfd2fb7f2f4d82" /><Relationship Type="http://schemas.openxmlformats.org/officeDocument/2006/relationships/slide" Target="/ppt/slides/slide2.xml" Id="Ra1fa97f2e5184ff7" /><Relationship Type="http://schemas.openxmlformats.org/officeDocument/2006/relationships/slide" Target="/ppt/slides/slide3.xml" Id="R5369258579124ead" /><Relationship Type="http://schemas.openxmlformats.org/officeDocument/2006/relationships/slide" Target="/ppt/slides/slide4.xml" Id="R9c7c2dcc59f34a0f" /><Relationship Type="http://schemas.openxmlformats.org/officeDocument/2006/relationships/slide" Target="/ppt/slides/slide5.xml" Id="R47f18e92b59a4cff" /><Relationship Type="http://schemas.openxmlformats.org/officeDocument/2006/relationships/slide" Target="/ppt/slides/slide6.xml" Id="Ra158b6a427304510" /><Relationship Type="http://schemas.openxmlformats.org/officeDocument/2006/relationships/slide" Target="/ppt/slides/slide7.xml" Id="R2847c58d7ec04861" /><Relationship Type="http://schemas.openxmlformats.org/officeDocument/2006/relationships/slide" Target="/ppt/slides/slide8.xml" Id="R5ef73b54cddb4353" /><Relationship Type="http://schemas.openxmlformats.org/officeDocument/2006/relationships/slide" Target="/ppt/slides/slide9.xml" Id="Rd158fcf58c6d4a25" /><Relationship Type="http://schemas.openxmlformats.org/officeDocument/2006/relationships/slide" Target="/ppt/slides/slide10.xml" Id="R17b04e96331a4a0d" /><Relationship Type="http://schemas.openxmlformats.org/officeDocument/2006/relationships/slide" Target="/ppt/slides/slide11.xml" Id="R96e5ea360034468e" /><Relationship Type="http://schemas.openxmlformats.org/officeDocument/2006/relationships/slide" Target="/ppt/slides/slide12.xml" Id="R0b1c2f15fb1c47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17de4ca76949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3c4df48f2142d2" /><Relationship Type="http://schemas.openxmlformats.org/officeDocument/2006/relationships/notesMaster" Target="/ppt/notesMasters/notesMaster1.xml" Id="Rf8a693ed46384e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37e9cbf5de4b51" /><Relationship Type="http://schemas.openxmlformats.org/officeDocument/2006/relationships/notesMaster" Target="/ppt/notesMasters/notesMaster1.xml" Id="R07076fecfcba4d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d90ca0e634aca" /><Relationship Type="http://schemas.openxmlformats.org/officeDocument/2006/relationships/notesMaster" Target="/ppt/notesMasters/notesMaster1.xml" Id="Rc4bf321b63834d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5c019931704791" /><Relationship Type="http://schemas.openxmlformats.org/officeDocument/2006/relationships/notesMaster" Target="/ppt/notesMasters/notesMaster1.xml" Id="R025d6232194843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658f1651704784" /><Relationship Type="http://schemas.openxmlformats.org/officeDocument/2006/relationships/notesMaster" Target="/ppt/notesMasters/notesMaster1.xml" Id="R66cab7c2a66343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fc5a12e09a485f" /><Relationship Type="http://schemas.openxmlformats.org/officeDocument/2006/relationships/notesMaster" Target="/ppt/notesMasters/notesMaster1.xml" Id="R5bbd17c297dd48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71c936c0124fb7" /><Relationship Type="http://schemas.openxmlformats.org/officeDocument/2006/relationships/notesMaster" Target="/ppt/notesMasters/notesMaster1.xml" Id="R46cbfebc43684b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1f2998564b4e3a" /><Relationship Type="http://schemas.openxmlformats.org/officeDocument/2006/relationships/notesMaster" Target="/ppt/notesMasters/notesMaster1.xml" Id="R3b525ebb147c49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4a263553974754" /><Relationship Type="http://schemas.openxmlformats.org/officeDocument/2006/relationships/notesMaster" Target="/ppt/notesMasters/notesMaster1.xml" Id="R33738694783f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a30bca7c9e406e" /><Relationship Type="http://schemas.openxmlformats.org/officeDocument/2006/relationships/notesMaster" Target="/ppt/notesMasters/notesMaster1.xml" Id="Ra8150bf9012e4b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0e6e3076f84f63" /><Relationship Type="http://schemas.openxmlformats.org/officeDocument/2006/relationships/notesMaster" Target="/ppt/notesMasters/notesMaster1.xml" Id="R5107c8f41be145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829f91be23457e" /><Relationship Type="http://schemas.openxmlformats.org/officeDocument/2006/relationships/notesMaster" Target="/ppt/notesMasters/notesMaster1.xml" Id="R40d74561b64d41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Protractors, rulers, compasses, angle cards, shape sets,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75 degrees. | Mark known properties and angle facts on the diagram. | Use labelled values and known geometric facts, then check the total angle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angle, vertically opposite, interior, radius, diameter, circumference.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9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75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labelled values and known geometric facts, then check the total angle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75 degrees..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135 degrees..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68 degrees.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135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135 degrees. | Use labelled values and known geometric facts, then check the total angle relationship.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b1a338bbd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c8a1ce2ca64ec8" /><Relationship Type="http://schemas.openxmlformats.org/officeDocument/2006/relationships/slideLayout" Target="/ppt/slideLayouts/slideLayout1.xml" Id="Rc2699524aa0149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699524aa0149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8616d580147e7" /><Relationship Type="http://schemas.openxmlformats.org/officeDocument/2006/relationships/notesSlide" Target="/ppt/notesSlides/notesSlide1.xml" Id="R0f1fe58dded34b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e1ab1523e4b03" /><Relationship Type="http://schemas.openxmlformats.org/officeDocument/2006/relationships/notesSlide" Target="/ppt/notesSlides/notesSlide2.xml" Id="Rce9280efb707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81c7cbba94b97" /><Relationship Type="http://schemas.openxmlformats.org/officeDocument/2006/relationships/notesSlide" Target="/ppt/notesSlides/notesSlide3.xml" Id="R679869a74aba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4e779c05b4701" /><Relationship Type="http://schemas.openxmlformats.org/officeDocument/2006/relationships/notesSlide" Target="/ppt/notesSlides/notesSlide4.xml" Id="Re263abbbfda341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136e328da482d" /><Relationship Type="http://schemas.openxmlformats.org/officeDocument/2006/relationships/notesSlide" Target="/ppt/notesSlides/notesSlide5.xml" Id="R99272c0d130d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c820cdeb8484e" /><Relationship Type="http://schemas.openxmlformats.org/officeDocument/2006/relationships/notesSlide" Target="/ppt/notesSlides/notesSlide6.xml" Id="R002dc0ea593649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a616ddfed4807" /><Relationship Type="http://schemas.openxmlformats.org/officeDocument/2006/relationships/image" Target="/ppt/media/image.png" Id="Rb6305f2b67b4489b" /><Relationship Type="http://schemas.openxmlformats.org/officeDocument/2006/relationships/notesSlide" Target="/ppt/notesSlides/notesSlide7.xml" Id="R3c81da14d73b45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950af0a334d46" /><Relationship Type="http://schemas.openxmlformats.org/officeDocument/2006/relationships/notesSlide" Target="/ppt/notesSlides/notesSlide8.xml" Id="R879a5d0175894e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1aff62c06463a" /><Relationship Type="http://schemas.openxmlformats.org/officeDocument/2006/relationships/notesSlide" Target="/ppt/notesSlides/notesSlide9.xml" Id="R794cf0dc9b9b4c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63a2b8964419e" /><Relationship Type="http://schemas.openxmlformats.org/officeDocument/2006/relationships/notesSlide" Target="/ppt/notesSlides/notesSlide10.xml" Id="R780f1c1ecb084c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cbacf19234a3d" /><Relationship Type="http://schemas.openxmlformats.org/officeDocument/2006/relationships/notesSlide" Target="/ppt/notesSlides/notesSlide11.xml" Id="R65015f3657bd4b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68fc4b5ff405e" /><Relationship Type="http://schemas.openxmlformats.org/officeDocument/2006/relationships/notesSlide" Target="/ppt/notesSlides/notesSlide12.xml" Id="Rad73349e7c074d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A1E11-B0CE-4F8D-B3D0-FA362908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148C9-D48C-4F99-9108-84C17C2E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17DB5-51AE-4DBF-BADE-A3AA6ED6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A2DD9-0FA5-4894-B849-A6209094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8CE22-AB6A-47DC-8C86-7255B588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9CBFD-D5FF-4F3C-A2D4-C10DD27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5738E-DAA3-4261-B535-B1E8B636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A953E-DC88-440A-A567-E3448408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describe radius, diameter and circumference.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AE0C2-3CFE-4A6F-AAFE-1B6ABC51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65F6D-D3D8-4227-B6E6-7B26782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Protractors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C66D6-3B1E-4A0B-AA50-2926A39F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516364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79B44-E918-4295-9819-E4538E9C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4B22B-38BD-4FF6-94E3-C9C99C62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5F382-27DC-4D15-8BE3-86799F84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AC6B1-7E65-45A8-AF6B-133ED873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94514-894D-4737-9FEB-B8E2178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58779-8EEE-47ED-B390-05A6AB83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2E13B-F9B7-4222-9D9E-45BB0744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CA3C5-9C33-4A8A-980F-F230374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FDAA3-DC8C-4D6E-AF05-22DAFB7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01DE5-9BA2-4D1E-AF7C-C41ED12D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8CD64-6942-43D7-9D24-4503C3A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8FA16-9DB5-4EF5-B119-40837817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B0019-7DEF-41EA-BF16-DB420632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angle relationships and describe circles and two-dimensional shapes.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0FA88-DBA7-469F-858F-494180CA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6258F-A530-46A8-91B2-5FE965C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3CEB5-4F63-4349-8F0E-3F7BA722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180D7-5E23-442A-9A62-B6A64763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quadrilateral has three angles of 92 degrees, 88 degrees and 105 degrees. Find the fourth.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DDFA6-EE06-405B-82B9-D117E557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4B0F4-DA7F-4007-839F-B271E9FB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77A0A-77C7-4C8B-962E-08DBC6D6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7DCB8-1DE1-4370-8968-A2A6F9A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circle has radius 4.5 cm. What is its diameter?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C8498-2C91-4F3D-999F-5E0D882F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476424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9EDB2-6671-476F-BC56-0DDF9D37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EF769-26D2-4BB4-B767-57999B2D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53FEB-3D31-4D6F-BF98-C25DC8A0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B3892-391B-4D09-A033-E2FC7D4F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5A8A-9509-4342-86EB-9A81C28C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7D5D3-3572-4EC6-9398-EB22518E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45C07-C8C7-4229-9DC9-3900D3E8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6DC04-CC0F-404D-B8B3-68544526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BA108-2623-4E91-A2D8-7975BF4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37293-A68A-4087-9E56-DC527898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describe radius, diameter and circumference.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352ED-6166-4680-A8C1-27B0623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F3372-E4C9-4EF8-BC5E-66930CF7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Mark known properties and angle facts on the diagram.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D72FB-BA5D-4F7E-8B67-CD96FCFB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Form a calculation using angles on a line, around a point or inside a shape.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2B96A-5231-400C-9E17-517F3D13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angle size and label it with degrees.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D8919-83C9-467F-A33C-D917C68C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angle  |  vertically opposite  |  interior  |  radius  |  diameter  |  circumference</a:t>
            </a:r>
          </a:p>
        </p:txBody>
      </p:sp>
    </p:spTree>
    <p:extLst>
      <p:ext uri="{BB962C8B-B14F-4D97-AF65-F5344CB8AC3E}">
        <p14:creationId xmlns:p14="http://schemas.microsoft.com/office/powerpoint/2010/main" val="18521739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BE5B3-EC07-4982-8AA2-70A3097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7FF9B-5D14-4535-982F-4912CF3E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FED44-94EB-447E-92F2-800DA5D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D7D94-B259-4EF4-9E73-E0A8497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49A88-9CED-486C-8867-B1127B7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D2DFA-29B6-4AC6-A909-FBE19CF3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8EE65-0ED2-43B7-9BAB-1A46A2F6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AE67F-FB59-45BD-9107-1A6378B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F2C8D-1B27-4A73-9A70-3DB26128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652CB-6582-4E89-95BB-35C1CBA5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circle has radius 4.5 cm. What is its diameter?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EE39B-E09E-4C96-8DFA-BAAB83AF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16173-9E85-4824-AB4B-D178E2F3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B99E-0CF7-4152-A02F-99FC3D1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Radius = 4.5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546F3-9422-4100-8485-2BDCAF60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8B98A-47D1-4A4A-82DA-8EBDEB36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59F4C-931C-4F5D-9BF1-E22EF36A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Diameter = 2 × radius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E6FB6-8DDF-43C3-81B3-60CCE178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EEFF9-5235-4127-BD6E-B92C5D9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FC345-722E-4D66-9C08-70D5A22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× 4.5 cm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5C69D-F66D-41B6-9A19-DE2420FA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AEFBA-0DE9-41B4-A112-1BFB3FC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A4E1F-C6BD-4AEA-924E-3BE0CFA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Diameter = 9 cm</a:t>
            </a:r>
          </a:p>
        </p:txBody>
      </p:sp>
    </p:spTree>
    <p:extLst>
      <p:ext uri="{BB962C8B-B14F-4D97-AF65-F5344CB8AC3E}">
        <p14:creationId xmlns:p14="http://schemas.microsoft.com/office/powerpoint/2010/main" val="15791763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39848-A345-4788-B0F4-25E49C2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3F62E-B33E-40DD-8078-F2464956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E7978-4486-4490-A89D-B42E87C7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84014-2EDA-4A90-AE7D-773087F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34AC3-20AA-400E-A101-0A652ADD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593C2-32C6-4AF6-A14F-AA99C7C0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711FA-3CDC-4E20-A7AD-66BC721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014C1-CA3D-4C3F-AE81-060A4F49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D126F-E8F1-41E3-9A0A-0B955D1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E225F-2575-4A18-A165-19B83D9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0CC64-0396-4868-9387-0A9654E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9 cm.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39315-B5A0-448D-A57D-D55FBEC7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80C25-D7E3-4EBA-ACF8-E580C8F5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angle size and label it with degrees.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DBA6C-4679-42C2-A138-7B053DA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3733669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F69FA-9B7C-4F7B-99D5-393E2EFE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39765-EC87-4F52-B256-01A0601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7EAE2-CFB6-48CB-94D4-FB220056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8144A-EEC0-4825-8BDC-D289CE35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E96BE-D0A5-460A-8BDE-2ECBB196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6689B-B220-4AC1-8B13-33BEED1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6A75A-3D0C-4322-BD9B-067D9F99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6C42-CC68-4B55-9D9C-92E54D8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C2277-7100-4FDB-AE44-75EE29B9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7AB77-F02A-4A3C-91D5-21A97E8F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quadrilateral has three angles of 92 degrees, 88 degrees and 105 degrees. Find the fourth.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CD692-CCE3-46F9-B2A7-3A2092A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E0E86-FD1E-4785-B0F0-0F0F8DAC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F8127-239A-4EA9-9772-A555E679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AB2F0-0AA2-4ED0-95CA-D63A18DB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5A726-62E0-4E4C-B47A-27F3BD49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75 degrees.</a:t>
            </a:r>
          </a:p>
        </p:txBody>
      </p:sp>
    </p:spTree>
    <p:extLst>
      <p:ext uri="{BB962C8B-B14F-4D97-AF65-F5344CB8AC3E}">
        <p14:creationId xmlns:p14="http://schemas.microsoft.com/office/powerpoint/2010/main" val="103012310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AACB8-03BD-45FC-9073-0A9A5CA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4388D-7400-4C79-9D20-31BEBFCE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20C19-4E62-499F-AAC8-9D21FBEB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48A76-B3CB-4DDC-922F-05671015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32A4-B63E-43D3-B8FE-245AC649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9AC2B-6484-4C33-8F95-446631C0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2CBAB-4BCA-4FCF-94D4-D5BB74C3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4EA0A-6DD7-4719-B2C0-9436129B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88C89-A416-4B14-B825-455B0418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05f2b67b4489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5A4F2-D2A4-492B-9247-03C9FD93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767E7-BB9C-42AE-AE6F-008EF85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estimates from the drawing even when the diagram is not to scale.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4B084-4E18-49FB-9EA7-D29A356C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90F97-4FD5-4539-9FD2-49563A32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0AE83-3D2C-4FC7-85BF-ECA4528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labelled values and known geometric facts, then check the total angle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64381416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9196A-999A-4604-9BC0-AEF38F51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4DF6E-AAF2-4209-8FB1-4C5DB73E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9E318-5628-4274-9F7D-53E418B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17D6D-8964-4F21-80D0-2E8D552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9AEF4-13AF-43B4-AB77-C16FF68E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890D4-C34A-4775-BD78-3BF68FD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BF944-BF9B-4B6B-A79E-34C557A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2CB32-960E-4BE8-80C6-DCF7DEC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CEEAB-8FB0-430A-B671-469115FB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56481-0FB6-4FAE-9867-4B4853B6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26198-252A-4A6D-8F38-E11FCBAE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D0F47-B70E-479F-982A-19F4F559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F11E2-3745-4BC1-A953-B1975B3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quadrilateral has three angles of 92 degrees, 88 degrees and 105 degrees. Find the fourth.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4D347-296F-4BF0-BEDE-8FDAC57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BE445-BC82-4B0C-8532-886B0C0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6E53D-0650-4596-80DF-C90A03B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DA068-8645-46C9-BDA7-FDB6EB1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10708-9F45-4D1C-9FA8-F8A8A1C2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6E724-A979-4126-8195-A5BF02AE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C4511-2A14-4A0C-84EE-5E7E9458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080E2-024E-42DC-ACAD-C2BAC929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75 degrees.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566E5-08F3-4B78-961A-160A3A11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496143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683F3-D6A5-481D-89BF-2DB2B63F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51ABB-B95C-4739-8CBA-C8707A3A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78C93-72FB-4413-8662-929F3AB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D32D2-5566-4B6A-93F0-D0F03F7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BEE8F-9D67-49AA-87E5-49AA6D93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1C7D9-E5F2-4CD6-B1A4-CF9C2D6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EE4F5-E33F-45A4-A449-63CB1661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14E4-0706-4B07-A214-504A11AC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0CE18-A531-4043-A28D-E785F9B1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DCFE3-D65D-4AB2-8C07-75E003ED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35C71-42F2-4FEF-8C79-6124B09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3533E-0A3D-489E-8FCD-BE98C47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DDE14-6DCF-4EAD-B59D-5F56597F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around a point are 85 degrees, 140 degrees and x. Find 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5D912-6D10-4D58-B487-F13BCC77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26FAE-2E98-4595-B444-981F2CDD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FC4AF-4DA8-4481-8B01-CD3DD8F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E4195-2A9C-4539-8690-BAEAE191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C6F3A-1E37-40F0-977E-A8A878D0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B59F1-2D9A-4440-924C-75F96EB3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1BB38-6B71-4FDD-B3CD-EEF7400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E20CA-5679-44CD-972C-770A10F0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500473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567B7-214A-4786-AC20-FEA3AB28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A62FF-A8E2-483A-A581-FBD047A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3899A-7A6B-4CB5-BCA8-DD35FB10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F1774-816C-4216-8FC6-C4A87914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E9A7B-2864-4379-A2F8-4E65A8CA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5DC7F-F0A8-491C-A608-1AC52DE3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C7F93-CA67-4121-9FAB-05F2A98D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71230-8E0C-4928-AB17-28D1D398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250B3-CC1A-49D8-AF04-CD0D5902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F9C9F-774B-419D-BB9A-7111A487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One angle where two straight lines cross is 68 degrees. Find the vertically opposite angle.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E4E3A-6B80-42DC-A213-6B8796F1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7B641-A1AD-4494-9E17-799A3B69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9CF6F-D359-4AD7-A95E-9FC7FE0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68 degrees.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447747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14393-A5AA-4151-A032-800D5263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27D8D-D4B8-4486-9773-40ED0F91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19162-A042-4F2B-8F23-93ACC3B5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6F928-8CBE-4459-8133-59AAA2D8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DC251-28EE-4FC3-9964-DA02F663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6C89A-7A96-4C39-B09A-C5E4483D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4E889-17C2-4968-91B8-8F11A59F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86D8D-6FAD-4D05-B6BB-44BE319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CCABE-72F8-4D28-9E08-E3A9A42B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A84AD-AB16-4093-9BAD-BBDC9B68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D41C8-07FB-4B18-B7EC-566B99B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4F2B6-0C0E-4422-BE4C-C2E18A43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around a point are 85 degrees, 140 degrees and x. Find 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2FF19-A4C7-4E88-A0E2-53DB2F8E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F0F79-A3F2-4AD0-8954-2E0D3B30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08C81-8F2B-4CB7-AA0E-20FEC5DF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D8BA1-1D12-4541-9BED-AC1108E6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135 degrees.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379C9-FDC4-4266-9408-CBB7175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A3FE9-40F7-452B-ACE7-A4494E71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6524484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337AC-5B75-4E0C-AFC3-C74F1A12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4FAD6-28C7-4284-97CD-BAB60C61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0CD26-9F9B-4B05-B853-CD211BC9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8F297-0B74-4386-83FE-1431B263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AB0B3-60F6-4973-A2DF-7215F9F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A8575-1815-4AAE-B1F8-D86C6CE2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5A2ED-79E8-4247-B218-7EE236E2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40DD4-EA4C-4E63-8AA5-D2E49ACF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DFEB-2D34-48CA-AE48-77D100AB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Name parts of circles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D3EBF-26AF-44EC-A3BD-DAA3C298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F2E76-F415-47B8-8222-09DEFD68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3BED0-A989-4125-97E2-4028727D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0C077-A916-4D60-A0A4-85D2D38B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around a point are 85 degrees, 140 degrees and x. Find 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ACD93-33F8-4F5A-8846-C2087316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0685C-B58D-42B3-91F3-6B99593C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D6A3C-9B1C-440A-9146-774C59C3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DA447-1B3E-4A11-A35D-8F7C6E98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estimates from the drawing even when the diagram is not to scale.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12BE9-D461-47EA-8540-0ABF9C8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E0236-8A07-4A5F-924E-5057EEE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EDB22-E872-4E15-B860-98BA7ED0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499AB-E648-4A2F-AA16-4E95364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3B90C-BC41-4E4D-8757-6D0F739E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3619814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2026-09-09T22:14:06.7340000Z</dcterms:created>
  <dcterms:modified xsi:type="dcterms:W3CDTF">2026-09-09T22:14:06.7340000Z</dcterms:modified>
</coreProperties>
</file>