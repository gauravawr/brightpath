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Name parts of circles. Name parts of circles.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Name parts of circles. I do. Two radii lie along one diameter through the centre.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Name parts of circles. You do. Pause before clicking. Let pupils try independently, then reveal and discuss every step. Two radii lie along one diameter through the centre.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Name parts of circles. I do. Two radii lie along one diameter through the centre.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Name parts of circles. You do. Pause before clicking. Let pupils try independently, then reveal and discuss every step. Two radii lie along one diameter through the centre.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Name parts of circles.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Name parts of circles.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FF90B3FB-BCB1-43DC-B28C-07FCAA6296C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Name parts of circles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A5CECDC-E882-4130-8F04-04299677C559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FEF1D7E-251D-46CA-AFDB-A2181D2E0A1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BC2F840-EDC7-49BD-A61E-7BAEB314FC8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Name parts of circles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126D79B-0A80-4817-AAEE-D3641348190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0CE888E-9437-474B-8506-F0623760245B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describe radius, diameter and circumference.</a:t>
            </a:r>
          </a:p>
        </p:txBody>
      </p:sp>
    </p:spTree>
    <p:extLst>
      <p:ext uri="{BB962C8B-B14F-4D97-AF65-F5344CB8AC3E}">
        <p14:creationId xmlns:p14="http://schemas.microsoft.com/office/powerpoint/2010/main" val="40805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FCB83E46-C3B2-4146-AEED-31A0503E610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2587EC8-8E3C-4EE9-B1BB-4035634C67E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The radius is 4.5 cm. Find the diameter.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8474202-74DE-4014-937C-77CBC28CD96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1D67300-574A-4A2F-A8DE-C556D88E2A5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Name parts of circles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9017C06-6399-4687-878F-87898E2227E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54A7597-A23D-4B6D-AE4A-C59B2AE9D58C}"/>
              </a:ext>
            </a:extLst>
          </p:cNvPr>
          <p:cNvSpPr>
            <a:spLocks noGrp="1"/>
          </p:cNvSpPr>
          <p:nvPr/>
        </p:nvSpPr>
        <p:spPr>
          <a:xfrm>
            <a:off x="1905000" y="2619375"/>
            <a:ext cx="4643438" cy="4643438"/>
          </a:xfrm>
          <a:prstGeom prst="ellipse">
            <a:avLst/>
          </a:prstGeom>
          <a:solidFill>
            <a:srgbClr val="EFF6FF"/>
          </a:solidFill>
          <a:ln w="35719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60D5534-F52F-499B-BF6D-299AE9BF90A9}"/>
              </a:ext>
            </a:extLst>
          </p:cNvPr>
          <p:cNvSpPr>
            <a:spLocks noGrp="1"/>
          </p:cNvSpPr>
          <p:nvPr/>
        </p:nvSpPr>
        <p:spPr>
          <a:xfrm>
            <a:off x="4226719" y="4941094"/>
            <a:ext cx="2321719" cy="59531"/>
          </a:xfrm>
          <a:prstGeom prst="rect">
            <a:avLst/>
          </a:prstGeom>
          <a:solidFill>
            <a:srgbClr val="9A5800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F2AF185-9893-49F7-8462-6BF6151F694F}"/>
              </a:ext>
            </a:extLst>
          </p:cNvPr>
          <p:cNvSpPr>
            <a:spLocks noGrp="1"/>
          </p:cNvSpPr>
          <p:nvPr/>
        </p:nvSpPr>
        <p:spPr>
          <a:xfrm>
            <a:off x="4226719" y="4941094"/>
            <a:ext cx="2321719" cy="59531"/>
          </a:xfrm>
          <a:prstGeom prst="rect">
            <a:avLst/>
          </a:prstGeom>
          <a:solidFill>
            <a:srgbClr val="9A5800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16C5014D-576E-4B22-A86B-FEAB9A27A905}"/>
              </a:ext>
            </a:extLst>
          </p:cNvPr>
          <p:cNvSpPr>
            <a:spLocks noGrp="1"/>
          </p:cNvSpPr>
          <p:nvPr/>
        </p:nvSpPr>
        <p:spPr>
          <a:xfrm>
            <a:off x="4131469" y="4845844"/>
            <a:ext cx="190500" cy="190500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B10597B-F43F-4735-A66F-2B795A3787F7}"/>
              </a:ext>
            </a:extLst>
          </p:cNvPr>
          <p:cNvSpPr>
            <a:spLocks noGrp="1"/>
          </p:cNvSpPr>
          <p:nvPr/>
        </p:nvSpPr>
        <p:spPr>
          <a:xfrm>
            <a:off x="4381500" y="4048125"/>
            <a:ext cx="208359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4.5 cm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8EE93B6-8B57-41CF-854E-A66122C27A5A}"/>
              </a:ext>
            </a:extLst>
          </p:cNvPr>
          <p:cNvSpPr>
            <a:spLocks noGrp="1"/>
          </p:cNvSpPr>
          <p:nvPr/>
        </p:nvSpPr>
        <p:spPr>
          <a:xfrm>
            <a:off x="2024063" y="5238750"/>
            <a:ext cx="214312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4.5 cm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112FE15-8874-46C0-90CF-09A537003356}"/>
              </a:ext>
            </a:extLst>
          </p:cNvPr>
          <p:cNvSpPr>
            <a:spLocks noGrp="1"/>
          </p:cNvSpPr>
          <p:nvPr/>
        </p:nvSpPr>
        <p:spPr>
          <a:xfrm>
            <a:off x="8334375" y="4048125"/>
            <a:ext cx="5893594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219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 × 4.5 = 9 cm</a:t>
            </a:r>
          </a:p>
        </p:txBody>
      </p:sp>
    </p:spTree>
    <p:extLst>
      <p:ext uri="{BB962C8B-B14F-4D97-AF65-F5344CB8AC3E}">
        <p14:creationId xmlns:p14="http://schemas.microsoft.com/office/powerpoint/2010/main" val="1539013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5234375 0 E" pathEditMode="relative" ptsTypes="">
                                      <p:cBhvr>
                                        <p:cTn id="6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-1">
            <a:extLst>
              <a:ext uri="{FF2B5EF4-FFF2-40B4-BE49-F238E27FC236}">
                <a16:creationId xmlns:a16="http://schemas.microsoft.com/office/drawing/2014/main" id="{369F1787-1952-4379-9449-7EB7DFF637E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F781D22-39E2-4F6A-9CB6-006A32116949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E724E0B-124B-4420-AB03-DC04A078A41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The radius is 5.5 cm. Find the diameter.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5A3D0D6-A180-4D86-82B0-BB29C1B664D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0CCBA7E-EF70-421E-B8A0-9E5941F5550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Name parts of circles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72D2229-2BC8-4FD1-BE83-AD5A886E0EB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741A131-7F13-4C90-906B-36CEA31EC086}"/>
              </a:ext>
            </a:extLst>
          </p:cNvPr>
          <p:cNvSpPr>
            <a:spLocks noGrp="1"/>
          </p:cNvSpPr>
          <p:nvPr/>
        </p:nvSpPr>
        <p:spPr>
          <a:xfrm>
            <a:off x="1905000" y="2619375"/>
            <a:ext cx="4643438" cy="4643438"/>
          </a:xfrm>
          <a:prstGeom prst="ellipse">
            <a:avLst/>
          </a:prstGeom>
          <a:solidFill>
            <a:srgbClr val="EFF6FF"/>
          </a:solidFill>
          <a:ln w="35719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D8A88D0-6601-4D7E-ACFC-9557C024E41B}"/>
              </a:ext>
            </a:extLst>
          </p:cNvPr>
          <p:cNvSpPr>
            <a:spLocks noGrp="1"/>
          </p:cNvSpPr>
          <p:nvPr/>
        </p:nvSpPr>
        <p:spPr>
          <a:xfrm>
            <a:off x="4226719" y="4941094"/>
            <a:ext cx="2321719" cy="59531"/>
          </a:xfrm>
          <a:prstGeom prst="rect">
            <a:avLst/>
          </a:prstGeom>
          <a:solidFill>
            <a:srgbClr val="9A5800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E5D564B-5F62-43C9-874E-3A500D8573F3}"/>
              </a:ext>
            </a:extLst>
          </p:cNvPr>
          <p:cNvSpPr>
            <a:spLocks noGrp="1"/>
          </p:cNvSpPr>
          <p:nvPr/>
        </p:nvSpPr>
        <p:spPr>
          <a:xfrm>
            <a:off x="4226719" y="4941094"/>
            <a:ext cx="2321719" cy="59531"/>
          </a:xfrm>
          <a:prstGeom prst="rect">
            <a:avLst/>
          </a:prstGeom>
          <a:solidFill>
            <a:srgbClr val="9A5800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8877F6A-0FCC-46B3-B029-8CADF83BEC3C}"/>
              </a:ext>
            </a:extLst>
          </p:cNvPr>
          <p:cNvSpPr>
            <a:spLocks noGrp="1"/>
          </p:cNvSpPr>
          <p:nvPr/>
        </p:nvSpPr>
        <p:spPr>
          <a:xfrm>
            <a:off x="4131469" y="4845844"/>
            <a:ext cx="190500" cy="190500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DBBA73B-B888-49AF-9DA3-EB3456225852}"/>
              </a:ext>
            </a:extLst>
          </p:cNvPr>
          <p:cNvSpPr>
            <a:spLocks noGrp="1"/>
          </p:cNvSpPr>
          <p:nvPr/>
        </p:nvSpPr>
        <p:spPr>
          <a:xfrm>
            <a:off x="4381500" y="4048125"/>
            <a:ext cx="208359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5.5 cm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C8A673D-E6BA-4D04-B159-BB42D8F5535D}"/>
              </a:ext>
            </a:extLst>
          </p:cNvPr>
          <p:cNvSpPr>
            <a:spLocks noGrp="1"/>
          </p:cNvSpPr>
          <p:nvPr/>
        </p:nvSpPr>
        <p:spPr>
          <a:xfrm>
            <a:off x="2024063" y="5238750"/>
            <a:ext cx="214312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5.5 cm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3672F8CB-93DE-4379-A4A6-006B29D16F88}"/>
              </a:ext>
            </a:extLst>
          </p:cNvPr>
          <p:cNvSpPr>
            <a:spLocks noGrp="1"/>
          </p:cNvSpPr>
          <p:nvPr/>
        </p:nvSpPr>
        <p:spPr>
          <a:xfrm>
            <a:off x="8334375" y="4048125"/>
            <a:ext cx="5893594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219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 × 5.5 = 11 cm</a:t>
            </a:r>
          </a:p>
        </p:txBody>
      </p:sp>
    </p:spTree>
    <p:extLst>
      <p:ext uri="{BB962C8B-B14F-4D97-AF65-F5344CB8AC3E}">
        <p14:creationId xmlns:p14="http://schemas.microsoft.com/office/powerpoint/2010/main" val="1205692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5234375 0 E" pathEditMode="relative" ptsTypes="">
                                      <p:cBhvr>
                                        <p:cTn id="6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E4176EF1-C5A5-4B7D-B234-6FA537925CB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7177224-BC07-4A83-AB3B-B8A1DF580A3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The radius is 6.5 cm. Find the diameter.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AAFD617-FFC7-4D6B-A4D0-064ACA629C2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F7CF208-523B-4E58-9A65-612857DD42F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Name parts of circles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CF0EBC2-FE79-41B0-9CF2-A97B92702B0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2340522-E2C4-49E7-85AE-5B109FE20A1C}"/>
              </a:ext>
            </a:extLst>
          </p:cNvPr>
          <p:cNvSpPr>
            <a:spLocks noGrp="1"/>
          </p:cNvSpPr>
          <p:nvPr/>
        </p:nvSpPr>
        <p:spPr>
          <a:xfrm>
            <a:off x="1905000" y="2619375"/>
            <a:ext cx="4643438" cy="4643438"/>
          </a:xfrm>
          <a:prstGeom prst="ellipse">
            <a:avLst/>
          </a:prstGeom>
          <a:solidFill>
            <a:srgbClr val="EFF6FF"/>
          </a:solidFill>
          <a:ln w="35719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A1EF992-0870-4236-9DCD-B7F7DAC7B1C4}"/>
              </a:ext>
            </a:extLst>
          </p:cNvPr>
          <p:cNvSpPr>
            <a:spLocks noGrp="1"/>
          </p:cNvSpPr>
          <p:nvPr/>
        </p:nvSpPr>
        <p:spPr>
          <a:xfrm>
            <a:off x="4226719" y="4941094"/>
            <a:ext cx="2321719" cy="59531"/>
          </a:xfrm>
          <a:prstGeom prst="rect">
            <a:avLst/>
          </a:prstGeom>
          <a:solidFill>
            <a:srgbClr val="9A5800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FFE57C8-78D3-4EE1-B8CE-35C5B60B5D8E}"/>
              </a:ext>
            </a:extLst>
          </p:cNvPr>
          <p:cNvSpPr>
            <a:spLocks noGrp="1"/>
          </p:cNvSpPr>
          <p:nvPr/>
        </p:nvSpPr>
        <p:spPr>
          <a:xfrm>
            <a:off x="4226719" y="4941094"/>
            <a:ext cx="2321719" cy="59531"/>
          </a:xfrm>
          <a:prstGeom prst="rect">
            <a:avLst/>
          </a:prstGeom>
          <a:solidFill>
            <a:srgbClr val="9A5800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589F609-0B14-4CCF-97A6-EE338477F680}"/>
              </a:ext>
            </a:extLst>
          </p:cNvPr>
          <p:cNvSpPr>
            <a:spLocks noGrp="1"/>
          </p:cNvSpPr>
          <p:nvPr/>
        </p:nvSpPr>
        <p:spPr>
          <a:xfrm>
            <a:off x="4131469" y="4845844"/>
            <a:ext cx="190500" cy="190500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02B19DB-8FB0-47F8-A19F-E60ECAD95D0A}"/>
              </a:ext>
            </a:extLst>
          </p:cNvPr>
          <p:cNvSpPr>
            <a:spLocks noGrp="1"/>
          </p:cNvSpPr>
          <p:nvPr/>
        </p:nvSpPr>
        <p:spPr>
          <a:xfrm>
            <a:off x="4381500" y="4048125"/>
            <a:ext cx="208359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6.5 cm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42AE7FED-6D1B-42CA-BE12-29D2C191E61F}"/>
              </a:ext>
            </a:extLst>
          </p:cNvPr>
          <p:cNvSpPr>
            <a:spLocks noGrp="1"/>
          </p:cNvSpPr>
          <p:nvPr/>
        </p:nvSpPr>
        <p:spPr>
          <a:xfrm>
            <a:off x="2024063" y="5238750"/>
            <a:ext cx="214312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6.5 cm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AF27A82-E782-4BEF-8A0C-B16519894CEB}"/>
              </a:ext>
            </a:extLst>
          </p:cNvPr>
          <p:cNvSpPr>
            <a:spLocks noGrp="1"/>
          </p:cNvSpPr>
          <p:nvPr/>
        </p:nvSpPr>
        <p:spPr>
          <a:xfrm>
            <a:off x="8334375" y="4048125"/>
            <a:ext cx="5893594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219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 × 6.5 = 13 cm</a:t>
            </a:r>
          </a:p>
        </p:txBody>
      </p:sp>
    </p:spTree>
    <p:extLst>
      <p:ext uri="{BB962C8B-B14F-4D97-AF65-F5344CB8AC3E}">
        <p14:creationId xmlns:p14="http://schemas.microsoft.com/office/powerpoint/2010/main" val="1081499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5234375 0 E" pathEditMode="relative" ptsTypes="">
                                      <p:cBhvr>
                                        <p:cTn id="6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-1">
            <a:extLst>
              <a:ext uri="{FF2B5EF4-FFF2-40B4-BE49-F238E27FC236}">
                <a16:creationId xmlns:a16="http://schemas.microsoft.com/office/drawing/2014/main" id="{50CF9C16-0DD2-413F-8913-DCA381D933D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A920F65-580B-44D5-9D0D-B6B83BA908CD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63B8B8E6-9947-4307-B1B7-2B9DEBAA3D2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The radius is 7.5 cm. Find the diameter.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CFC08152-7A69-4758-A1A6-0F5E6F825A5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4CB61BE-4320-4183-8CEF-5FA4D6FDF52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Name parts of circles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CB91A15-FB3E-4447-8D7D-03515FC84FE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59BCA72-0587-40CE-97C5-E7064D4592EB}"/>
              </a:ext>
            </a:extLst>
          </p:cNvPr>
          <p:cNvSpPr>
            <a:spLocks noGrp="1"/>
          </p:cNvSpPr>
          <p:nvPr/>
        </p:nvSpPr>
        <p:spPr>
          <a:xfrm>
            <a:off x="1905000" y="2619375"/>
            <a:ext cx="4643438" cy="4643438"/>
          </a:xfrm>
          <a:prstGeom prst="ellipse">
            <a:avLst/>
          </a:prstGeom>
          <a:solidFill>
            <a:srgbClr val="EFF6FF"/>
          </a:solidFill>
          <a:ln w="35719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BD0ED24-FF71-4815-A7C2-896BD27DD665}"/>
              </a:ext>
            </a:extLst>
          </p:cNvPr>
          <p:cNvSpPr>
            <a:spLocks noGrp="1"/>
          </p:cNvSpPr>
          <p:nvPr/>
        </p:nvSpPr>
        <p:spPr>
          <a:xfrm>
            <a:off x="4226719" y="4941094"/>
            <a:ext cx="2321719" cy="59531"/>
          </a:xfrm>
          <a:prstGeom prst="rect">
            <a:avLst/>
          </a:prstGeom>
          <a:solidFill>
            <a:srgbClr val="9A5800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FC69527-D8E0-4D03-80B1-5F375E2EC6B6}"/>
              </a:ext>
            </a:extLst>
          </p:cNvPr>
          <p:cNvSpPr>
            <a:spLocks noGrp="1"/>
          </p:cNvSpPr>
          <p:nvPr/>
        </p:nvSpPr>
        <p:spPr>
          <a:xfrm>
            <a:off x="4226719" y="4941094"/>
            <a:ext cx="2321719" cy="59531"/>
          </a:xfrm>
          <a:prstGeom prst="rect">
            <a:avLst/>
          </a:prstGeom>
          <a:solidFill>
            <a:srgbClr val="9A5800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C373DE7-70ED-473C-8FA5-6111D7620E0A}"/>
              </a:ext>
            </a:extLst>
          </p:cNvPr>
          <p:cNvSpPr>
            <a:spLocks noGrp="1"/>
          </p:cNvSpPr>
          <p:nvPr/>
        </p:nvSpPr>
        <p:spPr>
          <a:xfrm>
            <a:off x="4131469" y="4845844"/>
            <a:ext cx="190500" cy="190500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762686E-06DA-4C20-AC44-12B3636827CA}"/>
              </a:ext>
            </a:extLst>
          </p:cNvPr>
          <p:cNvSpPr>
            <a:spLocks noGrp="1"/>
          </p:cNvSpPr>
          <p:nvPr/>
        </p:nvSpPr>
        <p:spPr>
          <a:xfrm>
            <a:off x="4381500" y="4048125"/>
            <a:ext cx="208359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7.5 cm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7112DEC-06E3-4AF7-BFB1-78C9ECFFE999}"/>
              </a:ext>
            </a:extLst>
          </p:cNvPr>
          <p:cNvSpPr>
            <a:spLocks noGrp="1"/>
          </p:cNvSpPr>
          <p:nvPr/>
        </p:nvSpPr>
        <p:spPr>
          <a:xfrm>
            <a:off x="2024063" y="5238750"/>
            <a:ext cx="214312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7.5 cm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682AFE6-4608-4E39-9070-0571A31D4377}"/>
              </a:ext>
            </a:extLst>
          </p:cNvPr>
          <p:cNvSpPr>
            <a:spLocks noGrp="1"/>
          </p:cNvSpPr>
          <p:nvPr/>
        </p:nvSpPr>
        <p:spPr>
          <a:xfrm>
            <a:off x="8334375" y="4048125"/>
            <a:ext cx="5893594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219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 × 7.5 = 15 cm</a:t>
            </a:r>
          </a:p>
        </p:txBody>
      </p:sp>
    </p:spTree>
    <p:extLst>
      <p:ext uri="{BB962C8B-B14F-4D97-AF65-F5344CB8AC3E}">
        <p14:creationId xmlns:p14="http://schemas.microsoft.com/office/powerpoint/2010/main" val="1378982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5234375 0 E" pathEditMode="relative" ptsTypes="">
                                      <p:cBhvr>
                                        <p:cTn id="6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26DF3A87-AD1A-46AE-B8D6-B62F1F68D0C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3377359-529D-4C63-9FF9-4E1BA7088656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536E5E5-4FD1-468A-AD09-A168CF0D8AF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4A88D1E-CFC7-4EB0-A299-96079222BE2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DAD09733-6798-4BEA-8613-7165EC51D33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Name parts of circles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C7C18E1-978C-4B49-881B-C922349FF68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3706F12-4DFD-4606-AE99-E53D2332BFAB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87748D2-E393-41A6-9781-8A9A99488E18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circle has radius 4.5 cm. What is its diameter?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3058B53-3EDD-44E5-AF1F-6E6259B70A90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A3F4C3F-83CB-48C6-BF03-41F87F09C411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quadrilateral has three angles of 92 degrees, 88 degrees and 105 degrees. Find the fourth.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EF7241C-B442-4BCF-922A-9A875B7ED760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367360C-F174-4EF8-8051-9B1C1A4B1987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Angles around a point are 85 degrees, 140 degrees and x. Find x.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96E3D808-56A8-4DAD-9011-AC838100EA16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79737EC-CA7C-4DB1-9080-4992760A226F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A circle has radius 4.5 cm. What is its diameter?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2202B823-57F8-48A3-AB91-D130B3113930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706A87C-E4D3-4616-9F0C-65672FE0898A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A quadrilateral has three angles of 92 degrees, 88 degrees and 105 degrees. Find the fourth.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EDFC65B4-200E-43A3-A06D-CF2CD4DE84BC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08FE1C8D-AF30-416E-9865-9EB8875C3EBC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Angles around a point are 85 degrees, 140 degrees and x. Find x.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5087530D-D46E-42BA-BCEC-0C68E79F95FC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AABC20B-EB20-4C35-A740-A92F1E77BC8F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One angle where two straight lines cross is 68 degrees. Find the vertically opposite angle.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2E472BA-A2CE-4AC6-9945-87365FB4CB77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18B7008D-785B-42FB-997F-9A2BC858E9A7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estimates from the drawing even when the diagram is not to scale.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B6E1C1B3-EAE9-4385-B061-D78B401342AA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B7F1B66D-B7EA-40BC-A61C-9C38D40DB117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C49DBAAC-8EF9-4EDC-A7B2-260F6BD22ACA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D49C995A-EBB9-4E4D-98F3-FDD7E5BA0861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Angles around a point are 85 degrees, 140 degrees and x. Find x.</a:t>
            </a:r>
          </a:p>
        </p:txBody>
      </p:sp>
    </p:spTree>
    <p:extLst>
      <p:ext uri="{BB962C8B-B14F-4D97-AF65-F5344CB8AC3E}">
        <p14:creationId xmlns:p14="http://schemas.microsoft.com/office/powerpoint/2010/main" val="1326037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3C732CE5-422A-44E3-8C81-097DC335FA4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36B71AB-5094-4BD1-9E03-9FB09BB5FC5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F00082C-9633-4C76-8335-6741688CF49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DB87C4B-AD35-4152-BB1A-17561DAB868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Name parts of circles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D376551-0BE7-4058-B793-B5E253BF39D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D20EDB0-1140-46C7-B0D5-09A3109F0C00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1E32917-B07F-44F9-B344-2FD8B9EA26DC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9 cm.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01AB02A-9B7F-44E3-A81F-B681CF2CC567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784ACA9-3EF6-4821-9DC1-181CA7B6E8E7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75 degrees.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3F37396-2F44-4A6B-AF60-EC5FFA449B8F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C9A5972-E5C7-4C06-81DF-061B92E6ED3A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135 degrees.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AB00EAD-A745-4496-BEB5-621D9D577458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C2A062A-0995-4264-9F99-FA105F7EA3DF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9 cm.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6B58DA0D-6AF7-42D6-9D50-6E8480D2BFFF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5495A9A6-6445-4353-8AF6-629CF34B0B3C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75 degrees.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F026E4B7-99D0-4F54-B09A-A634232BD454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C742F334-CE81-4724-8ECD-C3381D031849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135 degrees.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BB290D8B-EDE8-4BB2-8784-E2FD892F37EB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C0EFD98C-8A35-4C7F-8C5A-4C4670966ECF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68 degrees.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2D28FDFF-17B4-40A3-9CE2-7FA1135C909F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CB9FF836-031A-4AEE-ADE2-2FC81FF509C7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Use labelled values and known geometric facts, then check the total angle relationship.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8841E946-5BFF-4BB6-973A-C23510A8F9A1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32E6B502-C14F-4D29-8ECF-A336B1CF8654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C64C8B2B-C904-46E1-B57B-D498003B41E8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FDC5B48E-E1FF-429E-8A51-256EC2423CD5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00961696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921</Words>
  <Application>Microsoft Office PowerPoint</Application>
  <DocSecurity>0</DocSecurity>
  <PresentationFormat>Custom</PresentationFormat>
  <Paragraphs>98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2026-09-14T13:14:37Z</dcterms:created>
  <dcterms:modified xsi:type="dcterms:W3CDTF">2026-09-14T13:17:46Z</dcterms:modified>
</cp:coreProperties>
</file>