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a26863cab9490b" /><Relationship Type="http://schemas.openxmlformats.org/officeDocument/2006/relationships/extended-properties" Target="/docProps/app.xml" Id="R5da9ef3f51844e66" /><Relationship Type="http://schemas.openxmlformats.org/officeDocument/2006/relationships/officeDocument" Target="/ppt/presentation.xml" Id="R8b50876138ec47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61cd375c334976"/>
  </p:sldMasterIdLst>
  <p:notesMasterIdLst>
    <p:notesMasterId xmlns:r="http://schemas.openxmlformats.org/officeDocument/2006/relationships" r:id="R74161645bf1d4361"/>
  </p:notesMasterIdLst>
  <p:sldIdLst>
    <p:sldId xmlns:r="http://schemas.openxmlformats.org/officeDocument/2006/relationships" id="256" r:id="R17cf4b6b17444ab0"/>
    <p:sldId xmlns:r="http://schemas.openxmlformats.org/officeDocument/2006/relationships" id="257" r:id="Rce26843cf5ff45f5"/>
    <p:sldId xmlns:r="http://schemas.openxmlformats.org/officeDocument/2006/relationships" id="258" r:id="R27db101f231b48a3"/>
    <p:sldId xmlns:r="http://schemas.openxmlformats.org/officeDocument/2006/relationships" id="259" r:id="Raf1942f4744e4ac4"/>
    <p:sldId xmlns:r="http://schemas.openxmlformats.org/officeDocument/2006/relationships" id="260" r:id="R1aae784c8f28405f"/>
    <p:sldId xmlns:r="http://schemas.openxmlformats.org/officeDocument/2006/relationships" id="261" r:id="R38ca37ace9604897"/>
    <p:sldId xmlns:r="http://schemas.openxmlformats.org/officeDocument/2006/relationships" id="262" r:id="R9b73a43986074430"/>
    <p:sldId xmlns:r="http://schemas.openxmlformats.org/officeDocument/2006/relationships" id="263" r:id="Rea4e1d55ab7d4234"/>
    <p:sldId xmlns:r="http://schemas.openxmlformats.org/officeDocument/2006/relationships" id="264" r:id="Rd328282a43d943dd"/>
    <p:sldId xmlns:r="http://schemas.openxmlformats.org/officeDocument/2006/relationships" id="265" r:id="Rc2c3762e274b40d9"/>
    <p:sldId xmlns:r="http://schemas.openxmlformats.org/officeDocument/2006/relationships" id="266" r:id="Rd882cb14556b4ce9"/>
    <p:sldId xmlns:r="http://schemas.openxmlformats.org/officeDocument/2006/relationships" id="267" r:id="Reec40c7d8a7c447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81a521697414efb" /><Relationship Type="http://schemas.openxmlformats.org/officeDocument/2006/relationships/slideMaster" Target="/ppt/slideMasters/slideMaster1.xml" Id="Rd561cd375c334976" /><Relationship Type="http://schemas.openxmlformats.org/officeDocument/2006/relationships/notesMaster" Target="/ppt/notesMasters/notesMaster1.xml" Id="R74161645bf1d4361" /><Relationship Type="http://schemas.openxmlformats.org/officeDocument/2006/relationships/presProps" Target="/ppt/presProps.xml" Id="R5cfaa0699b334ab8" /><Relationship Type="http://schemas.openxmlformats.org/officeDocument/2006/relationships/tableStyles" Target="/ppt/tableStyles.xml" Id="R0b88f1461927486a" /><Relationship Type="http://schemas.openxmlformats.org/officeDocument/2006/relationships/slide" Target="/ppt/slides/slide1.xml" Id="R17cf4b6b17444ab0" /><Relationship Type="http://schemas.openxmlformats.org/officeDocument/2006/relationships/slide" Target="/ppt/slides/slide2.xml" Id="Rce26843cf5ff45f5" /><Relationship Type="http://schemas.openxmlformats.org/officeDocument/2006/relationships/slide" Target="/ppt/slides/slide3.xml" Id="R27db101f231b48a3" /><Relationship Type="http://schemas.openxmlformats.org/officeDocument/2006/relationships/slide" Target="/ppt/slides/slide4.xml" Id="Raf1942f4744e4ac4" /><Relationship Type="http://schemas.openxmlformats.org/officeDocument/2006/relationships/slide" Target="/ppt/slides/slide5.xml" Id="R1aae784c8f28405f" /><Relationship Type="http://schemas.openxmlformats.org/officeDocument/2006/relationships/slide" Target="/ppt/slides/slide6.xml" Id="R38ca37ace9604897" /><Relationship Type="http://schemas.openxmlformats.org/officeDocument/2006/relationships/slide" Target="/ppt/slides/slide7.xml" Id="R9b73a43986074430" /><Relationship Type="http://schemas.openxmlformats.org/officeDocument/2006/relationships/slide" Target="/ppt/slides/slide8.xml" Id="Rea4e1d55ab7d4234" /><Relationship Type="http://schemas.openxmlformats.org/officeDocument/2006/relationships/slide" Target="/ppt/slides/slide9.xml" Id="Rd328282a43d943dd" /><Relationship Type="http://schemas.openxmlformats.org/officeDocument/2006/relationships/slide" Target="/ppt/slides/slide10.xml" Id="Rc2c3762e274b40d9" /><Relationship Type="http://schemas.openxmlformats.org/officeDocument/2006/relationships/slide" Target="/ppt/slides/slide11.xml" Id="Rd882cb14556b4ce9" /><Relationship Type="http://schemas.openxmlformats.org/officeDocument/2006/relationships/slide" Target="/ppt/slides/slide12.xml" Id="Reec40c7d8a7c44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37f12c3f6f42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9cefcb9b494e12" /><Relationship Type="http://schemas.openxmlformats.org/officeDocument/2006/relationships/notesMaster" Target="/ppt/notesMasters/notesMaster1.xml" Id="Rd3c1db4448ab4a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a7263ec25448ab" /><Relationship Type="http://schemas.openxmlformats.org/officeDocument/2006/relationships/notesMaster" Target="/ppt/notesMasters/notesMaster1.xml" Id="R2b3f55f5e8d24e3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fc358cb362046ba" /><Relationship Type="http://schemas.openxmlformats.org/officeDocument/2006/relationships/notesMaster" Target="/ppt/notesMasters/notesMaster1.xml" Id="R2ef626535bf7491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bcf639d5ae4acc" /><Relationship Type="http://schemas.openxmlformats.org/officeDocument/2006/relationships/notesMaster" Target="/ppt/notesMasters/notesMaster1.xml" Id="R5f44c6bec45941f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0d705aacd84210" /><Relationship Type="http://schemas.openxmlformats.org/officeDocument/2006/relationships/notesMaster" Target="/ppt/notesMasters/notesMaster1.xml" Id="R30a778ef10214a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b41de2c69f4ed0" /><Relationship Type="http://schemas.openxmlformats.org/officeDocument/2006/relationships/notesMaster" Target="/ppt/notesMasters/notesMaster1.xml" Id="Rb0e07f7f55954a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0c05b01ad14f5d" /><Relationship Type="http://schemas.openxmlformats.org/officeDocument/2006/relationships/notesMaster" Target="/ppt/notesMasters/notesMaster1.xml" Id="R89c5f54e57644a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4242ac622f4c59" /><Relationship Type="http://schemas.openxmlformats.org/officeDocument/2006/relationships/notesMaster" Target="/ppt/notesMasters/notesMaster1.xml" Id="R61de46416e3d4e3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c46118afdd24b95" /><Relationship Type="http://schemas.openxmlformats.org/officeDocument/2006/relationships/notesMaster" Target="/ppt/notesMasters/notesMaster1.xml" Id="R53b2bad6d76546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8d97344de084f40" /><Relationship Type="http://schemas.openxmlformats.org/officeDocument/2006/relationships/notesMaster" Target="/ppt/notesMasters/notesMaster1.xml" Id="Ra450006ebe7949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9713e2c0723489a" /><Relationship Type="http://schemas.openxmlformats.org/officeDocument/2006/relationships/notesMaster" Target="/ppt/notesMasters/notesMaster1.xml" Id="Rf31129c18ed441f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5f18d5780b04e5b" /><Relationship Type="http://schemas.openxmlformats.org/officeDocument/2006/relationships/notesMaster" Target="/ppt/notesMasters/notesMaster1.xml" Id="R5d5ee210b8844c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Protractors, rulers, compasses, angle cards, shape sets,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75 degrees. | Mark known properties and angle facts on the diagram. | Use labelled values and known geometric facts, then check the total angle relationship.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angle, vertically opposite, interior, radius, diameter, circumference.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9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75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labelled values and known geometric facts, then check the total angle relationship.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75 degrees..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135 degrees..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68 degrees.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135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135 degrees. | Use labelled values and known geometric facts, then check the total angle relationship.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dcacecec67430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250a6cb7b2446b" /><Relationship Type="http://schemas.openxmlformats.org/officeDocument/2006/relationships/slideLayout" Target="/ppt/slideLayouts/slideLayout1.xml" Id="Rf436a35456b84e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36a35456b84e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3b393ff1c54318" /><Relationship Type="http://schemas.openxmlformats.org/officeDocument/2006/relationships/notesSlide" Target="/ppt/notesSlides/notesSlide1.xml" Id="R2e50ddecac3e47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6bc159573047e8" /><Relationship Type="http://schemas.openxmlformats.org/officeDocument/2006/relationships/notesSlide" Target="/ppt/notesSlides/notesSlide2.xml" Id="Rbbf69ee126864d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e1d57207a64a55" /><Relationship Type="http://schemas.openxmlformats.org/officeDocument/2006/relationships/notesSlide" Target="/ppt/notesSlides/notesSlide3.xml" Id="R5f67d4db844c42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ec4227adca4772" /><Relationship Type="http://schemas.openxmlformats.org/officeDocument/2006/relationships/notesSlide" Target="/ppt/notesSlides/notesSlide4.xml" Id="R21636d017ced41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12227ab794e6b" /><Relationship Type="http://schemas.openxmlformats.org/officeDocument/2006/relationships/notesSlide" Target="/ppt/notesSlides/notesSlide5.xml" Id="R749f84e1a5054a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88dfdf8fd4494a" /><Relationship Type="http://schemas.openxmlformats.org/officeDocument/2006/relationships/notesSlide" Target="/ppt/notesSlides/notesSlide6.xml" Id="Rf59f2508255b41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2c6e3c19274ba8" /><Relationship Type="http://schemas.openxmlformats.org/officeDocument/2006/relationships/image" Target="/ppt/media/image.png" Id="Rf1e78f36449b4a55" /><Relationship Type="http://schemas.openxmlformats.org/officeDocument/2006/relationships/notesSlide" Target="/ppt/notesSlides/notesSlide7.xml" Id="R28869f92dc6d41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af9cdbdd294da7" /><Relationship Type="http://schemas.openxmlformats.org/officeDocument/2006/relationships/notesSlide" Target="/ppt/notesSlides/notesSlide8.xml" Id="R0c41965d309f43e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8e5b2cd2a748e8" /><Relationship Type="http://schemas.openxmlformats.org/officeDocument/2006/relationships/notesSlide" Target="/ppt/notesSlides/notesSlide9.xml" Id="R349a94888e2741d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18aeac7984055" /><Relationship Type="http://schemas.openxmlformats.org/officeDocument/2006/relationships/notesSlide" Target="/ppt/notesSlides/notesSlide10.xml" Id="R0f3fd89139f5429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fdc990f1dc4eb6" /><Relationship Type="http://schemas.openxmlformats.org/officeDocument/2006/relationships/notesSlide" Target="/ppt/notesSlides/notesSlide11.xml" Id="R3424864a58a04d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3c2169b75e4d5e" /><Relationship Type="http://schemas.openxmlformats.org/officeDocument/2006/relationships/notesSlide" Target="/ppt/notesSlides/notesSlide12.xml" Id="R009a2eee340a43f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74B37B-D1D3-4F6D-9F6D-9CE21016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22B5DB-694A-45C1-8F98-8CCE36DC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CCA307-A36D-4701-88C0-0974D64F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50BD06-12DC-469B-BA2F-EBAD2EB1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88DB56-7232-4596-8FA8-7C6F7F05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parts of circles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3D7A2D-2AA0-4104-A3D9-DB79FD05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E06B6-08A1-4AFE-BEC7-FF6B714B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58298F-1498-4279-BEF6-CA573AAE4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describe radius, diameter and circumference.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71E2AF-FFAB-45F0-A89F-74F4FFD1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F122D7-9D02-4FFE-AF46-7C735171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Protractors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B649E5-06EA-442A-97AC-0A673A5B0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486264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E39894-E5A4-4BA7-BF79-24D21102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AF616B-1FE0-4B3A-8C5D-A4F1F8C6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3967A5-8F16-4557-8D4E-D5641B97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2AED21-C3CF-4CEE-A859-66A242EE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C21B90-45EC-4DA0-A5E0-73D5682EB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6F3FC1-0D74-4164-BEF7-F63C7806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FFEA49-D23B-427E-A6CF-5CB1A3CCF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D88C3E-51E6-4E9D-8FF5-191142D1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58BAD4-BF94-4751-99A4-847880CC2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Name parts of circles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D33714-9344-4076-8D45-7B17E1EB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ADA535-780B-4DCB-B7E5-A6F2FD42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67A040-D28F-44C5-BD09-3364E8B1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33FD6D-BD78-443C-AFF6-61D77778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angle relationships and describe circles and two-dimensional shapes.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9F4C50-1057-468D-AF02-C45B9A71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8EE55-91D2-4FFB-B57D-1B47344E4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E5B4D0-06CF-4F3C-8705-F6FB37DC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D4EF14-502B-4D05-BF78-AFB7B7FB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quadrilateral has three angles of 92 degrees, 88 degrees and 105 degrees. Find the fourth.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232796-F1D2-4161-BD0F-CC6636BD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B24485-F1DA-4C81-ABEE-A4EDAC1A5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04924C-6009-4860-BBA8-1FFB924B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ED9951-1979-40BB-B514-C53265D8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circle has radius 4.5 cm. What is its diameter?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4CDEEC-924A-44BC-9089-ABEBEEFD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181409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BAA87E-91E5-4E92-86DF-1929755F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237B91-AEBF-4951-8DA1-D284A2A5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BEF805-C087-4D10-9AE9-15165C8C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B7D754-002A-4969-8A93-A73498CC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B816B3-5C73-44CE-8253-7AED40F2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BF19FB-26CE-4FC4-906B-1660A193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D4B95D-5C4D-4522-B198-BDCF297B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828E9-B005-43B6-A6CA-72857D9C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B98FB4-4408-4C26-85C1-46567227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Name parts of circles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1CB8FB-936B-4CD0-861A-0EB8783CB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describe radius, diameter and circumference.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70F53B-998B-49E9-82FC-554B8C74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C6631F-12E2-455A-9CA8-C5A48897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Mark known properties and angle facts on the diagram.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0A108C-3835-41AC-B9F0-8940F598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Form a calculation using angles on a line, around a point or inside a shape.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418527-5035-4C9F-9B3C-8C252691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angle size and label it with degrees.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89BA5A-50F7-40AE-BC61-BFB86D13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angle  |  vertically opposite  |  interior  |  radius  |  diameter  |  circumference</a:t>
            </a:r>
          </a:p>
        </p:txBody>
      </p:sp>
    </p:spTree>
    <p:extLst>
      <p:ext uri="{BB962C8B-B14F-4D97-AF65-F5344CB8AC3E}">
        <p14:creationId xmlns:p14="http://schemas.microsoft.com/office/powerpoint/2010/main" val="12179258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36110A-F140-4B1D-9E6B-7FCBC0A1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F57978-74D4-4205-9060-2A8473BA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8C1898-95AD-45DA-8DE0-C8B950019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C629E-C0EE-407E-A584-C092171A7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776E0F-C175-4F48-B9C2-E7D43E955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1AA7A-CD42-4826-BE82-DBC5AB02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999C98-46B1-4F42-A8C3-1F2FF983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D24F61-BE84-4F40-875F-14CB99DB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DEA523-1EE0-4645-82C7-09809B1D2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Name parts of circles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2C08A2-1F33-4C55-84D4-366AAE2F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circle has radius 4.5 cm. What is its diameter?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CA5ECF-A98F-4840-85CA-991D30D13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20F19A-D865-487A-A205-4FD62400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B45CA0-B51B-44FC-80C9-C5D4C76DE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Mark known properties and angle facts on the diagram.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E73D1C-B402-4E51-8138-A711392B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A4F7B2-60F5-4592-A769-A69D9A83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AED3D8-96F5-43DE-AAD2-D39423AA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Form a calculation using angles on a line, around a point or inside a shape.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F919D4-5027-48CC-AFDD-813AECAB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9BF996-D16E-4B27-99CA-AF5299C6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3D2858-AB40-4394-8B38-BD39CCC4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9 cm.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C9C06A-5884-44E9-9CF8-6B65C095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71919D-8B75-4414-9C96-A0045B1A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8BE9A1-4A8E-4105-BD3E-AA9E00328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angle size and label it with degrees.</a:t>
            </a:r>
          </a:p>
        </p:txBody>
      </p:sp>
    </p:spTree>
    <p:extLst>
      <p:ext uri="{BB962C8B-B14F-4D97-AF65-F5344CB8AC3E}">
        <p14:creationId xmlns:p14="http://schemas.microsoft.com/office/powerpoint/2010/main" val="18005238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30AAE2-9853-4D3C-8547-CAEC4309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344758-A3C6-4A66-A4B2-35726EEA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919CDA-1A32-4329-BB89-A72891BEB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A8B869-3542-48A8-9D3D-24F5F427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113BB0-2ADE-4E9F-968E-1A22C536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31D76A-CEF1-4694-AE4F-C9D30B08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DD264B-73CD-431D-807F-61E4B2CD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C7789F-6CDD-4544-809D-40BD8C2B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C1286C-5EED-4151-8F70-AD1FFA2A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Name parts of circles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00E7F7-65CA-4C7C-A203-6776B834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BCD036-CECC-4C5E-A445-D2E721C3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 cm.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D5B231-07EF-4CA1-9692-42CD955D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D4B0EF-CC18-43A6-B8F0-F9D47803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angle size and label it with degrees.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2F544D-A652-4354-A40C-7E87C27B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03143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B14E04-0BD4-40B5-A44D-DD757AD9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95CDE5-DDBA-427F-81C2-4020C996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712ABD-9798-4E31-A1FA-9253D151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76DB4A-6C50-4846-8E72-07687FC1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7546B2-BD28-44B7-A761-493ED16C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ABBF9E-8CC4-4824-BCFC-ED98880F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82A9AF-4146-426F-BEAB-F0AFBA54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15DAB-AD7E-41D2-BF40-3BEC6155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A62AD4-E87A-43AF-87E2-846FCF0F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Name parts of circles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DBA8F-D3BF-4BF4-A921-5980C693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quadrilateral has three angles of 92 degrees, 88 degrees and 105 degrees. Find the fourth.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8C31A9-D389-4BF1-8606-F651CC63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672557-5E0A-4B56-9BF9-756764F9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643B6E-5F26-42D4-842D-FF91C9FE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CB0B04-12EB-4608-A4FD-46D95681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AD0B83-044D-4490-AD84-720FD9AB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75 degrees.</a:t>
            </a:r>
          </a:p>
        </p:txBody>
      </p:sp>
    </p:spTree>
    <p:extLst>
      <p:ext uri="{BB962C8B-B14F-4D97-AF65-F5344CB8AC3E}">
        <p14:creationId xmlns:p14="http://schemas.microsoft.com/office/powerpoint/2010/main" val="2403117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C461A-553A-45D3-8909-8F41D845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B9F9D6-5AA5-4E16-A7B8-FF41680C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D1111F-078B-474F-8EF5-7CF4FCD2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3D582B-90A9-4584-AD7B-2F35B6DD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8D9F17-DED2-44E3-BD9B-BAA58E683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088D9-2E40-4B0C-B396-F16101FB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162E5B-2084-421B-B913-2ED6FF7C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1E4002-1FDC-4BD6-B49C-63040C6B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4B8A8C-C937-412F-A625-6071F17E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Name parts of circles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e78f36449b4a55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B20BAF-18DF-48AA-B85C-335F22A5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F9659B-5384-43AE-A12F-4B41EC30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estimates from the drawing even when the diagram is not to scale.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269A1A-0D4C-4025-AA9B-E93AE9E0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A77CD7-0653-46CF-9420-7F394879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D4B4A6-DD44-4D09-96C4-F648B301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labelled values and known geometric facts, then check the total angle relationship.</a:t>
            </a:r>
          </a:p>
        </p:txBody>
      </p:sp>
    </p:spTree>
    <p:extLst>
      <p:ext uri="{BB962C8B-B14F-4D97-AF65-F5344CB8AC3E}">
        <p14:creationId xmlns:p14="http://schemas.microsoft.com/office/powerpoint/2010/main" val="75987310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E46F50-07B9-46DF-80C8-80E1CD47F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073606-19F7-4A35-BB9A-412CC8C0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AF24E0-DB7B-46A0-8457-478479CC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05F5C1-EF2C-4F0E-852E-D66E5B72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713397-51FA-4F32-BBDC-BE67C237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B3604-0834-40D5-857E-615D782B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B47740-FFA4-4B9D-AE78-05565BB0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D4B53-D141-4FA3-8476-5D74D792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75F3EF-024D-42DE-8E1A-3530573F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Name parts of circles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6DD17B-35A6-4B3D-9EAA-A833E397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3F77C8-60A6-4B76-A047-409B3AC3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B0F0CA-5880-41FC-9A59-2F7DA6162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553247-CC34-4C43-AC58-7877EC63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quadrilateral has three angles of 92 degrees, 88 degrees and 105 degrees. Find the fourth.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596D75-E690-4532-A6B8-F5C3A26A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09FE59-D312-4203-BD65-526A3539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C016CA-F9D1-4861-834D-4677BD9A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AA1B4E-8067-43A5-9851-1B865B79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F314A6-1888-4A37-ABF3-3DE47E53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1E21AA-D150-4D4B-8983-E9C72133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BAC766-35BD-4362-9E2D-E2E8B713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4D3757-2DA6-4682-BBB4-1F830B7C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75 degrees.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B6E827-87A7-43EF-BF58-FF2EF4397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651857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D7DB47-1AD4-4FCF-A4D8-3926D69E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4BF749-AAD9-4DFF-89C5-E97F5324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C99A0-F339-4DB6-B135-C8020237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F4E35C-0C50-4D32-ABFD-A5DBF61C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A83E7F-DC06-43B1-9C27-2A8E3598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65F9EB-5AFB-428E-B02F-A6B90E06B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C170B4-3960-494D-96CD-32EF12CB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F136A-4A59-4DA0-AE9D-AC0819EBF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098D52-948C-4F6D-90F9-EEC0EEF95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Name parts of circles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7F1622-56FD-4360-A500-53F1E6B14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252F6C-AA4C-4F1A-9CB0-75058F52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D50C55-2AD4-4953-A7F5-0257311F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3AA5D0-2C4B-482A-89ED-472E8431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Angles around a point are 85 degrees, 140 degrees and x. Find x.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B9D7E5-A41C-46D3-9202-0438E290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77FBAE-DC44-4627-85D8-FA71AAB7C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22A3F4-74DA-4DA7-ADEF-C8C2E5050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71D7FD-818B-43BC-AAD8-3BC7BBDB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D9DB38-B6F6-40A3-BDD1-7BE0A6A3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69A8E3-1F8E-4644-BB16-633C2948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29721F-CEA1-4A56-9740-2094940D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D32083-B09A-4074-8074-5147586D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3463832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D39530-4A40-4BFD-915F-DCB0C289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2D7DB3-D47F-4787-A40D-DC1167FF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751A98-2620-44BA-ABB0-96B7B5B1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616F5F-54A0-4F47-9D1A-88A145CB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129E62-B852-4234-8B8A-D0168191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161DF9-8F00-418B-B335-757194A2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BA8BC1-BBC8-4A62-9C21-5230BEF8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FCC9C7-6D63-4D31-86DE-25243519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57E923-4309-4E89-BC6D-D8C0EBAB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Name parts of circles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BF12AB-496F-4340-A1A0-D770F5583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One angle where two straight lines cross is 68 degrees. Find the vertically opposite angle.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4AB32E-77E9-416C-A257-FF646891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CCACCE-8B57-43B5-88D2-B3BF8228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D88984-C922-461B-A609-73B3269A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68 degrees.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4394836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F8C6BC-4F08-4D6B-804B-CECE2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350EB7-8CBA-4E40-BA09-267BE694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B3B162-8D6C-444F-B5C5-D30C4F92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9F3028-A35C-4C70-B791-8484E549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E47485-C282-450D-BA8C-D2177357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7F1F0F-E8F4-43F0-A1FB-16882DE6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60B992-B7A8-41C4-9F08-2B748966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4D1637-DD23-47E2-BAE8-DA82654F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1202C0-6E67-4479-8A80-2F360D6F5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Name parts of circles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42B29A-4D80-448A-A6B3-53AB81FE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931CB1-7BFC-4E12-8E67-02D1BFCC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21C666-D667-4F7B-BEE5-07DF55A3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Angles around a point are 85 degrees, 140 degrees and x. Find x.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CB1349-A498-43FA-8039-1DA7793F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D60FAF-D078-4D63-8AFB-9D2F95A6E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A7B7AD-3F60-46AB-9312-4F91B943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AB775F-4227-4DB8-9271-B7627960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135 degrees.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B21517-6CBF-4513-86B1-A0004A88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885BBD-8372-4D57-8E65-1C595F13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0087837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7F5C38-5F0B-4B54-89EF-6DF586ED1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CCDDDD-FAEA-4935-84CA-C0FCCC8C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D9ACF-DD84-494E-9326-14AB8847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37FDE-5673-42CA-9654-1EA525B6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A3F1C-88C7-4C3F-B5F2-32ABFDE67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C492D6-1C05-4C3A-831E-4316F796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8B23C7-623D-4AB1-971D-AB0E8777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5D5A07-DD34-4A89-A8BC-F5171C05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3A45C3-BDDB-47D4-B246-C6C050E5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Name parts of circles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FBF119-1CE2-4A58-AD84-0760E8E2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3C305E-D9D7-49BC-8216-911E446C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46D1D5-3699-4963-A380-FCA9AB1C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48ED80-4C5D-4C9B-8A2A-1B30F1E7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Angles around a point are 85 degrees, 140 degrees and x. Find x.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099F1D-C07D-4DAA-BD4F-532B8980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AE8996-8157-47D5-B73F-A11FE68F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0E57BA-687E-44A2-AD96-FB8E4B05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B3D7D1-DD82-4F0A-BE95-55F9C4C4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estimates from the drawing even when the diagram is not to scale.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F41A45-DD20-4114-8F4C-3C083E2C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15B485-1DE9-45A0-BFCD-96512BDF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B77309-49DA-4278-AD60-25E675D0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105FEE-01B1-4BE9-B4FA-A198775B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EEF897-7077-4FEB-9EB4-EF506B2D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7694219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2026-09-09T20:50:13.3920000Z</dcterms:created>
  <dcterms:modified xsi:type="dcterms:W3CDTF">2026-09-09T20:50:13.3920000Z</dcterms:modified>
</coreProperties>
</file>