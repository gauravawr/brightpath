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0d9f625364f4c95" /><Relationship Type="http://schemas.openxmlformats.org/officeDocument/2006/relationships/extended-properties" Target="/docProps/app.xml" Id="R32f5d14971bd4bb9" /><Relationship Type="http://schemas.openxmlformats.org/officeDocument/2006/relationships/officeDocument" Target="/ppt/presentation.xml" Id="R5acec17b2f6548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0d5db46c324f32"/>
  </p:sldMasterIdLst>
  <p:notesMasterIdLst>
    <p:notesMasterId xmlns:r="http://schemas.openxmlformats.org/officeDocument/2006/relationships" r:id="R4e46404417a64672"/>
  </p:notesMasterIdLst>
  <p:sldIdLst>
    <p:sldId xmlns:r="http://schemas.openxmlformats.org/officeDocument/2006/relationships" id="256" r:id="Ra4d36900b255477b"/>
    <p:sldId xmlns:r="http://schemas.openxmlformats.org/officeDocument/2006/relationships" id="257" r:id="R730750cc053f4b8c"/>
    <p:sldId xmlns:r="http://schemas.openxmlformats.org/officeDocument/2006/relationships" id="258" r:id="R6bd14564333844d0"/>
    <p:sldId xmlns:r="http://schemas.openxmlformats.org/officeDocument/2006/relationships" id="259" r:id="Rbf78251173334ea7"/>
    <p:sldId xmlns:r="http://schemas.openxmlformats.org/officeDocument/2006/relationships" id="260" r:id="Re09db7080f1d4e89"/>
    <p:sldId xmlns:r="http://schemas.openxmlformats.org/officeDocument/2006/relationships" id="261" r:id="R0a0f92db45544d35"/>
    <p:sldId xmlns:r="http://schemas.openxmlformats.org/officeDocument/2006/relationships" id="262" r:id="R5fd8eddd23194c1a"/>
    <p:sldId xmlns:r="http://schemas.openxmlformats.org/officeDocument/2006/relationships" id="263" r:id="R24c39a8d74604c0f"/>
    <p:sldId xmlns:r="http://schemas.openxmlformats.org/officeDocument/2006/relationships" id="264" r:id="R2c1bdd1c92034c6f"/>
    <p:sldId xmlns:r="http://schemas.openxmlformats.org/officeDocument/2006/relationships" id="265" r:id="Rfb4c2ce2111a4b19"/>
    <p:sldId xmlns:r="http://schemas.openxmlformats.org/officeDocument/2006/relationships" id="266" r:id="Rb8024dae7cf0421c"/>
    <p:sldId xmlns:r="http://schemas.openxmlformats.org/officeDocument/2006/relationships" id="267" r:id="R0778ded794724c2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e391ff84dfc46b9" /><Relationship Type="http://schemas.openxmlformats.org/officeDocument/2006/relationships/slideMaster" Target="/ppt/slideMasters/slideMaster1.xml" Id="Rcb0d5db46c324f32" /><Relationship Type="http://schemas.openxmlformats.org/officeDocument/2006/relationships/notesMaster" Target="/ppt/notesMasters/notesMaster1.xml" Id="R4e46404417a64672" /><Relationship Type="http://schemas.openxmlformats.org/officeDocument/2006/relationships/presProps" Target="/ppt/presProps.xml" Id="Rc1938e7c67c14229" /><Relationship Type="http://schemas.openxmlformats.org/officeDocument/2006/relationships/tableStyles" Target="/ppt/tableStyles.xml" Id="Rd74ad65d17c74a38" /><Relationship Type="http://schemas.openxmlformats.org/officeDocument/2006/relationships/slide" Target="/ppt/slides/slide1.xml" Id="Ra4d36900b255477b" /><Relationship Type="http://schemas.openxmlformats.org/officeDocument/2006/relationships/slide" Target="/ppt/slides/slide2.xml" Id="R730750cc053f4b8c" /><Relationship Type="http://schemas.openxmlformats.org/officeDocument/2006/relationships/slide" Target="/ppt/slides/slide3.xml" Id="R6bd14564333844d0" /><Relationship Type="http://schemas.openxmlformats.org/officeDocument/2006/relationships/slide" Target="/ppt/slides/slide4.xml" Id="Rbf78251173334ea7" /><Relationship Type="http://schemas.openxmlformats.org/officeDocument/2006/relationships/slide" Target="/ppt/slides/slide5.xml" Id="Re09db7080f1d4e89" /><Relationship Type="http://schemas.openxmlformats.org/officeDocument/2006/relationships/slide" Target="/ppt/slides/slide6.xml" Id="R0a0f92db45544d35" /><Relationship Type="http://schemas.openxmlformats.org/officeDocument/2006/relationships/slide" Target="/ppt/slides/slide7.xml" Id="R5fd8eddd23194c1a" /><Relationship Type="http://schemas.openxmlformats.org/officeDocument/2006/relationships/slide" Target="/ppt/slides/slide8.xml" Id="R24c39a8d74604c0f" /><Relationship Type="http://schemas.openxmlformats.org/officeDocument/2006/relationships/slide" Target="/ppt/slides/slide9.xml" Id="R2c1bdd1c92034c6f" /><Relationship Type="http://schemas.openxmlformats.org/officeDocument/2006/relationships/slide" Target="/ppt/slides/slide10.xml" Id="Rfb4c2ce2111a4b19" /><Relationship Type="http://schemas.openxmlformats.org/officeDocument/2006/relationships/slide" Target="/ppt/slides/slide11.xml" Id="Rb8024dae7cf0421c" /><Relationship Type="http://schemas.openxmlformats.org/officeDocument/2006/relationships/slide" Target="/ppt/slides/slide12.xml" Id="R0778ded794724c2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b42ebd0a9c8427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902cda61e7f4f10" /><Relationship Type="http://schemas.openxmlformats.org/officeDocument/2006/relationships/notesMaster" Target="/ppt/notesMasters/notesMaster1.xml" Id="R8e85a543009c4ec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11326303ec54796" /><Relationship Type="http://schemas.openxmlformats.org/officeDocument/2006/relationships/notesMaster" Target="/ppt/notesMasters/notesMaster1.xml" Id="Rb7f0123460e54d5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f7ff209779945f6" /><Relationship Type="http://schemas.openxmlformats.org/officeDocument/2006/relationships/notesMaster" Target="/ppt/notesMasters/notesMaster1.xml" Id="R5f4dd77bc8894f5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aa92cbc78f14b50" /><Relationship Type="http://schemas.openxmlformats.org/officeDocument/2006/relationships/notesMaster" Target="/ppt/notesMasters/notesMaster1.xml" Id="Rd8763b2eb65448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ff70fae24a04a22" /><Relationship Type="http://schemas.openxmlformats.org/officeDocument/2006/relationships/notesMaster" Target="/ppt/notesMasters/notesMaster1.xml" Id="R90225448ea4b427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f146f25f955466d" /><Relationship Type="http://schemas.openxmlformats.org/officeDocument/2006/relationships/notesMaster" Target="/ppt/notesMasters/notesMaster1.xml" Id="Ra77043079c21416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1e3e454c98f4935" /><Relationship Type="http://schemas.openxmlformats.org/officeDocument/2006/relationships/notesMaster" Target="/ppt/notesMasters/notesMaster1.xml" Id="Re2e9fde59e47492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386d7c9083741f1" /><Relationship Type="http://schemas.openxmlformats.org/officeDocument/2006/relationships/notesMaster" Target="/ppt/notesMasters/notesMaster1.xml" Id="R8f4dc7ccd5d94e7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c5e1c3a0aa347ea" /><Relationship Type="http://schemas.openxmlformats.org/officeDocument/2006/relationships/notesMaster" Target="/ppt/notesMasters/notesMaster1.xml" Id="Rce0185001a664eb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6b7e2957dd048bd" /><Relationship Type="http://schemas.openxmlformats.org/officeDocument/2006/relationships/notesMaster" Target="/ppt/notesMasters/notesMaster1.xml" Id="R8c07b6e9e61146a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d48f237644e440d" /><Relationship Type="http://schemas.openxmlformats.org/officeDocument/2006/relationships/notesMaster" Target="/ppt/notesMasters/notesMaster1.xml" Id="Ra24cebd4976f42c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c4c91001e8148e9" /><Relationship Type="http://schemas.openxmlformats.org/officeDocument/2006/relationships/notesMaster" Target="/ppt/notesMasters/notesMaster1.xml" Id="Rf581026893554a7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Protractors, rulers, compasses, angle cards, shape sets,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65 degrees. | Mark known properties and angle facts on the diagram. | Use labelled values and known geometric facts, then check the total angle relationship.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angle, vertically opposite, interior, radius, diameter, circumference.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68 degrees.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65 degrees.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labelled values and known geometric facts, then check the total angle relationship.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65 degrees..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9 cm..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75 degrees.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9 cm.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9 cm. | Use labelled values and known geometric facts, then check the total angle relationship.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2ce23f84744e0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3668228eb3a433c" /><Relationship Type="http://schemas.openxmlformats.org/officeDocument/2006/relationships/slideLayout" Target="/ppt/slideLayouts/slideLayout1.xml" Id="R9160c3090d1147c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60c3090d1147c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cb3d9d18d649ef" /><Relationship Type="http://schemas.openxmlformats.org/officeDocument/2006/relationships/notesSlide" Target="/ppt/notesSlides/notesSlide1.xml" Id="Rbbe491a86b7541d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586ea15a04499c" /><Relationship Type="http://schemas.openxmlformats.org/officeDocument/2006/relationships/notesSlide" Target="/ppt/notesSlides/notesSlide2.xml" Id="Rc44cf93f2a7944b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96abc1de184387" /><Relationship Type="http://schemas.openxmlformats.org/officeDocument/2006/relationships/notesSlide" Target="/ppt/notesSlides/notesSlide3.xml" Id="R2f5ea496f60649b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129f60baab4da2" /><Relationship Type="http://schemas.openxmlformats.org/officeDocument/2006/relationships/notesSlide" Target="/ppt/notesSlides/notesSlide4.xml" Id="Ra32fd5e4bc254dd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548e99f20c4cf4" /><Relationship Type="http://schemas.openxmlformats.org/officeDocument/2006/relationships/notesSlide" Target="/ppt/notesSlides/notesSlide5.xml" Id="Rf2f3d728363143d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2f9817e3d14495" /><Relationship Type="http://schemas.openxmlformats.org/officeDocument/2006/relationships/notesSlide" Target="/ppt/notesSlides/notesSlide6.xml" Id="R068ef074aea34f8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204c50aaf44c0b" /><Relationship Type="http://schemas.openxmlformats.org/officeDocument/2006/relationships/image" Target="/ppt/media/image.png" Id="R7ad5b13076f94018" /><Relationship Type="http://schemas.openxmlformats.org/officeDocument/2006/relationships/notesSlide" Target="/ppt/notesSlides/notesSlide7.xml" Id="R32286d781a2b465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f7fc43ca4048bc" /><Relationship Type="http://schemas.openxmlformats.org/officeDocument/2006/relationships/notesSlide" Target="/ppt/notesSlides/notesSlide8.xml" Id="R83a15266b3474bc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8fcd3852814ddb" /><Relationship Type="http://schemas.openxmlformats.org/officeDocument/2006/relationships/notesSlide" Target="/ppt/notesSlides/notesSlide9.xml" Id="R605f96db9a824e3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539514175943d2" /><Relationship Type="http://schemas.openxmlformats.org/officeDocument/2006/relationships/notesSlide" Target="/ppt/notesSlides/notesSlide10.xml" Id="R00891066a6e54c5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8f0db1f7a74bf3" /><Relationship Type="http://schemas.openxmlformats.org/officeDocument/2006/relationships/notesSlide" Target="/ppt/notesSlides/notesSlide11.xml" Id="R3ddba4252e4d43b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6c1f4742324d15" /><Relationship Type="http://schemas.openxmlformats.org/officeDocument/2006/relationships/notesSlide" Target="/ppt/notesSlides/notesSlide12.xml" Id="R6e2b6f5c0c61447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76A2F6-F22F-4BD6-8F4C-F5C6C2FF9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FA69EB-3090-4317-93CA-7CD088C2A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EF3D52-C262-4807-A150-92353AA00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7399A6-3DBD-4840-A021-889C8DE8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03EB97-2B54-4E94-A3EC-847AF3310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vertically opposite angles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24F9DB-5ECC-46F2-BF25-89C9B45A2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A2DFCF-6E50-4124-82D9-3E29CDA5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9CB701-4FC6-47E3-9081-0A1C7D108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and use vertically opposite angles.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D36550-0DAA-4563-AB86-AB576977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19D3FD-637D-45B1-BA4A-B3EE37FDD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Protractors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CFB07A-E04B-4D26-B352-03F396078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441205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CCF3A5-5972-4477-A82B-9CB4C156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23FC8C-7E07-43EC-AE21-6F8DB1ED9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2EBC0F-8072-41AF-B709-279AAE968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BB7CC6-B6F0-4F55-B805-2EA2CFCF9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D175A0-110B-42CF-90DD-CC305D9D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76CCBD-1E2D-47C2-8BB3-60865655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129795-F017-4870-B6E5-5B6A1129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3F92CD-F3EE-40C9-B2DF-38040C27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11B2D7-4A3E-41DC-9171-911A9201F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vertically opposite 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FBCB32-D257-4177-ACBD-1809C2806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819B6F-EA06-4E86-9AE5-91139FEF1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7EE73B-003F-402F-8EBA-07F0D301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0F4145-3AB1-4D63-B68D-5C3AB3420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 angle relationships and describe circles and two-dimensional shapes.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AE9CFF-A900-4108-99BC-C1D26550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F2AD4E-2FB9-441B-8AD3-6FE11C0FB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B3AC0A-1129-4BF8-A016-EFFCA611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1F17CD-C999-4327-852C-E4F7672DA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triangle has angles 47 degrees and 68 degrees. Find the third angle.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B42EFC-2C72-4BED-96A3-264962919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44CAEA-DFD7-465A-A0A3-727730915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EEBD4A-8D3C-4A92-B9DF-6B182FB2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4485B0-477A-4C8A-8131-58FC38163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One angle where two straight lines cross is 68 degrees. Find the vertically opposite angle.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85655E-6EB0-45BA-8B68-1A29ABC49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23279341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BFAE40-5ED6-4172-8012-0495676E3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A50D70-450F-475E-9A06-A06B0668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8410C8-13E5-4D95-A4BE-EC10EC76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D04E4A-C61B-4359-A7F9-4A576794E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0A88CF-61B5-4F0E-A30A-7915E95F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CF0BA1-D23F-40E3-8845-4298EE4D2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FC8937-FA41-4CDC-BAE9-03921CA3B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432E7E-00E4-4EF2-99E0-790D221F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659518-D49C-426D-81E2-B4F6B7CE6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vertically opposite 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EA23B0-6500-482C-A39F-13F8D6517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and use vertically opposite angles.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DCD90A-8EB2-4C4A-AE4B-D232F9964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D437B7-E627-4A64-A33B-0485B377E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Mark known properties and angle facts on the diagram.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290B76-7D01-4454-A35D-291FFDD8E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Form a calculation using angles on a line, around a point or inside a shape.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1C7BCA-86CE-4954-B1A3-B3B5C573E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angle size and label it with degrees.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BBD140-FF77-4319-8844-99087EC14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angle  |  vertically opposite  |  interior  |  radius  |  diameter  |  circumference</a:t>
            </a:r>
          </a:p>
        </p:txBody>
      </p:sp>
    </p:spTree>
    <p:extLst>
      <p:ext uri="{BB962C8B-B14F-4D97-AF65-F5344CB8AC3E}">
        <p14:creationId xmlns:p14="http://schemas.microsoft.com/office/powerpoint/2010/main" val="4648705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6D0D14-67AB-465F-8AAB-48017BA13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5CD81-50E1-493A-B848-E8A0BA3BE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88434D-7DE5-42C7-B1A8-35A16652C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29915A-9501-4F8A-A5F3-91EAB6347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1DA65E-9CFF-4F72-8604-DC0E7238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E0CCD9-07D7-4D87-A192-E15D14588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7087A6-551D-4626-8D63-DCCB23A2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4D1006-19FD-464B-9149-7E5455438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C682B3-09CC-411F-95B3-DFE31279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vertically opposite 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3FCA74-F109-46C1-A3D8-A7EFA47B4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One angle where two straight lines cross is 68 degrees. Find the vertically opposite angle.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99BF38-F9CC-4C94-B3C0-CE9921477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AF5B56-C5FA-4926-AF3E-DF2FC759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E13B88-A16A-4755-A0A6-96E8BA748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One angle = 68°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C52607-1A18-4D60-9D6F-6BC96A53F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7A6E45-AB5C-4AF5-B7D2-3BD12900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C6E38E-31C1-4AA0-A0DC-DB0D08653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Vertically opposite angles are equal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CAE74D-3DD6-453A-BB67-EC4CF0DF5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85973E-E8BF-4F5C-B897-9E1040812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A12ACD-1E89-45AB-9E97-80F3E68B3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Opposite angle = 68°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4D7E60-4EC6-45B5-9FCC-DD469A973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405912-05D5-44EB-B77E-6261DD4C0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B7F134-2F4F-4965-B2E0-3DC2D082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Answer: 68°</a:t>
            </a:r>
          </a:p>
        </p:txBody>
      </p:sp>
    </p:spTree>
    <p:extLst>
      <p:ext uri="{BB962C8B-B14F-4D97-AF65-F5344CB8AC3E}">
        <p14:creationId xmlns:p14="http://schemas.microsoft.com/office/powerpoint/2010/main" val="7455249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3E15CC-C672-4244-9063-B9709F221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A072A6-EF3F-4545-9138-03DE1A42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69C888-EF55-43EE-A38F-6CC99FD5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B16CAB-B541-482D-97C3-28FBA0776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993493-163A-4BE6-A7A8-36D116C52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DD9C53-1FB0-41A3-A260-6C2A605CE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992DE-7600-41C7-B7BA-AF0091EA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72E020-00F9-448E-A86F-50A5F554B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C2ACEE-3303-4042-BD79-7A93A947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vertically opposite 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E7035C-83C9-4992-9D80-F543FC70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511BC5-A79D-4B5E-96B5-235F0AB17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68 degrees.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B900BE-241B-4BB4-A43A-33E1B2365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609CA7-C2A9-4939-9F6D-55AB19F66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angle size and label it with degrees.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64F9A6-B7B6-435D-A3AA-E6722126A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510556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7CC074-03DF-4E58-8FC0-850C878F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040BC4-76E4-4E0E-95E1-5B8AFDAD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ACCF4B-2A5F-4AA8-9648-C25061B0D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2F0879-5B9A-400B-B05C-60E4EE09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99B746-54D1-4AAA-8C90-1372103B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B28A05-2D68-41C8-816E-A2B42BDD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FB0FFA-9EE5-4B33-BA37-C96217B90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EE99ED-629A-4BBC-87A6-FD67EE7BA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B1C0B8-7600-49B4-B9AA-E8DE85CE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vertically opposite 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285F3F-82B5-45A9-A1F8-804C6AF9F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triangle has angles 47 degrees and 68 degrees. Find the third angle.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B63B52-985F-48B9-BD8F-FF8DF54A3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15E5D5-BBB8-4928-A9F6-094F71BE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DBCF4F-AA81-4321-90C7-A07829A58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B56999-C960-46D0-81BA-5C92A08A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56A87D-E4BB-4052-A878-F5AED40C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65 degrees.</a:t>
            </a:r>
          </a:p>
        </p:txBody>
      </p:sp>
    </p:spTree>
    <p:extLst>
      <p:ext uri="{BB962C8B-B14F-4D97-AF65-F5344CB8AC3E}">
        <p14:creationId xmlns:p14="http://schemas.microsoft.com/office/powerpoint/2010/main" val="8984704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3DFE35-F47A-49B0-B0BC-B0361DC8C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EF2149-B5FC-4BAB-8F67-E3859FF6D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A5ECA3-D60B-4F7F-8A4B-227BBA1B3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62D274-F212-4631-BBCC-152E6FC0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60C712-8520-485D-A304-C2882174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533305-7DCB-4EF9-956B-20F9593A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AAB115-F0C3-4024-948C-63640B93C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B9449A-49BB-4B44-AD37-E658EF8F3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4690B9-5250-46B2-A4A0-45753168A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vertically opposite angles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d5b13076f94018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27858-D757-4881-BBAB-520D02CF4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71550C-F259-4834-AE22-29DA33240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estimates from the drawing even when the diagram is not to scale.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C8548E-CB9E-490E-A23A-0C6E2B08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06C0F8-FDDB-4B38-867F-5956F657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543690-E2EF-4EF2-947B-3E55EE0B1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labelled values and known geometric facts, then check the total angle relationship.</a:t>
            </a:r>
          </a:p>
        </p:txBody>
      </p:sp>
    </p:spTree>
    <p:extLst>
      <p:ext uri="{BB962C8B-B14F-4D97-AF65-F5344CB8AC3E}">
        <p14:creationId xmlns:p14="http://schemas.microsoft.com/office/powerpoint/2010/main" val="6323251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619BD4-D0E0-4C65-9760-F6341CA1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B0A092-845D-4173-A383-3F887F46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034D14-9AFE-4231-BD11-FD65EF26C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EB194E-EF7B-4498-97E2-3BDC2528E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5D6B3B-AE8B-4349-9A7F-9D7E4B42A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8524F5-CB10-4314-993E-692554CA1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DEC7B5-BAA5-4A7B-B86A-E18C9525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F81F0A-E00A-4318-BE69-81AA9E5F5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9439EB-3557-419B-BB20-F567142C0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vertically opposite 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D3BCAF-6C2B-4729-AD7D-D34B4C240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51E226-135A-4E0B-B099-2102A48D2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E8147D-6422-4FAA-82BA-3F5F73EA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DE72F2-8058-4A58-9912-684B6D793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triangle has angles 47 degrees and 68 degrees. Find the third angle.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F68F18-5944-4DB7-91FC-8C2AA57B7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6CAACF-1B4C-4440-803E-E30BF653F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E067B0-DEED-426C-AD88-E52EA2290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5643A5-29C7-4F32-846E-41F44941E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0BED98-D46A-48D6-877B-ADC9FD9DD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97F937-F4BC-4ED2-9855-D1A19C7D7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0C5F60-FD48-4E80-B530-69BB0830C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1FEA6F-5348-4E80-8D5B-4EB6FD9EE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65 degrees.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8C99F2-A32C-461E-81B1-B626F2D2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0721562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CEEBC2-7866-4416-B797-97E5E762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8E405D-FD18-4A53-9765-15700EC04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0028FF-2EEB-4330-85CA-F1F96B40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A1E653-29CF-4E4F-B4CD-18584D920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A863D5-93DB-48B8-B6C2-16118D18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184BB3-0E8A-4989-81EA-F01DC32A6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BB3D5A-D16D-4A30-B569-6671CDDD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9E99AF-D535-4811-9427-1B4D4F0D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581B1-57B3-4401-AFD2-415172BE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vertically opposite 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0C491A-5E3A-4E3E-872E-C532179CB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84F788-A6B4-4FDC-AF8D-20B230ADC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0560B9-31C1-4788-BE07-43FCCE20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EAD0B8-9A48-4E68-BCDC-27A6FABC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circle has radius 4.5 cm. What is its diameter?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ABF15C-724C-4E96-AF1B-284B37BE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C43564-5F03-44B0-8768-5392EE9F0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B675C9-E91A-4DCF-9988-FCA88EB7A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91BE1F-0707-4CCC-A060-868EF906E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F35542-BB00-46A5-BE88-ECFC7D298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275FEA-DD6A-4639-8D37-083539EAC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05464B-B71A-4B85-94EA-BA994D668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E6D055-2B3F-45BE-B693-515F309C2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3118404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14434F-F415-4587-A951-8C480D06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D1C025-C5BA-4C86-B5FD-8329186E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63DB8B-5A2A-4734-B1A2-7BA45A29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0F681A-73FB-40BA-8281-FBF2A3E3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5956B0-255C-4F62-B529-35DC4D245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828360-DE2B-4A5A-92A3-6DE4E818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0BD946-C9EB-4682-928B-D6DF50C58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48F89C-0911-429A-A3B4-1FFA77CD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3D2E69-F4A7-4A4A-95FB-AAD7183F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vertically opposite 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1C22C9-D3C7-4AF9-A34E-45BB49AC9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quadrilateral has three angles of 92 degrees, 88 degrees and 105 degrees. Find the fourth.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01D3E2-68A1-4DBD-BECD-66FF777E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4ADF33-5256-4450-B3AB-F9A886D7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619187-C6B4-463D-A6DD-C269CB1D4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75 degrees.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9395476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4590A4-AC59-4EB8-87AE-614ACD3E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25402A-9C24-4B90-9AC8-DFD23E5EE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503FE3-B385-4E5C-B7F2-107436DFC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4A618F-CF37-4D22-B155-D51605C15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50F165-AA0B-4CA5-8761-D88A3EA96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C32CD4-837B-4B16-A980-18F02F5F1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D366FF-1E3C-4B2D-829C-A491AE57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1A7261-B380-4BE2-A953-E76951A5B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F77E88-0AFA-4CFE-8CE4-60A54B741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vertically opposite 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F8765B-8428-473B-9205-B12D1298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49D118-7A0C-41F1-9606-28B02D69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E7EDD9-38F1-4DFB-B606-3F767A36D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circle has radius 4.5 cm. What is its diameter?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D320A7-FDA0-4F29-810D-D679114B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D591DD-003C-4119-AA81-1747AAD77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965663-B425-4396-8B3D-B9837A7F8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6774C5-A289-496F-B7D5-97828C96D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9 cm.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BB510C-C1A2-4E91-AFE6-B45CFAD7A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EB7129-D5FA-4A1A-8D06-B5F160E2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35165243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7D72FA-D8EC-40F5-9407-3E0BF6832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F759B7-E331-4691-91C5-A70B3E8D0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0C6A99-2FB5-4A98-A56B-1F7BC83CC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719FAC-EB4D-4FEF-848D-5B6A95C3E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8057D8-482D-488F-AA3E-E1A305E83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9424C3-3D53-4D26-A457-AE37BB413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660F74-3958-477A-A25D-363CB3158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1AA0DA-6894-4522-BDF2-CED8029B2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8EB991-AC68-4B3E-86C9-5BEFD5449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vertically opposite 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062FC8-71C8-41EB-80B1-9F8890B9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F2CC77-EA28-4AF1-9B52-4D975110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187468-A614-4C13-AD6E-93280859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7D77E5-FE35-40E7-B375-8303FCE34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circle has radius 4.5 cm. What is its diameter?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F9177F-7B72-4CB0-8ED5-BB3C6CF51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65A347-91EF-4B36-A24E-85502014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215082-5A9B-428D-8FBD-6EDD50FD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827541-F4F0-4B51-AD82-B28F6F7BE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estimates from the drawing even when the diagram is not to scale.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624A51-6AF5-430A-8D0F-938B59AE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B49078-A13A-42DA-8AA2-A45DAB0F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EF7E4-B9D8-43D1-91F5-ED2A76E2D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4AD442-B55C-43FE-B71F-E588C0303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C033BB-2F9D-4AEE-A84D-D4E0E9EF7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759306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2026-09-09T22:14:04.1370000Z</dcterms:created>
  <dcterms:modified xsi:type="dcterms:W3CDTF">2026-09-09T22:14:04.1370000Z</dcterms:modified>
</coreProperties>
</file>