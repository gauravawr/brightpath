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909a61536c4ca2" /><Relationship Type="http://schemas.openxmlformats.org/officeDocument/2006/relationships/extended-properties" Target="/docProps/app.xml" Id="R25053562646346f1" /><Relationship Type="http://schemas.openxmlformats.org/officeDocument/2006/relationships/officeDocument" Target="/ppt/presentation.xml" Id="R818939e7b82b43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ea926a07eb4529"/>
  </p:sldMasterIdLst>
  <p:notesMasterIdLst>
    <p:notesMasterId xmlns:r="http://schemas.openxmlformats.org/officeDocument/2006/relationships" r:id="Rb681cd5e03654a57"/>
  </p:notesMasterIdLst>
  <p:sldIdLst>
    <p:sldId xmlns:r="http://schemas.openxmlformats.org/officeDocument/2006/relationships" id="256" r:id="R18bb6b037ec240e9"/>
    <p:sldId xmlns:r="http://schemas.openxmlformats.org/officeDocument/2006/relationships" id="257" r:id="Rc2190d6e446d405b"/>
    <p:sldId xmlns:r="http://schemas.openxmlformats.org/officeDocument/2006/relationships" id="258" r:id="R0d79073446454933"/>
    <p:sldId xmlns:r="http://schemas.openxmlformats.org/officeDocument/2006/relationships" id="259" r:id="R60854f2096e94642"/>
    <p:sldId xmlns:r="http://schemas.openxmlformats.org/officeDocument/2006/relationships" id="260" r:id="R1dd8a3a6e555459c"/>
    <p:sldId xmlns:r="http://schemas.openxmlformats.org/officeDocument/2006/relationships" id="261" r:id="R7fbee3d5107a478f"/>
    <p:sldId xmlns:r="http://schemas.openxmlformats.org/officeDocument/2006/relationships" id="262" r:id="R3327a87a187442e2"/>
    <p:sldId xmlns:r="http://schemas.openxmlformats.org/officeDocument/2006/relationships" id="263" r:id="R155c1c721c84480e"/>
    <p:sldId xmlns:r="http://schemas.openxmlformats.org/officeDocument/2006/relationships" id="264" r:id="R68faea834c704329"/>
    <p:sldId xmlns:r="http://schemas.openxmlformats.org/officeDocument/2006/relationships" id="265" r:id="R7b45678071204a9b"/>
    <p:sldId xmlns:r="http://schemas.openxmlformats.org/officeDocument/2006/relationships" id="266" r:id="Rb0ae539f1d93420a"/>
    <p:sldId xmlns:r="http://schemas.openxmlformats.org/officeDocument/2006/relationships" id="267" r:id="Red05f9d84c2042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b87b663e9b4c46" /><Relationship Type="http://schemas.openxmlformats.org/officeDocument/2006/relationships/slideMaster" Target="/ppt/slideMasters/slideMaster1.xml" Id="Rd0ea926a07eb4529" /><Relationship Type="http://schemas.openxmlformats.org/officeDocument/2006/relationships/notesMaster" Target="/ppt/notesMasters/notesMaster1.xml" Id="Rb681cd5e03654a57" /><Relationship Type="http://schemas.openxmlformats.org/officeDocument/2006/relationships/presProps" Target="/ppt/presProps.xml" Id="R44a3e6c181f9445c" /><Relationship Type="http://schemas.openxmlformats.org/officeDocument/2006/relationships/tableStyles" Target="/ppt/tableStyles.xml" Id="R87f207e99ddb4190" /><Relationship Type="http://schemas.openxmlformats.org/officeDocument/2006/relationships/slide" Target="/ppt/slides/slide1.xml" Id="R18bb6b037ec240e9" /><Relationship Type="http://schemas.openxmlformats.org/officeDocument/2006/relationships/slide" Target="/ppt/slides/slide2.xml" Id="Rc2190d6e446d405b" /><Relationship Type="http://schemas.openxmlformats.org/officeDocument/2006/relationships/slide" Target="/ppt/slides/slide3.xml" Id="R0d79073446454933" /><Relationship Type="http://schemas.openxmlformats.org/officeDocument/2006/relationships/slide" Target="/ppt/slides/slide4.xml" Id="R60854f2096e94642" /><Relationship Type="http://schemas.openxmlformats.org/officeDocument/2006/relationships/slide" Target="/ppt/slides/slide5.xml" Id="R1dd8a3a6e555459c" /><Relationship Type="http://schemas.openxmlformats.org/officeDocument/2006/relationships/slide" Target="/ppt/slides/slide6.xml" Id="R7fbee3d5107a478f" /><Relationship Type="http://schemas.openxmlformats.org/officeDocument/2006/relationships/slide" Target="/ppt/slides/slide7.xml" Id="R3327a87a187442e2" /><Relationship Type="http://schemas.openxmlformats.org/officeDocument/2006/relationships/slide" Target="/ppt/slides/slide8.xml" Id="R155c1c721c84480e" /><Relationship Type="http://schemas.openxmlformats.org/officeDocument/2006/relationships/slide" Target="/ppt/slides/slide9.xml" Id="R68faea834c704329" /><Relationship Type="http://schemas.openxmlformats.org/officeDocument/2006/relationships/slide" Target="/ppt/slides/slide10.xml" Id="R7b45678071204a9b" /><Relationship Type="http://schemas.openxmlformats.org/officeDocument/2006/relationships/slide" Target="/ppt/slides/slide11.xml" Id="Rb0ae539f1d93420a" /><Relationship Type="http://schemas.openxmlformats.org/officeDocument/2006/relationships/slide" Target="/ppt/slides/slide12.xml" Id="Red05f9d84c2042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8b7dfb8f6040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7edb3210c64db7" /><Relationship Type="http://schemas.openxmlformats.org/officeDocument/2006/relationships/notesMaster" Target="/ppt/notesMasters/notesMaster1.xml" Id="R04956f9d9bf54f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48a36686a24af0" /><Relationship Type="http://schemas.openxmlformats.org/officeDocument/2006/relationships/notesMaster" Target="/ppt/notesMasters/notesMaster1.xml" Id="Rd974eeb804034e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0696cb9e6c45c4" /><Relationship Type="http://schemas.openxmlformats.org/officeDocument/2006/relationships/notesMaster" Target="/ppt/notesMasters/notesMaster1.xml" Id="R1d362135738b4f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08ae14c0da42a2" /><Relationship Type="http://schemas.openxmlformats.org/officeDocument/2006/relationships/notesMaster" Target="/ppt/notesMasters/notesMaster1.xml" Id="R4f6ff79a7cc046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0adf0dbab34f03" /><Relationship Type="http://schemas.openxmlformats.org/officeDocument/2006/relationships/notesMaster" Target="/ppt/notesMasters/notesMaster1.xml" Id="R2d6fda00f95d40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dcd7c685c2406c" /><Relationship Type="http://schemas.openxmlformats.org/officeDocument/2006/relationships/notesMaster" Target="/ppt/notesMasters/notesMaster1.xml" Id="Ra30d47a84d5b4a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17a60b3bb14af9" /><Relationship Type="http://schemas.openxmlformats.org/officeDocument/2006/relationships/notesMaster" Target="/ppt/notesMasters/notesMaster1.xml" Id="R24bbc5fc477042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3d4bb294c44478" /><Relationship Type="http://schemas.openxmlformats.org/officeDocument/2006/relationships/notesMaster" Target="/ppt/notesMasters/notesMaster1.xml" Id="R80f60e0bd9c94b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a280be25cc4855" /><Relationship Type="http://schemas.openxmlformats.org/officeDocument/2006/relationships/notesMaster" Target="/ppt/notesMasters/notesMaster1.xml" Id="R678df74d97b642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e9f1fe3fb94bfb" /><Relationship Type="http://schemas.openxmlformats.org/officeDocument/2006/relationships/notesMaster" Target="/ppt/notesMasters/notesMaster1.xml" Id="R3f1da5688fb64c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d80680031f4295" /><Relationship Type="http://schemas.openxmlformats.org/officeDocument/2006/relationships/notesMaster" Target="/ppt/notesMasters/notesMaster1.xml" Id="Rb78d4a61f9484d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168ce203394416d" /><Relationship Type="http://schemas.openxmlformats.org/officeDocument/2006/relationships/notesMaster" Target="/ppt/notesMasters/notesMaster1.xml" Id="R77632cc26f7d41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Protractors, rulers, compasses, angle cards, shape sets,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65 degrees. | Mark known properties and angle facts on the diagram. |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angle, vertically opposite, interior, radius, diameter, circumference.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68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65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65 degrees..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75 degrees.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 cm. | Use labelled values and known geometric facts, then check the total angle relationship.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e9858b8b8546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2481d0c7cf46e3" /><Relationship Type="http://schemas.openxmlformats.org/officeDocument/2006/relationships/slideLayout" Target="/ppt/slideLayouts/slideLayout1.xml" Id="Rc54091a60a214f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4091a60a214f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76865f2c345eb" /><Relationship Type="http://schemas.openxmlformats.org/officeDocument/2006/relationships/notesSlide" Target="/ppt/notesSlides/notesSlide1.xml" Id="Re1e39c81b7ba48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26f400d354c7f" /><Relationship Type="http://schemas.openxmlformats.org/officeDocument/2006/relationships/notesSlide" Target="/ppt/notesSlides/notesSlide2.xml" Id="Rcaa299999cf343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e6f0aa638411b" /><Relationship Type="http://schemas.openxmlformats.org/officeDocument/2006/relationships/notesSlide" Target="/ppt/notesSlides/notesSlide3.xml" Id="R6c7a5797891a4e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46a086f7641c7" /><Relationship Type="http://schemas.openxmlformats.org/officeDocument/2006/relationships/notesSlide" Target="/ppt/notesSlides/notesSlide4.xml" Id="Rf8df1f96a58c42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1da3ba456480a" /><Relationship Type="http://schemas.openxmlformats.org/officeDocument/2006/relationships/notesSlide" Target="/ppt/notesSlides/notesSlide5.xml" Id="R9e5fd70071d549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49a47a18d4c40" /><Relationship Type="http://schemas.openxmlformats.org/officeDocument/2006/relationships/notesSlide" Target="/ppt/notesSlides/notesSlide6.xml" Id="R57b1f972896844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beae97038485d" /><Relationship Type="http://schemas.openxmlformats.org/officeDocument/2006/relationships/image" Target="/ppt/media/image.png" Id="Rac3e8ad2199d46d4" /><Relationship Type="http://schemas.openxmlformats.org/officeDocument/2006/relationships/notesSlide" Target="/ppt/notesSlides/notesSlide7.xml" Id="Re906a43985934a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d667af64242f1" /><Relationship Type="http://schemas.openxmlformats.org/officeDocument/2006/relationships/notesSlide" Target="/ppt/notesSlides/notesSlide8.xml" Id="Rdec6067c905d40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d5e5d3d4847f3" /><Relationship Type="http://schemas.openxmlformats.org/officeDocument/2006/relationships/notesSlide" Target="/ppt/notesSlides/notesSlide9.xml" Id="Rd2d6d0a96a7047f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be3440cb94dbc" /><Relationship Type="http://schemas.openxmlformats.org/officeDocument/2006/relationships/notesSlide" Target="/ppt/notesSlides/notesSlide10.xml" Id="R0d2efbe09f6042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e830bad33840b9" /><Relationship Type="http://schemas.openxmlformats.org/officeDocument/2006/relationships/notesSlide" Target="/ppt/notesSlides/notesSlide11.xml" Id="R5c363f94c63645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52a582112440a" /><Relationship Type="http://schemas.openxmlformats.org/officeDocument/2006/relationships/notesSlide" Target="/ppt/notesSlides/notesSlide12.xml" Id="R62702034d89548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6FF010-7D2E-4356-AEA7-C6A318FD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B3A992-3A7D-4677-8611-24DC2A35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AD3603-2FF4-4B41-9B08-74797195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613B9-915E-4A77-A1E3-773139D2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87448-4D65-4883-951B-AE11292D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DA024-7BAA-4772-9BBE-C329D3E5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4A607-BDA5-40DF-ADE7-4F260FBE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380E75-1B2E-4782-9EA9-0D78F5D4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use vertically opposite angles.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CF799D-1871-4A5F-949D-ED448ECE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EF9F87-9327-46BF-91C9-26688C3C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Protractors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C2959-2BC0-4F17-B816-D8582744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291901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A5DBD5-753B-4F44-A0D4-76036B37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258CB-7D52-476A-B57F-0826E1E2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108E1-A8FF-490A-9F6B-FDEB06B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39A42-B685-40F2-B2BB-F25F8BB9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9F81A9-867F-426E-938E-C19A39BA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EB571D-2C4D-4446-AD41-15A02CE4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D00BC-4C6D-4BF4-B290-AA177671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E885D-0FCF-4450-98DA-F83810A0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8128A-9984-4EFE-ABC1-C5D826DD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0C5D52-4CED-4AC6-A7F9-5E64400A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6813F6-A235-42CF-A95F-74FE6AAA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236554-FFF6-4861-AE5D-31C37ABB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F56AB-BFD9-417F-98C1-2A98F438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angle relationships and describe circles and two-dimensional shapes.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AAE400-5BAD-4EE2-8868-9CF52C88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95635-FB07-4BC8-930E-288181D8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EA3940-BEB9-4128-946F-E81E624C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C50F6E-3874-4A51-9D53-D7AC0D86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3C98A-A3E1-4E26-B4B8-3EDB1EA9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F35803-18C7-4249-9B05-CD3AA265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535AEF-2412-4786-8787-C5B040EC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7F86E2-B5F7-4149-9805-F316AB17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One angle where two straight lines cross is 68 degrees. Find the vertically opposite angle.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4CD169-820F-4A95-88E1-F5203798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081084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59795C-7F43-4658-B5E5-887E7E2C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3AE56-DBCB-4A4C-97B0-3CAC426F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5E608-AE52-47E1-8FFB-744582B6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750A0-32AC-44F0-B067-59E08C9B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536C43-BC5B-4DE3-BF0B-6ABD1AAD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1BA58-4F3C-4C99-802D-CF4BACF6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1879E0-002D-480C-AFC1-8E454E87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27E944-CE4A-46F7-A0E9-C592340D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86EDD-F119-441B-A40F-3AE1D53E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DF71D1-CB7D-4E82-8C8A-3028D094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use vertically opposite angles.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96E25-5DFE-4C6D-9701-4F240F0E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C12AE-888B-471A-8BFE-8C9FAFA4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Mark known properties and angle facts on the diagram.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4D3023-88B2-4B45-80E9-24355750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Form a calculation using angles on a line, around a point or inside a shape.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4A9A91-71D2-4F94-92D3-F21689D3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angle size and label it with degrees.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736405-097F-47E0-8FB6-3DC22631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angle  |  vertically opposite  |  interior  |  radius  |  diameter  |  circumference</a:t>
            </a:r>
          </a:p>
        </p:txBody>
      </p:sp>
    </p:spTree>
    <p:extLst>
      <p:ext uri="{BB962C8B-B14F-4D97-AF65-F5344CB8AC3E}">
        <p14:creationId xmlns:p14="http://schemas.microsoft.com/office/powerpoint/2010/main" val="14453837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215E70-4494-4202-A5DF-962BFE30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DF642-13E5-4CB9-BF0F-5A837A45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E63D6-E52C-4332-A44D-1CCBF804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DA5BD5-A9D7-4895-9B53-C37B3FEA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7E171-DEA0-49E1-A4D4-EE901D55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897F7A-C7C3-4E37-81F1-603EA37A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DBF91E-8E21-4CBA-BAE3-604DE3F6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AD9A27-CC9F-4E9F-9E33-D3B05C3C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E1EDA-A01A-44B7-B8E1-EB6B0838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58535A-09B1-4913-BF28-BAEE0A2F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4529B7-35ED-4854-BFBA-7514F9DE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F70743-4778-4CE1-B82F-491C6472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4344DF-2B14-45BD-8F08-DD0B7985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Mark known properties and angle facts on the diagram.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DD24BB-DF7B-41D9-86F4-1A06E01C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A9243-F92A-43CC-8DDA-F179B462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C7E27-3DB8-490B-8F3B-08EAC4AF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Form a calculation using angles on a line, around a point or inside a shape.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DCE9CB-7039-42E0-B5D4-BF92E62D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8F6EB1-85BD-445C-BCA2-6754EAFB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FA358-4034-430F-BD18-C56258BA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68 degrees.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297550-971D-4532-B874-93C06E36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A013E-0AA8-4E3C-86A1-2F17B447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F9780E-582B-4838-93A4-2619E063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angle size and label it with degrees.</a:t>
            </a:r>
          </a:p>
        </p:txBody>
      </p:sp>
    </p:spTree>
    <p:extLst>
      <p:ext uri="{BB962C8B-B14F-4D97-AF65-F5344CB8AC3E}">
        <p14:creationId xmlns:p14="http://schemas.microsoft.com/office/powerpoint/2010/main" val="9048312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317DC2-69E5-483B-BE50-EA3B4BC4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12E70-B6DF-4A4C-A0FB-FD5F5906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6D3E3-7EF4-4AB8-BBC5-A663857C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361706-3261-4186-8DEB-9EAE428F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6808C-FABC-48C8-85FB-F9093002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E4D22-FE3E-48F3-8819-DF760F12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4B691F-54F5-4A56-A3A5-3DF33F1D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24977D-59D2-4182-B9ED-E5AD382B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8A42C7-FB74-4F1C-A985-D5A86D3C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B8A158-8513-42AA-83D4-E875CD93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9EFDA5-1017-479A-B7FE-5C83974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68 degrees.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53226-8741-4BC0-9C55-2F6B8487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1C04A3-D8C5-446C-A221-90F73C97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angle size and label it with degrees.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7F03A-B3A1-4B58-9591-4F65F123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429911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706E30-6062-42E9-89A7-10D93ED9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282F6-5342-4A34-AE69-19C52704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D159A-7E88-4F3C-80B4-E00F943E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875871-73E7-4CEB-8632-2C310075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DA396-36A3-42C9-B48A-566FFBCD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CED948-720D-49E5-82A4-BCC7220A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66A4B4-3865-4A74-A688-D03F75F7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ACEC8-E2D7-47BF-9A30-C663662C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225482-B7B6-42DD-B53D-551B3565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4AF94-74C6-4AC0-9820-9BA8D50C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5D267-303C-4288-8038-4EC13CA8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7F0FC-7FDA-431D-9556-DE341DC5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70AF8-C757-4988-A4BC-86491E32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42F5E-B657-493A-A52D-275FB2BF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4796B8-7EB7-4ABF-A8C7-4A58A835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65 degrees.</a:t>
            </a:r>
          </a:p>
        </p:txBody>
      </p:sp>
    </p:spTree>
    <p:extLst>
      <p:ext uri="{BB962C8B-B14F-4D97-AF65-F5344CB8AC3E}">
        <p14:creationId xmlns:p14="http://schemas.microsoft.com/office/powerpoint/2010/main" val="6802808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8B2970-2CED-4B32-922A-FDE0BD58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25AED-2452-4B6C-926A-818E03A7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7122F-C284-4C7E-B964-767C2E4F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553949-3052-419B-B648-1DEBECA9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4DF003-E297-4FC0-BD76-24939C63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0423C-7E80-43AC-95EF-73C3F491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D963B-B8CF-47BB-9A66-005845A9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A78543-E777-4778-8415-A4D15941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17FA8-072F-4C8A-97F9-E1E735CD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3e8ad2199d46d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E72878-D18B-4917-AD2A-BF6BAC21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B786EA-B90D-4CF8-97A5-7E74FC84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from the drawing even when the diagram is not to scale.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9AB47-D0AC-4123-B37B-77255273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E2352D-341C-4EF8-82BA-83C23858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C059F-69A1-4E68-A2AE-9ACC04E4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labelled values and known geometric facts, then check the total angle relationship.</a:t>
            </a:r>
          </a:p>
        </p:txBody>
      </p:sp>
    </p:spTree>
    <p:extLst>
      <p:ext uri="{BB962C8B-B14F-4D97-AF65-F5344CB8AC3E}">
        <p14:creationId xmlns:p14="http://schemas.microsoft.com/office/powerpoint/2010/main" val="9396077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42D606-366D-48C3-833E-653152CC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180F8F-CA87-4029-9A1D-14D2E8F6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C82E5-0261-4CDF-9A18-C47217C4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B7BA0-F07C-4D0B-A151-AEC1C97D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1E666-E9DD-4F01-BBD8-5DCB280A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FAA92-5DF4-4D00-9F16-D2004C80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C4BAE-684D-4303-BC9E-597C49D6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5E3B46-028F-4F83-867F-695B235F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7F693-7114-4B5C-896C-E0FC0BB7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FDC30-B2AC-469E-B7D1-EA17E81E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70893-22DF-4114-84AA-018136CB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4369F-717D-4B10-8D89-B8E5E6A8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6955BF-0864-4D43-AC8E-8FB3E6CB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32DBC8-A677-4587-BC14-AA4A6E21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896726-EF6D-417D-84E7-D7CE0C1B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E33FE-1BAE-41D4-9A0B-EA8B9D9E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A404AC-A2D4-4A9C-982B-A7250D8F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AAF537-EE59-416B-865E-89BFE684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CF53B5-EA8F-4494-B35E-B9E6C904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C42EB4-5230-4220-9267-28DDAF18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B65C47-3DA4-46A6-9BED-2AF4FC6F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65 degrees.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8AF7FE-0514-4EA4-AB11-1728C1FF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239901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E724FE-5A11-427B-97C6-532923C3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7A220-ECE0-4EA2-A044-FFAD4A2A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7A14CB-B004-4C35-865E-F07C56E4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9E9BA-F849-4C03-937C-42A1B8F6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89733-B0B8-4195-A100-655A8ADF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76FFC-64A6-4027-B5A8-FF1F65CB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DF2710-3A12-4661-8899-EBB74E4D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54FB8-2E86-4318-B79D-955F2F92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B440D-4B10-45FF-B22B-0217E0C3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80F3C-D5B4-4945-9C03-7DDE595D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A8661D-52EA-47C1-A01F-C2B037FC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6E7588-AEDE-471B-9708-116E1DF1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56CD31-7E90-43F2-A6E1-D76C5FEE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2FF1C-56E1-4F58-84D0-833BEFEA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A7E292-E51B-4E42-BF37-DAFBAF2C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7691BF-9B37-4D73-8E9D-5B6B3013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97EDDE-5A60-44FB-90B6-869FAD76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D31F67-836D-4406-B515-8A6B77B0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7AC250-AC66-4C6C-B3F9-7524DC38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ECD859-0EA2-4919-914A-2F4522B4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3281E6-11EB-49DC-A68E-D0B06068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001426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3B9DBD-9F1F-4157-A777-C995CA2B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431ED-2781-4DE7-888D-71D871C3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89555-5E59-407C-B1F0-58BFC497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EB746F-4AD6-47D9-9CA6-7769E6D0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B71D0-D150-4085-BF22-FB39F8D8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ADF17C-DC0D-4A0B-884B-271EADDE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5BCEB-FF61-4188-B25D-8B6685C5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528239-64F2-4509-B0F4-FC4DCE0F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0B0088-1A64-4A6F-99CE-3847F0B2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1447E0-AF3F-4BB5-971F-600E17D9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quadrilateral has three angles of 92 degrees, 88 degrees and 105 degrees. Find the fourth.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78A87-A394-410B-B9EA-D895A331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5A723C-AD89-43C1-8620-137988E7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6A90FF-4BB7-4324-B390-173C3EFB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75 degrees.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199833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901789-B8CC-4D96-958E-A00319CB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5E8BB-939B-4649-BF76-21251312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906BE-F244-4DFD-B912-AF5B53A6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09D63E-26A9-4CF4-A650-FF5A204F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2E19D-52C7-4332-B4F2-01C08666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91DA39-2545-471F-985F-8ED9649C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38566D-181E-406D-B368-B1379275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13396-9884-4D83-B1E1-B1DCA950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6569BD-9DF5-4E71-8408-7F37ED9D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640E61-62C9-4BAB-95BE-2DEC317A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814DAE-A3ED-4A6C-BE1A-BBE83844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A3D2A5-CB6F-4B34-A4D6-A486FB9F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AD25C0-5519-4602-80A6-DD127036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8C629-5A69-4A67-B4C4-D4708EFA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F438CE-EB31-45AD-B889-9B91DA0D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AD337-D701-41F8-A17E-7D3F27A9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0E85B7-2FB9-4AC9-ADA1-422BE563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55BB19-274F-41A7-8349-2A1AF47D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818360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E2B535-D08F-472F-8522-509D53E6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85411-6794-468B-A51C-4731F200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B7A8BD-D393-4376-BDCB-B7E1A4E2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4E746-FBC3-4795-A4C7-1F165886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40ED8D-67A5-4E42-885E-2B37105B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62C094-E99D-48C2-A9C9-CA957B6D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388CB-35D3-43C4-BB45-84E5C74C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2CE19-912D-4E54-BBD6-E0F961B2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C2B84-BC0C-4307-83F9-636BAD4B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D63BC-B3BB-4318-9E43-AC1076F9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5A4EB3-AFB0-44D9-BB61-AA48A49F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85E028-F7E9-4470-A68B-2BB8FA1B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A03DAD-FABF-4C7C-AE44-EC574203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5C455-1123-4E9B-AC66-22CE159B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4F2B4C-2FBF-4CD4-9125-385736F6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132EF-B26F-4176-8B52-78DBF1DD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6F716C-8F58-45A2-86FA-472F782C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from the drawing even when the diagram is not to scale.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9DDF1-2D29-48A5-881E-D0F04707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55FF95-61FD-43CF-8777-8343832D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493A14-2CE4-499A-BE00-07E1E8B7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7B3B92-2DAA-4A56-ABE7-D8F1E1BE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D72C49-B875-44F5-9890-3458D176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686411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2026-09-09T20:50:10.7330000Z</dcterms:created>
  <dcterms:modified xsi:type="dcterms:W3CDTF">2026-09-09T20:50:10.7330000Z</dcterms:modified>
</coreProperties>
</file>