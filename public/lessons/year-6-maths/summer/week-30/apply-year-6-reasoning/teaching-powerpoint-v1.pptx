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b2d89a806f47f8" /><Relationship Type="http://schemas.openxmlformats.org/officeDocument/2006/relationships/extended-properties" Target="/docProps/app.xml" Id="Rb93a466128c64e9c" /><Relationship Type="http://schemas.openxmlformats.org/officeDocument/2006/relationships/officeDocument" Target="/ppt/presentation.xml" Id="R8320dc5318d34b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0aa0b091c5545f0"/>
  </p:sldMasterIdLst>
  <p:notesMasterIdLst>
    <p:notesMasterId xmlns:r="http://schemas.openxmlformats.org/officeDocument/2006/relationships" r:id="Rb94dabf273bd44e0"/>
  </p:notesMasterIdLst>
  <p:sldIdLst>
    <p:sldId xmlns:r="http://schemas.openxmlformats.org/officeDocument/2006/relationships" id="256" r:id="Rf1e3df2739d9412e"/>
    <p:sldId xmlns:r="http://schemas.openxmlformats.org/officeDocument/2006/relationships" id="257" r:id="Racd3db5655544ec3"/>
    <p:sldId xmlns:r="http://schemas.openxmlformats.org/officeDocument/2006/relationships" id="258" r:id="R869c2cff32d94f2b"/>
    <p:sldId xmlns:r="http://schemas.openxmlformats.org/officeDocument/2006/relationships" id="259" r:id="R19b322d6b35e4943"/>
    <p:sldId xmlns:r="http://schemas.openxmlformats.org/officeDocument/2006/relationships" id="260" r:id="Rc64d3294171a4616"/>
    <p:sldId xmlns:r="http://schemas.openxmlformats.org/officeDocument/2006/relationships" id="261" r:id="Rce2f58f533cf4813"/>
    <p:sldId xmlns:r="http://schemas.openxmlformats.org/officeDocument/2006/relationships" id="262" r:id="Rc68bcd71e38f43b4"/>
    <p:sldId xmlns:r="http://schemas.openxmlformats.org/officeDocument/2006/relationships" id="263" r:id="R99c4b42122114217"/>
    <p:sldId xmlns:r="http://schemas.openxmlformats.org/officeDocument/2006/relationships" id="264" r:id="R427457cbec7e41ba"/>
    <p:sldId xmlns:r="http://schemas.openxmlformats.org/officeDocument/2006/relationships" id="265" r:id="R2fe341b709234410"/>
    <p:sldId xmlns:r="http://schemas.openxmlformats.org/officeDocument/2006/relationships" id="266" r:id="R213910c14ace42d1"/>
    <p:sldId xmlns:r="http://schemas.openxmlformats.org/officeDocument/2006/relationships" id="267" r:id="R59cb90ec11bd480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93f1b028254f70" /><Relationship Type="http://schemas.openxmlformats.org/officeDocument/2006/relationships/slideMaster" Target="/ppt/slideMasters/slideMaster1.xml" Id="R50aa0b091c5545f0" /><Relationship Type="http://schemas.openxmlformats.org/officeDocument/2006/relationships/notesMaster" Target="/ppt/notesMasters/notesMaster1.xml" Id="Rb94dabf273bd44e0" /><Relationship Type="http://schemas.openxmlformats.org/officeDocument/2006/relationships/presProps" Target="/ppt/presProps.xml" Id="Rc52157b34f1540d8" /><Relationship Type="http://schemas.openxmlformats.org/officeDocument/2006/relationships/tableStyles" Target="/ppt/tableStyles.xml" Id="R63479917c64b476b" /><Relationship Type="http://schemas.openxmlformats.org/officeDocument/2006/relationships/slide" Target="/ppt/slides/slide1.xml" Id="Rf1e3df2739d9412e" /><Relationship Type="http://schemas.openxmlformats.org/officeDocument/2006/relationships/slide" Target="/ppt/slides/slide2.xml" Id="Racd3db5655544ec3" /><Relationship Type="http://schemas.openxmlformats.org/officeDocument/2006/relationships/slide" Target="/ppt/slides/slide3.xml" Id="R869c2cff32d94f2b" /><Relationship Type="http://schemas.openxmlformats.org/officeDocument/2006/relationships/slide" Target="/ppt/slides/slide4.xml" Id="R19b322d6b35e4943" /><Relationship Type="http://schemas.openxmlformats.org/officeDocument/2006/relationships/slide" Target="/ppt/slides/slide5.xml" Id="Rc64d3294171a4616" /><Relationship Type="http://schemas.openxmlformats.org/officeDocument/2006/relationships/slide" Target="/ppt/slides/slide6.xml" Id="Rce2f58f533cf4813" /><Relationship Type="http://schemas.openxmlformats.org/officeDocument/2006/relationships/slide" Target="/ppt/slides/slide7.xml" Id="Rc68bcd71e38f43b4" /><Relationship Type="http://schemas.openxmlformats.org/officeDocument/2006/relationships/slide" Target="/ppt/slides/slide8.xml" Id="R99c4b42122114217" /><Relationship Type="http://schemas.openxmlformats.org/officeDocument/2006/relationships/slide" Target="/ppt/slides/slide9.xml" Id="R427457cbec7e41ba" /><Relationship Type="http://schemas.openxmlformats.org/officeDocument/2006/relationships/slide" Target="/ppt/slides/slide10.xml" Id="R2fe341b709234410" /><Relationship Type="http://schemas.openxmlformats.org/officeDocument/2006/relationships/slide" Target="/ppt/slides/slide11.xml" Id="R213910c14ace42d1" /><Relationship Type="http://schemas.openxmlformats.org/officeDocument/2006/relationships/slide" Target="/ppt/slides/slide12.xml" Id="R59cb90ec11bd480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86b5c3c818424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580275366c4847" /><Relationship Type="http://schemas.openxmlformats.org/officeDocument/2006/relationships/notesMaster" Target="/ppt/notesMasters/notesMaster1.xml" Id="Rfbe781849ba541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0873481de9440ac" /><Relationship Type="http://schemas.openxmlformats.org/officeDocument/2006/relationships/notesMaster" Target="/ppt/notesMasters/notesMaster1.xml" Id="Rec362e36fca143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4d38d28b3644389" /><Relationship Type="http://schemas.openxmlformats.org/officeDocument/2006/relationships/notesMaster" Target="/ppt/notesMasters/notesMaster1.xml" Id="R92479e0eb8c2473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538c8cf7f14aba" /><Relationship Type="http://schemas.openxmlformats.org/officeDocument/2006/relationships/notesMaster" Target="/ppt/notesMasters/notesMaster1.xml" Id="R1c4df0588b18403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7e302abab14446" /><Relationship Type="http://schemas.openxmlformats.org/officeDocument/2006/relationships/notesMaster" Target="/ppt/notesMasters/notesMaster1.xml" Id="R7ab0744925e04e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7de82831a304a42" /><Relationship Type="http://schemas.openxmlformats.org/officeDocument/2006/relationships/notesMaster" Target="/ppt/notesMasters/notesMaster1.xml" Id="Re2ad07c95fd44c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7ba8a982f184b52" /><Relationship Type="http://schemas.openxmlformats.org/officeDocument/2006/relationships/notesMaster" Target="/ppt/notesMasters/notesMaster1.xml" Id="R884e1ae641be444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939f86d2804834" /><Relationship Type="http://schemas.openxmlformats.org/officeDocument/2006/relationships/notesMaster" Target="/ppt/notesMasters/notesMaster1.xml" Id="R8538ba00bc4545c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82ce84372014ff0" /><Relationship Type="http://schemas.openxmlformats.org/officeDocument/2006/relationships/notesMaster" Target="/ppt/notesMasters/notesMaster1.xml" Id="Rd952c9714f2645f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ce7451d5d2346e9" /><Relationship Type="http://schemas.openxmlformats.org/officeDocument/2006/relationships/notesMaster" Target="/ppt/notesMasters/notesMaster1.xml" Id="R20f30450d76440e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4db0aff57e34fc9" /><Relationship Type="http://schemas.openxmlformats.org/officeDocument/2006/relationships/notesMaster" Target="/ppt/notesMasters/notesMaster1.xml" Id="R08ce69c9cba44b4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d94a0db21f940e1" /><Relationship Type="http://schemas.openxmlformats.org/officeDocument/2006/relationships/notesMaster" Target="/ppt/notesMasters/notesMaster1.xml" Id="R8a77028038bf427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assessment questions, formula reminders, reflection and transition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9 cm. | Retrieve the relevant fact, representation or formula. | Use assessment evidence to name the exact concept, method, example and support required next.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apply, justify, review, transition,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£560.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9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assessment evidence to name the exact concept, method, example and support required next.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9 cm..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3/4 or 0.75..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x = 13 and 3,450 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3/4 or 0.75.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3/4 or 0.75. | Use assessment evidence to name the exact concept, method, example and support required next.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5d75de35284d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f608450d9634dcc" /><Relationship Type="http://schemas.openxmlformats.org/officeDocument/2006/relationships/slideLayout" Target="/ppt/slideLayouts/slideLayout1.xml" Id="R3b4a365c05d848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4a365c05d848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6606f3082144bd" /><Relationship Type="http://schemas.openxmlformats.org/officeDocument/2006/relationships/notesSlide" Target="/ppt/notesSlides/notesSlide1.xml" Id="R23a7d57f421b435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9cebe807d14baf" /><Relationship Type="http://schemas.openxmlformats.org/officeDocument/2006/relationships/notesSlide" Target="/ppt/notesSlides/notesSlide2.xml" Id="R0dcc5ed494fe4b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bf572ffd5b49b3" /><Relationship Type="http://schemas.openxmlformats.org/officeDocument/2006/relationships/notesSlide" Target="/ppt/notesSlides/notesSlide3.xml" Id="R6bc0ade8d09e48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4d833ff595468f" /><Relationship Type="http://schemas.openxmlformats.org/officeDocument/2006/relationships/notesSlide" Target="/ppt/notesSlides/notesSlide4.xml" Id="R929bb8498f9c473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9c7209ce0d405c" /><Relationship Type="http://schemas.openxmlformats.org/officeDocument/2006/relationships/notesSlide" Target="/ppt/notesSlides/notesSlide5.xml" Id="R4422ad10be774e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70c6a263e1458b" /><Relationship Type="http://schemas.openxmlformats.org/officeDocument/2006/relationships/notesSlide" Target="/ppt/notesSlides/notesSlide6.xml" Id="R6a5eb0e3ca5b421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f7a8071a5340aa" /><Relationship Type="http://schemas.openxmlformats.org/officeDocument/2006/relationships/image" Target="/ppt/media/image.png" Id="Rc0acdb797a914cbe" /><Relationship Type="http://schemas.openxmlformats.org/officeDocument/2006/relationships/notesSlide" Target="/ppt/notesSlides/notesSlide7.xml" Id="R3f96c395b84448c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c5e93529cc41b9" /><Relationship Type="http://schemas.openxmlformats.org/officeDocument/2006/relationships/notesSlide" Target="/ppt/notesSlides/notesSlide8.xml" Id="R735704d3fd564f5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f81824860149e3" /><Relationship Type="http://schemas.openxmlformats.org/officeDocument/2006/relationships/notesSlide" Target="/ppt/notesSlides/notesSlide9.xml" Id="R89ee5553c70b478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15872bdc8446f7" /><Relationship Type="http://schemas.openxmlformats.org/officeDocument/2006/relationships/notesSlide" Target="/ppt/notesSlides/notesSlide10.xml" Id="R7095ec32ecf647e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550ff7edec4658" /><Relationship Type="http://schemas.openxmlformats.org/officeDocument/2006/relationships/notesSlide" Target="/ppt/notesSlides/notesSlide11.xml" Id="R241badd4375e4de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85d4e901fb4131" /><Relationship Type="http://schemas.openxmlformats.org/officeDocument/2006/relationships/notesSlide" Target="/ppt/notesSlides/notesSlide12.xml" Id="R867d7ae60125450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9BC07B-B58A-4FC3-9599-79FC30B3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101BB4-226A-4075-B9BE-18D7F58A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2E338C-B3EB-4F74-9C4E-4AEE1376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AA1ED7-9B07-4256-97F0-B677E0642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EDFEAD-671C-4A04-8159-00FE8747A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Apply Year 6 reasoning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0FAC09-99B6-4F1B-A008-4FC4DA13C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22ECE7-D640-4821-9F67-F12A58953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139498-9C47-46F0-9734-2893F513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mixed Year 6 reasoning problems.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08D3D4-C99C-4C93-88F8-68199F31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3DE4A3-E596-4B51-8D73-985BDB5D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8261B9-DFF5-4DBC-B0CF-F64202D8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765481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43105D-C868-4963-BC8A-7DF20194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A6F650-F0F7-498E-816E-8F9D2E8F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90EA18-6C8A-4C76-AF59-184F2867A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4BCC0-94D6-4F1D-9B10-3FC0F8BF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65A556-90D5-420C-9395-9DA82550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F29006-D35E-465E-B419-797F193E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A39A9C-F054-4C18-98EC-7D78984C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91F5E8-F39E-429F-9651-CE0058F3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976BC-2ABE-42F7-A9C4-078E00EB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Year 6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D27B5E-63E7-4E3F-A74C-9B005DF5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BCF8AB-1CF3-476B-A4CF-A639192D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5F2762-3B85-46BE-9FB9-87E5DD13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64FF7F-9549-4C7E-829B-7D7E9181B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Year 6 learning across number, ratio, algebra, measure, geometry and statistics.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2FE603-8324-4FEE-999E-86A19C07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38B67E-6DCF-4239-8414-22F8BDB8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040CC2-D583-4AC5-A266-816F96239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DBB67F-6610-4794-B876-554FA615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has volume 756 cm3, length 12 cm and width 7 cm. Find its height.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0511F8-EB92-40BA-A246-908DF907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2803F2-C808-4F94-8015-4F970CA97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B3D1E7-BE6C-413F-B762-AA40D5BF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B7B9AC-3EA9-4B49-A418-9EDC6106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£640 item is reduced by 12.5%. Find the sale price.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B0CE2D-5300-4039-BD73-6587CFD1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3451949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08015F-42EC-44B1-8BF9-A54E6942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50B1D3-B26B-482D-BE31-3674CC50A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68B992-1E86-4C70-A1A8-76B8BFED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6AE82A-92AE-4EC0-BE8F-DE292E8D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611903-52F8-45F7-9392-20045090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626D46-4BBE-4BDE-AE00-5EE3CFEC6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FAA50E-2EC4-4943-963C-5F26334B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C85435-5C66-407D-8540-0D7F9F6F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099914-9CCA-433F-89ED-39ADE61B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Year 6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98DC8E-EF70-4AC8-A753-F6810646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mixed Year 6 reasoning problems.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3529B6-B692-4CA9-8A76-A03F7B2A9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0BFDC2-9C48-4E28-B72B-F4EE8E9A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fact, representation or formula.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B87C49-D606-40E2-B178-A8CD33F9F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complete method and explain the mathematical decision.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44DB35-8EAF-4343-99AE-358C28246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and record a precise transition target.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19AFF1-05D5-4D8A-AB29-6936DCFE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apply  |  justify  |  review  |  transition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20123359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0284AB-0DA6-4004-9D5F-633172AD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C9609-B34C-471C-AC55-D4453C71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DA5AE2-D890-4A3C-AF1F-55412C7E4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CA2DBA-C29A-4125-8FB9-1FCE284D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50E5DE-94A4-4C79-9D8B-2CABD943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74A1C6-6B09-4B42-B9DA-9CAC4553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346E26-336F-4C27-A223-AAE8FE5E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AF542C-9427-4086-B734-48E27E695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367C82-49F4-4F47-BBAF-47B46D93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Year 6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45977A-26FC-4470-8044-DEA6B979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£640 item is reduced by 12.5%. Find the sale price.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1C5A06-7DC4-498A-A00A-688502F6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C98DE5-D9F3-446D-98FE-F7C9054B1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5AF05C-3175-43F4-B1C8-A95E10B1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Retrieve the relevant fact, representation or formula.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F34713-2A43-425C-BE4B-B882A280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2385DC-8132-4CF4-A3E6-B9E8F75E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96EB27-3647-4AF9-AFFB-50D8BAB9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Show a complete method and explain the mathematical decision.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2D8108-0830-415D-A20A-AE501319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8ACE0E-3B7A-4E56-800E-95B2B48F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63BCB0-5E89-496A-82A9-E4B9808B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£560.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02B873-66E5-4E60-B337-42D99744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3CEC3A-6B6B-40F1-8DA6-E2640170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4B9091-84AA-4278-938F-44871A09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 and record a precise transition target.</a:t>
            </a:r>
          </a:p>
        </p:txBody>
      </p:sp>
    </p:spTree>
    <p:extLst>
      <p:ext uri="{BB962C8B-B14F-4D97-AF65-F5344CB8AC3E}">
        <p14:creationId xmlns:p14="http://schemas.microsoft.com/office/powerpoint/2010/main" val="21022650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7340AF-3495-49A2-9BEA-86EEE449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08CD38-BDC6-434D-8BC7-618D9F23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0EDA1A-F06D-48E1-B00F-2B2521DD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CF8BE2-EFB6-4322-B2E8-1B5526665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9FED4E-87F3-417E-A011-F3A214C7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C064A3-244F-4259-94BC-7B96C06F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37A544-E0EE-42F8-B73E-317A32B7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22CFBD-2A90-4FDA-A90D-2E5E3EBC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DFEB74-DCF8-48B0-844D-5D4409C2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Year 6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A91048-32FD-4125-B618-EC2852B3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81EA76-63A4-4150-AFC9-FEEFA7FD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£560.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A80AE7-9B5E-4359-9413-C2ADC009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5EB0AF-499D-4778-970F-07779F49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and record a precise transition target.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E793C3-1C63-44FF-955B-BB3D316B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2088825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CBC724-BCC5-4D94-B9FD-19672A68E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9E5174-7185-4BB9-AF91-22B69772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A5794A-B0DF-4BBB-B2AA-E7B50B17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08D7C3-F17E-485C-B938-CA0FDD61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93A962-BD99-48A4-B517-59380D50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1222E9-49FD-4930-BA3E-00931B0C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D050F6-179A-4256-947B-14E314805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FFE214-C985-4151-8C39-78978948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00926D-33BD-4082-9A5A-6E2490A7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Year 6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2D38E1-9CFC-4B89-866F-86C9974E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has volume 756 cm3, length 12 cm and width 7 cm. Find its height.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AE92A5-EF9B-4404-9602-ACD16F87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619B02-9799-4982-9196-E1C4EC86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6A6660-183F-4BD8-9BEB-A2D465B97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0C5C11-2D0F-4AB9-A60E-199D07A2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26415B-7D4D-404D-ACC3-9D5BD5CF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9 cm.</a:t>
            </a:r>
          </a:p>
        </p:txBody>
      </p:sp>
    </p:spTree>
    <p:extLst>
      <p:ext uri="{BB962C8B-B14F-4D97-AF65-F5344CB8AC3E}">
        <p14:creationId xmlns:p14="http://schemas.microsoft.com/office/powerpoint/2010/main" val="7022922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047B5F-C3C7-47CF-8607-F0A3B5D7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B45ACC-0CDB-4F5D-87C8-CD280D21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5543C6-716B-48F4-B810-16083383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4E7D64-02BB-4FB4-A841-1E77348F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4079CE-5585-4DB2-819C-9D92334A1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82C23B-BAB7-45D8-BA2A-69DF1B6D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53829-D3E8-4BD0-A1D3-8A68E550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3E8445-5955-4BC7-87AB-C964CC25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1CCA65-793C-473D-971A-53D922B0B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Year 6 reasoning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acdb797a914cbe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3DF033-22E8-4631-A9B4-839E1D07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BDB901-4998-4306-8411-5E12E98D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records a general target such as 'get better at maths'.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F4F9E4-1925-4A22-91FB-BEF8BAD2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028E5C-63F9-40F3-B395-CEDAE347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3C6E09-B808-4147-AB6D-37C3183E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assessment evidence to name the exact concept, method, example and support required next.</a:t>
            </a:r>
          </a:p>
        </p:txBody>
      </p:sp>
    </p:spTree>
    <p:extLst>
      <p:ext uri="{BB962C8B-B14F-4D97-AF65-F5344CB8AC3E}">
        <p14:creationId xmlns:p14="http://schemas.microsoft.com/office/powerpoint/2010/main" val="17856691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347C00-4A64-4EB2-A85C-F524C124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71A52F-9FB8-43E5-9C0F-A973269A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123724-A806-4C1B-BD30-E3A5644D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67F87D-F298-4529-9E15-30490291A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A16EC6-594B-4E62-A2D1-FF16912D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B9D163-7A14-4FD0-8FAF-A8C6543C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3B83A8-20D5-49B7-81A5-E11CFC7B0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B9C847-0EDF-4360-BF56-89EA6E7F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0F7083-26CD-4202-8D2C-C3F82DF1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Year 6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1B6223-F81D-400C-97E4-4B1F908B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95D9B8-47AD-4D02-9BAA-AF636707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1229D0-7076-4E9C-85F0-C2A3999A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0CB2A5-113C-402C-96F1-C9E8355C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has volume 756 cm3, length 12 cm and width 7 cm. Find its height.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498CE7-85A8-4428-8378-9E6EF0C4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6841C0-5A8D-45D3-B3D0-72238BD6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0EC621-82C7-4DF6-9D94-55AD7AE4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23FE0B-2E9D-4C74-A3E5-A2B14E40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B82008-7423-42E4-B8C9-02039969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809FE0-778B-4EC0-8BE6-4A09204A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7CCCF9-7832-4C85-8D5E-3E97447F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14E823-66C1-4F53-B4CB-4CF3B69DC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9 cm.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F5E0A9-9B12-4F58-8FA0-269F56A0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776810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17CDB4-E930-46ED-8417-4546AB964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B05F27-CA82-42F4-BE89-8B7A5396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0F7E6D-69BA-4D78-B39E-CAC78DDF2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591EFB-1DBA-4C96-A41F-EF355434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EF69F2-869F-439C-B7F4-3EA03AAC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495592-82DA-4ACF-994A-AB06B939E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BB8A81-F10E-4879-83BB-225A1BAA5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760647-F8E6-4DD9-9714-68BA02B2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ED1A75-9ED3-4092-84E1-CEEB1909F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Year 6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0B61C5-6BED-4FAA-954F-9FA513CE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2E3514-B4A0-4718-A00D-C1BB10E5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0FECC9-3843-4209-B697-22ACC7DF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C14CEB-D989-439E-9F0D-B29172F8F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1/4 divided by 3, then write the answer as a decimal.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56F119-D6CC-47EE-9C35-56AEC1EB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0EA174-2E2F-4E90-BC98-BA53F8F8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8F04E8-D7CD-4E34-8B58-75063182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CC7A67-4A7A-4A39-B16B-60B8C06E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269E5B-8D14-4475-8F57-050A8A56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EED434-8C39-4288-8E39-543F14C5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665149-AE08-4E40-9F3C-B6BD0B56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3A4CA7-22AE-4260-8A13-4D280BAB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9929498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B277AC-F478-4139-B644-D2E0C7BD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A89744-B6B7-4CFA-861A-6BAF06BC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B29FDC-E85C-43F4-90AF-E4C7D035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789F7B-11CD-439C-9104-2C9C985A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9B924A-FDCF-4339-BA36-C86807F0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EC6FCE-BD6A-4AF6-9A66-95AA0FF2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690BCD-40E9-47D1-BCE4-F9337C067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8D5EFA-B9D7-4C81-A28E-7206CD82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A69365-3B5A-4DFD-AFCD-ED34FAA5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Year 6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392970-5C6C-496B-89BC-4C4E2EDF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Solve 5x + 8 = 73 and convert 3.45 km to 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2D66AA-6566-42F6-BD57-B1E88A9F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A8B446-1E33-4B7B-8D7C-8172A8A8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A2EC7A-1D2A-4514-828A-0B228756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x = 13 and 3,450 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69114949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957980-105C-4ECB-8708-9FE95740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8A08CC-45FE-4362-81C2-B25EFBD6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9F4EDA-C251-4CBE-ABE7-B5527B43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F0ECD8-241B-47CA-A319-199DEFB8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6E060C-C5F3-40C6-AC7E-39F768D9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179140-8DCD-4D8D-A0AF-15ACB574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194941-C163-423F-B2BE-A63C9386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901716-7351-4780-B433-B5B1137E2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4AB1A-CF3B-4906-9471-8B4A8CFB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Year 6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0273AD-32E1-4356-95F8-30B4A8FD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41C08F-34EB-42B8-AE5B-60823E99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4C4BD7-7C9D-4EF0-9323-15046451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1/4 divided by 3, then write the answer as a decimal.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C5E8CB-7457-459B-B578-32DD00065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FE4B6F-D5CD-4AAE-8B7B-6249718A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6D83C2-FFF8-4C2E-94BC-CEBC90D8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676E24-17F4-4851-97EB-DBE05F02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3/4 or 0.75.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26B5DB-41A9-4366-8C3E-94A109BD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AE4F88-9514-4287-A3A8-29FD25344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6468057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8B3EB2-D0CA-439D-B719-83D01AC6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8EFD1E-714D-49CC-B082-7AFA7FD7A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CA8B4B-13B1-47BE-BB79-B358B4CEE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23F74C-4947-4261-977F-961D3FAE6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DE1E89-0BFE-4746-B068-A34ED84C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8687ED-C1AD-49FA-ABCF-26338728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6078B0-41B6-4CCB-AD0B-8D88F6D7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BFED69-0816-4DB0-8656-A810F283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649F0C-EE9D-496A-9EC5-E071B5D46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Year 6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AD422F-45D6-41A9-A378-DB677F01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3B0C03-AF6F-4DC1-A87D-962D55CD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D5ABFB-D63C-4D7F-9D2B-226BE296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A9DF53-7140-4483-B4A8-A4039F53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1/4 divided by 3, then write the answer as a decimal.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F43A3B-BB74-47EF-8B85-A956DFAA1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75BB09-B77C-454E-A563-2A1C546CA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071E93-C9A3-4F8E-A93B-2609DD77A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1D91C7-58E3-44D5-8C4C-FAA9F59F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records a general target such as 'get better at maths'.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8E961-FCD8-48EF-9FD9-DB665808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7EC71B-75D4-4D17-9B27-721A9E59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69B8D6-4BC2-428B-9B56-9C220E3C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3545BE-F0B6-412E-9F9A-323E1F76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260520-75E5-40E5-9045-A24EC2C13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3720252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2026-09-09T20:50:37.1480000Z</dcterms:created>
  <dcterms:modified xsi:type="dcterms:W3CDTF">2026-09-09T20:50:37.1480000Z</dcterms:modified>
</coreProperties>
</file>