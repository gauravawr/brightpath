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dc75dba005402e" /><Relationship Type="http://schemas.openxmlformats.org/officeDocument/2006/relationships/extended-properties" Target="/docProps/app.xml" Id="Rfcd46624fade477d" /><Relationship Type="http://schemas.openxmlformats.org/officeDocument/2006/relationships/officeDocument" Target="/ppt/presentation.xml" Id="Rd842149f2afb45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3edc30ce0a445b"/>
  </p:sldMasterIdLst>
  <p:notesMasterIdLst>
    <p:notesMasterId xmlns:r="http://schemas.openxmlformats.org/officeDocument/2006/relationships" r:id="R1c806939542d48dd"/>
  </p:notesMasterIdLst>
  <p:sldIdLst>
    <p:sldId xmlns:r="http://schemas.openxmlformats.org/officeDocument/2006/relationships" id="256" r:id="Rcae9df834968485b"/>
    <p:sldId xmlns:r="http://schemas.openxmlformats.org/officeDocument/2006/relationships" id="257" r:id="Rf80a0a6d8a7548b1"/>
    <p:sldId xmlns:r="http://schemas.openxmlformats.org/officeDocument/2006/relationships" id="258" r:id="R6a1dd0e55ac143b1"/>
    <p:sldId xmlns:r="http://schemas.openxmlformats.org/officeDocument/2006/relationships" id="259" r:id="Ra73aa64b475d4174"/>
    <p:sldId xmlns:r="http://schemas.openxmlformats.org/officeDocument/2006/relationships" id="260" r:id="Rebf99e3bc8804066"/>
    <p:sldId xmlns:r="http://schemas.openxmlformats.org/officeDocument/2006/relationships" id="261" r:id="R20aeae6912fe4f82"/>
    <p:sldId xmlns:r="http://schemas.openxmlformats.org/officeDocument/2006/relationships" id="262" r:id="Rda42b5b127484730"/>
    <p:sldId xmlns:r="http://schemas.openxmlformats.org/officeDocument/2006/relationships" id="263" r:id="R2cc0639e8392480a"/>
    <p:sldId xmlns:r="http://schemas.openxmlformats.org/officeDocument/2006/relationships" id="264" r:id="R5aa7acb05d284161"/>
    <p:sldId xmlns:r="http://schemas.openxmlformats.org/officeDocument/2006/relationships" id="265" r:id="Rb61b8a6708ff4132"/>
    <p:sldId xmlns:r="http://schemas.openxmlformats.org/officeDocument/2006/relationships" id="266" r:id="R2003b0a10ae1468e"/>
    <p:sldId xmlns:r="http://schemas.openxmlformats.org/officeDocument/2006/relationships" id="267" r:id="Rde32fe211fa84b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ffd0d9b0794f24" /><Relationship Type="http://schemas.openxmlformats.org/officeDocument/2006/relationships/slideMaster" Target="/ppt/slideMasters/slideMaster1.xml" Id="Rd93edc30ce0a445b" /><Relationship Type="http://schemas.openxmlformats.org/officeDocument/2006/relationships/notesMaster" Target="/ppt/notesMasters/notesMaster1.xml" Id="R1c806939542d48dd" /><Relationship Type="http://schemas.openxmlformats.org/officeDocument/2006/relationships/presProps" Target="/ppt/presProps.xml" Id="R73c7ab801a2f4e61" /><Relationship Type="http://schemas.openxmlformats.org/officeDocument/2006/relationships/tableStyles" Target="/ppt/tableStyles.xml" Id="R62ad5b23d34a4b58" /><Relationship Type="http://schemas.openxmlformats.org/officeDocument/2006/relationships/slide" Target="/ppt/slides/slide1.xml" Id="Rcae9df834968485b" /><Relationship Type="http://schemas.openxmlformats.org/officeDocument/2006/relationships/slide" Target="/ppt/slides/slide2.xml" Id="Rf80a0a6d8a7548b1" /><Relationship Type="http://schemas.openxmlformats.org/officeDocument/2006/relationships/slide" Target="/ppt/slides/slide3.xml" Id="R6a1dd0e55ac143b1" /><Relationship Type="http://schemas.openxmlformats.org/officeDocument/2006/relationships/slide" Target="/ppt/slides/slide4.xml" Id="Ra73aa64b475d4174" /><Relationship Type="http://schemas.openxmlformats.org/officeDocument/2006/relationships/slide" Target="/ppt/slides/slide5.xml" Id="Rebf99e3bc8804066" /><Relationship Type="http://schemas.openxmlformats.org/officeDocument/2006/relationships/slide" Target="/ppt/slides/slide6.xml" Id="R20aeae6912fe4f82" /><Relationship Type="http://schemas.openxmlformats.org/officeDocument/2006/relationships/slide" Target="/ppt/slides/slide7.xml" Id="Rda42b5b127484730" /><Relationship Type="http://schemas.openxmlformats.org/officeDocument/2006/relationships/slide" Target="/ppt/slides/slide8.xml" Id="R2cc0639e8392480a" /><Relationship Type="http://schemas.openxmlformats.org/officeDocument/2006/relationships/slide" Target="/ppt/slides/slide9.xml" Id="R5aa7acb05d284161" /><Relationship Type="http://schemas.openxmlformats.org/officeDocument/2006/relationships/slide" Target="/ppt/slides/slide10.xml" Id="Rb61b8a6708ff4132" /><Relationship Type="http://schemas.openxmlformats.org/officeDocument/2006/relationships/slide" Target="/ppt/slides/slide11.xml" Id="R2003b0a10ae1468e" /><Relationship Type="http://schemas.openxmlformats.org/officeDocument/2006/relationships/slide" Target="/ppt/slides/slide12.xml" Id="Rde32fe211fa84b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e0dba0a2544e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10b2c65df44296" /><Relationship Type="http://schemas.openxmlformats.org/officeDocument/2006/relationships/notesMaster" Target="/ppt/notesMasters/notesMaster1.xml" Id="Rc13bc0ddf85144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0a81fd43e64f79" /><Relationship Type="http://schemas.openxmlformats.org/officeDocument/2006/relationships/notesMaster" Target="/ppt/notesMasters/notesMaster1.xml" Id="R744c9083b67442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7fa94cbdd3422e" /><Relationship Type="http://schemas.openxmlformats.org/officeDocument/2006/relationships/notesMaster" Target="/ppt/notesMasters/notesMaster1.xml" Id="R73d79c0e13ba4d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5cd2a1e7e04bf1" /><Relationship Type="http://schemas.openxmlformats.org/officeDocument/2006/relationships/notesMaster" Target="/ppt/notesMasters/notesMaster1.xml" Id="R348c90b3eed440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c02afe006c49b3" /><Relationship Type="http://schemas.openxmlformats.org/officeDocument/2006/relationships/notesMaster" Target="/ppt/notesMasters/notesMaster1.xml" Id="R5b0d101aa15841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ddcb122c3e4142" /><Relationship Type="http://schemas.openxmlformats.org/officeDocument/2006/relationships/notesMaster" Target="/ppt/notesMasters/notesMaster1.xml" Id="Rd616fd412cfd46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1d06af63404c2d" /><Relationship Type="http://schemas.openxmlformats.org/officeDocument/2006/relationships/notesMaster" Target="/ppt/notesMasters/notesMaster1.xml" Id="R7c4e050240b542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aa245a589d4475" /><Relationship Type="http://schemas.openxmlformats.org/officeDocument/2006/relationships/notesMaster" Target="/ppt/notesMasters/notesMaster1.xml" Id="R77c104063e724c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8b848e7cbf4cbb" /><Relationship Type="http://schemas.openxmlformats.org/officeDocument/2006/relationships/notesMaster" Target="/ppt/notesMasters/notesMaster1.xml" Id="R9a1c5af9720b47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e1f5e0a69a466b" /><Relationship Type="http://schemas.openxmlformats.org/officeDocument/2006/relationships/notesMaster" Target="/ppt/notesMasters/notesMaster1.xml" Id="R635532380b3a4b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dfb2265349f416f" /><Relationship Type="http://schemas.openxmlformats.org/officeDocument/2006/relationships/notesMaster" Target="/ppt/notesMasters/notesMaster1.xml" Id="R6a5d296f9bd844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fe7c37d840d496c" /><Relationship Type="http://schemas.openxmlformats.org/officeDocument/2006/relationships/notesMaster" Target="/ppt/notesMasters/notesMaster1.xml" Id="R7b9b9951f88842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formula reminders, reflection and transition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£560. | Retrieve the relevant fact, representation or formula. |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apply, justify, review, transition,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99 cm2 and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£560.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£560..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3/4 or 0.75.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 cm. | Use assessment evidence to name the exact concept, method, example and support required next.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4451af75c64b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ab6a39ebba405b" /><Relationship Type="http://schemas.openxmlformats.org/officeDocument/2006/relationships/slideLayout" Target="/ppt/slideLayouts/slideLayout1.xml" Id="Rd7c8b92a915349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c8b92a915349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b31d154f14013" /><Relationship Type="http://schemas.openxmlformats.org/officeDocument/2006/relationships/notesSlide" Target="/ppt/notesSlides/notesSlide1.xml" Id="Raaf23ed8ff4f49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8326fe2b946c0" /><Relationship Type="http://schemas.openxmlformats.org/officeDocument/2006/relationships/notesSlide" Target="/ppt/notesSlides/notesSlide2.xml" Id="Rc0473421c65040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b7c0e43744276" /><Relationship Type="http://schemas.openxmlformats.org/officeDocument/2006/relationships/notesSlide" Target="/ppt/notesSlides/notesSlide3.xml" Id="R46e38edb63ff49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2f4bfdf024d20" /><Relationship Type="http://schemas.openxmlformats.org/officeDocument/2006/relationships/notesSlide" Target="/ppt/notesSlides/notesSlide4.xml" Id="R63ca9153995149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37d10333b413c" /><Relationship Type="http://schemas.openxmlformats.org/officeDocument/2006/relationships/notesSlide" Target="/ppt/notesSlides/notesSlide5.xml" Id="R3452672c6f0c41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1c974da60649c7" /><Relationship Type="http://schemas.openxmlformats.org/officeDocument/2006/relationships/notesSlide" Target="/ppt/notesSlides/notesSlide6.xml" Id="R6777e546967444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fa4f760ba448a2" /><Relationship Type="http://schemas.openxmlformats.org/officeDocument/2006/relationships/image" Target="/ppt/media/image.png" Id="Rd066b216339f470b" /><Relationship Type="http://schemas.openxmlformats.org/officeDocument/2006/relationships/notesSlide" Target="/ppt/notesSlides/notesSlide7.xml" Id="R8ace5896097344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d5a0d2242478e" /><Relationship Type="http://schemas.openxmlformats.org/officeDocument/2006/relationships/notesSlide" Target="/ppt/notesSlides/notesSlide8.xml" Id="Re4175508bdfe4f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6ed537c2a4649" /><Relationship Type="http://schemas.openxmlformats.org/officeDocument/2006/relationships/notesSlide" Target="/ppt/notesSlides/notesSlide9.xml" Id="R85ef27d23a2349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d23702e334fbc" /><Relationship Type="http://schemas.openxmlformats.org/officeDocument/2006/relationships/notesSlide" Target="/ppt/notesSlides/notesSlide10.xml" Id="R284be19ce04a49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f85c6bb2d4b13" /><Relationship Type="http://schemas.openxmlformats.org/officeDocument/2006/relationships/notesSlide" Target="/ppt/notesSlides/notesSlide11.xml" Id="Re662b9b8031247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229785a914ab2" /><Relationship Type="http://schemas.openxmlformats.org/officeDocument/2006/relationships/notesSlide" Target="/ppt/notesSlides/notesSlide12.xml" Id="R9c62b49360914f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28AD39-95AD-45EB-949D-4D29F5D7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604FF7-A7DC-407F-BF02-76AB31AA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F1BC5-AFF8-4C3B-B68E-DEEB72EC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42058-225B-4D22-AFD0-C7E3795B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2707C-5F15-4708-82D1-7E3E7C7C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59E32F-9958-4BB5-8937-D57BEF00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DA1886-92EC-40B5-8DAA-53C2CB46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AB9C60-D79B-4082-BA7E-A3D21355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geometric and statistical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545948-48C4-4FD8-9C10-4674ECAC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EF597-7232-4932-B8D1-C084A504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BE72F-354E-49EC-A98D-EF2352E6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12129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3ED0F1-B63C-40B2-AD76-61DE1957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B7594C-917F-4CDB-B39A-0D2C1FF4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5DECF-0E8C-411C-AA67-15A5AC88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33E073-84E1-4405-B5A0-4847BF14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0CF73F-1F3C-47E7-A101-02A953DE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9F0240-9951-4CE8-97E9-8251A811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684387-E198-4F4C-B60B-3B5EE2EF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A93540-5A80-4122-9C56-0EE08F54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EC6D07-B1EE-413D-98E1-8BAECAAB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F204D-541B-4CD6-998C-C247755F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BA408C-AC50-41F6-B732-8742F6D8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8743C7-0B53-4861-97A4-17FDA3EB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B3FE7-5A86-4F84-9FC6-EA4F0728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Year 6 learning across number, ratio, algebra, measure, geometry and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A85408-7692-4469-9523-C87A8886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DE384D-0C3D-41D0-B245-53F89451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48795-96AD-4E3A-AAC8-C325391A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1A95EF-24E8-4DAC-94BA-BCE35162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2F8FBE-229D-4FB5-B5BB-DDE5E797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6FA91E-F586-4421-8002-E90C49A7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B8EF53-708B-4AC2-91AD-A1CCA657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996F8E-DB2D-4DBF-BAFB-180B0DF3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area of a triangle with base 18 cm and height 11 cm, then find the mean of 18, 22, 25 and 15.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2C1D69-53DF-4432-9364-550A9B0E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645210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01869-F528-4DDB-960B-4620251D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D1CC0A-54D8-4B4C-AEC4-BD9A4950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56212-EBF6-4D1E-AF28-15C0F325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22A89-729A-40E8-A503-91FC1057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E0BA9F-BD62-46B5-82B3-7E00C9B6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C4CB52-F21B-4861-8DB0-C72B066E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F392CA-EB3F-4733-AAF7-CAD24A16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1D38AE-6C6D-4EBF-8CC0-A34E9CBE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522DD-80A9-496B-A211-F59111F9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4F0C5-1864-4A6E-8FD0-AE4AC10E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geometric and statistical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AF10C8-4A5F-4CB8-80CE-6A5B312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3E70F-ED3E-4F4F-85AF-694A3A7D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fact, representation or formula.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285B3-8143-4F39-8ECD-97564A0A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method and explain the mathematical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ABAC9-175C-48F5-81EA-112399EC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precise transition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C903C3-0009-4989-B838-EABA3F4D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apply  |  justify  |  review  |  transition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2747998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4CFF9-1442-4977-A2BF-9EFDEF07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40AB0-A8F3-40DB-9881-1C6EE7FE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0F72A-DD8F-465E-9318-77071EB9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9A7718-7C65-4E0E-96F3-E3FE1047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4FB9A-5352-424C-81E6-70137685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AF275-D101-4954-A47F-3AE1FB15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37367A-CD5F-497D-BEA0-3ECC51DB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4B002-211A-49DF-9BEA-4A12859B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EBB6D0-A6BB-4D74-88B7-E75D2371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2C5D18-A8C3-401A-8C46-DA38B39B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85580-DDF0-48E5-9586-2A14E1ED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EC00BC-6E67-49FA-A6B3-DB81FA22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3DE5DE-24DB-43D8-B9C1-1755307A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Triangle area = 18 × 11 ÷ 2 = 99 cm²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CDBA06-05F3-453A-8A42-C0988755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FF808F-226A-4001-8182-1DFC7A98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8C43DA-09E0-46ED-BC55-3163703A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18 + 22 + 25 + 15 = 80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6CC828-BA75-4247-94B0-369B374E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91618D-9225-4608-807E-7A24D664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C99D60-9921-4D0E-9B01-36FD8E48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Mean = 80 ÷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68595F-5DA0-4D3A-BB6D-D3D53D31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500A18-B135-458C-8529-0DCEDF30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7787D4-714D-4A60-8A8B-0E32F256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Answers: 99 cm² and 20</a:t>
            </a:r>
          </a:p>
        </p:txBody>
      </p:sp>
    </p:spTree>
    <p:extLst>
      <p:ext uri="{BB962C8B-B14F-4D97-AF65-F5344CB8AC3E}">
        <p14:creationId xmlns:p14="http://schemas.microsoft.com/office/powerpoint/2010/main" val="16337249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8B4F1-A424-4E87-8EBE-BECEA15C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AE917-2D2F-4AC7-9B13-2BA4B81A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AF7B6-C2BC-4252-B818-9C304D0F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D5781-E9C7-4DEA-B66D-DDD6674C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502247-C09D-4FD5-97A7-9417796F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0F407-4100-4D03-870C-23012054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08C6A2-98ED-44EE-95A7-80F89432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3137EB-57F3-4868-BA2A-325ABCB1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7B7885-8878-4017-8C32-B8C88FBB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732F0F-7BFF-4FFE-9398-904CC9AF7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75591-34A5-46D2-A721-59E43561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99 cm2 and 20.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7D088-7A50-4A2E-83E6-8F35646D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34B0CC-B741-485C-A02E-5929E84E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precise transition target.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94799A-0901-4691-82A1-FEB73FBF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874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52543-9B11-44E4-AD31-998DFFE4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19A39-D9F6-4AEE-B0C7-74C47063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A6FA41-DFCE-47D1-A455-17DFB425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3DBE4-DC26-4C01-A5A5-D05AFFD5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60DEF-57F1-4B03-B883-D2E6D67D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BDC866-9CBB-4826-A9DF-1377BF51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BE2645-ABD3-4C4F-B03F-39AD33E4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E901A-91BC-4C38-83E0-41CC3B6B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AB80E-0420-4BB5-AC9F-AEF4A1AD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E19DD-EDF8-4216-AD38-B512ABA7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2A3E83-84E8-474F-B822-AEFCECE4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9D7EA-B92C-4A9E-BEA9-C63CF5BF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8B0ECF-1D69-4BBF-8BAA-F43C2639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91FEE6-3E7D-4B88-99E8-A5D17A2A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C73E8-1DB4-467A-BDB4-1F9D5B69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£560.</a:t>
            </a:r>
          </a:p>
        </p:txBody>
      </p:sp>
    </p:spTree>
    <p:extLst>
      <p:ext uri="{BB962C8B-B14F-4D97-AF65-F5344CB8AC3E}">
        <p14:creationId xmlns:p14="http://schemas.microsoft.com/office/powerpoint/2010/main" val="9424421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E883FE-C0FD-44BB-BE47-2E62D6BC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3391E9-0404-4A97-8653-96EA4C60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9DBD8-76F0-47E2-B102-694F74B2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94EF74-2EA9-4DBC-8B00-0088BF9C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8E279-D171-4E63-AE53-0DD14C28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AD9CDD-119B-4A97-A64D-EFCB18DD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5CA83-12E3-4E1B-B629-3EDF64CB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E39DF-7CA5-4929-ABAD-69A65DA4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7B346-C482-408C-83F5-75AE9221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6b216339f470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2AD5C-D43A-4D64-B48C-8DC9DB26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408A9C-A7B7-4BE9-B391-6FAE3FA9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records a general target such as 'get better at maths'.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A9E12-1A71-4729-BF20-0D1C2CD9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DD1545-2D7B-40D1-8C01-7E2A8D53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32195E-C7D8-4849-932D-A3124053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</p:spTree>
    <p:extLst>
      <p:ext uri="{BB962C8B-B14F-4D97-AF65-F5344CB8AC3E}">
        <p14:creationId xmlns:p14="http://schemas.microsoft.com/office/powerpoint/2010/main" val="10120860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692689-01AB-48AE-9C37-99D8D942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CA8AF-EEBB-4C0C-B74C-95BD515A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E67F3-6971-4DCB-9672-CA228292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0FA364-8513-42EE-B26B-EA1D8CD0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C99E8-6BF3-4265-99ED-A09E21FC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70DAB3-5998-41B1-BBC2-0DC5D5B4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EB611-EE78-4F13-B30C-8275872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A2341-91F1-4794-8A16-3288C9C7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FA4D5-C8B9-4CE8-8473-3C189572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21F392-FEDA-4579-84A8-03A6F24E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3363C-1FD5-466D-80D3-0F3EB667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FE8070-20FB-4A71-89BE-A5505935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D796BE-0462-434F-8954-B8B4F746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17B85-6D9B-46DC-8AB2-896F7825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9C2579-FD1F-466C-92D1-DFFC73DB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51BD0-F5C1-41DB-9D14-495F9094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F99CE4-C246-4D5A-885E-4DEB9CA5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FF4EA9-C23D-48E4-9B20-43D4629B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3CE0E3-FCB0-4EB9-8B73-FD05DED0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590A94-E842-4857-A0AF-4419A9BD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0C55E3-2CBF-4073-9FED-D6CFF032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£560.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703EBE-0E3B-4A1D-A427-7379DA6D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300001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F54F8-A77E-4C06-AF2E-D51958FD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1E7331-D211-4831-953D-20CB0C4C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4EADA-B4E8-478D-B67E-E4CB7A53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A8D0BF-D450-42CE-B4C4-F1F9C559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B98A1-8D2F-4FE4-B662-5AD12096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2BF96-4459-4381-950C-EFDAFE21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131A8-6AED-465A-B9A7-0E9DDA1C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65EF18-730B-4313-8883-652B3FFF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25ECD9-3D48-47DC-9A9F-F451D126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487AA-92F1-437C-B9F0-665BA76B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DEDE9-ABF0-400B-9699-11EAA95D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D4D57-323E-417A-9BBE-E350655D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77AB53-554C-4DDC-86DE-D79B3A50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DC8720-130C-4180-A46F-20C87232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DB9268-B31E-4BF1-B2C2-CA75E07C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DA99FB-266E-4AFB-95F4-2E8D49C9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C6778-A053-4A7F-AACC-C4C03A25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ABEEA0-73BB-4141-896E-C90BC2FD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A55AC-C277-479E-9D0B-E2D8C16A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76D216-F897-4887-8B9E-729B14EA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26EB59-F55B-4684-A886-EC5626A3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0147731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176DA-3B4B-488E-A393-BC5C9833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3AB88-B404-49D4-82F5-1945D318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9C1BB-B398-466F-850D-315A08EA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B39E1-9CD8-4D40-9D90-4E3C7514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FF570-E431-40A3-B659-4C532C1E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CDF07-3BF0-4CC0-94E9-217C35CF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8F9EB-051E-495E-82EA-E1A2699A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5B127-EAF9-45FE-A7BE-919153A3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4FEEB4-D0C9-4583-9C90-F8D75164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07F7C7-AD5E-4B2E-A21B-07FF732D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 1/4 divided by 3, then write the answer as a decimal.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23ED8E-3B58-4DDF-959E-0625437F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4375D8-A6D8-4C11-8202-20A3AB3F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EBE8A2-ABC4-4098-A67B-C3B27FB2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3/4 or 0.75.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5654150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F36B6A-D2DD-441E-8FA0-D66776D2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4D65CB-79F1-4A08-B22F-86AB7BF8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F2FA90-6E5F-4ABD-AB85-2A74E15C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813FD-BF0D-438A-87BF-2A9056D0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F92AD-6EC3-4852-AE2C-4D8D9E79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54E8A4-46DA-42BF-9E4E-7122CFEB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8FDC61-725E-4B8C-B3D6-EF7BC33B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DCB4A-4182-43C5-B9BA-10D5F953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EB08E5-2868-4EF2-8A9F-8A56E9E9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1BEC6-5786-43C3-B2D7-99F1A402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16E888-B19F-465B-BCC7-7C7CF890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1A963-C09F-440D-9579-D68A90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30F54D-68CD-49F9-BFEA-8431601B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F86C9B-C656-4C9B-9511-A2F0DDF5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B99817-4602-4612-8048-EF28BD07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D23B1A-B609-4CE7-94C7-E525D1C9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28A106-A6CD-466B-AC42-6F7827BD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2513AD-0AC8-4121-8A2D-9005A2FD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71382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B2DC85-8485-4AE0-9D4F-0B5CE9B9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6CA4CC-A3DB-4C4B-9C3D-6D76DC99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E1571-A761-4277-A4BC-18A7443E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87B38-9A1A-460F-BBB9-F69F1305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B7265-6441-47A0-8EAB-6B52A167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EEE86-98DF-415F-9F91-C290F6D1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177AA7-FD05-4AFE-BECD-71627D98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D2687-4175-4B45-9DB2-B7CE2DCC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5EA79-0AB7-4574-A242-DA707FF0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79258-748E-4E9A-8458-92C9BC57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49D98-31F8-4094-BD08-59195278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AED64-8B78-4D20-9BFF-8F1F747D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19A06-8294-409C-B8C6-7105D4B5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BB377-CD00-4485-80BE-ACD94425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21E9D-AB14-4D5C-A8C6-CCAC363D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32C113-6B22-4A86-AF6B-557AAE75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B340F-B3E5-4325-BA97-B1F273CB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records a general target such as 'get better at maths'.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137D63-308E-49A3-9416-EE1302D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D4E03A-1F54-4DAA-A3E8-1F425364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D5B190-55A9-433D-AF1E-EF63F4A1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8A8F37-9964-4B1C-A025-AE9BFA5E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9D70A5-9BB6-4544-9CE4-085983F0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051485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2026-09-09T22:14:34.7970000Z</dcterms:created>
  <dcterms:modified xsi:type="dcterms:W3CDTF">2026-09-09T22:14:34.7970000Z</dcterms:modified>
</coreProperties>
</file>