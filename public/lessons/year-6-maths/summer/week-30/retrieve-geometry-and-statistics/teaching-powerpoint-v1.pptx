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47f79404d241a0" /><Relationship Type="http://schemas.openxmlformats.org/officeDocument/2006/relationships/extended-properties" Target="/docProps/app.xml" Id="R995f5ac5ab2b4c81" /><Relationship Type="http://schemas.openxmlformats.org/officeDocument/2006/relationships/officeDocument" Target="/ppt/presentation.xml" Id="Rdbbf9d4d09744f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f7c468aa304900"/>
  </p:sldMasterIdLst>
  <p:notesMasterIdLst>
    <p:notesMasterId xmlns:r="http://schemas.openxmlformats.org/officeDocument/2006/relationships" r:id="Re23fe38112e74eb3"/>
  </p:notesMasterIdLst>
  <p:sldIdLst>
    <p:sldId xmlns:r="http://schemas.openxmlformats.org/officeDocument/2006/relationships" id="256" r:id="R39b570c06411449f"/>
    <p:sldId xmlns:r="http://schemas.openxmlformats.org/officeDocument/2006/relationships" id="257" r:id="R0b69db7cdc844ffc"/>
    <p:sldId xmlns:r="http://schemas.openxmlformats.org/officeDocument/2006/relationships" id="258" r:id="R43438898b3d14ea2"/>
    <p:sldId xmlns:r="http://schemas.openxmlformats.org/officeDocument/2006/relationships" id="259" r:id="Re1b9194defa149ba"/>
    <p:sldId xmlns:r="http://schemas.openxmlformats.org/officeDocument/2006/relationships" id="260" r:id="Rd16f608f5d8b47bf"/>
    <p:sldId xmlns:r="http://schemas.openxmlformats.org/officeDocument/2006/relationships" id="261" r:id="Rfe80e68aee3f4b99"/>
    <p:sldId xmlns:r="http://schemas.openxmlformats.org/officeDocument/2006/relationships" id="262" r:id="R8b1a560feb944003"/>
    <p:sldId xmlns:r="http://schemas.openxmlformats.org/officeDocument/2006/relationships" id="263" r:id="R7033001674b747ac"/>
    <p:sldId xmlns:r="http://schemas.openxmlformats.org/officeDocument/2006/relationships" id="264" r:id="Rc566d50fa196417a"/>
    <p:sldId xmlns:r="http://schemas.openxmlformats.org/officeDocument/2006/relationships" id="265" r:id="Re49fc2abd9f14789"/>
    <p:sldId xmlns:r="http://schemas.openxmlformats.org/officeDocument/2006/relationships" id="266" r:id="R3cae45a75af04dfe"/>
    <p:sldId xmlns:r="http://schemas.openxmlformats.org/officeDocument/2006/relationships" id="267" r:id="Ree50a755c3fa429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f2605713bc44aa8" /><Relationship Type="http://schemas.openxmlformats.org/officeDocument/2006/relationships/slideMaster" Target="/ppt/slideMasters/slideMaster1.xml" Id="Redf7c468aa304900" /><Relationship Type="http://schemas.openxmlformats.org/officeDocument/2006/relationships/notesMaster" Target="/ppt/notesMasters/notesMaster1.xml" Id="Re23fe38112e74eb3" /><Relationship Type="http://schemas.openxmlformats.org/officeDocument/2006/relationships/presProps" Target="/ppt/presProps.xml" Id="Rd472800ce2654940" /><Relationship Type="http://schemas.openxmlformats.org/officeDocument/2006/relationships/tableStyles" Target="/ppt/tableStyles.xml" Id="Rf18dbe3659274f3d" /><Relationship Type="http://schemas.openxmlformats.org/officeDocument/2006/relationships/slide" Target="/ppt/slides/slide1.xml" Id="R39b570c06411449f" /><Relationship Type="http://schemas.openxmlformats.org/officeDocument/2006/relationships/slide" Target="/ppt/slides/slide2.xml" Id="R0b69db7cdc844ffc" /><Relationship Type="http://schemas.openxmlformats.org/officeDocument/2006/relationships/slide" Target="/ppt/slides/slide3.xml" Id="R43438898b3d14ea2" /><Relationship Type="http://schemas.openxmlformats.org/officeDocument/2006/relationships/slide" Target="/ppt/slides/slide4.xml" Id="Re1b9194defa149ba" /><Relationship Type="http://schemas.openxmlformats.org/officeDocument/2006/relationships/slide" Target="/ppt/slides/slide5.xml" Id="Rd16f608f5d8b47bf" /><Relationship Type="http://schemas.openxmlformats.org/officeDocument/2006/relationships/slide" Target="/ppt/slides/slide6.xml" Id="Rfe80e68aee3f4b99" /><Relationship Type="http://schemas.openxmlformats.org/officeDocument/2006/relationships/slide" Target="/ppt/slides/slide7.xml" Id="R8b1a560feb944003" /><Relationship Type="http://schemas.openxmlformats.org/officeDocument/2006/relationships/slide" Target="/ppt/slides/slide8.xml" Id="R7033001674b747ac" /><Relationship Type="http://schemas.openxmlformats.org/officeDocument/2006/relationships/slide" Target="/ppt/slides/slide9.xml" Id="Rc566d50fa196417a" /><Relationship Type="http://schemas.openxmlformats.org/officeDocument/2006/relationships/slide" Target="/ppt/slides/slide10.xml" Id="Re49fc2abd9f14789" /><Relationship Type="http://schemas.openxmlformats.org/officeDocument/2006/relationships/slide" Target="/ppt/slides/slide11.xml" Id="R3cae45a75af04dfe" /><Relationship Type="http://schemas.openxmlformats.org/officeDocument/2006/relationships/slide" Target="/ppt/slides/slide12.xml" Id="Ree50a755c3fa42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ad4e76aa1841d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3d26fb476ff4db6" /><Relationship Type="http://schemas.openxmlformats.org/officeDocument/2006/relationships/notesMaster" Target="/ppt/notesMasters/notesMaster1.xml" Id="Ref3d43931de349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465508aa5e4c44" /><Relationship Type="http://schemas.openxmlformats.org/officeDocument/2006/relationships/notesMaster" Target="/ppt/notesMasters/notesMaster1.xml" Id="Rdba4dccf2835499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745159775d435a" /><Relationship Type="http://schemas.openxmlformats.org/officeDocument/2006/relationships/notesMaster" Target="/ppt/notesMasters/notesMaster1.xml" Id="Re878c77b1bd3475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741abbb70841f4" /><Relationship Type="http://schemas.openxmlformats.org/officeDocument/2006/relationships/notesMaster" Target="/ppt/notesMasters/notesMaster1.xml" Id="R8bf690ad46a941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ebf870019ec4815" /><Relationship Type="http://schemas.openxmlformats.org/officeDocument/2006/relationships/notesMaster" Target="/ppt/notesMasters/notesMaster1.xml" Id="R0138c70996f14f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154538422ad4287" /><Relationship Type="http://schemas.openxmlformats.org/officeDocument/2006/relationships/notesMaster" Target="/ppt/notesMasters/notesMaster1.xml" Id="R208a65ed05134c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107870398e74ef3" /><Relationship Type="http://schemas.openxmlformats.org/officeDocument/2006/relationships/notesMaster" Target="/ppt/notesMasters/notesMaster1.xml" Id="Rfea1196b87124dc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39081856254b50" /><Relationship Type="http://schemas.openxmlformats.org/officeDocument/2006/relationships/notesMaster" Target="/ppt/notesMasters/notesMaster1.xml" Id="R23bc9be97284454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400f07a2bf48bf" /><Relationship Type="http://schemas.openxmlformats.org/officeDocument/2006/relationships/notesMaster" Target="/ppt/notesMasters/notesMaster1.xml" Id="R8d78350ac60148e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f2d2fca1cb4776" /><Relationship Type="http://schemas.openxmlformats.org/officeDocument/2006/relationships/notesMaster" Target="/ppt/notesMasters/notesMaster1.xml" Id="R4da03fd607a84b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1d6d2dc81d46a5" /><Relationship Type="http://schemas.openxmlformats.org/officeDocument/2006/relationships/notesMaster" Target="/ppt/notesMasters/notesMaster1.xml" Id="Rc39f1f71223943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e0c1a1af6944756" /><Relationship Type="http://schemas.openxmlformats.org/officeDocument/2006/relationships/notesMaster" Target="/ppt/notesMasters/notesMaster1.xml" Id="R3e3cbc8ff75643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Mini whiteboards, assessment questions, formula reminders, reflection and transition sheet.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£560. | Retrieve the relevant fact, representation or formula. |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retrieve, apply, justify, review, transition, next step.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99 cm2 and 20.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£560.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assessment evidence to name the exact concept, method, example and support required next.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£560..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9 cm..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3/4 or 0.75.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9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9 cm. | Use assessment evidence to name the exact concept, method, example and support required next.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1519b7158f440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e0d063b3eb48ce" /><Relationship Type="http://schemas.openxmlformats.org/officeDocument/2006/relationships/slideLayout" Target="/ppt/slideLayouts/slideLayout1.xml" Id="Rc967b978190d44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67b978190d44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d9837c3ba64706" /><Relationship Type="http://schemas.openxmlformats.org/officeDocument/2006/relationships/notesSlide" Target="/ppt/notesSlides/notesSlide1.xml" Id="R1273714faec14e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35024edbe4a8b" /><Relationship Type="http://schemas.openxmlformats.org/officeDocument/2006/relationships/notesSlide" Target="/ppt/notesSlides/notesSlide2.xml" Id="R3564c75dac3145a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76c85aa61140b1" /><Relationship Type="http://schemas.openxmlformats.org/officeDocument/2006/relationships/notesSlide" Target="/ppt/notesSlides/notesSlide3.xml" Id="Rfbcfbeef8f824d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d4a7e057854c25" /><Relationship Type="http://schemas.openxmlformats.org/officeDocument/2006/relationships/notesSlide" Target="/ppt/notesSlides/notesSlide4.xml" Id="R58566bee3f0947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ef7e7c3df415d" /><Relationship Type="http://schemas.openxmlformats.org/officeDocument/2006/relationships/notesSlide" Target="/ppt/notesSlides/notesSlide5.xml" Id="Rd0b0a6e09e97433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67bc8637d14c5b" /><Relationship Type="http://schemas.openxmlformats.org/officeDocument/2006/relationships/notesSlide" Target="/ppt/notesSlides/notesSlide6.xml" Id="R9e9d6a96d6a2414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c722c8f4f4712" /><Relationship Type="http://schemas.openxmlformats.org/officeDocument/2006/relationships/image" Target="/ppt/media/image.png" Id="R05c4d5b212994316" /><Relationship Type="http://schemas.openxmlformats.org/officeDocument/2006/relationships/notesSlide" Target="/ppt/notesSlides/notesSlide7.xml" Id="Ra9acdf28e1cb458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64e13ef71405e" /><Relationship Type="http://schemas.openxmlformats.org/officeDocument/2006/relationships/notesSlide" Target="/ppt/notesSlides/notesSlide8.xml" Id="Rd329bad51aea4a6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60616d8e4244e9" /><Relationship Type="http://schemas.openxmlformats.org/officeDocument/2006/relationships/notesSlide" Target="/ppt/notesSlides/notesSlide9.xml" Id="Rebd705790a6e403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12045d8f7b45af" /><Relationship Type="http://schemas.openxmlformats.org/officeDocument/2006/relationships/notesSlide" Target="/ppt/notesSlides/notesSlide10.xml" Id="R9b5a5c6c6f2844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4a89fb86a6409d" /><Relationship Type="http://schemas.openxmlformats.org/officeDocument/2006/relationships/notesSlide" Target="/ppt/notesSlides/notesSlide11.xml" Id="R582965a7573d4e6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35b632d1cf40a8" /><Relationship Type="http://schemas.openxmlformats.org/officeDocument/2006/relationships/notesSlide" Target="/ppt/notesSlides/notesSlide12.xml" Id="Rb7b5688154b740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9EA2E2-9B38-4E79-A384-53483F781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CA6E4C-B597-4C1B-97B5-F95F58C4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B42091-36EC-4BF1-97B8-164E663E5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B0238B-B8B2-4E41-BC04-5FDC0F4D6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0D434-BD99-49C3-8FA6-7921B409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26CED8-E54A-407E-8CF4-EE06DE0B0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3E6A0D-C332-439F-8A6B-BDA8E287F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962D7-E484-4104-A395-E24479C96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geometric and statistical methods.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908EDB-03F0-4730-8C3B-25DE66EF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E38258-51C8-40C9-9D47-D85100906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75DEA9-4F4C-483B-982E-4E967EE77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4008562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87CAE4-DB44-44C3-838F-179F18F03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7E5CB-A5A9-461C-8510-CDEF6C4A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FED87-3467-4CD5-8272-62816EC9F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A9821-B834-45BB-9008-ACAD7F5C9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8E31B-584F-4E31-A9B2-B4F2291F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5BE51-A23E-4C2C-9D6C-24B42A2D9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3F730-1E30-4C48-9FC5-6FDE3730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211F23-CFB4-48E3-945D-3E089F6DA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32947C-D475-4652-AB73-B4DB613E3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4E0E22E-121E-4F2B-9054-B5407F4A5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65A843-32D0-4491-82E4-E48E2B376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31FA50-80F4-418C-BE93-FBE002C9C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035148-7AEF-4839-923A-4C8FF8EAC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Year 6 learning across number, ratio, algebra, measure, geometry and statistics.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C66F85-17EE-4BA2-A9DA-D4DA8003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B71272-A3FE-4B31-8603-A075E16E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BF5B20-B4BA-48CE-A9C2-E254040BB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6745F4-0997-4BD5-83DD-E88A3305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53B99C-1153-4992-9527-E1785EB6C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8015FB-83A4-4E99-9717-4886BAED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8E032B-7C1E-4B21-B954-D875B0DF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BB2B6E-118E-41B6-869A-2CEB76693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area of a triangle with base 18 cm and height 11 cm, then find the mean of 18, 22, 25 and 15.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34663-362D-4563-ADD9-66938B85C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0030983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6B06B7-D8C8-4C6C-BA16-818E8ADB6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BA83C1-F546-4D40-9066-B9B7FFA5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3B90E-8792-412F-A286-614B4F5C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42C21-D44E-4E58-A829-852C84785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068246-4EC1-4C91-AC7A-2EB278907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D5BDF1-BBFF-4D6F-9DAB-A2818BB95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EE5A9-BD95-42A3-845D-2541A44AD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CAD190-4596-4077-9991-92C94565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74C262-8F47-41F4-9E65-18842FE1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F8EC01-7D7D-4568-81C6-46FA70EB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retrieve geometric and statistical methods.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5A980D-FBD3-458C-A0A4-12EFBCF8A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3717D0-FC99-46B9-AC71-537441596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Retrieve the relevant fact, representation or formula.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CE956D-6B37-4B1C-836A-B0211DF4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Show a complete method and explain the mathematical decision.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3FEA3C-82D4-4CE8-8962-15C737D7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result and record a precise transition target.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6506BBD-4566-4EBA-A827-DF26506A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retrieve  |  apply  |  justify  |  review  |  transition  |  next step</a:t>
            </a:r>
          </a:p>
        </p:txBody>
      </p:sp>
    </p:spTree>
    <p:extLst>
      <p:ext uri="{BB962C8B-B14F-4D97-AF65-F5344CB8AC3E}">
        <p14:creationId xmlns:p14="http://schemas.microsoft.com/office/powerpoint/2010/main" val="138292670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04D715-35B8-4711-B381-E8139211B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AD40D6-EC25-41B6-943C-2863A788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A6C02-3C99-4CEB-BF34-E082BC485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C51E26-187D-4BDF-9E2B-762BBDD1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B59392-4D1D-4FCC-ADD2-EC4D31EB3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60F90F-FD7F-4E91-81FE-8C6F48143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3E9074-620C-402F-9ADC-56E3665A7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49730D-C020-4BFA-82BF-BD7215DA4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A27E38-8609-4744-8C56-29BCC0128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941107-9F9C-4F08-AAE9-CDE30072C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area of a triangle with base 18 cm and height 11 cm, then find the mean of 18, 22, 25 and 15.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3F5B9F-87A6-4A70-B82E-041A79F2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1AAD5CF-8D01-4D96-B81D-C02BD015E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D71F07-59F7-4AE1-AC0D-098369CE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Retrieve the relevant fact, representation or formula.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594D96-8402-4FED-9A93-ACCE49ED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11C81B-1EE1-4AD3-92AF-11076A9E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C4C79-35C7-4474-A440-96405E9A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Show a complete method and explain the mathematical decision.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952489-9100-4E4C-83F5-C143B0EAB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35BD5A-CD91-4EC7-9CAA-2D167E2C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76A34B-D839-44EC-886C-D319C7EAC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99 cm2 and 20.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61900-7F57-4BE5-A120-282AB22D0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0F06BE-ED82-428C-9FBF-97C854F74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26857C-4750-4B12-82FE-960EB693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Check the result and record a precise transition target.</a:t>
            </a:r>
          </a:p>
        </p:txBody>
      </p:sp>
    </p:spTree>
    <p:extLst>
      <p:ext uri="{BB962C8B-B14F-4D97-AF65-F5344CB8AC3E}">
        <p14:creationId xmlns:p14="http://schemas.microsoft.com/office/powerpoint/2010/main" val="164214427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A36E17-EC9B-4069-972F-148E88594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332788-BE55-4EF8-BEB6-5FDBB4F4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46816-036B-4A90-9FD9-6F1D9DCC3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54F5B7-DB43-4FDE-AA47-381C9F5D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EC46E5-E02E-4FC3-8E7C-B1ACFA84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59629F-CF18-4DFC-8529-1D4CDABA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1903D-E48B-4F4F-B9AD-348E31813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36727E-1208-44AA-ADED-A5104DA4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B92F60-4450-49A0-B8F4-BF1E236EA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01A8E0-CD21-4915-BD2D-1E4F56594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298C5D-E9F1-47F1-8198-FEDBAC4D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99 cm2 and 20.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D9AD0C-E79F-40EC-A6B1-86107DCCB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3B817-60ED-45B8-AF0C-E568F641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result and record a precise transition target.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12A137-A65C-4E38-87E0-DD6E3990D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52235580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A4767E-F2E6-4878-A314-0B0CAFFD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4C0CA-EE5B-47F6-A802-25F0DAB8D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D6203-A204-4F86-A0A8-2ECAFCDCB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904DC-E5C6-45F5-A5B8-361A256FC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8D1BE1-936F-407E-872C-75604BAEF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DA7D7-3FF2-49D0-9710-3AE12E0C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5600EF-3980-4223-A890-4F6D92B30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7EBBAB-7563-49FA-8F7C-94948EB05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2F615-EA97-4E71-8B21-C3E4554D2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D0144-807A-42CE-A806-3954B8358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D8DCA0-D04A-41FC-9043-A6DA9521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43691C-05E5-4961-B2DF-480855E8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222030-586A-4939-97A4-4FA91E8B2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3F7A6A-E646-4C73-BDF8-8C293F93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C7EB3A-CDE3-4D42-A99E-C291FF64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£560.</a:t>
            </a:r>
          </a:p>
        </p:txBody>
      </p:sp>
    </p:spTree>
    <p:extLst>
      <p:ext uri="{BB962C8B-B14F-4D97-AF65-F5344CB8AC3E}">
        <p14:creationId xmlns:p14="http://schemas.microsoft.com/office/powerpoint/2010/main" val="4544746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CEEB7F-9A04-478B-8EF9-408D74BFB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AA800D-A8F2-4A88-B70B-CF5BB4595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04D506-E9B3-43B2-90DF-C5AD9339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59E119-A7AD-4796-AA42-4A41775E4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27BD2C-2564-4350-820E-09251F24E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4E45D6-34B3-4B47-BB01-F3B1DD2EC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FA9DF8-C2AD-4EE5-87B3-5F0E3849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928CCF-3DA5-41BB-8454-E185CE0F6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B5689-9A0E-4303-8710-E82400D5F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c4d5b212994316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EF8576-8566-4455-9E52-0147D61C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6630C9-3E89-426C-8C4E-5B7D7813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records a general target such as 'get better at maths'.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23BDB5-C4A2-457F-92F7-A7AC8A5F8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A177E4-4424-4B8E-8F95-9E2E8935A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08BE6B-A05B-49AE-8CE1-2E76FABB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assessment evidence to name the exact concept, method, example and support required next.</a:t>
            </a:r>
          </a:p>
        </p:txBody>
      </p:sp>
    </p:spTree>
    <p:extLst>
      <p:ext uri="{BB962C8B-B14F-4D97-AF65-F5344CB8AC3E}">
        <p14:creationId xmlns:p14="http://schemas.microsoft.com/office/powerpoint/2010/main" val="95940543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A13BF4-8D4B-4A8C-B194-F0F36A6DA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48EC4-5EBF-46DF-B162-25ADE40A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45EC8-33C8-4B3D-8424-46E56468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5C246A-0492-40C8-B90E-3EB8959B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62ABF5-5331-4252-863C-31512088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12C6A-1B3C-499C-BDF1-4563ABED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60185D-FC64-4518-97E3-670F8D83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28F1AE-5BD8-4C83-BC0F-B369CED66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729C93-3F8B-41CD-B576-D718F08B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24CE8E-6AA6-4B42-A6E7-DAEB36365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3386039-1D79-4EDE-9CF7-CC787F4A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4B86B9-EF62-4CDE-A220-1638E880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FD486-76E8-4E84-9BE2-A0404A51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£640 item is reduced by 12.5%. Find the sale price.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8843B80-C7A8-42BC-BBAB-877602D0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8789B7-B33E-4298-BC9B-8046E499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3A7F18-3A09-4C85-805B-7907AFF9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7DDCAD0-D273-4ED5-8A97-ED7910DF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5A6BA9-5F4E-4A67-AF75-4E3554E33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84817B-AD8B-4C70-9FE9-2316F6D1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1B8BB-C34D-4853-8DD5-29B28D3B8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0E7030-909F-4EE1-A0A8-908ED80E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£560.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C800EBA-0E94-41FD-BF51-4EE85E5EB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23617864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AD53EF-D1B9-4831-9B16-1E885B964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52C86C-50F0-4525-AEF0-98222A70F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C93BEF-A663-4097-8D84-3DD677316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9FDEFD-A9D5-473F-89BC-D1152B3C7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59C28A-AE67-479D-AA8B-9417608A9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EE0A29-9C10-42FA-A723-3B354B4DD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3E2F9F-2116-4A12-89BB-4472A3F2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831DB9-8140-4EFD-88D2-029AEF3B4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63C9D-4D0E-4111-85B7-DA336941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DD987A-AE10-4AEE-BBEA-2DE284469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A8033-C545-4B65-ABD6-ABFCE4DE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04B240-A1D2-448C-82CC-688F19D54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A72EC9-9F24-4287-9C4C-A6BC22CC1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FD6190-F741-4D66-B125-9FE3EA5B8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D7AF3D-B42A-46CD-8FDD-186BBF1D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30BBE9-C5C7-4132-A6E0-9A9DBB0B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C5CFA5-F30E-4025-9CBF-73F0C5BE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78182E-71F2-4CE2-9BEF-69E18E93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E07AF5-AF28-430B-A9CD-9346E134D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59CA6D-8357-4C37-BAE0-FFABE551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558CA1-926C-44F6-90C4-65484E65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3999634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F6572A-4125-449B-8A10-7DDACCB16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41AA1F-0966-4AE5-85CC-A8E9DE3A2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223AD4-A5FE-4C6D-BD9C-DEF3A195C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99C05-6C67-4020-9564-43E35BB8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799781-30ED-4A11-8570-0DCCF519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E12ED-52B1-4D27-82A1-86EABCC46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4F11CD-1CDA-49A9-A9F2-560D7E195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26FF5D-2EDD-46BD-893C-04A7184C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D361FC-09E4-4486-9029-6785FB920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8CA24A-E097-47CA-8320-950D7306D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2 1/4 divided by 3, then write the answer as a decimal.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7E4109-4425-4B10-91B9-D07A70A0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B9BA2-FCFF-4297-82C2-5418ECFC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22BD7-E24E-468D-8548-C8B19D6AC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3/4 or 0.75.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242243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24A5F5-E03D-43B2-83F2-A43000303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44509B-EC0B-4FEA-9D99-0596AA9B6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1F2B89-2A47-428D-8AF7-88F14B3E2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7B627-F601-443D-ABDF-3846086A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E727B2-7B11-448C-A610-10723A4A0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579AB2-0051-4C37-A22C-7BEE41AB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B966D-36DC-4167-A814-E2EB55FD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B1260-528F-4B85-86C0-79E72E46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C09FDC-468A-498D-908E-FED70CA0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EB8EA9-242F-41AD-A635-7609C10B2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30836B-0397-4DE8-BCE7-B1217C131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38E4E0-4144-44A3-B0BD-25792FE98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650044E-77AE-43D1-A664-CB3FE6DEB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C18E03-92EE-447C-9D82-862787EB8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38EEF9-728A-481B-A944-3C353510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4A8E85-2204-4321-9059-33EDFEE6C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9 cm.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34F7B0-A0F0-43BF-8CE5-F54628C0D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AF94C9-F814-4F1B-B400-38429590B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62710885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92836C-1B8C-401E-8656-750E972D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7830C1-D4BD-4855-98E3-E319FC27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7EA620-F388-45FE-8173-83E164A8F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00839-3D9D-4ED0-9AFB-C3DB6680C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C20851-629C-469A-A0BC-3C2EFE67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99D6CD-5DD7-4831-BE78-294F2768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6E27D0-0CDF-410B-B478-4E1278E5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361CD-B08D-4F7B-908A-D710BE59F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C4B1C7-1587-44F9-A1CC-9F89FB59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Retrieve geometry and statistics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33C1AD-5E11-46DB-94AF-1A5520D4F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3D69E-B303-41FD-955C-66A365BD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DF1DDB-542A-43AC-82E0-B5A766826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24B2D1-0763-4E2F-A391-256A4907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756 cm3, length 12 cm and width 7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A38641-F5A9-40CE-9F4D-BE49572D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F85E8B-D5FE-4F5D-B913-4A8A7FF33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B5B902-F0F7-4C27-8BF9-9A5B02EB9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E8DF3C-BF2B-438D-AD31-5665AE7E3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records a general target such as 'get better at maths'.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4D4E5E-3E8B-4A28-A6A0-712ABD7F9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B1AFB7-8425-44DC-9189-A47192EA9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F331F-2F81-4CC3-BBB2-1FE68359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D3917A-3704-4B70-8E2E-661CE71C0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CD8E2D-CCF3-4FF4-8094-BEFE3C38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789318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2026-09-09T20:50:36.1170000Z</dcterms:created>
  <dcterms:modified xsi:type="dcterms:W3CDTF">2026-09-09T20:50:36.1170000Z</dcterms:modified>
</coreProperties>
</file>