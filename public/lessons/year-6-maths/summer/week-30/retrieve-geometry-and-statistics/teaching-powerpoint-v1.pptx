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Retrieve geometry and statistics.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geometry and statistics.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CDFBD7B3-B655-4CA9-B461-3815137871D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Retrieve geometry and statistics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F96B76D-2357-4DE4-A31B-B7722F4D340E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C6E4067-C6F4-4CCA-9445-072FD412E4D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7758E45-1CB6-4591-BD14-BAD5B5CB9C4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716DCF4-86E2-4D15-AB8D-91DC0D9FBA7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7A11258-BAE6-4EFE-B376-9D9BDE08AD78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retrieve geometric and statistical methods.</a:t>
            </a:r>
          </a:p>
        </p:txBody>
      </p:sp>
    </p:spTree>
    <p:extLst>
      <p:ext uri="{BB962C8B-B14F-4D97-AF65-F5344CB8AC3E}">
        <p14:creationId xmlns:p14="http://schemas.microsoft.com/office/powerpoint/2010/main" val="531123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6A52455B-D7CC-42E4-B203-83F541FA59B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726BE51-D320-4210-B79F-F1D5D1A2AB1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18 cm, perpendicular height 11 cm.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99B9061-74E5-4B19-AD8F-5A0C61CD49C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2A20302-E208-45ED-83F9-ABF8C66F691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ADF2CBA-053E-491A-9E6F-E854881A935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6CE8BB8-E80D-47B9-92F3-EB7ED5F14880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AEDC6C5-37ED-4384-945D-C9F503A0F3AF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18 cm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2227A05-76B4-4665-9E70-4E1167F7ACC1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BBED601-3C8E-477C-90D3-91B164348EE0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C133DE0-65C7-4C7D-8ABF-BD4DD4C57E75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18 × 11 ÷ 2 = 99 cm²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A86E640-6F2D-441F-80A0-F02E48734C6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38460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CA0670F9-5E76-4C9A-9325-4B9098F4B65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2EE8F1A-B9DD-48F8-B9BE-3A2E94E154E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04A1F57-B63B-4F3D-86A9-50BDE2618D5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20 cm, perpendicular height 11 cm.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9C55157-FBA5-493D-AD68-AC13D1B5CC9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94EF0A0-2ECD-4583-87F2-0FCC7EF7339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71C1C5F-1149-4A7A-BC6A-39CB8921753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710ACA5-1E57-4A8E-9501-F84F2DF4DFC6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86CE0A7-93E7-45CD-A037-A80889ABCE2D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F44A240-3E17-4059-B406-DB22CFB8589D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AEDAC3C-A84E-4F5D-83C6-1671A1B7BD5B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FD83727-33F6-49E4-9484-BFC58AA6F22C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20 × 11 ÷ 2 = 110 cm²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FFA31C8-5417-44FE-BB3C-744617250A4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201999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A49B7411-ED0C-4428-BC4D-CDC5BBEFC8E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4DCE315-A410-4B57-BEA8-72F67DCA575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22 cm, perpendicular height 11 cm.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8879705-51E5-4699-92C5-BD10BF8C971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6EC19DB-A9DC-4A22-B07B-9DACAFEB24F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EFC2C76-337B-4A21-A106-4906776176C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D361FA2-AE91-47DE-8BDC-92BFAA3B1DDE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EEF32D2-BEEE-4174-877A-1BA801BBFBA3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22 cm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AB8096F-15DC-44BB-8CCD-7144F202DFFA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0AB0DEE-CF68-4EFF-889A-D33535BA7C08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6C6412B-06A1-4BA8-B60E-F2267B996920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22 × 11 ÷ 2 = 121 cm²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5E57419-69D1-4845-9B70-CC83FC537B03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99344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FB361F3C-5FD5-4D3B-B42E-2D875A36AD2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7713E0A-897F-49F3-B117-232A27E3839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8F925CA-1ABC-4147-931F-14AAC895BB1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24 cm, perpendicular height 11 cm.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DD4E07F-2762-4D1E-BC57-6708A866477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8559953-4F61-48BB-8A8B-CBD137AEF55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EBFA479-7957-47A4-A1BC-631B63EA65D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C1A7F77-ED65-4FF4-B288-A8B358897667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A0CBB92-8F80-4DEA-9FA3-C274CC266ED7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24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90E1DC8-BA33-46DF-A16B-DAC32D8B107E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66D46E4-F2D9-41F4-8621-47C788A9F8D9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32F1DD1-720E-4855-A992-CDFFAE692F51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24 × 11 ÷ 2 = 132 cm²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A85C4BB-A8DF-4B44-8972-1DD38744D6B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32346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7736A05D-481B-4D67-AED1-E95030F397A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DEE9559-BAB1-4E0B-B38D-062B62CF7B48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388AB1D-CE08-4959-AD39-F611834D156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FAD6C09-0AA8-4CD8-AB97-8D846571B55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BBF3298-02A8-4BF8-B1BB-DEFA8EC62CC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DA8B2DA-69D6-42FA-84C9-DA8FC3C202E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02FF897-D3FA-46AD-B440-FF566EF52738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827BD47-A73E-4245-835D-7F898D06EE1F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 of a triangle with base 18 cm and height 11 cm, then find the mean of 18, 22, 25 and 15.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D6D3A9D-9A65-4207-BCC6-28EB5AB4153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4E749C3-2C0E-45BA-9045-B52796ED68E7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£640 item is reduced by 12.5%. Find the sale price.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38425AE-44FA-475A-9E9B-525BB38D498B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AEBB61B-0CC4-4835-86E8-3DAA545958D8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cuboid has volume 756 cm3, length 12 cm and width 7 cm. Find its height.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5D28114-AFD4-4CA0-9D1E-70AF6F996FE0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5345D1F-F9D0-4CB6-A1D2-119B633C00D3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Find the area of a triangle with base 18 cm and height 11 cm, then find the mean of 18, 22, 25 and 15.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FD4A64D-74EE-449A-AF43-26B3AD87708B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3B9FB30-8F9C-4239-832E-0348E6EBF141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£640 item is reduced by 12.5%. Find the sale price.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A70B047-A3A0-437E-A6E8-F4CF4403410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A947D50B-34CE-4D4D-A3B6-95C62D67E5B9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cuboid has volume 756 cm3, length 12 cm and width 7 cm. Find its height.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AEE91E2-7DB8-49CE-BA5A-43DE5E613CAB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606BAE5-D2AE-4CD2-BED9-9CA4DA6D79FA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Calculate 2 1/4 divided by 3, then write the answer as a decimal.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39A0569-1539-4056-A2B1-EB49F60B394A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1F93D31-3463-4E8A-9141-F8934DE1F831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records a general target such as 'get better at maths'.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C7DC7432-88F4-4D30-A860-3B5185C70F51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AFFA680-19EF-4D9F-B641-D74AA1046CC8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33C1144-DC5D-46EB-A9BB-F92CED35A466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2986286-31C6-4E04-ABB1-41C6FE7A24B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cuboid has volume 756 cm3, length 12 cm and width 7 cm. Find its height.</a:t>
            </a:r>
          </a:p>
        </p:txBody>
      </p:sp>
    </p:spTree>
    <p:extLst>
      <p:ext uri="{BB962C8B-B14F-4D97-AF65-F5344CB8AC3E}">
        <p14:creationId xmlns:p14="http://schemas.microsoft.com/office/powerpoint/2010/main" val="163746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3FAA8876-0D20-4CD5-BEAA-0988BD7B2FA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0155BDE-A5AE-458B-9B80-5DCCBE62886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9AB2248-1C7D-49AD-8AD7-BB94E9FB9DE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FDD639C-A2F1-4A8E-8648-F8BCDA31E52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geometry and statistics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325E3AC-71A1-4228-86E3-9899D7D0EF0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6D73AD7-4251-46DB-98CE-205AC393336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7EDEA61-B53C-4E62-9FC0-5612A8774DB9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99 cm2 and 20.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AE119E7-5612-488D-B7CF-0EF2FC609A1F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0AB7275-1857-41E9-8F80-5F93E1EF6496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£560.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5886637-EAB5-4AEF-9261-7FEDABDC34E1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2362813-8E42-4AEC-B482-325DF1C422E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3DAA837-95CB-4B05-BB4B-A44820A2B572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317D98E-FE0C-4624-9437-D9451991CF92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99 cm2 and 20.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FC71552-7A83-4BF3-865F-C6F5C2357CED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BC37566-3B86-463D-B296-794CBC27EFC4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£560.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D8D3CE2-5E02-47A5-A2E8-DA7270DE17F1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3A2971F-8F1C-45AA-B3B7-C7AAE66A3B9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9 cm.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57562E6-A332-4C68-BD99-3B3E37DF2FEE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5F59EEF-D92A-4E49-8A43-C98B29486656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3/4 or 0.75.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CEF2F1F-4DED-45B1-BAD1-1680018C33BE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32CD6CE-07FE-48D5-A484-31DB92F7852A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assessment evidence to name the exact concept, method, example and support required next.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645D1B2-9115-4B13-ABB0-FEB90F93BF7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B0434B1-794B-40D3-BCD1-BE826B75A19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08938C4-A662-49F3-BF54-8A02923D3955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763DE81-19D2-4DCD-A73E-3BBC84E6A080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5772420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2026-09-14T13:14:40Z</dcterms:created>
  <dcterms:modified xsi:type="dcterms:W3CDTF">2026-09-14T13:18:17Z</dcterms:modified>
</cp:coreProperties>
</file>