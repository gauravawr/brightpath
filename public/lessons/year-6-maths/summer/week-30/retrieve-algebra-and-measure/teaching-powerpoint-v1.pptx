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9fc1f197ec42f6" /><Relationship Type="http://schemas.openxmlformats.org/officeDocument/2006/relationships/extended-properties" Target="/docProps/app.xml" Id="R460644e996514480" /><Relationship Type="http://schemas.openxmlformats.org/officeDocument/2006/relationships/officeDocument" Target="/ppt/presentation.xml" Id="R68c33bb2bec04e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1e75d5c6da429c"/>
  </p:sldMasterIdLst>
  <p:notesMasterIdLst>
    <p:notesMasterId xmlns:r="http://schemas.openxmlformats.org/officeDocument/2006/relationships" r:id="Rbc742f8e3c1e4a75"/>
  </p:notesMasterIdLst>
  <p:sldIdLst>
    <p:sldId xmlns:r="http://schemas.openxmlformats.org/officeDocument/2006/relationships" id="256" r:id="Rdeb9054a7cd842bb"/>
    <p:sldId xmlns:r="http://schemas.openxmlformats.org/officeDocument/2006/relationships" id="257" r:id="Rb81fcd35969a49ca"/>
    <p:sldId xmlns:r="http://schemas.openxmlformats.org/officeDocument/2006/relationships" id="258" r:id="Ra049765c64004b22"/>
    <p:sldId xmlns:r="http://schemas.openxmlformats.org/officeDocument/2006/relationships" id="259" r:id="R3945f0385bd14755"/>
    <p:sldId xmlns:r="http://schemas.openxmlformats.org/officeDocument/2006/relationships" id="260" r:id="R3d6280bca24a44a7"/>
    <p:sldId xmlns:r="http://schemas.openxmlformats.org/officeDocument/2006/relationships" id="261" r:id="R3348ef35e8e84bd2"/>
    <p:sldId xmlns:r="http://schemas.openxmlformats.org/officeDocument/2006/relationships" id="262" r:id="R4fe20d6b2e5d460c"/>
    <p:sldId xmlns:r="http://schemas.openxmlformats.org/officeDocument/2006/relationships" id="263" r:id="R07d7aeb214f34a45"/>
    <p:sldId xmlns:r="http://schemas.openxmlformats.org/officeDocument/2006/relationships" id="264" r:id="R400f7950f2bd4498"/>
    <p:sldId xmlns:r="http://schemas.openxmlformats.org/officeDocument/2006/relationships" id="265" r:id="Rd402e5ea1c394895"/>
    <p:sldId xmlns:r="http://schemas.openxmlformats.org/officeDocument/2006/relationships" id="266" r:id="R4c805b85a0344439"/>
    <p:sldId xmlns:r="http://schemas.openxmlformats.org/officeDocument/2006/relationships" id="267" r:id="R3079ccb0385148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0d35ef366e4ef4" /><Relationship Type="http://schemas.openxmlformats.org/officeDocument/2006/relationships/slideMaster" Target="/ppt/slideMasters/slideMaster1.xml" Id="R791e75d5c6da429c" /><Relationship Type="http://schemas.openxmlformats.org/officeDocument/2006/relationships/notesMaster" Target="/ppt/notesMasters/notesMaster1.xml" Id="Rbc742f8e3c1e4a75" /><Relationship Type="http://schemas.openxmlformats.org/officeDocument/2006/relationships/presProps" Target="/ppt/presProps.xml" Id="R5c6d99d45e41411d" /><Relationship Type="http://schemas.openxmlformats.org/officeDocument/2006/relationships/tableStyles" Target="/ppt/tableStyles.xml" Id="Rba6f89f360c040ef" /><Relationship Type="http://schemas.openxmlformats.org/officeDocument/2006/relationships/slide" Target="/ppt/slides/slide1.xml" Id="Rdeb9054a7cd842bb" /><Relationship Type="http://schemas.openxmlformats.org/officeDocument/2006/relationships/slide" Target="/ppt/slides/slide2.xml" Id="Rb81fcd35969a49ca" /><Relationship Type="http://schemas.openxmlformats.org/officeDocument/2006/relationships/slide" Target="/ppt/slides/slide3.xml" Id="Ra049765c64004b22" /><Relationship Type="http://schemas.openxmlformats.org/officeDocument/2006/relationships/slide" Target="/ppt/slides/slide4.xml" Id="R3945f0385bd14755" /><Relationship Type="http://schemas.openxmlformats.org/officeDocument/2006/relationships/slide" Target="/ppt/slides/slide5.xml" Id="R3d6280bca24a44a7" /><Relationship Type="http://schemas.openxmlformats.org/officeDocument/2006/relationships/slide" Target="/ppt/slides/slide6.xml" Id="R3348ef35e8e84bd2" /><Relationship Type="http://schemas.openxmlformats.org/officeDocument/2006/relationships/slide" Target="/ppt/slides/slide7.xml" Id="R4fe20d6b2e5d460c" /><Relationship Type="http://schemas.openxmlformats.org/officeDocument/2006/relationships/slide" Target="/ppt/slides/slide8.xml" Id="R07d7aeb214f34a45" /><Relationship Type="http://schemas.openxmlformats.org/officeDocument/2006/relationships/slide" Target="/ppt/slides/slide9.xml" Id="R400f7950f2bd4498" /><Relationship Type="http://schemas.openxmlformats.org/officeDocument/2006/relationships/slide" Target="/ppt/slides/slide10.xml" Id="Rd402e5ea1c394895" /><Relationship Type="http://schemas.openxmlformats.org/officeDocument/2006/relationships/slide" Target="/ppt/slides/slide11.xml" Id="R4c805b85a0344439" /><Relationship Type="http://schemas.openxmlformats.org/officeDocument/2006/relationships/slide" Target="/ppt/slides/slide12.xml" Id="R3079ccb0385148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bfbc2291e74c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e65e2f1e654183" /><Relationship Type="http://schemas.openxmlformats.org/officeDocument/2006/relationships/notesMaster" Target="/ppt/notesMasters/notesMaster1.xml" Id="R5fbec892d31745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e8014776ab46b4" /><Relationship Type="http://schemas.openxmlformats.org/officeDocument/2006/relationships/notesMaster" Target="/ppt/notesMasters/notesMaster1.xml" Id="R0b78843608374e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d253d65d964350" /><Relationship Type="http://schemas.openxmlformats.org/officeDocument/2006/relationships/notesMaster" Target="/ppt/notesMasters/notesMaster1.xml" Id="R942dff9194cb47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cf04baab7f42d5" /><Relationship Type="http://schemas.openxmlformats.org/officeDocument/2006/relationships/notesMaster" Target="/ppt/notesMasters/notesMaster1.xml" Id="R679a9539218e40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5b217969834761" /><Relationship Type="http://schemas.openxmlformats.org/officeDocument/2006/relationships/notesMaster" Target="/ppt/notesMasters/notesMaster1.xml" Id="R3d94135b617f48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21d89406a44614" /><Relationship Type="http://schemas.openxmlformats.org/officeDocument/2006/relationships/notesMaster" Target="/ppt/notesMasters/notesMaster1.xml" Id="Ra19f7f09b47d4f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6bf44e69bb4caf" /><Relationship Type="http://schemas.openxmlformats.org/officeDocument/2006/relationships/notesMaster" Target="/ppt/notesMasters/notesMaster1.xml" Id="Rfe142afa9dfa46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82fc4f564b4542" /><Relationship Type="http://schemas.openxmlformats.org/officeDocument/2006/relationships/notesMaster" Target="/ppt/notesMasters/notesMaster1.xml" Id="R4ad9afadf91d48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e3d1a533b04932" /><Relationship Type="http://schemas.openxmlformats.org/officeDocument/2006/relationships/notesMaster" Target="/ppt/notesMasters/notesMaster1.xml" Id="R38438903ddac4e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3fcb7251b2495a" /><Relationship Type="http://schemas.openxmlformats.org/officeDocument/2006/relationships/notesMaster" Target="/ppt/notesMasters/notesMaster1.xml" Id="Reafb52616fc44c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bd6b4c16624a08" /><Relationship Type="http://schemas.openxmlformats.org/officeDocument/2006/relationships/notesMaster" Target="/ppt/notesMasters/notesMaster1.xml" Id="R4592c8b9cd114d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4855c7485a24925" /><Relationship Type="http://schemas.openxmlformats.org/officeDocument/2006/relationships/notesMaster" Target="/ppt/notesMasters/notesMaster1.xml" Id="R2adeae73b56948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formula reminders, reflection and transition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99 cm2 and 20. | Retrieve the relevant fact, representation or formula. |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apply, justify, review, transition,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x = 13 and 3,450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99 cm2 and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99 cm2 and 20..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£560..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£560.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£560. | Use assessment evidence to name the exact concept, method, example and support required next.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9b3eea9d040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a3fd915c1e4d84" /><Relationship Type="http://schemas.openxmlformats.org/officeDocument/2006/relationships/slideLayout" Target="/ppt/slideLayouts/slideLayout1.xml" Id="R19521de2ddc040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521de2ddc040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4da700cba437b" /><Relationship Type="http://schemas.openxmlformats.org/officeDocument/2006/relationships/notesSlide" Target="/ppt/notesSlides/notesSlide1.xml" Id="Rd90e845f2a2246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3233d0d1f466b" /><Relationship Type="http://schemas.openxmlformats.org/officeDocument/2006/relationships/notesSlide" Target="/ppt/notesSlides/notesSlide2.xml" Id="R0929d5a83e294b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aedeb512f4619" /><Relationship Type="http://schemas.openxmlformats.org/officeDocument/2006/relationships/notesSlide" Target="/ppt/notesSlides/notesSlide3.xml" Id="R91ee70ea5fee49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7eb9e9f29480d" /><Relationship Type="http://schemas.openxmlformats.org/officeDocument/2006/relationships/notesSlide" Target="/ppt/notesSlides/notesSlide4.xml" Id="Ra2bde0fb61444a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4492a5f3c4598" /><Relationship Type="http://schemas.openxmlformats.org/officeDocument/2006/relationships/notesSlide" Target="/ppt/notesSlides/notesSlide5.xml" Id="Rda500aab5b9e4f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b810640d14fa8" /><Relationship Type="http://schemas.openxmlformats.org/officeDocument/2006/relationships/notesSlide" Target="/ppt/notesSlides/notesSlide6.xml" Id="R1fb5d9aecc004a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791e3147a48fe" /><Relationship Type="http://schemas.openxmlformats.org/officeDocument/2006/relationships/image" Target="/ppt/media/image.png" Id="Rfae10d01a3a2410c" /><Relationship Type="http://schemas.openxmlformats.org/officeDocument/2006/relationships/notesSlide" Target="/ppt/notesSlides/notesSlide7.xml" Id="Ra9c20ab1606247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ac413fdfb4348" /><Relationship Type="http://schemas.openxmlformats.org/officeDocument/2006/relationships/notesSlide" Target="/ppt/notesSlides/notesSlide8.xml" Id="R067209f8cf4a4d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55f9e144e4242" /><Relationship Type="http://schemas.openxmlformats.org/officeDocument/2006/relationships/notesSlide" Target="/ppt/notesSlides/notesSlide9.xml" Id="Rd5dd0e4033cd43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ebd46d3e64bb0" /><Relationship Type="http://schemas.openxmlformats.org/officeDocument/2006/relationships/notesSlide" Target="/ppt/notesSlides/notesSlide10.xml" Id="Refa37f0c9cc64b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34f5a841a49fb" /><Relationship Type="http://schemas.openxmlformats.org/officeDocument/2006/relationships/notesSlide" Target="/ppt/notesSlides/notesSlide11.xml" Id="Rf877fe5e53934a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45659abe94c0a" /><Relationship Type="http://schemas.openxmlformats.org/officeDocument/2006/relationships/notesSlide" Target="/ppt/notesSlides/notesSlide12.xml" Id="R2f6dee19186f4a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0740D4-4F71-4C82-8B47-CF2A08B1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B1D17-5B0E-446A-94C1-C31E6F4F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5BF2E-8DDD-4392-9204-FC62BE30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D6627-B903-4422-B9F7-00282187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4FD738-C913-46C9-8D68-826682B9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13D89-C10F-4A52-8F7C-4A4D38F0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FC1B0-352F-46F2-A2EE-B6E9CFB3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3D3FB-B02F-4C54-9C17-F0BB8D95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algebraic and measurement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B05D15-C66A-460D-BCC4-1C2D7E46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9CEEA-CC21-48CB-AEE6-CC6542F8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C60A5-A8B8-4DF0-A771-58AD6E73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938876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68064E-CE0A-4F71-8A98-B612F05F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6C967-E44C-40AD-A950-CDAEEB64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DC159-672B-4751-9F08-86E8DF27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237F8-2300-4DF5-B917-EC12F354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96D4C-5749-48C2-9B3A-CFAC0549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746FCA-2768-4904-ACC0-EEF62CF2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E446B-04A7-45C3-B088-3FDBB1EA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FB7F7-370A-4694-8DB3-88C654E3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93F307-2BF3-4CD3-8EA0-8CA56A56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F533C4-E60C-477D-8267-A3ACA7E9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76F76-A0B0-4BF2-8E5E-33167E01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860611-9492-4D0E-B3EA-05279C67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15C5C6-0E59-44A3-AE67-108C8CA1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Year 6 learning across number, ratio, algebra, measure, geometry and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56A71B-DECE-44E9-9AA9-3BA81A43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CFF21-840D-4CFA-8EF9-604080B4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3ED6A9-32F8-4A65-98BA-0C69274C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4E64B6-7CE5-429E-9E3B-B32AD204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4DE17D-9448-4BD6-B60C-392F6197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A012C4-1935-431C-BE63-657AEAF0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B51E30-5424-409B-8DD4-3B288DC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5363EF-0DCC-437B-848E-B298DB72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5x + 8 = 73 and convert 3.45 km to metres.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A215F1-D435-485A-A8AF-9E181E73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842802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12936D-9F37-478C-8F82-B1543091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7E5AED-BC3C-4B30-B4E8-5B732DF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FB196-85A6-4C57-B0EC-665FFA2F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4A04D-C8F6-4EBF-BC3E-803DF511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D8A18-611C-4AF7-89D6-00E25A95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B9FD79-F3A3-4E38-AFFC-28FA6D36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951FC9-9EBA-4BD4-8BA8-8ADC41E7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C118E-DF69-44DA-B1A5-446B519F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968FD-3058-464C-9D60-B816F340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3CB1BA-4E2B-41CE-93F5-12EFD084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algebraic and measurement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FCDF2-C624-4B9B-B466-58198D3D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0B2669-415A-4009-AD5D-1FCADA17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fact, representation or formula.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66E3D-B094-4D0E-99B1-309DF01C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method and explain the mathematical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51E820-7129-465B-88D1-C549399B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precise transition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9201E0-F241-4CD2-A218-53B774B5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apply  |  justify  |  review  |  transition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20206779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33847-814D-444A-8F47-263E6804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C722D-79C5-4F42-9A2C-9FE441C2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CFA65-32C6-45A2-9ADD-F267FC34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62F6B9-6675-4498-803B-20024815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941D3-1117-4BEA-86C7-3003BB90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A3D38-B324-41A1-B25D-7D4A0655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48994-44EA-4B8D-B59F-1D656779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440508-7E82-4BBC-A139-713C53BC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93C14-CAC3-4044-B349-6FD26AD5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3B62C-D929-4D8F-A95F-8A9FE81E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07165-B7A6-405C-B6A8-77EF08FB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03714-2FAC-4022-84E9-3FF2DF60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FFA9FC-2356-4F23-8005-913773F2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fact, representation or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893814-A106-42FE-8431-2915E13B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B171E-4130-4DC5-9E17-843C50A6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D5CD0D-0D78-4020-8AEA-D8B50054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method and explain the mathematical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85348F-F91E-4221-968E-66EB0B21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37165F-4F4D-4AA0-A091-FD6902A4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F7C9CF-2520-4296-A55D-6A9C2C6E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x = 13 and 3,450 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D61FC5-94B7-4FA6-96AA-45956E38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9817E2-79B6-4DC8-BDF7-8717EB3C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1DB5C8-5441-4276-8F8C-F33ABE30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precise transition target.</a:t>
            </a:r>
          </a:p>
        </p:txBody>
      </p:sp>
    </p:spTree>
    <p:extLst>
      <p:ext uri="{BB962C8B-B14F-4D97-AF65-F5344CB8AC3E}">
        <p14:creationId xmlns:p14="http://schemas.microsoft.com/office/powerpoint/2010/main" val="7118974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1683D6-F329-404F-AABA-E8BE8B94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C2B58-5A95-47D6-A106-963348E1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A3E073-C042-4686-BE91-F7A2E85A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C3547-7142-4DFD-8CCE-50D6D6CE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89CCFA-F514-426B-B2FE-2E4F185A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F11F7-9A1F-466D-9DB5-C5F09DDC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94660-E3F0-406B-8326-48B97907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9E92B-3E88-4ED4-B538-8A2CD5F0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68B2E-E7EA-4713-8240-2CC524EB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09976-42A8-438E-8725-1E770CB4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9E97CC-5C6D-4936-9AEA-F7C1AFD8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13 and 3,450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94F388-E2E6-4C68-BFBC-F72AAA05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92ECC1-212B-404C-BA66-49BA6442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precise transition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04E40-6688-4C63-8F4F-78867488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303707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CF5C67-4F98-40E3-BA94-B8D99733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24935-9A62-4DEF-B481-94B456E6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01911-E7A9-4B06-88D8-75BC1CDC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49036-A5F6-42A3-86A4-58CE71DD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6F21F-A54B-41B9-8DB5-0048D2F3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03F0E8-1476-4053-97EE-20E9E3B1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6A85DC-A022-46F6-9ED2-AC1CC949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BBFB3-BE41-411A-9255-CC196771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E2C8F6-A455-4D67-AC68-AB0A7E2E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39AD8-C0B2-4BBC-97A9-8E4F68AD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9D448-8AC9-4CF0-8381-6D799235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B3AC7-EC46-42BD-9311-D6031DF0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789B3-66B6-4BAC-AF9D-7F4281CA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0AC22-7CBB-47A2-83ED-E295B3B0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CC3C52-32A1-43D9-9F44-BAF82B45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99 cm2 and 20.</a:t>
            </a:r>
          </a:p>
        </p:txBody>
      </p:sp>
    </p:spTree>
    <p:extLst>
      <p:ext uri="{BB962C8B-B14F-4D97-AF65-F5344CB8AC3E}">
        <p14:creationId xmlns:p14="http://schemas.microsoft.com/office/powerpoint/2010/main" val="12736040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4C7FF-576A-45CF-B8CB-C3C60329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4AC93-7113-422A-9241-D52261BD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3E222-CA98-4668-981F-6C021B40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D6679-A9E1-42AA-A5E2-167EFE78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B7DDE-D428-4B94-B73E-4185C6D3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0FBC4-21FC-41A5-8DC0-4FE1B100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0DA0C-7E51-4BE1-ABEC-4130BDDA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A40F4A-A384-4123-BD50-CBA9E058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75E17E-BE59-4D13-B026-DF17CD52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e10d01a3a2410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FA5F60-E016-4B39-A529-92FD3315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AD417-2738-41EB-B7E1-4365BF12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records a general target such as 'get better at maths'.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14589-52CA-481E-97A9-4C9DF872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D412B-556E-4511-AE77-9508A3AF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E260F3-9A61-4436-BD59-3F9E9EE4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14745697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44ACD2-28B4-4492-8F87-65F9519E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7D0E3-E2CA-44B9-AD1F-E6E76F42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DF17C-F42B-44AD-B503-8F663723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E9A226-D636-4C71-9A44-F183E7B5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23424-44BC-407C-897B-7E1FB353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D14736-EC9F-462E-8A5E-0D61DE1B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5F696-0285-4341-8FEF-32EEDBDD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02D3B-0A20-4E1C-8F53-169C57E6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AADC3-159E-4C6A-ADD6-6CCAFF6A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FBE83-D447-4FC9-8109-A8732FE0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31C2FB-3700-44BE-9C32-C34AE6C4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77B44-9354-47E2-A2B0-DE989A15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EC709-A30D-4747-ADD1-10A54CEE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49222-566D-4815-A97F-72AF1C72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C44C65-C1E0-4E79-A33E-7510F63B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AAA9BA-F296-45EF-88C1-D393B895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AC4056-F777-4B81-B447-CB5B1351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983E53-AB98-4802-ADC4-0542742C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5BBF55-1BCD-4091-9EFA-9C5FB7D0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67538E-D945-4B64-A2C3-AE96470B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6F6973-203A-4040-8E7B-405C8433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99 cm2 and 20.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F2F736-8DE7-4FF7-871F-7511D137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952173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1698D7-4D1C-4ADD-8EB9-7AB24D8A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D494B2-E2E2-4EFA-B0E7-01CED047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0B3C3-FEAC-4602-97D9-F6042745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6E0B9A-782E-4125-A0C4-3F0B9999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AF52E-6DFB-433B-B352-D496C43B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9FAAF-8F2C-465B-BB6B-53B810AE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74BD9-C7D9-4099-B678-6F9A23C7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63AC6-C9C8-4FE9-9F1B-1ABF11C1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5EED4-8E5C-4430-8937-17D6BE43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9CE47D-DC30-42BE-9219-58AD1A3F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1D8008-AE1C-43CE-A315-D70369A7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F9127E-3D8D-454B-9FEC-FD74A5C7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A8BCD-C55A-4FB6-BB76-D74E9D82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ACC00B-CEC1-4E32-B1EA-C546E1B5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09804-6232-4ADD-BF59-7F7919DD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6099A-A5D9-4FFC-8D76-2B8571FF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6E1E9-3317-4951-B5C7-7A069670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25C9BA-C9AE-41B3-9F3E-ADFEF5D9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A27CA-0A1B-4CA2-B92F-47583842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C1CC9E-1F0B-4BB0-8705-C42BE927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0B5103-D35F-4B6C-ADD6-512D5E16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800263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40805-67C0-450F-A12F-190BFF36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C6A10E-5A35-4EAF-8FCC-A5DEB75A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36694-390E-4272-8B5D-9CE674FE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25431F-C21E-4A43-AB66-8284A249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B4219-2810-4F4F-834F-4BABB8A0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38018-949D-4130-B6C3-7CCB4FCB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EA43F-0B45-4126-8987-F37FBD74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84FD2-8EC2-4E31-9BB4-D4772C40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2C4D1-896F-4779-8368-70C61F4E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23D5BD-9805-4DA0-A92F-6A1A67DB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cuboid has volume 756 cm3, length 12 cm and width 7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94D25-64DA-4AFD-A9B2-CC67B843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696EFC-1D21-446D-921E-3A8CD137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19AE2-DDFB-4484-973A-101D9B50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362956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99967-EBA5-4577-87AC-2CD8AEC2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743109-B240-4802-9D8B-A3B96742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F445E-D6DA-44A1-ABB1-49EE5DFD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ABB73-FC1C-47D0-BFC6-96280E3A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DDCDA-C43C-49FD-BE84-C7419EE2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62285-E295-4E4C-AD60-C3D21707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F61EA-9D05-465A-AD96-BA4874E6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30222-0138-4D06-8F15-746F5EB4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5F1102-6B84-403D-9DAF-EE41B092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B4F50E-4BD8-428D-889D-167971F2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D6845-AAF8-42CC-8BA5-EF2BA1DC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0683BF-78C3-48CC-89A3-FC01C385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A04ADC-436B-4DA8-A92F-34C06656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D01003-473A-4453-BFE0-1BFD7AF9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C8085-61A5-4992-8DD3-90F8798A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E4938F-FF34-4998-AE85-0B14BCBF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£560.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3EAA3-D745-403E-BEFE-B43384AC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A0EBF-079F-4E36-817C-F61E55CF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454398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84F654-A5D0-436E-9464-B5CFD0A7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50AC36-CFBD-4BED-831D-312F3105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BF10A-724C-4362-B0A7-D115391E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2C7E6-E479-4E72-A911-959D8161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492C1-6B88-4F51-ADC6-5A9FDE71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A83BC-D50E-4E48-9B7D-91389B35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14F25-DD5D-4F33-B4C7-6BC1DD35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C934E-68E2-446E-9496-982E60EC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1FBE3-8027-4FF9-A32C-4EF1652C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590C5-E671-4E69-B82B-403767AF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7F03E-0D5D-41A8-B717-4260E075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CA8090-D4E1-466C-BB10-FFFFD87A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DDEEE-D61D-4D49-B6B5-BA698F50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2FAFD-3CCA-4F38-AA2F-6220C5CD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572F75-9E8A-41F1-B658-7E7E6736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317567-53EC-4D93-BD36-F6DDC07E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0AC5BC-2621-4EFA-A1F9-62D3DE0A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records a general target such as 'get better at maths'.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F9A859-E2FE-468A-9DD2-FFAEFABB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0E0A77-39C8-45EA-91A0-DAFA047E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87380B-D46B-4B7B-8A87-2FC6C378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680E9-04D3-4F7B-AA4A-1EF4ADBE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E55049-F56B-46F8-87F1-3D9625A1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53943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2026-09-09T20:50:35.0690000Z</dcterms:created>
  <dcterms:modified xsi:type="dcterms:W3CDTF">2026-09-09T20:50:35.0690000Z</dcterms:modified>
</coreProperties>
</file>