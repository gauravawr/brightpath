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e1afeeda3f44dc" /><Relationship Type="http://schemas.openxmlformats.org/officeDocument/2006/relationships/extended-properties" Target="/docProps/app.xml" Id="R85a0d209d7a14575" /><Relationship Type="http://schemas.openxmlformats.org/officeDocument/2006/relationships/officeDocument" Target="/ppt/presentation.xml" Id="R8d1dc317fb5740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53e6c56884d40a9"/>
  </p:sldMasterIdLst>
  <p:notesMasterIdLst>
    <p:notesMasterId xmlns:r="http://schemas.openxmlformats.org/officeDocument/2006/relationships" r:id="R3794a8cb693846b5"/>
  </p:notesMasterIdLst>
  <p:sldIdLst>
    <p:sldId xmlns:r="http://schemas.openxmlformats.org/officeDocument/2006/relationships" id="256" r:id="R32cd3296cc7c436b"/>
    <p:sldId xmlns:r="http://schemas.openxmlformats.org/officeDocument/2006/relationships" id="257" r:id="Rc2f867d45091448a"/>
    <p:sldId xmlns:r="http://schemas.openxmlformats.org/officeDocument/2006/relationships" id="258" r:id="R68eea3f5125749cf"/>
    <p:sldId xmlns:r="http://schemas.openxmlformats.org/officeDocument/2006/relationships" id="259" r:id="Rbcb7e796f8b440de"/>
    <p:sldId xmlns:r="http://schemas.openxmlformats.org/officeDocument/2006/relationships" id="260" r:id="R5d528757db704c38"/>
    <p:sldId xmlns:r="http://schemas.openxmlformats.org/officeDocument/2006/relationships" id="261" r:id="Rbbdb31e4568f4d0b"/>
    <p:sldId xmlns:r="http://schemas.openxmlformats.org/officeDocument/2006/relationships" id="262" r:id="R46717fc9ed8a4c8a"/>
    <p:sldId xmlns:r="http://schemas.openxmlformats.org/officeDocument/2006/relationships" id="263" r:id="Ra3a246ecc1364e12"/>
    <p:sldId xmlns:r="http://schemas.openxmlformats.org/officeDocument/2006/relationships" id="264" r:id="R0ab2e143640b43d0"/>
    <p:sldId xmlns:r="http://schemas.openxmlformats.org/officeDocument/2006/relationships" id="265" r:id="Rf0438e0995ab4fe4"/>
    <p:sldId xmlns:r="http://schemas.openxmlformats.org/officeDocument/2006/relationships" id="266" r:id="R9832d1659fcc4f70"/>
    <p:sldId xmlns:r="http://schemas.openxmlformats.org/officeDocument/2006/relationships" id="267" r:id="R39629598ab5042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7610cf715647c4" /><Relationship Type="http://schemas.openxmlformats.org/officeDocument/2006/relationships/slideMaster" Target="/ppt/slideMasters/slideMaster1.xml" Id="R353e6c56884d40a9" /><Relationship Type="http://schemas.openxmlformats.org/officeDocument/2006/relationships/notesMaster" Target="/ppt/notesMasters/notesMaster1.xml" Id="R3794a8cb693846b5" /><Relationship Type="http://schemas.openxmlformats.org/officeDocument/2006/relationships/presProps" Target="/ppt/presProps.xml" Id="R6d15be7c875344c5" /><Relationship Type="http://schemas.openxmlformats.org/officeDocument/2006/relationships/tableStyles" Target="/ppt/tableStyles.xml" Id="Rb1c683dbe45a41ee" /><Relationship Type="http://schemas.openxmlformats.org/officeDocument/2006/relationships/slide" Target="/ppt/slides/slide1.xml" Id="R32cd3296cc7c436b" /><Relationship Type="http://schemas.openxmlformats.org/officeDocument/2006/relationships/slide" Target="/ppt/slides/slide2.xml" Id="Rc2f867d45091448a" /><Relationship Type="http://schemas.openxmlformats.org/officeDocument/2006/relationships/slide" Target="/ppt/slides/slide3.xml" Id="R68eea3f5125749cf" /><Relationship Type="http://schemas.openxmlformats.org/officeDocument/2006/relationships/slide" Target="/ppt/slides/slide4.xml" Id="Rbcb7e796f8b440de" /><Relationship Type="http://schemas.openxmlformats.org/officeDocument/2006/relationships/slide" Target="/ppt/slides/slide5.xml" Id="R5d528757db704c38" /><Relationship Type="http://schemas.openxmlformats.org/officeDocument/2006/relationships/slide" Target="/ppt/slides/slide6.xml" Id="Rbbdb31e4568f4d0b" /><Relationship Type="http://schemas.openxmlformats.org/officeDocument/2006/relationships/slide" Target="/ppt/slides/slide7.xml" Id="R46717fc9ed8a4c8a" /><Relationship Type="http://schemas.openxmlformats.org/officeDocument/2006/relationships/slide" Target="/ppt/slides/slide8.xml" Id="Ra3a246ecc1364e12" /><Relationship Type="http://schemas.openxmlformats.org/officeDocument/2006/relationships/slide" Target="/ppt/slides/slide9.xml" Id="R0ab2e143640b43d0" /><Relationship Type="http://schemas.openxmlformats.org/officeDocument/2006/relationships/slide" Target="/ppt/slides/slide10.xml" Id="Rf0438e0995ab4fe4" /><Relationship Type="http://schemas.openxmlformats.org/officeDocument/2006/relationships/slide" Target="/ppt/slides/slide11.xml" Id="R9832d1659fcc4f70" /><Relationship Type="http://schemas.openxmlformats.org/officeDocument/2006/relationships/slide" Target="/ppt/slides/slide12.xml" Id="R39629598ab5042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6128a76d0245b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76d9a05b0641cd" /><Relationship Type="http://schemas.openxmlformats.org/officeDocument/2006/relationships/notesMaster" Target="/ppt/notesMasters/notesMaster1.xml" Id="R06c685da89b34d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4645e8c29604215" /><Relationship Type="http://schemas.openxmlformats.org/officeDocument/2006/relationships/notesMaster" Target="/ppt/notesMasters/notesMaster1.xml" Id="Rfb81c75d69ac401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8301e5611a46cf" /><Relationship Type="http://schemas.openxmlformats.org/officeDocument/2006/relationships/notesMaster" Target="/ppt/notesMasters/notesMaster1.xml" Id="Rbca0f68bf5bb4b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398af9642d45a5" /><Relationship Type="http://schemas.openxmlformats.org/officeDocument/2006/relationships/notesMaster" Target="/ppt/notesMasters/notesMaster1.xml" Id="Rcc04a55ce86b4f9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0b0c221874496a" /><Relationship Type="http://schemas.openxmlformats.org/officeDocument/2006/relationships/notesMaster" Target="/ppt/notesMasters/notesMaster1.xml" Id="Ra1164f0f011d4bc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9cb53aee3084539" /><Relationship Type="http://schemas.openxmlformats.org/officeDocument/2006/relationships/notesMaster" Target="/ppt/notesMasters/notesMaster1.xml" Id="Rb6dceb166a2740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63e52e63e54485" /><Relationship Type="http://schemas.openxmlformats.org/officeDocument/2006/relationships/notesMaster" Target="/ppt/notesMasters/notesMaster1.xml" Id="R1e8e6305c66c4f1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6d4e4a011f4bdf" /><Relationship Type="http://schemas.openxmlformats.org/officeDocument/2006/relationships/notesMaster" Target="/ppt/notesMasters/notesMaster1.xml" Id="Rd677aff5c42543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f3bcc44e0bb4767" /><Relationship Type="http://schemas.openxmlformats.org/officeDocument/2006/relationships/notesMaster" Target="/ppt/notesMasters/notesMaster1.xml" Id="Rd29d36d3ee1b4bb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a705a1934b2405a" /><Relationship Type="http://schemas.openxmlformats.org/officeDocument/2006/relationships/notesMaster" Target="/ppt/notesMasters/notesMaster1.xml" Id="R060e6698dd854b5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a81a3bcff642ae" /><Relationship Type="http://schemas.openxmlformats.org/officeDocument/2006/relationships/notesMaster" Target="/ppt/notesMasters/notesMaster1.xml" Id="Rffe0bbae968a40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9d304c486240bc" /><Relationship Type="http://schemas.openxmlformats.org/officeDocument/2006/relationships/notesMaster" Target="/ppt/notesMasters/notesMaster1.xml" Id="R057cf39871b44b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formula reminders, reflection and transition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99 cm2 and 20. | Retrieve the relevant fact, representation or formula. |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apply, justify, review, transition,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x = 13 and 3,450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99 cm2 and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99 cm2 and 20..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£560..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9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£560.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£560. | Use assessment evidence to name the exact concept, method, example and support required next.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ed9bf44d7a404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c2535dc96cb4d2e" /><Relationship Type="http://schemas.openxmlformats.org/officeDocument/2006/relationships/slideLayout" Target="/ppt/slideLayouts/slideLayout1.xml" Id="R1e1b93ced5854d4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1b93ced5854d4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9c7378a3a94d18" /><Relationship Type="http://schemas.openxmlformats.org/officeDocument/2006/relationships/notesSlide" Target="/ppt/notesSlides/notesSlide1.xml" Id="R0fee00ba04764df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8a092aab3a44a9" /><Relationship Type="http://schemas.openxmlformats.org/officeDocument/2006/relationships/notesSlide" Target="/ppt/notesSlides/notesSlide2.xml" Id="Rae731a147c094f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964004dfff42f3" /><Relationship Type="http://schemas.openxmlformats.org/officeDocument/2006/relationships/notesSlide" Target="/ppt/notesSlides/notesSlide3.xml" Id="R1c900f6b554b41f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ece867d5d4ca4" /><Relationship Type="http://schemas.openxmlformats.org/officeDocument/2006/relationships/notesSlide" Target="/ppt/notesSlides/notesSlide4.xml" Id="R2169da57a64f42d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ecca546544b72" /><Relationship Type="http://schemas.openxmlformats.org/officeDocument/2006/relationships/notesSlide" Target="/ppt/notesSlides/notesSlide5.xml" Id="R7ed24ae5b5a04d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0839c3d6f40d4" /><Relationship Type="http://schemas.openxmlformats.org/officeDocument/2006/relationships/notesSlide" Target="/ppt/notesSlides/notesSlide6.xml" Id="R3dfefbc874cf42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4021f8d63344e2" /><Relationship Type="http://schemas.openxmlformats.org/officeDocument/2006/relationships/image" Target="/ppt/media/image.png" Id="R5b2b41ec57ec4208" /><Relationship Type="http://schemas.openxmlformats.org/officeDocument/2006/relationships/notesSlide" Target="/ppt/notesSlides/notesSlide7.xml" Id="R741c493c814949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8c804c08ec4781" /><Relationship Type="http://schemas.openxmlformats.org/officeDocument/2006/relationships/notesSlide" Target="/ppt/notesSlides/notesSlide8.xml" Id="R48d2cd629e9a4d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faaac4c3e459a" /><Relationship Type="http://schemas.openxmlformats.org/officeDocument/2006/relationships/notesSlide" Target="/ppt/notesSlides/notesSlide9.xml" Id="Rf61ceb6e38c3496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0d5adf90404fc1" /><Relationship Type="http://schemas.openxmlformats.org/officeDocument/2006/relationships/notesSlide" Target="/ppt/notesSlides/notesSlide10.xml" Id="R5087050b365b46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6ca741edf2488c" /><Relationship Type="http://schemas.openxmlformats.org/officeDocument/2006/relationships/notesSlide" Target="/ppt/notesSlides/notesSlide11.xml" Id="R55069c91a3d748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921eb4f51b4c85" /><Relationship Type="http://schemas.openxmlformats.org/officeDocument/2006/relationships/notesSlide" Target="/ppt/notesSlides/notesSlide12.xml" Id="R7871bcc9a13a4f4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A68F1-9F74-4DE1-B2A4-A671C03A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1FB85-FB58-4747-9C26-2BFA7FA6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AA169C-D85D-4F58-9ADE-78A8FE68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74DE45-C34B-470C-8C40-38E6901B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C3756D-D619-4E83-A90E-77B8CB2E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FBE88-CE8D-4ED9-A973-FEB59A91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55FEB6-1FC6-4230-86D3-EE823138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C636B6-6494-4CBD-B8D5-DAD09AB6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algebraic and measurement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5097C-8C44-4F00-8194-4D4C8810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70637-CC7C-47CF-8376-A4EA9443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20E5F-4FC3-4D53-8AE6-5A6076CA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7951537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103B63-3DFB-4E5A-A86D-7856A34AC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9496E3-B516-4C3F-9F9A-33104A33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A227D7-E39A-43B0-9066-DC1BFD6A1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AE1E1-4505-407C-B475-00E28BDA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5A7F62-3E4D-4B6A-9703-7CFA25E2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44C767-7FCD-4564-ADB5-1E77F527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88A596-A76F-4805-ADCA-9DD3AA52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A29386-A4AD-42AD-8617-A8FE7A6A2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4FBE4-2408-4A18-978D-18F9A4AF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251EF8-F4FD-492C-B041-E8ABB6BB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AB5D09-E84B-440E-B91A-6B0C2DE2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6570B-AFFB-4E02-A07D-DCDF0F54E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B98CB-16D6-4AA3-8E5A-E19191EF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Year 6 learning across number, ratio, algebra, measure, geometry and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999A4-E4A3-42E2-BC68-42C63D159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A89CFF-65F8-4886-8FC8-8C98DFA2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7E2AFE-0294-475B-A27D-EC1383081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D54880-957F-4902-88DD-C98132B3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B5F31D-EDF9-4D84-A15E-C485DD2E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B45392-E5E1-4B46-AD7A-2049AE6E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DBBEB6-D08E-4E3D-9434-AAAF6F6A4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E5086-014C-465F-BA88-0BF8991F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Solve 5x + 8 = 73 and convert 3.45 km to metres.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695782-8CCC-4E09-AA9F-B3F588A88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386440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A61B90-1FE7-4119-80FB-4C88BCD9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2D752-D60B-40F1-BDFB-8F8722F11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CD0638-4A69-43C4-9DF5-35EC4A320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719DEB-6396-4948-AE57-9898DCEC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707D5-73A0-4D34-8F42-588E4CDFA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5A0AC-823B-44D0-8AD6-2EA4DC51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5739C7-48E1-43FC-9962-C893ABA4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DEC91-E096-406B-9471-064CB0CE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AC9F97-3468-4023-BBF0-FCE73BC4F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0AFAE2-0865-4C04-BE48-48CF6510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algebraic and measurement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B2F68-136B-41A9-9003-3A09AFD1B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88CC81-501F-4765-B0C9-5124222B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fact, representation or formula.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36DB01-68BE-4703-99D7-2B89C3DD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method and explain the mathematical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126387-FF3C-4698-873A-7E2A3FC8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precise transition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E05E74-7726-4BF5-B9F6-1B6E0E98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apply  |  justify  |  review  |  transition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7101661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860F10-D7F6-493C-ABA9-EFBBC193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33ACCA-C9C2-4337-9A10-D347C5CC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CC776-72E7-49EF-86B4-9F3C25D3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35432-AC89-48ED-9463-B41D27F7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41302-E76E-43ED-9F3B-73B3FA92C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CC64F-1A03-4741-9473-321A43B8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FA30A7-A2DA-4F63-A53A-CCF93705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AA7354-C751-48BD-A828-403FB56A6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92A789-D518-4773-A3CC-E5F6C9027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BA0BD8-F093-4CD7-82E5-2A19624A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5x + 8 = 73 and convert 3.45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6554A6-AA07-4C30-9633-F45010A0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BED5C5-4C16-4C1C-8436-F2F4038A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984D9E-58E7-47B0-9767-8207234A3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5x + 8 = 73 → 5x = 65 → x = 13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7E0344-968B-40CD-8E31-31EF61D5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AEEFCF-9199-4AAF-89E0-83A6DAD8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E97CF-BFA9-4CD5-87CD-3EC304B2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3.45 km × 1,000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15C0AC-BA51-4603-B010-E7ED0FAB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7F72FB-A8BF-4E57-BADA-E26B1BE8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990151-4F76-46F0-8955-4C256E3E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3.45 km = 3,450 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BC1A0B-30B4-4BBE-B498-C0131C654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2DCE14-F758-4B94-BED0-2F510EF7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930584-812B-4051-B47A-8C359F8A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Answers: x = 13 and 3,450 m</a:t>
            </a:r>
          </a:p>
        </p:txBody>
      </p:sp>
    </p:spTree>
    <p:extLst>
      <p:ext uri="{BB962C8B-B14F-4D97-AF65-F5344CB8AC3E}">
        <p14:creationId xmlns:p14="http://schemas.microsoft.com/office/powerpoint/2010/main" val="98487121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C3A85A-FA58-4501-80E6-E4D253D0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B22B0-FB39-4ACC-9916-316669EEC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59E2F0-B7FD-4888-9845-A5BDAA26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829E3C-A9C5-463B-8460-93C0775A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A8BF8C-851B-472A-838D-E5F7EA99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7C0205-7855-48D5-A911-303D3B72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F7D8A-B9CE-491F-9A3C-51D318DB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56446A-A843-4FC0-9CEA-CB0473C9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C2C683-890A-4759-9F83-A929FEDF7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363B7-D443-41A8-8863-D397FBDA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25006-2D5D-4796-8662-CC45F952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x = 13 and 3,450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E8E592-1CF5-43C5-9C8D-75EA581C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BBE7E7-23D2-4BCA-9135-BAFC47C0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precise transition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9E2109-9B5F-4A43-B168-520563B6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4455174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0A702-A95F-46C9-8A92-AF8EE0919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1EF1BE-F067-4EF0-82BD-65C9169C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398A1E-81E1-4CCE-9684-80ABF612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C42049-15D5-46E2-909C-A8C257946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C1A4C3-7B1C-4069-B34C-472C5EB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0BCB7C-0CAA-4973-A22B-F4BC6258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51509F-5E2F-4EEE-AB8D-F0A580ED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2A6BB1-6061-47D3-8FCA-008A0BBF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0236EB-2F75-4855-A32F-61F97E333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6693AA-EAC0-4A77-A494-528991D46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4A89F6-137C-4137-89D6-91852CF0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47CED7-8392-4589-8113-138D8716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25A01E-AF52-4ED8-AB93-C88B45DD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053D6E-2221-4E6C-AB7B-74D8E9D8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DCF396-B200-4447-83B9-27B93DB1F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99 cm2 and 20.</a:t>
            </a:r>
          </a:p>
        </p:txBody>
      </p:sp>
    </p:spTree>
    <p:extLst>
      <p:ext uri="{BB962C8B-B14F-4D97-AF65-F5344CB8AC3E}">
        <p14:creationId xmlns:p14="http://schemas.microsoft.com/office/powerpoint/2010/main" val="10962018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CAC2C4-F15A-4CDB-B5FF-4533B3B2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86116D-5B9E-446E-A8D5-8829282C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FCC73-89AE-44FA-9BBB-26CFF39D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27A599-05AC-43EC-B739-E7A13906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F5BC6F-136A-4DE9-A31E-9C8D20B0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259724-86A3-4258-87FB-53AFCA7C7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06824-7981-459C-B6BA-AB11FE17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779C6E-A510-4058-BDEF-0F0BB7F7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6D1415-65F2-4291-9C40-2B25CD1A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b41ec57ec4208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3436C-E38F-4633-8FD4-EEB6AB97E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483326-8726-4BC7-98C7-4DEC9630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records a general target such as 'get better at maths'.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5D82D-E065-4A9A-95FC-F56C027B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89760E-672B-4C77-A209-8C3BF1D1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1B423C-617A-4C34-A1E8-7473B997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3645038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C74943-BAB2-4C6D-A285-38FDB1A41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8342DD-6B41-473D-B28C-538E0733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2951C-E7AD-4935-BA97-978F8347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0B17E2-7FDD-4005-8756-F5F2B299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E02FF-265B-4EB2-B80D-48C864B6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D3CA46-E15A-4B10-9329-79F6E854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EDEB27-8B84-459C-9812-0A2A9C031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54CEB-D164-494A-A512-8785BB3D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2AA50-5316-4B8E-856C-44B8B9DA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8C7A1-7291-4243-A69E-240A4766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A1FD67-7AE6-4990-BBF1-0D96C5D4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612A8D-94E5-4382-9828-4DE6988B5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1A1841-376C-4219-8C44-BED3CEEA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7E99CF-C4A7-4B95-B971-136D0F26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B1C37C-5333-4968-9158-E0712E68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53123E-201B-4215-A9EE-9844ABAE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14CE33-50A3-4C02-BE36-CF08D43B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89A233-E10D-48E9-A835-A3473179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B45916-DB71-4FDA-A764-00A1C80B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DA2F20-9EB6-4AEE-9E41-F46AB652B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D805F1-1D72-4826-8C01-18BD3E9D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99 cm2 and 20.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6CBB57-51D4-4BCD-AFA8-44C6659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961921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E8FE0D-2CA0-40BA-836D-CA21F779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C5FA3-AEC3-4EEE-A1D4-D317AFDC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1F8235-E2E8-41A3-98C0-5164F901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5F6C08-9E9A-4026-9D38-6CFBC844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019A03-B2AA-47D2-A8E9-96201A12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C1321-8EFF-44D0-8FB5-8A6C39E2B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FB2D0F-E884-47B1-AEDB-E4DD410C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CB6801-34E1-402B-80AD-59B98873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78A726-3114-42F3-BCE1-7BBEACB4B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1E81B6-3C82-4E19-8897-C0F0618C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223B72-F53F-422E-A81E-7273C408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0805E0-84A7-4533-B74A-DFA244DD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7B11FF-3FB5-49D4-AD10-849BC708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ECD003-2EE9-40BA-B29F-EE9F54F7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EF03D-87A8-46C1-AB4B-A8C21584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509E2-C15D-4DC5-A73B-77D665619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7411A4-6CDF-4969-83C6-E5A8A768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DA5F53-96D6-4084-B483-319EC05A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8EF1D1-A39F-4AB6-BCCB-15FDE1AC9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5BEA23-5A51-44A2-B9EF-CBFB4A06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AA8917F-ABE7-4455-9015-94D8F1D8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328898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7D85C-DE2F-48B7-87C3-495447B97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8D07AD-49ED-4E0E-B816-56286A3D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21BF03-6E74-49D4-852D-03FCC5BCB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49E838-3494-4D28-974C-C3D95EF08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4DFC9-D480-4269-9438-60F1904F3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E7F026-FE41-47AC-AA92-DF2A4D14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2A73DD-7231-4EE7-8B51-BA82B899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73D361-6122-485E-B9D1-7AD1BD56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D94D6-B131-45BE-AE1D-B3F6FE86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C49777-56E4-4B31-9B7F-8692EA72B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cuboid has volume 756 cm3, length 12 cm and width 7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11016-E209-40E9-9BFD-423B6A6E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AC3815-D682-400C-90EF-661C2D48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AD20B1-59AD-48AC-8A25-83512CAC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9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8540466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3ED76-0A63-4CB1-B589-ECCEBA55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98F093-E170-4F75-85E6-FE32E46A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68CE11-46E6-410C-A9A9-4A9E34C9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7A2B17-591A-48D1-8578-DA18E6B60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60CD26-3CDD-4A05-A5DF-F4F2B23C1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BB193-0BA6-4689-8C4C-A90A0BE1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21AD9-7B43-49C0-AAD6-1287C2CB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80C327-6F41-4241-ACB6-12DEDBEFE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AAC423-6812-41D7-B4EC-ECBDA41E8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EE4413-8A0A-4D8E-B377-DD1C4B92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2800CF-0067-4869-A2AF-3E3F30A25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95B0C-56CE-4C88-8404-767386AE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59E461-B174-403C-ACAF-D4084A10B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6DBA00-D744-43B6-8D0B-94CCEA7C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9F009-203E-4FFE-B7F2-DD78E6F0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D9FF73-E8D5-45E0-B17B-074A560B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£560.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C53CEF-63B7-4C73-A2B3-4BCF39C6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5E3BF8-E663-479A-AD02-F5E5E703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7537029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C90F84-BA1C-451B-9838-78DE3ED6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31CA3-E36C-4A8A-9AA7-3C1C7405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4EEBA6-E47E-4BBE-808D-4EB55FD3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D1DE3-515B-412C-A9AB-FB469A28E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3DC6A4-D818-49EE-BEA7-768F466D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DDE97-E9FD-4C13-AC2C-4CA9B9B11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B70AF0-6671-4361-8C6A-3F66A1A32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72864-A815-4E45-A87D-DA331A191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EC8BFC-CD1C-4731-9380-CE027AC86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algebra and measure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EB8B2C-7BAB-4C87-8216-BFF57EC2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2C461-C12E-4D99-BCE2-C73E0772E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EB94F-9757-4566-B70E-1A298372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8EAE1-C550-4A07-9D35-B8B7213B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3EF4C-819D-4329-8659-25CCF6A6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19AD45-0C8D-4D34-9909-3A42F8FE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BB5CCC-39F1-4AF3-A444-D7AE47B9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A552F3-A95C-4920-B323-E59F25D33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records a general target such as 'get better at maths'.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747E4F-38EE-4A01-AA39-537D14D3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C70572-D0DD-4C9D-A131-D05A0B2A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EEFD39-D1FB-446A-8DFE-2A56AEBD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EAC44A-7D80-4538-908C-E8A8ECFCD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B0FA95-8120-4C8D-AE25-BA71EECE9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1886233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2026-09-09T22:14:33.6190000Z</dcterms:created>
  <dcterms:modified xsi:type="dcterms:W3CDTF">2026-09-09T22:14:33.6190000Z</dcterms:modified>
</coreProperties>
</file>