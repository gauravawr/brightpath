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a2a3ef107b46d1" /><Relationship Type="http://schemas.openxmlformats.org/officeDocument/2006/relationships/extended-properties" Target="/docProps/app.xml" Id="R0bcbb77e20ea41a8" /><Relationship Type="http://schemas.openxmlformats.org/officeDocument/2006/relationships/officeDocument" Target="/ppt/presentation.xml" Id="R207531d0291d46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2a41d6e7a9446a"/>
  </p:sldMasterIdLst>
  <p:notesMasterIdLst>
    <p:notesMasterId xmlns:r="http://schemas.openxmlformats.org/officeDocument/2006/relationships" r:id="R4426770723304961"/>
  </p:notesMasterIdLst>
  <p:sldIdLst>
    <p:sldId xmlns:r="http://schemas.openxmlformats.org/officeDocument/2006/relationships" id="256" r:id="R750c4b304c8a49e1"/>
    <p:sldId xmlns:r="http://schemas.openxmlformats.org/officeDocument/2006/relationships" id="257" r:id="R17145f7a65064e5c"/>
    <p:sldId xmlns:r="http://schemas.openxmlformats.org/officeDocument/2006/relationships" id="258" r:id="R48e6ad7b26d14201"/>
    <p:sldId xmlns:r="http://schemas.openxmlformats.org/officeDocument/2006/relationships" id="259" r:id="Ra288cfa0aaae4940"/>
    <p:sldId xmlns:r="http://schemas.openxmlformats.org/officeDocument/2006/relationships" id="260" r:id="R366eb6f59e174121"/>
    <p:sldId xmlns:r="http://schemas.openxmlformats.org/officeDocument/2006/relationships" id="261" r:id="R691acb15e7584ea4"/>
    <p:sldId xmlns:r="http://schemas.openxmlformats.org/officeDocument/2006/relationships" id="262" r:id="R8d7480e68eef4d69"/>
    <p:sldId xmlns:r="http://schemas.openxmlformats.org/officeDocument/2006/relationships" id="263" r:id="Rbe15df2075284d8a"/>
    <p:sldId xmlns:r="http://schemas.openxmlformats.org/officeDocument/2006/relationships" id="264" r:id="R914eb6e8802e4134"/>
    <p:sldId xmlns:r="http://schemas.openxmlformats.org/officeDocument/2006/relationships" id="265" r:id="Rf57a24036c924487"/>
    <p:sldId xmlns:r="http://schemas.openxmlformats.org/officeDocument/2006/relationships" id="266" r:id="R6bcabf6463b54d44"/>
    <p:sldId xmlns:r="http://schemas.openxmlformats.org/officeDocument/2006/relationships" id="267" r:id="R9bb1413f41d043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fcc2048c70465f" /><Relationship Type="http://schemas.openxmlformats.org/officeDocument/2006/relationships/slideMaster" Target="/ppt/slideMasters/slideMaster1.xml" Id="R922a41d6e7a9446a" /><Relationship Type="http://schemas.openxmlformats.org/officeDocument/2006/relationships/notesMaster" Target="/ppt/notesMasters/notesMaster1.xml" Id="R4426770723304961" /><Relationship Type="http://schemas.openxmlformats.org/officeDocument/2006/relationships/presProps" Target="/ppt/presProps.xml" Id="R1aa6d0b004cf4550" /><Relationship Type="http://schemas.openxmlformats.org/officeDocument/2006/relationships/tableStyles" Target="/ppt/tableStyles.xml" Id="R48b5a20a036f4727" /><Relationship Type="http://schemas.openxmlformats.org/officeDocument/2006/relationships/slide" Target="/ppt/slides/slide1.xml" Id="R750c4b304c8a49e1" /><Relationship Type="http://schemas.openxmlformats.org/officeDocument/2006/relationships/slide" Target="/ppt/slides/slide2.xml" Id="R17145f7a65064e5c" /><Relationship Type="http://schemas.openxmlformats.org/officeDocument/2006/relationships/slide" Target="/ppt/slides/slide3.xml" Id="R48e6ad7b26d14201" /><Relationship Type="http://schemas.openxmlformats.org/officeDocument/2006/relationships/slide" Target="/ppt/slides/slide4.xml" Id="Ra288cfa0aaae4940" /><Relationship Type="http://schemas.openxmlformats.org/officeDocument/2006/relationships/slide" Target="/ppt/slides/slide5.xml" Id="R366eb6f59e174121" /><Relationship Type="http://schemas.openxmlformats.org/officeDocument/2006/relationships/slide" Target="/ppt/slides/slide6.xml" Id="R691acb15e7584ea4" /><Relationship Type="http://schemas.openxmlformats.org/officeDocument/2006/relationships/slide" Target="/ppt/slides/slide7.xml" Id="R8d7480e68eef4d69" /><Relationship Type="http://schemas.openxmlformats.org/officeDocument/2006/relationships/slide" Target="/ppt/slides/slide8.xml" Id="Rbe15df2075284d8a" /><Relationship Type="http://schemas.openxmlformats.org/officeDocument/2006/relationships/slide" Target="/ppt/slides/slide9.xml" Id="R914eb6e8802e4134" /><Relationship Type="http://schemas.openxmlformats.org/officeDocument/2006/relationships/slide" Target="/ppt/slides/slide10.xml" Id="Rf57a24036c924487" /><Relationship Type="http://schemas.openxmlformats.org/officeDocument/2006/relationships/slide" Target="/ppt/slides/slide11.xml" Id="R6bcabf6463b54d44" /><Relationship Type="http://schemas.openxmlformats.org/officeDocument/2006/relationships/slide" Target="/ppt/slides/slide12.xml" Id="R9bb1413f41d043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3d8278abae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b40f3fc0e048f5" /><Relationship Type="http://schemas.openxmlformats.org/officeDocument/2006/relationships/notesMaster" Target="/ppt/notesMasters/notesMaster1.xml" Id="Ra1b418b9d2b7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c9ecfe0a6a4fc0" /><Relationship Type="http://schemas.openxmlformats.org/officeDocument/2006/relationships/notesMaster" Target="/ppt/notesMasters/notesMaster1.xml" Id="Rcf00579682ae49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1f464b83cb4ce9" /><Relationship Type="http://schemas.openxmlformats.org/officeDocument/2006/relationships/notesMaster" Target="/ppt/notesMasters/notesMaster1.xml" Id="Rcfe9a0e5f6d74d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0fe369e2654320" /><Relationship Type="http://schemas.openxmlformats.org/officeDocument/2006/relationships/notesMaster" Target="/ppt/notesMasters/notesMaster1.xml" Id="Rafaa5da8921942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52a530430d4b86" /><Relationship Type="http://schemas.openxmlformats.org/officeDocument/2006/relationships/notesMaster" Target="/ppt/notesMasters/notesMaster1.xml" Id="R999a632ae6f7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b4cc88ba7f4754" /><Relationship Type="http://schemas.openxmlformats.org/officeDocument/2006/relationships/notesMaster" Target="/ppt/notesMasters/notesMaster1.xml" Id="Re34a7db18c6e49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ee2010f5554467" /><Relationship Type="http://schemas.openxmlformats.org/officeDocument/2006/relationships/notesMaster" Target="/ppt/notesMasters/notesMaster1.xml" Id="R0c96b9e45ce44c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6696620f194b0b" /><Relationship Type="http://schemas.openxmlformats.org/officeDocument/2006/relationships/notesMaster" Target="/ppt/notesMasters/notesMaster1.xml" Id="R27ac0d1e091349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cd6887295c4081" /><Relationship Type="http://schemas.openxmlformats.org/officeDocument/2006/relationships/notesMaster" Target="/ppt/notesMasters/notesMaster1.xml" Id="R2baba589b5b140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125c52b20e4adf" /><Relationship Type="http://schemas.openxmlformats.org/officeDocument/2006/relationships/notesMaster" Target="/ppt/notesMasters/notesMaster1.xml" Id="Rbd1d910cd22f4a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e4cca0a0d24178" /><Relationship Type="http://schemas.openxmlformats.org/officeDocument/2006/relationships/notesMaster" Target="/ppt/notesMasters/notesMaster1.xml" Id="Ra4549f456ebc4e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88ae8dfae9408b" /><Relationship Type="http://schemas.openxmlformats.org/officeDocument/2006/relationships/notesMaster" Target="/ppt/notesMasters/notesMaster1.xml" Id="Rdf9e6a3ca6f14e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Mini whiteboards, assessment questions, formula reminders, reflection and transition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3/4 or 0.75. | Retrieve the relevant fact, representation or formula. | Use assessment evidence to name the exact concept, method, example and support required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retrieve, apply, justify, review, transition, next step.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9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3/4 or 0.75.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Use assessment evidence to name the exact concept, method, example and support required next.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3/4 or 0.75..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x = 13 and 3,450 m..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99 cm2 and 20.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x = 13 and 3,450 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x = 13 and 3,450 m. | Use assessment evidence to name the exact concept, method, example and support required next.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d123a28244b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78c3c2737456e" /><Relationship Type="http://schemas.openxmlformats.org/officeDocument/2006/relationships/slideLayout" Target="/ppt/slideLayouts/slideLayout1.xml" Id="R4629c2b6d8b6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29c2b6d8b6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f044f40a7431a" /><Relationship Type="http://schemas.openxmlformats.org/officeDocument/2006/relationships/notesSlide" Target="/ppt/notesSlides/notesSlide1.xml" Id="R1b29c86aa5d449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77611bae9494b" /><Relationship Type="http://schemas.openxmlformats.org/officeDocument/2006/relationships/notesSlide" Target="/ppt/notesSlides/notesSlide2.xml" Id="R12aff872adb24f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431e408b864664" /><Relationship Type="http://schemas.openxmlformats.org/officeDocument/2006/relationships/notesSlide" Target="/ppt/notesSlides/notesSlide3.xml" Id="Rad882c2de76d45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1db4620104ae1" /><Relationship Type="http://schemas.openxmlformats.org/officeDocument/2006/relationships/notesSlide" Target="/ppt/notesSlides/notesSlide4.xml" Id="Ra7dca049ef5e40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b4491e5f64da7" /><Relationship Type="http://schemas.openxmlformats.org/officeDocument/2006/relationships/notesSlide" Target="/ppt/notesSlides/notesSlide5.xml" Id="R87fd48120aeb47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28880c8b44d22" /><Relationship Type="http://schemas.openxmlformats.org/officeDocument/2006/relationships/notesSlide" Target="/ppt/notesSlides/notesSlide6.xml" Id="Rb302b0d3f7ca4a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51d19aab945f9" /><Relationship Type="http://schemas.openxmlformats.org/officeDocument/2006/relationships/image" Target="/ppt/media/image.png" Id="R1b291b642b8c4675" /><Relationship Type="http://schemas.openxmlformats.org/officeDocument/2006/relationships/notesSlide" Target="/ppt/notesSlides/notesSlide7.xml" Id="R34857025faf24e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98f16921c4158" /><Relationship Type="http://schemas.openxmlformats.org/officeDocument/2006/relationships/notesSlide" Target="/ppt/notesSlides/notesSlide8.xml" Id="R4123a2a4a49843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40c375c0b4a6f" /><Relationship Type="http://schemas.openxmlformats.org/officeDocument/2006/relationships/notesSlide" Target="/ppt/notesSlides/notesSlide9.xml" Id="Rcb9b1c17b0f04b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50296b3f2493f" /><Relationship Type="http://schemas.openxmlformats.org/officeDocument/2006/relationships/notesSlide" Target="/ppt/notesSlides/notesSlide10.xml" Id="R5ba21bbd48934f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a8c017e8948db" /><Relationship Type="http://schemas.openxmlformats.org/officeDocument/2006/relationships/notesSlide" Target="/ppt/notesSlides/notesSlide11.xml" Id="Re6a18cd8d5264b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44d3f15ca4a9f" /><Relationship Type="http://schemas.openxmlformats.org/officeDocument/2006/relationships/notesSlide" Target="/ppt/notesSlides/notesSlide12.xml" Id="R8b52d30956374f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B86613-88F0-46C8-AABC-6FB07386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342D7-9808-4169-9539-FB7B7E02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86B02-88FF-43D6-94C2-D9D59F6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AF5DE-4D5B-4CC3-AEFC-32DB3DB4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8B84A-44AD-4B7E-9138-5D4EB407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B0213-E9E8-476B-83D0-18C8F908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CE5D09-6E3E-4665-859E-85D8BF1C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F6986-BAC7-4A4E-8E43-157925AB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76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demonstrate Year 6 learning and identify a secondary transition target.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65325-4922-4E7C-99D0-E300285E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DFFB8-6569-4D52-B3F3-27316AF2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Mini whiteboards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0AA61-0679-4736-80C1-DEE9FEFE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373706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3B35C6-F942-4453-8610-34C5C73D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8BEC6-3CFC-44EF-B1D6-58A8C042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39348-DE36-4D61-84E9-7560E511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AAB27-E02B-4308-8DEA-EB793D13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2337A-7200-4C9B-8573-8CB5ACDF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D284A-028D-4D50-85AE-406578D8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87BA0-31CA-4EA8-89D9-F55B3C4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D866B-31F8-423E-A972-B3635E83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AAECD-83CF-4663-80B0-0F2F15FF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1E05E-218D-4464-8F01-E75181ED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7F040-B1AE-494D-A735-97D3B556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33601-6F94-4156-9833-6FEC6AFA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0004E5-DC26-494C-A5B2-6FA99885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Year 6 learning across number, ratio, algebra, measure, geometry and statistics.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B0E4B-BB9E-4C46-84FE-8CF09A7F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B2DDB-F579-4ACA-B2A0-B59D7AFA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25598-2F46-4862-9ACA-6E0A6150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527D1-7DCA-4D19-8404-D6CA7961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3, then write the answer as a decimal.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06212-96BD-43D9-9BEA-61470171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798F6-FE9B-4DEF-B349-4D67C4C9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04E1D-1F52-44F7-9134-D61BEC46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0B3EC-9663-4AC6-A54C-41509C4C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A cuboid has volume 756 cm3, length 12 cm and width 7 cm. Find its height.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BE6515-CEAB-4701-8E89-44E07A8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4146782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A1DC6-84BA-4A44-9976-041CB340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9CB76-2C01-4110-8A09-04A7F3FB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25246-DE34-4B5C-87A6-CAA738B3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7AED2-6112-4F1A-A714-A283C946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72E1D4-EE44-4F36-A767-1A245F64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EDFC9-B42C-4913-8DBD-C5FE7DC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792AD-2CB3-45B8-AC70-8C548D71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67A46-557D-41C6-8A77-D8EF29D9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A8113-99A1-47D7-9B9F-85A620BE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AC397-428B-4AD3-966A-0C6865B8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7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demonstrate Year 6 learning and identify a secondary transition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95225-A481-4009-8461-8E58E8B4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F3674-9FEC-4C33-8A4A-DE378FB8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Retrieve the relevant fact, representation or formula.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C01B3-572A-4917-B7E8-C2B69E3B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Show a complete method and explain the mathematical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54C0C0-DD1B-4B17-B177-E2F86D76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the result and record a precise transition target.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408C1D-2B1F-41E7-AB14-AE893E89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retrieve  |  apply  |  justify  |  review  |  transition  |  next step</a:t>
            </a:r>
          </a:p>
        </p:txBody>
      </p:sp>
    </p:spTree>
    <p:extLst>
      <p:ext uri="{BB962C8B-B14F-4D97-AF65-F5344CB8AC3E}">
        <p14:creationId xmlns:p14="http://schemas.microsoft.com/office/powerpoint/2010/main" val="3434959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AC0A6-32AE-46FB-9649-AEA1677E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F09AB-CF61-4710-91D6-21B36E79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9E1E3-FCE6-4F39-BF66-C39D778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48B89-6147-445D-B22C-8365BAC3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8F405-0ACC-4B94-B5D9-90F8E15F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B4A64-3EDF-4548-9554-BA0F1F51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20ABB-E691-4E17-949D-5F2BEF7F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EE290-CF9D-4AD3-A7CA-B8B1F31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66B4F-400D-4657-BF0E-CCC37D83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AFAB0-2B70-4231-BC18-D4910DED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756 cm3, length 12 cm and width 7 cm. Find its height.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EB347-0088-4775-9D94-768A6D5D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975756-E0B7-4827-B037-AFBC0825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AF3DC-5251-43BC-90AA-8DA3050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756 = 12 × 7 × height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A6016-8EDE-4256-BD61-86658F6A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5F494-0328-4DB8-A677-387C1ED2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7BAE8-09C8-4B22-98B2-BB91F666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12 × 7 = 84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79F3A-02F3-4DEC-AA27-9330D9F6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D8982-F333-4235-945B-BA109EA6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EAE38-1EE0-4161-AE03-434CCECF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height = 756 ÷ 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EEC56D-2D7A-43AC-AA6B-E205F604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C670E-21B5-4057-95AC-FB5B2526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57238-C3F8-4EF7-AA34-12DB0E73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height = 9 cm</a:t>
            </a:r>
          </a:p>
        </p:txBody>
      </p:sp>
    </p:spTree>
    <p:extLst>
      <p:ext uri="{BB962C8B-B14F-4D97-AF65-F5344CB8AC3E}">
        <p14:creationId xmlns:p14="http://schemas.microsoft.com/office/powerpoint/2010/main" val="38499866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5E7C5-C64D-4A33-9AF1-C06EFA76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C5910C-56EA-411E-99A7-A5C4D916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DD150-DCB0-40E3-A569-22E08D5E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5C76C-3084-49DA-9C6A-EDF61E37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A7FA2-52DA-494C-A683-A8D794A2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13D26-2842-49A0-8F19-EB67CB21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022F4-C207-41B2-A5FF-422DF483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555C6-CDCE-4BBD-A5C3-59D6A28E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80742-D8E7-4B4A-88D2-3E349D7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C058A4-CBE7-48CA-89A9-3EFA85D0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FDCEE9-45A0-4610-A0CE-98B2DB0D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9 cm.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0E16BF-D39A-4904-B15F-99BDF29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08EFF-DBD8-4B48-85ED-52C34577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the result and record a precise transition target.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268AB-5059-4D10-8AAC-47B0B08D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69607154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DBBCD-8944-49B4-9E76-E1701C7C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4E439-9AD6-47CF-9B59-B43DAB2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6ED29-2940-4D30-B9CB-840D7BAC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069F9-3955-41E1-AF4E-E71F59A8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FFC70-354A-42FD-BE97-9DA9801E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65FD9-7FA9-4B81-934F-8BE4C2E8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972EF-230C-4CBB-834F-78F63F67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AA167-0A78-4ACD-9D99-AA70CE87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20896-29B3-417A-8E2A-1BCF7CA0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B7473-2EBE-4D3A-BC39-6EDE2B7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3, then write the answer as a decimal.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AB5C5-51F3-42B4-A56C-1C4B0941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463F2-1575-4FA2-9CDB-0CA5130D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E3051-A8E3-4D6D-B755-FD07318B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D9CCD-049E-490C-BB21-9B334C19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30FD7-77AA-45F7-B18B-E615176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3/4 or 0.75.</a:t>
            </a:r>
          </a:p>
        </p:txBody>
      </p:sp>
    </p:spTree>
    <p:extLst>
      <p:ext uri="{BB962C8B-B14F-4D97-AF65-F5344CB8AC3E}">
        <p14:creationId xmlns:p14="http://schemas.microsoft.com/office/powerpoint/2010/main" val="73152990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FF745-B965-4FEF-B3DC-68C93F87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DEE07-1166-4D10-B81F-3BAB30D6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C9712-5090-4D25-8ADC-2603B074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A64D0-3B96-4EB8-B39A-E9F39C91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12DD2-9183-4874-A760-CF249ADB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2C721-D558-48A1-81CD-4B1D3462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E4088-8254-42C8-8432-DC5D723A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5D906-C648-4671-8EB3-6FFC73C5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1E307-2DBA-4949-95E5-64CA0C58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91b642b8c467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83A96-E491-488F-A08D-03ED85EF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60546-E8E5-476C-A2A6-1AD2235F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records a general target such as 'get better at maths'.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8A4E3-4806-4C9F-991D-B839B9A3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48DC3-67C8-4886-923B-70CF5A4E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6F64E-438C-410E-B4D7-E0A2A11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Use assessment evidence to name the exact concept, method, example and support required next.</a:t>
            </a:r>
          </a:p>
        </p:txBody>
      </p:sp>
    </p:spTree>
    <p:extLst>
      <p:ext uri="{BB962C8B-B14F-4D97-AF65-F5344CB8AC3E}">
        <p14:creationId xmlns:p14="http://schemas.microsoft.com/office/powerpoint/2010/main" val="127665613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2185A8-C98D-45F4-99B1-7F551315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44EEC-1FD0-46D4-BC20-AF0B4EAB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AF830-AE49-4286-9646-E7975D82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DBCD6-53D9-478D-A646-84C1825E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5B88E-BE53-432B-A9D9-5EF1C5C5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04596-AC73-46E2-8706-CA94A7C0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86466-E290-473C-B045-591D5BF6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B024C-8FBE-4198-8BDA-9356BD2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0FC32-9978-4700-B320-07031403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C35A2-6478-4AD5-A357-B810788B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C4E6D-6D12-4375-B4A4-47DFDA99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78858-DA49-4FFF-9C2E-6C07626B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E264F-48A8-4BA2-B678-4D0CEE6F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3, then write the answer as a decimal.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C6551-2CA1-49BD-87F0-E845DDE8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DFC6F-26A7-46CC-AA03-2A3EAC87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4B3DC-3E48-4C8A-A24B-27144031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5C428B-14CA-4D46-8F12-E5BF5D3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F5B1C7-96D6-4A24-8815-89551E5B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E5069-D04D-4CE5-9C10-C95CB408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D1C097-A670-407A-ADEA-840BFEBB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57A812-081C-4304-916A-540E76F4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3/4 or 0.75.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A0809-3F64-475A-B230-53151C15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5832464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CDB41-AFC5-4D27-8B11-09C448B6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0498D-4910-48A9-8342-4FDD697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E8601-0F9F-4658-A8A7-F1124AAC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BE7F8-DA4E-4E92-8FE3-402DF962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C7BD5-B3A1-4A86-8947-A9EB3552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229BA-B103-4A88-B683-9992899B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6893F-6E12-4ED1-AC5E-6D29B93C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E9DD6-9D74-4E3C-8E40-87C2839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745CF-7587-493D-9016-9A71F35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2D964F-BAFF-4727-A8D1-9FB73248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F2725-4DFF-4EDB-AEB1-BBB656C3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531E4-A779-4C0F-A4F3-37DEFE0C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FA4C9-3C9F-42EE-96E9-9157691D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+ 8 = 73 and convert 3.45 km to metres.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EAD6B1-6774-4850-A40C-FA431505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96710E-238B-41CB-ADE3-97B80800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A897BF-F285-4987-822A-AAF20D83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8BE1A-8DDE-4F55-ADBC-14243523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F297DF-FBD1-4EAE-B474-48BF5C1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94F24-CE5D-43BC-AD0B-7553A652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E4E864-1DED-40C1-9792-65BCEB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3B410-DCDE-40AB-B031-03E3DC3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06329595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7D0B9D-E143-4654-AA68-4CCD13F4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A0A8D4-232C-421B-8320-381D82DF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51985-C446-4B0F-A3E9-1166EC27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D270A-1E00-4A9C-87A9-098E78B8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38DD8-87D6-4EB2-A9B9-C837F601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7E452F-F2C0-4199-B442-BBECB239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9C313E-2B9C-4DEF-8276-ADD558FD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41291F-9AFD-4DE7-98B9-3C615D17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5AB37-7D7D-4E93-817C-A6B196B5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FDB1B-2544-4C4B-901A-BEA36624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the area of a triangle with base 18 cm and height 11 cm, then find the mean of 18, 22, 25 and 15.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4B9FF4-3192-43E9-9B70-C3E24339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353A6-73AC-4ED9-90F8-2188D2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B8501-4099-40B6-A7B9-3ABAB06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7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99 cm2 and 20.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32554635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ED8429-311F-4BFC-B289-4C5BFF86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33D0F-5542-4748-A985-37D0B098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8345C-C359-4DA0-8A64-8002B150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792DC-650E-468E-A2A4-75A6CF56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1D5DD1-511A-4A1E-ACB2-31F7A26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97020-0355-4F95-A32E-07E6C7BE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3D9F5-9FAD-4C8B-B2EF-28F14031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BD0B9-6A18-4C35-91E8-65170B9F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55138-82EC-489E-A3D0-8D85B917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F1713-9546-4011-8D10-48B8958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BA8892-4782-4611-B626-4FCC3A0E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8F831-E612-40E9-B457-A8611814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+ 8 = 73 and convert 3.45 km to metres.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E87CF9-5306-4066-8C75-B830EC4E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4619B-AEBC-4DC9-9629-1ACEB8EB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70942-38F2-43FF-86B0-0016AF1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1656E-1F61-4B4A-80CD-2299B34B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x = 13 and 3,450 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080D5-EB61-45D3-8E8E-D456A42B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CE4046-8D74-4A4A-9317-0C20E784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2502474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DB5A4-C83A-4BD1-9915-D4FBA27F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124D4-01CB-4314-A72B-7C09A18D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C1CC0-0586-478A-8304-81A0E2A6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6FFB03-643B-4931-9535-15EE3C83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E5A83-533E-4753-ADFE-DE285361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CE76C-7D4C-4489-830F-E366884D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5525C-BE94-4CFC-8798-C6BC9550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48C9F-35DC-4C87-B19C-9291DED3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FC255-06E7-4B16-A015-0180DFBB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Assess learning and plan transition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A8D13-395D-4D0A-8151-C76A635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35895-7DC2-4C56-B0A8-DCB3A870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D8566-726F-466B-8B84-6880CF5B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DE378-FAE4-46DC-80EB-E8A24E99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Solve 5x + 8 = 73 and convert 3.45 km to metres.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A24B1-F156-432F-BE85-3315AF9D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4BF65-FAB7-4D95-8CEE-7FC3723A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99AC7-4873-4316-985D-1FA1EAF8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C3FFFC-63E6-4C29-9679-D31BE5AE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records a general target such as 'get better at maths'.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B69AE-0510-4411-BE19-2651D429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E6A4F-9858-42D6-B732-48031C57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AF5FC-DFE2-4980-9D9E-500EC029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C10F3-7554-4C2B-AAA0-88F16A6C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FFB46-29A7-4263-AD2E-91143F64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3052537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2026-09-09T22:14:37.0380000Z</dcterms:created>
  <dcterms:modified xsi:type="dcterms:W3CDTF">2026-09-09T22:14:37.0380000Z</dcterms:modified>
</coreProperties>
</file>