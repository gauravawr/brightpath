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816797d4034f8b" /><Relationship Type="http://schemas.openxmlformats.org/officeDocument/2006/relationships/extended-properties" Target="/docProps/app.xml" Id="Rabf2e0d41ea24aa1" /><Relationship Type="http://schemas.openxmlformats.org/officeDocument/2006/relationships/officeDocument" Target="/ppt/presentation.xml" Id="Rc628ca55396d41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477da741fc4b6f"/>
  </p:sldMasterIdLst>
  <p:notesMasterIdLst>
    <p:notesMasterId xmlns:r="http://schemas.openxmlformats.org/officeDocument/2006/relationships" r:id="Rcbcb98ed8faf4f4f"/>
  </p:notesMasterIdLst>
  <p:sldIdLst>
    <p:sldId xmlns:r="http://schemas.openxmlformats.org/officeDocument/2006/relationships" id="256" r:id="R9b1c2fd39a034906"/>
    <p:sldId xmlns:r="http://schemas.openxmlformats.org/officeDocument/2006/relationships" id="257" r:id="R828bee31ce9e45f5"/>
    <p:sldId xmlns:r="http://schemas.openxmlformats.org/officeDocument/2006/relationships" id="258" r:id="R83578ddb4da54649"/>
    <p:sldId xmlns:r="http://schemas.openxmlformats.org/officeDocument/2006/relationships" id="259" r:id="R9c5e4cd4ecba4ce5"/>
    <p:sldId xmlns:r="http://schemas.openxmlformats.org/officeDocument/2006/relationships" id="260" r:id="R3438d58f47a54f54"/>
    <p:sldId xmlns:r="http://schemas.openxmlformats.org/officeDocument/2006/relationships" id="261" r:id="R7f970f87d2944075"/>
    <p:sldId xmlns:r="http://schemas.openxmlformats.org/officeDocument/2006/relationships" id="262" r:id="R5f212bf405414e62"/>
    <p:sldId xmlns:r="http://schemas.openxmlformats.org/officeDocument/2006/relationships" id="263" r:id="R648a1f5862f94d10"/>
    <p:sldId xmlns:r="http://schemas.openxmlformats.org/officeDocument/2006/relationships" id="264" r:id="Rea20526fd19344b3"/>
    <p:sldId xmlns:r="http://schemas.openxmlformats.org/officeDocument/2006/relationships" id="265" r:id="R2da93fe6dbb248c8"/>
    <p:sldId xmlns:r="http://schemas.openxmlformats.org/officeDocument/2006/relationships" id="266" r:id="R6b6230f6eab547aa"/>
    <p:sldId xmlns:r="http://schemas.openxmlformats.org/officeDocument/2006/relationships" id="267" r:id="R1caa086ff6a644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6ce15d0c1f4886" /><Relationship Type="http://schemas.openxmlformats.org/officeDocument/2006/relationships/slideMaster" Target="/ppt/slideMasters/slideMaster1.xml" Id="R9d477da741fc4b6f" /><Relationship Type="http://schemas.openxmlformats.org/officeDocument/2006/relationships/notesMaster" Target="/ppt/notesMasters/notesMaster1.xml" Id="Rcbcb98ed8faf4f4f" /><Relationship Type="http://schemas.openxmlformats.org/officeDocument/2006/relationships/presProps" Target="/ppt/presProps.xml" Id="R3bf5260d2fd846d1" /><Relationship Type="http://schemas.openxmlformats.org/officeDocument/2006/relationships/tableStyles" Target="/ppt/tableStyles.xml" Id="R57e48f7c9c5d4f6d" /><Relationship Type="http://schemas.openxmlformats.org/officeDocument/2006/relationships/slide" Target="/ppt/slides/slide1.xml" Id="R9b1c2fd39a034906" /><Relationship Type="http://schemas.openxmlformats.org/officeDocument/2006/relationships/slide" Target="/ppt/slides/slide2.xml" Id="R828bee31ce9e45f5" /><Relationship Type="http://schemas.openxmlformats.org/officeDocument/2006/relationships/slide" Target="/ppt/slides/slide3.xml" Id="R83578ddb4da54649" /><Relationship Type="http://schemas.openxmlformats.org/officeDocument/2006/relationships/slide" Target="/ppt/slides/slide4.xml" Id="R9c5e4cd4ecba4ce5" /><Relationship Type="http://schemas.openxmlformats.org/officeDocument/2006/relationships/slide" Target="/ppt/slides/slide5.xml" Id="R3438d58f47a54f54" /><Relationship Type="http://schemas.openxmlformats.org/officeDocument/2006/relationships/slide" Target="/ppt/slides/slide6.xml" Id="R7f970f87d2944075" /><Relationship Type="http://schemas.openxmlformats.org/officeDocument/2006/relationships/slide" Target="/ppt/slides/slide7.xml" Id="R5f212bf405414e62" /><Relationship Type="http://schemas.openxmlformats.org/officeDocument/2006/relationships/slide" Target="/ppt/slides/slide8.xml" Id="R648a1f5862f94d10" /><Relationship Type="http://schemas.openxmlformats.org/officeDocument/2006/relationships/slide" Target="/ppt/slides/slide9.xml" Id="Rea20526fd19344b3" /><Relationship Type="http://schemas.openxmlformats.org/officeDocument/2006/relationships/slide" Target="/ppt/slides/slide10.xml" Id="R2da93fe6dbb248c8" /><Relationship Type="http://schemas.openxmlformats.org/officeDocument/2006/relationships/slide" Target="/ppt/slides/slide11.xml" Id="R6b6230f6eab547aa" /><Relationship Type="http://schemas.openxmlformats.org/officeDocument/2006/relationships/slide" Target="/ppt/slides/slide12.xml" Id="R1caa086ff6a644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c18689173d4d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ed73024f5340ca" /><Relationship Type="http://schemas.openxmlformats.org/officeDocument/2006/relationships/notesMaster" Target="/ppt/notesMasters/notesMaster1.xml" Id="R9801eeb8e62145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5375228ea54fa1" /><Relationship Type="http://schemas.openxmlformats.org/officeDocument/2006/relationships/notesMaster" Target="/ppt/notesMasters/notesMaster1.xml" Id="R442ec6ef06004b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747408c8524118" /><Relationship Type="http://schemas.openxmlformats.org/officeDocument/2006/relationships/notesMaster" Target="/ppt/notesMasters/notesMaster1.xml" Id="R11689cfed11646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fe436045e14f17" /><Relationship Type="http://schemas.openxmlformats.org/officeDocument/2006/relationships/notesMaster" Target="/ppt/notesMasters/notesMaster1.xml" Id="R157b04a2c42840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8ba994dab1444a" /><Relationship Type="http://schemas.openxmlformats.org/officeDocument/2006/relationships/notesMaster" Target="/ppt/notesMasters/notesMaster1.xml" Id="R8f13a405ec2a4e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12a5235c2f482a" /><Relationship Type="http://schemas.openxmlformats.org/officeDocument/2006/relationships/notesMaster" Target="/ppt/notesMasters/notesMaster1.xml" Id="R69cefe7a780441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80f8781dd34a51" /><Relationship Type="http://schemas.openxmlformats.org/officeDocument/2006/relationships/notesMaster" Target="/ppt/notesMasters/notesMaster1.xml" Id="R5b43f9115e2548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ac95f91cd945df" /><Relationship Type="http://schemas.openxmlformats.org/officeDocument/2006/relationships/notesMaster" Target="/ppt/notesMasters/notesMaster1.xml" Id="Rab531ad686d942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b6f2dec8b84748" /><Relationship Type="http://schemas.openxmlformats.org/officeDocument/2006/relationships/notesMaster" Target="/ppt/notesMasters/notesMaster1.xml" Id="R46e98b232cec40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6d9dadae9e403c" /><Relationship Type="http://schemas.openxmlformats.org/officeDocument/2006/relationships/notesMaster" Target="/ppt/notesMasters/notesMaster1.xml" Id="R213f6f1ca2f645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b91f69b632462f" /><Relationship Type="http://schemas.openxmlformats.org/officeDocument/2006/relationships/notesMaster" Target="/ppt/notesMasters/notesMaster1.xml" Id="R15b72d13c5ef41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345eef88ea4f1b" /><Relationship Type="http://schemas.openxmlformats.org/officeDocument/2006/relationships/notesMaster" Target="/ppt/notesMasters/notesMaster1.xml" Id="R9a6b1e438ad147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3/4 or 0.75.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3/4 or 0.75.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3/4 or 0.75..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x = 13 and 3,450 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99 cm2 and 20.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x = 13 and 3,450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x = 13 and 3,450 m.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4f3508409b42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68e4f782214c2b" /><Relationship Type="http://schemas.openxmlformats.org/officeDocument/2006/relationships/slideLayout" Target="/ppt/slideLayouts/slideLayout1.xml" Id="R0b11735c7af744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11735c7af744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8421b3fee4d4c" /><Relationship Type="http://schemas.openxmlformats.org/officeDocument/2006/relationships/notesSlide" Target="/ppt/notesSlides/notesSlide1.xml" Id="R374b6d80a5fe49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675021c974f52" /><Relationship Type="http://schemas.openxmlformats.org/officeDocument/2006/relationships/notesSlide" Target="/ppt/notesSlides/notesSlide2.xml" Id="R74b38bb85ea54e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26b998969446f" /><Relationship Type="http://schemas.openxmlformats.org/officeDocument/2006/relationships/notesSlide" Target="/ppt/notesSlides/notesSlide3.xml" Id="R86369c69f1dd4a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7d0b4dcc544c6" /><Relationship Type="http://schemas.openxmlformats.org/officeDocument/2006/relationships/notesSlide" Target="/ppt/notesSlides/notesSlide4.xml" Id="R0d3212b26fa54f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295d51d0b4086" /><Relationship Type="http://schemas.openxmlformats.org/officeDocument/2006/relationships/notesSlide" Target="/ppt/notesSlides/notesSlide5.xml" Id="Rb1bfe4bda1a14c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5d9ac64bc40b7" /><Relationship Type="http://schemas.openxmlformats.org/officeDocument/2006/relationships/notesSlide" Target="/ppt/notesSlides/notesSlide6.xml" Id="R35a7fa518ddf4c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35c36a0b14565" /><Relationship Type="http://schemas.openxmlformats.org/officeDocument/2006/relationships/image" Target="/ppt/media/image.png" Id="Rdc13393e48894c73" /><Relationship Type="http://schemas.openxmlformats.org/officeDocument/2006/relationships/notesSlide" Target="/ppt/notesSlides/notesSlide7.xml" Id="R477b6b79f3704c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286c3b69c4524" /><Relationship Type="http://schemas.openxmlformats.org/officeDocument/2006/relationships/notesSlide" Target="/ppt/notesSlides/notesSlide8.xml" Id="R8da883d7ea9044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560f1077c4d81" /><Relationship Type="http://schemas.openxmlformats.org/officeDocument/2006/relationships/notesSlide" Target="/ppt/notesSlides/notesSlide9.xml" Id="R83270ab7440b47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ed19a42bd4b2d" /><Relationship Type="http://schemas.openxmlformats.org/officeDocument/2006/relationships/notesSlide" Target="/ppt/notesSlides/notesSlide10.xml" Id="R252cff639bd448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b0d91130744fc" /><Relationship Type="http://schemas.openxmlformats.org/officeDocument/2006/relationships/notesSlide" Target="/ppt/notesSlides/notesSlide11.xml" Id="Rbb1d4b4a2b9d4c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fd3dea2c54f48" /><Relationship Type="http://schemas.openxmlformats.org/officeDocument/2006/relationships/notesSlide" Target="/ppt/notesSlides/notesSlide12.xml" Id="Ra86b2c0ed99849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B50D1-1B45-4325-840E-D1023265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1178A-2B2F-41A3-B025-2B2B3163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23EA8-DC64-43DF-8AE8-B2993782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EAE2C-CE18-4FF9-BF78-454407C6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4E877-6A86-4204-AA46-D522C496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3E509-7171-459F-A887-F29C660F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22ACF-08BB-4CF0-8A32-758335AA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3C590-3DD9-4CA8-9226-D22B9548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76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Year 6 learning and identify a secondary transition target.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9DB21B-6837-466D-B605-924510A9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AB2A8-A7B4-4B8C-B92B-296A0A67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4CE6BB-E4E6-47A5-957B-D200059C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236307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9DB739-4F87-4D13-8049-1879C54A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B1DFE-9CA9-4866-8A8E-C6711D5C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9A11B-2438-4B90-924C-D2AC28E3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24A25-D049-41A6-93D8-77929D18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C7D87-219C-41E4-9022-211CA56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69855-B5C7-469F-A2BE-77E955DA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9294B-2413-44F7-9A92-E0C1A5EB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B0CE2-A670-4112-8F0C-F3C3E28D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AA5455-0D76-4C49-A384-F172F266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8E1FD-710C-49E8-BA65-27925BB1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6B891A-9BC3-4772-BADC-27EDC52B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A5F7C-63B6-43DE-975E-BC36050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71AFA-7663-4434-8B90-4D9A326B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E5641-1FA6-4C68-9094-480B7A1A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AFF88-190D-4CFC-B342-7CB387EB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D7B0B-1D8D-40FD-9135-F4C7B0F0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28B02-116A-4ACF-B27C-A3994BD4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8BF424-A3C4-4708-8B72-9927278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224979-E847-4AB2-82DC-E0359D2C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9635B-6C80-4DC2-888E-3A817258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AC3427-F108-48C8-8F76-3AB5F2FF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cuboid has volume 756 cm3, length 12 cm and width 7 cm. Find its height.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C77D91-E9EE-4406-BB4B-95D7737B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722742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10F9A-A5BE-4B57-B1D8-079B07A0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3C5D8-0F9B-4267-B49E-108CFF02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8D7F3-5D6D-41F7-A9A2-FA2C935E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3F1D9-D7A4-479F-A2F9-8A905EC9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215B8-8F6A-4B8A-AFCA-D532A9EA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6D9C4-F5CE-4F92-ADE9-9D356267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1DF0AC-A6B9-48F6-9799-DC390479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6B5AD-6B54-43B5-BDC0-E6CA2A3D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D5CDBB-695B-462F-88BB-D80A24EA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A94E6-476F-4B9C-9326-1AE7F73D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79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Year 6 learning and identify a secondary transition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A3910-448C-47B3-8967-FA392B44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6939BD-BF95-4356-B5AC-556C67BC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831F1-2B2E-4A97-A8E1-3C9C8825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E6345-786F-48D5-A7F5-2B106239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28EE0-AE97-4F67-8471-397BD031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0590323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055A8F-CA62-41BD-8E0F-FB0DB7A6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29FBC-073A-429D-881A-F0B1DCDD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2560D3-7F67-4D1C-9327-FCEAC38A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A6F19-EC26-4134-BA15-815C6F63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887FA-7519-437C-9F61-514AA2A3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BAEA0-7C9E-4F4A-9BD1-F4CA682E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CED64-B30F-4995-9191-853546B8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80C6A-C985-49B6-AC3A-CD527927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D853D-0BFE-4BF2-8479-956E96C2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7D6EA-8779-4E90-BDC9-CD4557F8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FFCB6-1BAE-41C3-8940-CC0E4DF5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2F8F30-F965-4FBC-8A87-07670AED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980CB-0FF5-4DD2-8B6B-99E636AA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fact, representation or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24BFD-9DDA-49FE-A6C2-687D0545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2A9509-C4AA-4DAE-82D1-8FDB4941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51A55-36CA-4C63-8FDD-27682DE5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method and explain the mathematical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13922-A156-449A-A84B-13AACEFE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038C2-60A1-4911-91DF-D25F1843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E0342-742F-424E-9B23-C76AC4C5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CF5B11-EC39-443D-AE1F-1500B88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21A75-B3C4-425F-B5F1-C02E8F9F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AD4295-3173-4FBA-9F1C-AC087D80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precise transition target.</a:t>
            </a:r>
          </a:p>
        </p:txBody>
      </p:sp>
    </p:spTree>
    <p:extLst>
      <p:ext uri="{BB962C8B-B14F-4D97-AF65-F5344CB8AC3E}">
        <p14:creationId xmlns:p14="http://schemas.microsoft.com/office/powerpoint/2010/main" val="14935128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F2338-7087-4992-906B-FD21AB89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74753-CE72-4EB0-B9E5-92EF7CE2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685FCC-7D9A-4200-B5EF-3546B435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C2D12-0A21-41AA-BFC4-78399EE5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34EAE-80A7-49F7-BD26-C1ED66AE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B1A85-132E-4147-9E0D-4146A2B3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F5E77-01EA-4698-A4D0-B2E84587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EB80D-62FC-47BF-AF75-C2BE8B13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C1105-22A1-4EC9-BE0B-0A79011C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70D6-500F-40FD-8B16-DF6727A2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AC25F-4623-423E-97F7-A7491C5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87F099-E37F-4620-97C8-5CC561A2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745DD-64E0-4B78-A5B4-E4E11DC9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02348-576E-44AB-8160-AEE82494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672554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F9FF6-61E7-45DB-9D8F-46253ADA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AE5AC-9A5C-4210-947D-91C7AF3B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15D895-BEFE-40C4-986D-D2963E8E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CF93F-A823-460A-BCE5-F55BCC88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2BF1C-6B36-46BC-AED4-495A86E9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42C5C-4251-437E-9EE1-0DE08C09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30930-F373-4F41-8FE0-3245BA6D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B875F-01CB-4C25-81A2-123B6EC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0F9D0-43F4-42B2-8C70-A05819BB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73130-5164-4A94-AF5B-244FE224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AA4F4-0250-4FC3-89F9-CD8B7097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F9358-8012-4944-9679-AA890CE6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7712D-752E-4C69-9259-14E42C84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F2B824-DE21-4AFF-8058-709A40B4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6374C6-68EB-4BCF-83E6-F939D162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3/4 or 0.75.</a:t>
            </a:r>
          </a:p>
        </p:txBody>
      </p:sp>
    </p:spTree>
    <p:extLst>
      <p:ext uri="{BB962C8B-B14F-4D97-AF65-F5344CB8AC3E}">
        <p14:creationId xmlns:p14="http://schemas.microsoft.com/office/powerpoint/2010/main" val="6304201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ADA669-AEE5-429C-B2CD-A9919569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11D0A-401B-49FA-849C-640792A6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06E61-FE1B-4BA6-935D-AC96D72C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03BB9-D22D-483A-AFF8-80DF6531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59A9E-D126-41C1-827F-4A36F9FA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123CB-DC31-497A-A3C8-DF811114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675BB-5847-42C7-8D4D-1AF23BB4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67103-1D47-480E-A75F-5218AD72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A7E73-463C-465B-9B7E-4CEAE772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3393e48894c7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3163D-AC6B-48AE-94A3-6289ADFA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54EE9-2AF5-43E8-B775-95A1DF0F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1A549-F30C-491E-B2D8-ED696703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66688-EAFC-48ED-BBD3-E3E679E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232C36-99B1-4DD5-A7D3-E8BAD9C2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11988245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A37E01-6178-4D54-AEE8-FC9B5407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FF368-3F74-4754-B049-06ACD7EC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3DCF7-F2DF-4E02-B100-957EF5AC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685F7-6F9C-4A51-A526-9794B213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37DB0-50CD-415B-AC20-B00B552E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05A0E-206F-4F50-813C-E3B61D57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B8076-5B17-4A5E-BFFB-7FC67386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8CF2E-E8C7-4844-ABF4-95AA45EC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423E8-6F9A-42D7-9F45-FBBB14C8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3F4CD-454C-44A1-B875-AB091152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8C12E-34A8-4CCF-8858-241E71EB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07EDE-0A11-4F0D-90E3-D86B2097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D9914-6E58-40C1-9517-BF6FB5C2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5D1705-EFD6-4B48-AD33-472CF5D0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4B1CD-A988-4A87-AB8A-60E913E5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7C80A-6BC0-498D-BA70-1BA75ACC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5FA5C-E64A-4AA3-A09B-C5E5C2D7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0E0BA-8C10-415E-9BE6-BE8C56B1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8AA79-42CE-4143-A19A-E3A48826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A53C1-7564-48DC-8F3F-78F730C8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CBA2A7-D318-4255-A631-92095C52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3/4 or 0.75.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FD4D75-6BC1-4F5A-BEEA-E900829C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146616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A71EB4-5FE3-4741-AA51-94B0F71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CAE00-1D76-49D8-A0F9-8FC8B5D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4CB8E-E40D-4B0D-9E31-E8B02B92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32491-FE3F-4912-9CBA-B91876C7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373F31-BFC6-4845-93D9-4C99DD6E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44664-6823-4D6E-87B9-BEB0AB39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CC906-8477-4147-9465-0EA503B2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ADA0C-60FE-4AC8-B166-1FE5E9D8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4E1CC-6565-402C-921D-38841A7F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AEAED-17AE-445F-8CE8-D41EA06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8A05F-835E-4DC5-8A13-6032B7A3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BDF1A0-1DB1-4A8A-AC40-F18A7D1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9F699-132D-401E-8C5C-1EB98065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4B44B-FEC2-40EE-913F-D34E149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FA568-3DCE-4694-A05D-A4A07C8F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1D7F-8FAA-4CD1-8A07-BD7478A6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5BAD25-95D9-49AE-A22D-835ED36C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ADB61-3F5F-4E97-B689-5E8AB7CF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C4D259-1351-4DCF-86E4-E1DE15BD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41311-5AFD-4B5D-8F5E-6E9AE94A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84E03-4AF8-40AA-8C43-74D0563D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672268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E7974-81D5-43D4-9F6D-9C651650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2B628-8007-4DDF-B47A-9E75AA72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91003-EE62-46FD-8224-78D52537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A1C22-4E3E-4B78-9829-156FD85B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BF705-1DF2-4200-9FD7-B68F071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A9B34-3A7D-4489-9584-E9D50BB2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75FDA-9D45-4CFA-97F2-353EE167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86664-A8BA-4BF1-B53D-387C64C5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F5848-8263-4718-B816-3DF64FA0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ACB72-E880-44B0-94E9-BE8046A8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area of a triangle with base 18 cm and height 11 cm, then find the mean of 18, 22, 25 and 15.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84E962-A065-4E75-B445-F03DABBD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499E81-DFE8-4899-8BC3-8B725971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302778-8D39-4334-B0F2-A69BFE9E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7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99 cm2 and 20.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635391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82FA4-7835-4086-8C92-2AF63E79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9B8BD-BA2F-4E5A-AB5E-BAE32A37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6148C-5ADA-4EF6-AF19-C741C18E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0915C-C330-4941-915E-0C60F1D5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31848-BA63-4B92-A568-4843089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1D27C-E64B-482C-B922-D21B734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5F59-B28E-4742-A003-A5FFBF03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63167-75DD-48C2-B377-394833BD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F149C-D79B-4679-AA02-08B87F6C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617DC-46F4-4E2A-A7F0-CF5CC5C3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BBBEA-5C2C-4261-B83E-BFE9F74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334E3-B565-4291-B4CB-309DBEF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085A92-68EA-4170-A2D9-FA23F517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3BC81-69F9-42AD-B164-E9755FED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C461BD-D48F-460F-B861-681A6DE4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D5280-C68D-48D0-8A8E-F3B65291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13 and 3,450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7D63E-39AB-4814-B5D3-3BB96CF6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8EEB0-35F2-4FD6-9FED-96CCDE99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410384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DAB8E1-D367-4D10-8A6A-489ACEF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7AD16D-7BF6-48CB-A268-67D539AC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55BB8-F59D-481E-9337-A46DD275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F3BDA-84C5-430F-B65F-C885CC31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6B4E0-4503-4B6E-9B91-40BF4C7E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AEAE6-827C-47EB-80C4-73790E11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63122-BBD2-4D5B-A36C-DAB2951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86259-AD9D-4505-83CD-A9FA8655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ECCDF-41F5-4F20-A310-14678F3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8D770-1CF5-4DF1-BDA2-9E83C66F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A93D8-76C0-4611-8A91-CBF93217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6589C-4D81-4AFA-A822-75BD527A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463A7-D94E-4AE8-A291-7C379FB6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D82E4-0DB9-4F37-992B-BB365BF0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5D30C7-6203-4099-8DD6-C6F5D07A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B4BC56-DF61-49AB-B510-75A2659F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F710A-1201-412A-AF15-43177D3B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BFFEDA-E28D-4E4C-B852-AC55A9BD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DEFF8-D04C-4533-A777-C452B7BC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12126-0C5B-4A51-AE27-5767B59F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1E9BF9-A67D-4374-BD9E-72615EBE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6C5502-9938-4187-946B-E08FA14A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265980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2026-09-09T20:50:38.4320000Z</dcterms:created>
  <dcterms:modified xsi:type="dcterms:W3CDTF">2026-09-09T20:50:38.4320000Z</dcterms:modified>
</coreProperties>
</file>