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8ffc96bc4442a4" /><Relationship Type="http://schemas.openxmlformats.org/officeDocument/2006/relationships/extended-properties" Target="/docProps/app.xml" Id="R8ed273bca66d4f84" /><Relationship Type="http://schemas.openxmlformats.org/officeDocument/2006/relationships/officeDocument" Target="/ppt/presentation.xml" Id="R4cb4c10cc1c748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86a67c85384cd3"/>
  </p:sldMasterIdLst>
  <p:notesMasterIdLst>
    <p:notesMasterId xmlns:r="http://schemas.openxmlformats.org/officeDocument/2006/relationships" r:id="R6abaae57e1844b76"/>
  </p:notesMasterIdLst>
  <p:sldIdLst>
    <p:sldId xmlns:r="http://schemas.openxmlformats.org/officeDocument/2006/relationships" id="256" r:id="Rda7cc2d8aca946f2"/>
    <p:sldId xmlns:r="http://schemas.openxmlformats.org/officeDocument/2006/relationships" id="257" r:id="R7eb1b0c524be4cf7"/>
    <p:sldId xmlns:r="http://schemas.openxmlformats.org/officeDocument/2006/relationships" id="258" r:id="R831932bfa4b34785"/>
    <p:sldId xmlns:r="http://schemas.openxmlformats.org/officeDocument/2006/relationships" id="259" r:id="R4064cbfa5b77492e"/>
    <p:sldId xmlns:r="http://schemas.openxmlformats.org/officeDocument/2006/relationships" id="260" r:id="R71b329f9f98d4d18"/>
    <p:sldId xmlns:r="http://schemas.openxmlformats.org/officeDocument/2006/relationships" id="261" r:id="R0099a72912af4c80"/>
    <p:sldId xmlns:r="http://schemas.openxmlformats.org/officeDocument/2006/relationships" id="262" r:id="Rebf8a42fd39d4100"/>
    <p:sldId xmlns:r="http://schemas.openxmlformats.org/officeDocument/2006/relationships" id="263" r:id="R4ad974b4c2e24b6f"/>
    <p:sldId xmlns:r="http://schemas.openxmlformats.org/officeDocument/2006/relationships" id="264" r:id="R9a2de769276f4fbb"/>
    <p:sldId xmlns:r="http://schemas.openxmlformats.org/officeDocument/2006/relationships" id="265" r:id="R55a9dc1a2ec44e3d"/>
    <p:sldId xmlns:r="http://schemas.openxmlformats.org/officeDocument/2006/relationships" id="266" r:id="R33ecd99be8334d6a"/>
    <p:sldId xmlns:r="http://schemas.openxmlformats.org/officeDocument/2006/relationships" id="267" r:id="R6b77107cb25d42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5fd0215d204f1b" /><Relationship Type="http://schemas.openxmlformats.org/officeDocument/2006/relationships/slideMaster" Target="/ppt/slideMasters/slideMaster1.xml" Id="Rda86a67c85384cd3" /><Relationship Type="http://schemas.openxmlformats.org/officeDocument/2006/relationships/notesMaster" Target="/ppt/notesMasters/notesMaster1.xml" Id="R6abaae57e1844b76" /><Relationship Type="http://schemas.openxmlformats.org/officeDocument/2006/relationships/presProps" Target="/ppt/presProps.xml" Id="Ra771fe7a33524fd3" /><Relationship Type="http://schemas.openxmlformats.org/officeDocument/2006/relationships/tableStyles" Target="/ppt/tableStyles.xml" Id="Rb22d8d6374f74a5a" /><Relationship Type="http://schemas.openxmlformats.org/officeDocument/2006/relationships/slide" Target="/ppt/slides/slide1.xml" Id="Rda7cc2d8aca946f2" /><Relationship Type="http://schemas.openxmlformats.org/officeDocument/2006/relationships/slide" Target="/ppt/slides/slide2.xml" Id="R7eb1b0c524be4cf7" /><Relationship Type="http://schemas.openxmlformats.org/officeDocument/2006/relationships/slide" Target="/ppt/slides/slide3.xml" Id="R831932bfa4b34785" /><Relationship Type="http://schemas.openxmlformats.org/officeDocument/2006/relationships/slide" Target="/ppt/slides/slide4.xml" Id="R4064cbfa5b77492e" /><Relationship Type="http://schemas.openxmlformats.org/officeDocument/2006/relationships/slide" Target="/ppt/slides/slide5.xml" Id="R71b329f9f98d4d18" /><Relationship Type="http://schemas.openxmlformats.org/officeDocument/2006/relationships/slide" Target="/ppt/slides/slide6.xml" Id="R0099a72912af4c80" /><Relationship Type="http://schemas.openxmlformats.org/officeDocument/2006/relationships/slide" Target="/ppt/slides/slide7.xml" Id="Rebf8a42fd39d4100" /><Relationship Type="http://schemas.openxmlformats.org/officeDocument/2006/relationships/slide" Target="/ppt/slides/slide8.xml" Id="R4ad974b4c2e24b6f" /><Relationship Type="http://schemas.openxmlformats.org/officeDocument/2006/relationships/slide" Target="/ppt/slides/slide9.xml" Id="R9a2de769276f4fbb" /><Relationship Type="http://schemas.openxmlformats.org/officeDocument/2006/relationships/slide" Target="/ppt/slides/slide10.xml" Id="R55a9dc1a2ec44e3d" /><Relationship Type="http://schemas.openxmlformats.org/officeDocument/2006/relationships/slide" Target="/ppt/slides/slide11.xml" Id="R33ecd99be8334d6a" /><Relationship Type="http://schemas.openxmlformats.org/officeDocument/2006/relationships/slide" Target="/ppt/slides/slide12.xml" Id="R6b77107cb25d42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cb94e8315847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ae5f060c9547d0" /><Relationship Type="http://schemas.openxmlformats.org/officeDocument/2006/relationships/notesMaster" Target="/ppt/notesMasters/notesMaster1.xml" Id="R34ac11691eed44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4af33d635a48e0" /><Relationship Type="http://schemas.openxmlformats.org/officeDocument/2006/relationships/notesMaster" Target="/ppt/notesMasters/notesMaster1.xml" Id="R66d4809c79d14e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c093b9abdb43bd" /><Relationship Type="http://schemas.openxmlformats.org/officeDocument/2006/relationships/notesMaster" Target="/ppt/notesMasters/notesMaster1.xml" Id="Re1fd15c3337041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3590ef3bbb4913" /><Relationship Type="http://schemas.openxmlformats.org/officeDocument/2006/relationships/notesMaster" Target="/ppt/notesMasters/notesMaster1.xml" Id="Re30f8381f89146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5f124581dd4f7e" /><Relationship Type="http://schemas.openxmlformats.org/officeDocument/2006/relationships/notesMaster" Target="/ppt/notesMasters/notesMaster1.xml" Id="Reb660fc2245846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148eb11c094ac6" /><Relationship Type="http://schemas.openxmlformats.org/officeDocument/2006/relationships/notesMaster" Target="/ppt/notesMasters/notesMaster1.xml" Id="R0f3b82e921a342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7e7743aa194a60" /><Relationship Type="http://schemas.openxmlformats.org/officeDocument/2006/relationships/notesMaster" Target="/ppt/notesMasters/notesMaster1.xml" Id="R104dff9e370441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6bc5d023e342c0" /><Relationship Type="http://schemas.openxmlformats.org/officeDocument/2006/relationships/notesMaster" Target="/ppt/notesMasters/notesMaster1.xml" Id="R341543fe77ad4f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8f0d6ad7054aeb" /><Relationship Type="http://schemas.openxmlformats.org/officeDocument/2006/relationships/notesMaster" Target="/ppt/notesMasters/notesMaster1.xml" Id="R1cbed020dede49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4690bdbc2a43ff" /><Relationship Type="http://schemas.openxmlformats.org/officeDocument/2006/relationships/notesMaster" Target="/ppt/notesMasters/notesMaster1.xml" Id="R69a850a4f90d42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474c0b32784529" /><Relationship Type="http://schemas.openxmlformats.org/officeDocument/2006/relationships/notesMaster" Target="/ppt/notesMasters/notesMaster1.xml" Id="R8a73bee1bf1443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637867bb5f4397" /><Relationship Type="http://schemas.openxmlformats.org/officeDocument/2006/relationships/notesMaster" Target="/ppt/notesMasters/notesMaster1.xml" Id="R2477d49299a14a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x = 13 and 3,450 m.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3/4 or 0.75.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x = 13 and 3,450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x = 13 and 3,450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99 cm2 and 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£560.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99 cm2 and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99 cm2 and 20.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3b8b2211aa41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e4d25d765745a6" /><Relationship Type="http://schemas.openxmlformats.org/officeDocument/2006/relationships/slideLayout" Target="/ppt/slideLayouts/slideLayout1.xml" Id="Rf5aa3a05a9814f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a3a05a9814f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c17da532e484e" /><Relationship Type="http://schemas.openxmlformats.org/officeDocument/2006/relationships/notesSlide" Target="/ppt/notesSlides/notesSlide1.xml" Id="R2c895e34dc394f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4df22e86f4896" /><Relationship Type="http://schemas.openxmlformats.org/officeDocument/2006/relationships/notesSlide" Target="/ppt/notesSlides/notesSlide2.xml" Id="R5fabf989bc3941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36788b36b465d" /><Relationship Type="http://schemas.openxmlformats.org/officeDocument/2006/relationships/notesSlide" Target="/ppt/notesSlides/notesSlide3.xml" Id="Rd0c7b66e01424c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5bb00a5ce4093" /><Relationship Type="http://schemas.openxmlformats.org/officeDocument/2006/relationships/notesSlide" Target="/ppt/notesSlides/notesSlide4.xml" Id="R7221d19bef9840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b671a384b408f" /><Relationship Type="http://schemas.openxmlformats.org/officeDocument/2006/relationships/notesSlide" Target="/ppt/notesSlides/notesSlide5.xml" Id="R334932f2217e40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a578c070d4c68" /><Relationship Type="http://schemas.openxmlformats.org/officeDocument/2006/relationships/notesSlide" Target="/ppt/notesSlides/notesSlide6.xml" Id="Re7cb3358ea8744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754d734e64b28" /><Relationship Type="http://schemas.openxmlformats.org/officeDocument/2006/relationships/image" Target="/ppt/media/image.png" Id="R41987f6840434556" /><Relationship Type="http://schemas.openxmlformats.org/officeDocument/2006/relationships/notesSlide" Target="/ppt/notesSlides/notesSlide7.xml" Id="Rc2e3ef4320234f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fcc110d5d4993" /><Relationship Type="http://schemas.openxmlformats.org/officeDocument/2006/relationships/notesSlide" Target="/ppt/notesSlides/notesSlide8.xml" Id="Rf77d798b6e9744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0334767534262" /><Relationship Type="http://schemas.openxmlformats.org/officeDocument/2006/relationships/notesSlide" Target="/ppt/notesSlides/notesSlide9.xml" Id="Rd8f649fa04a040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1bec81d8a42d4" /><Relationship Type="http://schemas.openxmlformats.org/officeDocument/2006/relationships/notesSlide" Target="/ppt/notesSlides/notesSlide10.xml" Id="R28cedaf4b4fb41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c36a8c3944510" /><Relationship Type="http://schemas.openxmlformats.org/officeDocument/2006/relationships/notesSlide" Target="/ppt/notesSlides/notesSlide11.xml" Id="R508be707fee140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df4ac7fdd466e" /><Relationship Type="http://schemas.openxmlformats.org/officeDocument/2006/relationships/notesSlide" Target="/ppt/notesSlides/notesSlide12.xml" Id="Re4c3598d84df44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5BA86-957B-4E11-B090-B0636531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18108-6BF4-4CC9-A887-8895615E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7523B-822B-45FB-9F2A-F3CB903D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9938D-0F33-4426-B8F7-55A45BA8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3277B-5075-4186-8631-F660E687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2C185-2984-4998-B629-B5504906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7CDE0-A704-4007-BDF7-9617BB45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BA08F-DDF3-40E4-BD14-E4F84917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654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number, fraction, percentage and ratio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15D41-3483-4903-A0B5-755201E8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6F42A-2AED-4700-84F0-6A0BB9F9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87D8E-BA6D-4B9E-974E-5636F00B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18088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49CEA2-E24A-4D2A-9800-4DD1D45C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9EF40-AA19-4A2B-A7D7-0FBA1E0B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FC6F2-5AE8-481A-B493-C30B576B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981BF-D25E-407E-88DD-73B3AF67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27EC0-38CF-429D-8E52-A42372F6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2CB89-CC2C-441C-8218-48D787A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60847-A298-411B-9971-DBFF48EE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0AE64-6A56-47B3-ABC5-721E0339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83BD1-01C8-4795-8DB9-98177C24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76C17-B5AC-474C-B404-2FD6D4E2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A8D444-D039-4704-9E83-903F01A7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D92FB-01E6-465A-97C4-2E4A6911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14C76-A212-45BC-92E2-E9F6DC94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BCFE4-190E-49FF-9893-D5A351E7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75FFF-D8B9-4739-87CA-85348495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0EBA3-11BC-4F0A-88DC-ED9C6E1C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D2ED1-AACA-4E1E-8EFB-E912DD38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70B065-FE33-45D7-BCCF-8EDE8345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23396F-6182-4C02-BC84-8F07C368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563677-1A00-4D5B-AF34-B6E49E33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7860E6-DE3D-41F2-9266-13A4A4FA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 1/4 divided by 3, then write the answer as a decimal.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1EE924-643A-41D6-9DAE-3F0AE7AC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000363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1BC99-E8EC-432E-A980-E643A422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3DBF7-D52F-48E4-A829-EC81D4B4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BEC00-D64F-45A9-9C63-EF399918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29AFA-A068-4D5C-9246-3ADF96B3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724EC-5E86-4192-8C7E-D5785BFB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CABCB-6800-431D-86CB-DBE3C711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20E47-2646-4ADE-92B2-6CCCD8F6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537AB-8BEF-49B9-B896-C6535CEE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CC59A2-F847-4419-BB4C-77A6B3F7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2AC05-C6CE-48F7-AA09-3F059294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number, fraction, percentage and ratio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0FB810-0D0B-4AC5-A296-977D6639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5F359-408B-45C7-B2C4-D7077172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60248-6817-49C4-B7DA-C4112759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C0DE1-5133-4C3B-9561-7CAC1DDD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9BD04-7608-4383-9825-3481F902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3772568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A7B22E-CF5B-4209-B4F0-E2554A83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2E3E9B-DBA1-4B14-843C-0BE0B91B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EA836-0123-480C-9A7B-35CA21C0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45E06-715A-4F7A-BA35-E6F5DF05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C44A4-D9B8-4636-A625-46513BB9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15177-CFF3-435B-879A-54AAECCD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74147-35B4-4F62-9775-0124FB23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00883-F3FB-49E1-A5C7-37E76130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95A2D-4767-4BAA-B4D4-E3922B9A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2912B-A330-4A97-83C3-331E910E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9540A-A1AA-4D01-9017-AA7C8729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6DD92-2E25-4029-8106-C0CFD856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6466F-6A14-4A5D-8CB2-84F669B4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fact, representation or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53DA2-EBDD-4828-9ED5-3D23404D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02A975-6593-4ADA-871C-FDA1DB3E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50099-FCDF-4B0B-A751-54453CED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method and explain the mathematical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C11587-6641-48F9-949B-066E43BB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4E04F6-5CB5-455E-A0E6-669D604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969729-A62C-4C0D-A23B-00B94128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3/4 or 0.75.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BDD345-2FC3-4221-92F5-F3C1B3A1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8B21A-2C06-449C-A551-13E2A100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1676E9-7553-4692-AC96-44EC6BFC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precise transition target.</a:t>
            </a:r>
          </a:p>
        </p:txBody>
      </p:sp>
    </p:spTree>
    <p:extLst>
      <p:ext uri="{BB962C8B-B14F-4D97-AF65-F5344CB8AC3E}">
        <p14:creationId xmlns:p14="http://schemas.microsoft.com/office/powerpoint/2010/main" val="15001279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E362A3-EA9E-4388-927D-6C8D90D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7A6BE-FA0E-4154-871E-9A58CCF9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88571-8A79-428B-B4C8-E0F22A37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C1C9F-C029-45D9-8868-DF8FB465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1B785-8816-4ED4-AFE6-8D0467A7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50D18-9F48-463E-998A-1B100C0E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0DBDB-F494-43E5-B8BC-912EDC81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356B4-8F55-45EE-BBE5-E5F6AF4C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872AEA-9E6F-41F7-B4F7-52D73E34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E5FEEF-2686-43F9-9730-7CCD3B08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25A33-2EE4-4FD9-9DA1-07C7FA79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3/4 or 0.75.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3C77D-B6A3-435E-A889-AE49238D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4A6F4-05DA-4965-9B5B-AF3F50A8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D15AC-FA32-4861-84BC-0CC9BE7A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971718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042D8B-BECD-4AAB-8AD4-6A4F767A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B4A81-02BB-4416-A94F-7C280D32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5DAC2-93A2-4BD7-A260-F715634F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F5177-BEBD-4686-BF36-1BC033A3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7AAE7-E8D6-4448-8A0E-E5A8F4F1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BB35A-DA7F-41DE-9270-5454D710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4EFB3-A6FF-43F8-8D4A-BBA3AFE1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EB596-D23A-483C-9DFB-1C99449D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1CA52-7598-4878-A7C5-A3687807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B0B28-FEF6-4FCE-B685-F77124D9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A4B4F-9055-4EB2-814E-8AD44F1C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314AD-00BB-42CE-9984-A4E015D2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3199B-7979-4EC7-A7EB-82654BA0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3280D-5240-436D-81BA-E93E71B4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FF7F9E-AAD7-4204-8978-B65472E1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x = 13 and 3,450 m.</a:t>
            </a:r>
          </a:p>
        </p:txBody>
      </p:sp>
    </p:spTree>
    <p:extLst>
      <p:ext uri="{BB962C8B-B14F-4D97-AF65-F5344CB8AC3E}">
        <p14:creationId xmlns:p14="http://schemas.microsoft.com/office/powerpoint/2010/main" val="12352325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83DDAA-5F6E-4886-A9B3-068C89CF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1A914-54FC-455C-9B2B-10BE2507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D6603-3779-4D2F-9642-030482C6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B827F-9DCC-4CA6-AC41-EE756368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48A40-8D52-413F-BBAB-A007880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4CD07-F4E7-41BA-BAA9-31276698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09F837-5747-43BE-9725-0D9E253B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321AE-2666-4083-BB13-E7DAA21D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7B954-2EDD-4912-A69F-F4B5C99A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987f684043455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1322F-418D-442F-8002-7A739C39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87A11-5249-4086-BBCA-FE78E76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256FF-2488-470C-9B3C-8C5A3851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937C0D-8B90-4A4F-A924-B88D7951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32211-A1CA-45EF-98CE-BC0B81E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14348695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48142-75F2-4B8F-96E5-854E4435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1A1836-789C-4BC9-BC0D-1650F71B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42ABD-834C-4B10-9281-5C8C1949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1E8D7-33C7-4F63-ACB7-87CAD3F0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9B173-4BDB-4532-AFF6-48446E50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B4DC6-2F12-4C15-AE9F-917CB3C7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37554E-E78F-4C3A-8F8F-17EC5829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A75C3-7FFF-4A4F-8B04-AA277523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2905F-1671-4A5A-884C-43254510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EDD6F-E1B4-4358-AA98-00A90DB3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49E1D-79CE-41A8-9A6D-23FBF053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21D1D-715A-4D04-9E87-9DEEAB9B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A3F3BD-91D1-413B-A9D4-292F5D74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CE6C5-C84A-4F2C-9AA1-4875AAEB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FFDF7-9242-4D20-A3E5-174ECC14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EA369-0FE7-4801-93F9-C0A8CD8C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206F5-9C6E-4334-AECD-3B7CB4CC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1C3AF-5942-4C81-A657-1EDE3644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2EF03-F6B1-4C2B-8EEE-0AAC848A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133A3A-915C-4D05-9EEE-0D9DCE7B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9A2D1E-F9F2-4B96-95D0-AA7C5241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x = 13 and 3,450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AFCA3-EB76-440D-A8C2-51342CC4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55861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98FE7D-5874-48C4-9F1E-6EFFEE32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CEACA-2EF1-46C7-944B-BE59166B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7BF15-C16E-4B37-B44A-142701CA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B8430-A855-4B11-9296-EFB2D3B7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44D77-B607-4871-B6F2-824980A9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4D1EF-7C1F-4EEF-91C0-9B6EB79B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E2CDE-AB1D-4302-AA6C-765B3A79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6832A-3D44-4FCD-A9A4-C4BDD3AB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346D4-E2F3-4BDB-A608-FA425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BCF1F-1DF0-4C76-ABE9-37F9C157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7AF78-B766-403B-B392-C413C1D6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30586-C323-4038-B03F-1DEAC903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54605-53C5-47A3-A1AB-C3A3EFD2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8EF4E-4BC1-4934-9F47-BE1D28FE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84BBD2-228F-4A83-873C-BB2DC8A4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0594BF-96BA-4ED0-B505-62FB0E2F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BB8AE-301F-427E-82B1-D6750425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50D30A-366B-4B65-BFFD-E9934A37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F3E14-967C-4DCA-9CE3-5CC4669E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56B5D-223D-43C2-BF90-DE0CC899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C24D72-417B-4DBB-9629-ED805A91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293862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BD945-88B3-429F-A4B0-235EE79E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C87B68-CBF4-4DFA-986D-10609E15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DEC93-6AF9-4B79-9D4B-218ACA73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897E3-F834-48E4-A46E-1BF49325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11D1A-C9D5-4D66-BBBE-70C673CE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E8554-AB0D-4972-A147-FC73A943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A61B6-F30E-4175-9DBC-7EE806FA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B4995-A493-4074-BCA1-9350F21C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9CADC-3DC9-4CA5-A2B0-8B0A34A3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A304D-9240-4C97-87F4-13C435A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£640 item is reduced by 12.5%. Find the sale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BF97BB-D55C-4A5B-A9AC-FE19FC55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D1CFC7-4AC2-4379-9759-B8C5104B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DA94E9-08E3-4175-8230-072082B8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£560.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649132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F6DF67-8CC3-4325-9403-78C2BA26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1847A-4250-45D1-8EE9-75F6DC07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84DDF-6976-418E-BD7A-5EF311F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93F75-9B5C-4097-A4F6-8F850195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78BA5-9A47-4987-9247-A95DA9A0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57BB2-DBE6-4D84-BA4D-162CEEEE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B8982-DACE-4E14-A263-255AAC5C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D2543-31B4-4300-A96A-D5FBDA37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63776-58C7-4086-8BBA-3DF89F5D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27180-6F49-40F6-8EA4-8B6B2560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CEBF84-8E46-4BC5-B18D-65DD5441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BCAC9-F2D6-4ABA-81D2-EDAF4FAF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96468-72E0-4314-94AD-E3FD8D42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C59CD-B0CC-43F4-897C-D9518B9A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E408D-0EFB-4B88-B2F6-3C671F09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340300-9343-44A1-B1E7-DA8C5D25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99 cm2 and 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C9868B-599E-47BE-873C-F9785063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F73BE-1309-4133-917D-A04BE03F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69826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B31B00-6F6A-46C0-A3A8-28145807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A77D1-4176-4757-AD36-95013833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61C49-2D8B-4717-B47C-3A45A3EA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146B2-5AF9-4E00-9A6F-E118F998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27130-9A2E-43C7-BD30-6056BB58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C4C78-DAB7-4538-825B-65E6E1B0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8E835-10FD-4BF7-85DF-15A32D89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95288-6554-472D-9A5E-74F4A906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C7A0A-9EEC-4D14-AAE6-A1CC1318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D42AC-4119-4267-B0B6-C4671FBC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D8CE6-01EC-45EF-8C68-2F9B482E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97FA-A13F-4A7B-B567-3CA54253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E3F92D-147B-4063-B013-AA1BE6E7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D746B-7945-46FC-BA18-F99B7013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60BDE-7B5D-4516-B9C5-77B038F0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A82D3-D747-49A2-9AB0-9D8396BD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675BB9-EF9C-45C2-B01D-F8F4D5CC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362764-B2DD-4F44-BDDE-274567CF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FFF544-9F01-475F-90F2-7B1919AA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4F32D-D813-4F41-ABB6-7A5256C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73E570-4C0B-45FA-B7C9-EA9511F6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F4B8E7-4106-499A-B731-570CD603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361509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2026-09-09T20:50:34.0350000Z</dcterms:created>
  <dcterms:modified xsi:type="dcterms:W3CDTF">2026-09-09T20:50:34.0350000Z</dcterms:modified>
</coreProperties>
</file>