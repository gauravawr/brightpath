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13a13e5c674da8" /><Relationship Type="http://schemas.openxmlformats.org/officeDocument/2006/relationships/extended-properties" Target="/docProps/app.xml" Id="R9d8b5f09226945f3" /><Relationship Type="http://schemas.openxmlformats.org/officeDocument/2006/relationships/officeDocument" Target="/ppt/presentation.xml" Id="R9e1353b8c6cf47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6832a724604daf"/>
  </p:sldMasterIdLst>
  <p:notesMasterIdLst>
    <p:notesMasterId xmlns:r="http://schemas.openxmlformats.org/officeDocument/2006/relationships" r:id="R8077ed5565384cc1"/>
  </p:notesMasterIdLst>
  <p:sldIdLst>
    <p:sldId xmlns:r="http://schemas.openxmlformats.org/officeDocument/2006/relationships" id="256" r:id="R811f1b9f302545b6"/>
    <p:sldId xmlns:r="http://schemas.openxmlformats.org/officeDocument/2006/relationships" id="257" r:id="R4048526443fe489b"/>
    <p:sldId xmlns:r="http://schemas.openxmlformats.org/officeDocument/2006/relationships" id="258" r:id="R319d63c74a6641c5"/>
    <p:sldId xmlns:r="http://schemas.openxmlformats.org/officeDocument/2006/relationships" id="259" r:id="R97ee4ca237274a92"/>
    <p:sldId xmlns:r="http://schemas.openxmlformats.org/officeDocument/2006/relationships" id="260" r:id="R7f8de972a07a43bd"/>
    <p:sldId xmlns:r="http://schemas.openxmlformats.org/officeDocument/2006/relationships" id="261" r:id="Rd51c5d7390884584"/>
    <p:sldId xmlns:r="http://schemas.openxmlformats.org/officeDocument/2006/relationships" id="262" r:id="Rfeba12122d5a4a67"/>
    <p:sldId xmlns:r="http://schemas.openxmlformats.org/officeDocument/2006/relationships" id="263" r:id="R57590d2b865349d1"/>
    <p:sldId xmlns:r="http://schemas.openxmlformats.org/officeDocument/2006/relationships" id="264" r:id="Rbcb237bf82a6487e"/>
    <p:sldId xmlns:r="http://schemas.openxmlformats.org/officeDocument/2006/relationships" id="265" r:id="R2ce011a9d89f4149"/>
    <p:sldId xmlns:r="http://schemas.openxmlformats.org/officeDocument/2006/relationships" id="266" r:id="Rcb0845a4cd76436a"/>
    <p:sldId xmlns:r="http://schemas.openxmlformats.org/officeDocument/2006/relationships" id="267" r:id="R72d8147e42404d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e516e97fbb4102" /><Relationship Type="http://schemas.openxmlformats.org/officeDocument/2006/relationships/slideMaster" Target="/ppt/slideMasters/slideMaster1.xml" Id="R4a6832a724604daf" /><Relationship Type="http://schemas.openxmlformats.org/officeDocument/2006/relationships/notesMaster" Target="/ppt/notesMasters/notesMaster1.xml" Id="R8077ed5565384cc1" /><Relationship Type="http://schemas.openxmlformats.org/officeDocument/2006/relationships/presProps" Target="/ppt/presProps.xml" Id="R9d97b568107045c1" /><Relationship Type="http://schemas.openxmlformats.org/officeDocument/2006/relationships/tableStyles" Target="/ppt/tableStyles.xml" Id="R3891985b4a574395" /><Relationship Type="http://schemas.openxmlformats.org/officeDocument/2006/relationships/slide" Target="/ppt/slides/slide1.xml" Id="R811f1b9f302545b6" /><Relationship Type="http://schemas.openxmlformats.org/officeDocument/2006/relationships/slide" Target="/ppt/slides/slide2.xml" Id="R4048526443fe489b" /><Relationship Type="http://schemas.openxmlformats.org/officeDocument/2006/relationships/slide" Target="/ppt/slides/slide3.xml" Id="R319d63c74a6641c5" /><Relationship Type="http://schemas.openxmlformats.org/officeDocument/2006/relationships/slide" Target="/ppt/slides/slide4.xml" Id="R97ee4ca237274a92" /><Relationship Type="http://schemas.openxmlformats.org/officeDocument/2006/relationships/slide" Target="/ppt/slides/slide5.xml" Id="R7f8de972a07a43bd" /><Relationship Type="http://schemas.openxmlformats.org/officeDocument/2006/relationships/slide" Target="/ppt/slides/slide6.xml" Id="Rd51c5d7390884584" /><Relationship Type="http://schemas.openxmlformats.org/officeDocument/2006/relationships/slide" Target="/ppt/slides/slide7.xml" Id="Rfeba12122d5a4a67" /><Relationship Type="http://schemas.openxmlformats.org/officeDocument/2006/relationships/slide" Target="/ppt/slides/slide8.xml" Id="R57590d2b865349d1" /><Relationship Type="http://schemas.openxmlformats.org/officeDocument/2006/relationships/slide" Target="/ppt/slides/slide9.xml" Id="Rbcb237bf82a6487e" /><Relationship Type="http://schemas.openxmlformats.org/officeDocument/2006/relationships/slide" Target="/ppt/slides/slide10.xml" Id="R2ce011a9d89f4149" /><Relationship Type="http://schemas.openxmlformats.org/officeDocument/2006/relationships/slide" Target="/ppt/slides/slide11.xml" Id="Rcb0845a4cd76436a" /><Relationship Type="http://schemas.openxmlformats.org/officeDocument/2006/relationships/slide" Target="/ppt/slides/slide12.xml" Id="R72d8147e42404d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73c1e29e6a46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446f04a24c45cf" /><Relationship Type="http://schemas.openxmlformats.org/officeDocument/2006/relationships/notesMaster" Target="/ppt/notesMasters/notesMaster1.xml" Id="R43242f87ec9141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1472383b8249d5" /><Relationship Type="http://schemas.openxmlformats.org/officeDocument/2006/relationships/notesMaster" Target="/ppt/notesMasters/notesMaster1.xml" Id="R04e4b4e2aadf4c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4471a5c4064341" /><Relationship Type="http://schemas.openxmlformats.org/officeDocument/2006/relationships/notesMaster" Target="/ppt/notesMasters/notesMaster1.xml" Id="R7cb77cf0a4084d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1edb0da0c84920" /><Relationship Type="http://schemas.openxmlformats.org/officeDocument/2006/relationships/notesMaster" Target="/ppt/notesMasters/notesMaster1.xml" Id="R183366b480e841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186ac3858043bd" /><Relationship Type="http://schemas.openxmlformats.org/officeDocument/2006/relationships/notesMaster" Target="/ppt/notesMasters/notesMaster1.xml" Id="R0de4ce94437648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33ebcda5234dda" /><Relationship Type="http://schemas.openxmlformats.org/officeDocument/2006/relationships/notesMaster" Target="/ppt/notesMasters/notesMaster1.xml" Id="R24ed97fd4f2f43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10c78c03bf464b" /><Relationship Type="http://schemas.openxmlformats.org/officeDocument/2006/relationships/notesMaster" Target="/ppt/notesMasters/notesMaster1.xml" Id="R555e5d4872644b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bdfd5fd9344fb3" /><Relationship Type="http://schemas.openxmlformats.org/officeDocument/2006/relationships/notesMaster" Target="/ppt/notesMasters/notesMaster1.xml" Id="R4c5eb0fa61fe41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e3c9d7442940b4" /><Relationship Type="http://schemas.openxmlformats.org/officeDocument/2006/relationships/notesMaster" Target="/ppt/notesMasters/notesMaster1.xml" Id="R36085292a4774e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5003eafa784245" /><Relationship Type="http://schemas.openxmlformats.org/officeDocument/2006/relationships/notesMaster" Target="/ppt/notesMasters/notesMaster1.xml" Id="Rdc7a1fa601f84f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83779d76b849c8" /><Relationship Type="http://schemas.openxmlformats.org/officeDocument/2006/relationships/notesMaster" Target="/ppt/notesMasters/notesMaster1.xml" Id="R643171897a594a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389c77de3e4eeb" /><Relationship Type="http://schemas.openxmlformats.org/officeDocument/2006/relationships/notesMaster" Target="/ppt/notesMasters/notesMaster1.xml" Id="R8ce7946387ae42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Mini whiteboards, assessment questions, formula reminders, reflection and transition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x = 13 and 3,450 m. | Retrieve the relevant fact, representation or formula. | Use assessment evidence to name the exact concept, method, example and support required next.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retrieve, apply, justify, review, transition, next step.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3/4 or 0.75.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x = 13 and 3,450 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Use assessment evidence to name the exact concept, method, example and support required next.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x = 13 and 3,450 m..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99 cm2 and 20..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£560.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99 cm2 and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99 cm2 and 20. | Use assessment evidence to name the exact concept, method, example and support required next.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d42cdf390b44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4f929084c54b58" /><Relationship Type="http://schemas.openxmlformats.org/officeDocument/2006/relationships/slideLayout" Target="/ppt/slideLayouts/slideLayout1.xml" Id="Rfa132d93a58c4e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132d93a58c4e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e533cf2e2402d" /><Relationship Type="http://schemas.openxmlformats.org/officeDocument/2006/relationships/notesSlide" Target="/ppt/notesSlides/notesSlide1.xml" Id="R447416672a6c4e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3e2cee8bb4c42" /><Relationship Type="http://schemas.openxmlformats.org/officeDocument/2006/relationships/notesSlide" Target="/ppt/notesSlides/notesSlide2.xml" Id="R54cdd700474844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0b08d3e804bdf" /><Relationship Type="http://schemas.openxmlformats.org/officeDocument/2006/relationships/notesSlide" Target="/ppt/notesSlides/notesSlide3.xml" Id="R03d2441b98df47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07a4e3175493c" /><Relationship Type="http://schemas.openxmlformats.org/officeDocument/2006/relationships/notesSlide" Target="/ppt/notesSlides/notesSlide4.xml" Id="R2270c400836d40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c324286214476" /><Relationship Type="http://schemas.openxmlformats.org/officeDocument/2006/relationships/notesSlide" Target="/ppt/notesSlides/notesSlide5.xml" Id="R2362c3b2e7ba49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720c9d3134b88" /><Relationship Type="http://schemas.openxmlformats.org/officeDocument/2006/relationships/notesSlide" Target="/ppt/notesSlides/notesSlide6.xml" Id="R76cc2ec38e0047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8fa2ab5244270" /><Relationship Type="http://schemas.openxmlformats.org/officeDocument/2006/relationships/image" Target="/ppt/media/image.png" Id="R9ceb07cc124b4290" /><Relationship Type="http://schemas.openxmlformats.org/officeDocument/2006/relationships/notesSlide" Target="/ppt/notesSlides/notesSlide7.xml" Id="R4304353227fd47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9a12bf8f9497f" /><Relationship Type="http://schemas.openxmlformats.org/officeDocument/2006/relationships/notesSlide" Target="/ppt/notesSlides/notesSlide8.xml" Id="R9a5e2560b26f40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9a276025e44a1" /><Relationship Type="http://schemas.openxmlformats.org/officeDocument/2006/relationships/notesSlide" Target="/ppt/notesSlides/notesSlide9.xml" Id="R4b34573d3d1649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95e2ab45142cf" /><Relationship Type="http://schemas.openxmlformats.org/officeDocument/2006/relationships/notesSlide" Target="/ppt/notesSlides/notesSlide10.xml" Id="R25ce2fb3cd4f41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15ae19a97454b" /><Relationship Type="http://schemas.openxmlformats.org/officeDocument/2006/relationships/notesSlide" Target="/ppt/notesSlides/notesSlide11.xml" Id="Rdf5844d46a4749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f593299554c92" /><Relationship Type="http://schemas.openxmlformats.org/officeDocument/2006/relationships/notesSlide" Target="/ppt/notesSlides/notesSlide12.xml" Id="R28b3a50f0a354e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5C04C-B446-4C37-AD2A-7407549C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428C1-ADC9-482B-8D36-5383A0CD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314D4-EC14-4A61-B0BA-C2A1B835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95D73-A2C3-4493-A36C-6F1DD0EF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64C2A-0004-4789-B102-FA39018E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Retrieve number and ratio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549F9-19FD-45D9-8110-5A9EB37B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58353-E0F8-49EA-BB8A-14E21364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B4056-3E4C-44D7-BBF5-4E28A5B5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654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retrieve and apply number, fraction, percentage and ratio methods.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AFCF0-C698-43A6-B7EE-C7B7EAAA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AA6EF-188D-48DC-934D-6310FD63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Mini whiteboards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A06F0-C6CA-4220-BFB1-4763BE48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9822511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C4FEEA-084C-4CAF-9D51-91A0C36D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21C11-E39D-4230-885F-A3B136E9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9D1C7-755F-4F26-BFB8-C564B670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296BE-1D16-4C75-AEB0-7AA6F191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03B67-62ED-4D01-B96E-6B290A4E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1F752-0696-4A33-9482-1D3B82CF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5CB88-2076-4926-9DB2-AD6167A7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46C11-740C-4B6F-870D-D358E4F8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78B6D-B0F2-4587-90AE-89777795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number and ratio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98C9C-82E7-4DEE-8DD1-3F8339EB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568A7-9B31-4BC6-BF84-43E3C9B8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CF936-DD17-48C5-A2E7-3D513B30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7E579-5171-4002-8D46-E46BE108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Year 6 learning across number, ratio, algebra, measure, geometry and statistics.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6A0CF-7148-4FF5-ABAF-66D6E4F3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18919-2781-482C-9B0B-797DB220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29B53-D182-4A3B-92FD-5941D9EC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26BDC0-DEAF-4CAD-87E1-9FC77F34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5x + 8 = 73 and convert 3.45 km to metres.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78684-EB6C-4D6E-B6B7-6E3959D8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4757E7-7582-4708-9075-7231D2DC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C1191D-0785-4CDB-B45D-A5D2EA03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A833DC-628D-45E5-BB25-7D79B0A1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2 1/4 divided by 3, then write the answer as a decimal.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C944DD-8604-48C9-87F6-50552EC5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01691654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ABA5E-9D7F-4A40-BA4E-878B3E1F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B65D1-9EB2-4B0F-8C34-091A4425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17457-5B97-4244-9887-DB05A3FD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32C89-38B6-4BBC-8016-CC546D18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2D1CB-2ADA-42C8-A973-8A93B871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9B827-6324-4BCA-8C41-434C8D90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D5DD3-DBF4-4DFF-8744-39C01242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AD954-D091-4232-A458-228A4F3A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32151-BA40-401C-B213-C2452C38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number and ratio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642FE-FA5A-444A-BE03-7596173F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retrieve and apply number, fraction, percentage and ratio methods.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3B8DE-3532-414A-B258-E3052ECB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6B0E3-E0CC-4981-ADE9-050688A6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Retrieve the relevant fact, representation or formula.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877C4-839F-45FA-9C81-E52E569E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Show a complete method and explain the mathematical decision.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108F7-1DA1-41B2-8216-AD0A1673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result and record a precise transition target.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C04CF-C820-49BE-93D6-F7114961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retrieve  |  apply  |  justify  |  review  |  transition  |  next step</a:t>
            </a:r>
          </a:p>
        </p:txBody>
      </p:sp>
    </p:spTree>
    <p:extLst>
      <p:ext uri="{BB962C8B-B14F-4D97-AF65-F5344CB8AC3E}">
        <p14:creationId xmlns:p14="http://schemas.microsoft.com/office/powerpoint/2010/main" val="140617656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419A06-0CBF-4B15-B6D1-78848FB8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585E8-A467-4102-932D-60FBCC14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55112-31A0-44ED-9B98-C33F39AE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CE3D2-CE55-47F1-B91F-3B27EF53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71F4E-66F0-4B44-9D22-AB458738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FC1AE-29F2-41CA-9562-36DF65A0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31A48-6959-49F9-947A-F7B59F41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D1911-9073-4628-8D7C-FA5606FF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BACF5-B6FE-4980-8A83-AC697374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number and ratio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1B76C-3AD5-4428-B4B8-CFFCB323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1/4 divided by 3, then write the answer as a decimal.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F4469-ADC1-450F-8C38-A6C8EC65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3892E-346B-4BB6-A1F9-491FEF57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8416D4-0F1E-4414-BDD2-9A0C48A6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 1/4 ÷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D7FEF-6AD4-496B-BBE5-CC68F362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F94B6-893A-46D1-B5AC-6667761C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425B7-DAD2-4BED-8042-CCC2BE12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 1/4 = 9/4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C45F9-171A-4808-A926-C1E9A7D2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A3A528-6DA5-4611-84B1-50CB76D2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40C0D-9AF3-4460-A134-AD5D8502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9/4 × 1/3 = 9/12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2F257D-AB60-4917-B5A8-5E6882A7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C9BF2E-5F99-42C4-AE06-4B83CD8F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A1A245-C086-4D9A-9CF6-5273231F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9/12 = 3/4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5D3936-63E2-45F7-9C2F-46A7719C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7B10FA-004E-4933-AC51-20AD3ADB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4C9094-FE2E-475F-9EB8-F5417567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3/4 = 0.75</a:t>
            </a:r>
          </a:p>
        </p:txBody>
      </p:sp>
    </p:spTree>
    <p:extLst>
      <p:ext uri="{BB962C8B-B14F-4D97-AF65-F5344CB8AC3E}">
        <p14:creationId xmlns:p14="http://schemas.microsoft.com/office/powerpoint/2010/main" val="213807055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7F684-9AD8-4783-8A3B-054CAB68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07626-A853-4C1A-9103-18062573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0BBA2-20D3-4B4F-B055-4DFC96CE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565D2-AA8F-4153-8CB5-705BED77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5E278-C873-4756-B1A4-86371819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E9D2A-5D76-4457-BA1D-0233F753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26B12-1147-4942-8178-DD147B4B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0E65D-8E9A-443B-A44C-09BD506C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70BE5-BACC-4375-8878-5A09B907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number and ratio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2B259E-230A-4A27-8F89-BF579196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F5C22-C86B-42A6-8AD2-575B370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3/4 or 0.75.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DE0EA-CB77-428A-9A46-31C6252A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D39B3-8D87-4DB1-9A2A-0A626361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result and record a precise transition target.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4CB37-1FA5-4621-964C-6CE653DF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32187737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67395-3824-4C22-8CA3-27389EF0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F18D1-371B-48B7-8975-B5406DE7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930E9-07FB-42DC-8379-3CA15DFD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CFE96-3C0F-4C94-BBE9-46746609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12E06-8FA2-482B-AC20-D01B411C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6364E-A6F3-4F2D-9EF6-83248456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0C77A-4189-45C5-BBDB-CAE43E6C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03290-F3CF-4670-9E0B-BFF669D2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C7420-A336-466C-B06E-A18BC123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number and ratio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B7700-B154-4759-9E49-A770E959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5x + 8 = 73 and convert 3.45 km to metres.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97925-27C8-4670-BC9C-261014AA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9A180-DA1A-4078-8683-B6A7D877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7AD4A-F85F-4864-A002-0FFF9A3C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F3B5A-F5C0-4603-B1F9-5A73CCF7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E3EA9-79D8-47E3-8010-4FF3192B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x = 13 and 3,450 m.</a:t>
            </a:r>
          </a:p>
        </p:txBody>
      </p:sp>
    </p:spTree>
    <p:extLst>
      <p:ext uri="{BB962C8B-B14F-4D97-AF65-F5344CB8AC3E}">
        <p14:creationId xmlns:p14="http://schemas.microsoft.com/office/powerpoint/2010/main" val="169220916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20E6F-C56D-448F-BE46-50998ABD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EB7C7-A092-498F-B560-14BF0BE6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BF312-F84B-4990-B0DC-B3AF5A78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CFE24-8D9E-4773-998F-CF884588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464E0-3427-498F-86FD-BB6F9EDD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8AA3C-B2FF-46D5-859B-963531A6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DFCE4-2D85-446A-B1A4-9F3F5207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AFC28-225A-49AF-BF9D-6449E06B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90C5D-BC7B-4BD8-B3AE-1DA0229C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number and ratio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b07cc124b4290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24D82-EE19-458A-92C5-4A1A0D34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E6480-9026-4D5C-A523-8C6D826B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records a general target such as 'get better at maths'.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1A888-1B56-40E1-80F6-4B953059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9DA56-5E0E-4480-8B68-663B2EE5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FFE50-5956-4FD3-BCA7-43F6D86A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Use assessment evidence to name the exact concept, method, example and support required next.</a:t>
            </a:r>
          </a:p>
        </p:txBody>
      </p:sp>
    </p:spTree>
    <p:extLst>
      <p:ext uri="{BB962C8B-B14F-4D97-AF65-F5344CB8AC3E}">
        <p14:creationId xmlns:p14="http://schemas.microsoft.com/office/powerpoint/2010/main" val="137742804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B5F043-2663-4095-B2F1-57E5FFD4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DC083-12A6-4889-8899-FC53E011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43FB9-BBA5-495F-A8D7-5131EECD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8D598-EA37-47FC-B6A6-69BAD2FD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8CA66-953F-40D4-9851-91507068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79A78-09E9-4AB3-8215-C73A4040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C9D71-EE3A-4064-BB1A-3B53CD62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3A0FD-6F24-40F8-A199-91F6021C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769BD-0EF3-421F-A7B5-1CDF6C2E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number and ratio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B1FE1-0667-479A-B9B5-D0BF3049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D6358-98D8-4214-AB31-2864996E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52049-1124-4C8D-8530-BB8127AC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3CA7F-8DDE-45D5-8467-2E701B29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5x + 8 = 73 and convert 3.45 km to metres.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F671B-A8C8-4757-A9B2-D4CCCE6E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D8DEA-9794-4FA6-A2A2-97AEB950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E3BEB-F637-41A1-BD16-C4979C24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DAFD9-9D4A-459B-B1A0-53FC0544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83DD5-8390-4E11-9B8A-EA320B5E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F9179-3F7C-4F5B-B7A2-DA98F952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AE17D7-A790-4E6D-B188-246A9F36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855157-A37C-4401-B4F2-81FE5962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x = 13 and 3,450 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C1B7E5-8330-45E9-9B04-9126EE6B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34440135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E02E83-A7D8-415A-A151-2C8C11A6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BB7D6-826A-40A9-91C4-10367DB0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22D4A-6912-4396-B77A-FD2FBF9C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C6186-A27E-4E1A-B56D-715B8FB3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CC825-55FB-4284-A537-6118D9BA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3ED14-3E49-4631-9AB6-74F866C1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EDD25-5F8D-43DC-8404-CE1831E1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2DF8C-02E6-43A3-BD80-1756D419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84EB6-FAE8-40EE-B10C-02740E2C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number and ratio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19E20-F92F-4B91-A108-8D77D0A5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62FF5-EB0B-43A3-8A81-276D6423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DE1B8-2A38-4360-B235-6FA23344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1882F-47AF-4747-87DC-861186D5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area of a triangle with base 18 cm and height 11 cm, then find the mean of 18, 22, 25 and 15.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4256C-D565-4414-955D-5143F01C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06252-F3ED-432E-9FA3-8ADD7B85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965270-A36A-48A0-9A05-653F6D02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61C6A-DB92-46D0-90AB-BE21ECBD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C0551-2ACE-4BE3-B2A1-64B50EC5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08895-A130-4586-B93A-7E00D018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798416-41CA-40B7-A022-C754F585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30BF03-FD40-445D-B524-CE522604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77181717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3012F-6D36-4AFE-BD5B-EFEB1E5D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BB8B4-922F-4B07-AEE5-350CD999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C0B0A-146B-44AB-94BC-B4138403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08A10-7ED8-4D29-9542-D54E5E57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BB23A-E71C-48C2-9864-189ECF79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170EC-1E88-4BE7-87CA-F9BD7233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ED9A1-F7C9-4C33-93D4-7F193E63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8F866-71F8-46EF-8870-D660FD0C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61BE6-2CF6-4312-94D0-01DA5C1C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number and ratio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187FE-87C0-4362-91F9-A137B6D8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A £640 item is reduced by 12.5%. Find the sale price.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3F593-219A-4057-B047-8497A5F5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DF441-57C8-4C5C-BB36-CC74AB17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1A9FB-A43E-44A0-A456-CFF3EAD5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£560.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95168691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29F34-C0D7-44A4-A668-D6DE4306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A032B-71B5-472F-9031-8F455A4E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345F9-3780-4EF1-B8FB-39DB9221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075B8-0D06-4C71-99DA-B94F3E5A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F5E33-E969-472A-9064-287DA26C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61EB3-D9FF-4CC8-8910-394AFEBE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40F7F-0DEE-4B3D-B18B-EEEF178C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5EB3A-73A6-4D6D-834C-35F026EC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1CC2A-ACFE-4ADB-B6DD-48F56E43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number and ratio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5F181-91BD-474D-A89A-6B2BC2A5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9AFE7-5BBE-4973-A56E-3C5C62B5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3FF9B-33E3-48FA-ACCE-B7D83E7C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area of a triangle with base 18 cm and height 11 cm, then find the mean of 18, 22, 25 and 15.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34A73-7DC3-4108-97EF-9319626C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815C1-DA85-40A7-A050-B9644FFF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BBDE8-38FA-44D3-9FBA-130DF317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CA58D-C3A5-4773-9487-8923CEB6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99 cm2 and 20.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5E1864-5F79-4628-801A-F7BFD373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A65DC-31A2-4454-9417-F343EC9F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23227589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0E5DE0-9F97-4B0C-973E-C4361D91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64373-AC97-42E0-BB33-4B6FAA53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08578-E4A7-43E1-A474-6043B646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78DE3-4F58-4F5D-AA29-53CB287E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937B3-C7C3-4389-AD7E-A04126B2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456CD-E8B9-4A49-8A83-01F29054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CEB31-57D3-44B1-A67A-21E002D3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17FEB-C959-4EAC-AAD0-F68BCBC0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B05AA-B0E1-440A-BB1D-2A952C04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number and ratio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E0B14-88AD-4CF3-8CAC-EC47E947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3C938-3D84-4126-AE55-C2FD3C40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6654F-6BA2-44C9-8AC0-E28B9B84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EF6CD-E2C2-4AA7-87F4-9C3B61C3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area of a triangle with base 18 cm and height 11 cm, then find the mean of 18, 22, 25 and 15.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F9FD0-1DDA-49A7-AA4F-E2D7738C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7E5D3-77E0-44DA-AD4E-9150ECFF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B2781-8B48-498D-9BC3-D18C8B6E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964619-4448-4C13-93E6-67FFD35B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records a general target such as 'get better at maths'.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56C6CE-1FA5-428D-94AE-1D8674C6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7CF7E-70A5-4A49-AFDB-A9B448E3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108EAC-D1BB-40AE-A661-BD86B1A2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506294-AA85-45DE-B9EC-82F09CCC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E56D44-6CA2-43E5-88BE-DB27DB51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46596345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2026-09-09T22:14:32.3020000Z</dcterms:created>
  <dcterms:modified xsi:type="dcterms:W3CDTF">2026-09-09T22:14:32.3020000Z</dcterms:modified>
</coreProperties>
</file>