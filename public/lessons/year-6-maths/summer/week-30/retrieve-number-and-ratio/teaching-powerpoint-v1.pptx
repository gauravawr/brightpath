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Retrieve number and ratio.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number and ratio.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BAF25EBD-37FF-4803-8746-2696F393E95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Retrieve number and ratio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1ED4833-BBDA-42F4-9D72-58D3D9A710A7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8F6BD43-219D-4CB8-AF22-B86F31D7CBD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7F0C894-F23E-4672-A7E0-99B3BB6B5E8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88E7691-98FA-439F-941D-085504C738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D622307-C22B-4F0C-A356-C06C1870D37F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retrieve and apply number, fraction, percentage and ratio methods.</a:t>
            </a:r>
          </a:p>
        </p:txBody>
      </p:sp>
    </p:spTree>
    <p:extLst>
      <p:ext uri="{BB962C8B-B14F-4D97-AF65-F5344CB8AC3E}">
        <p14:creationId xmlns:p14="http://schemas.microsoft.com/office/powerpoint/2010/main" val="330234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C04EA941-F11F-4343-A58F-117198F2B3C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3218E87-7B5C-47C6-A68C-CD010351292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B7611E6-6BA3-4BA2-9671-AA8F88C36D3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368FC0F-0BCA-42BC-BA20-180C95277FA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C94E246-D0BF-4204-8C9C-4F0A26B3203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9EB69B2-2A3A-47CB-9772-487F8A7EAC07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1/4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AEC8BB2-4277-4D4E-9650-8CB466EBA321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4 + 1 = 9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A613019-9B3E-40C9-9AC4-313579FCBE0A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E187BF7-9608-4485-88A5-BCD6818E3D96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3892B8D-7FB9-467B-AC63-E1068A293FBA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3004DF5-FFEB-416B-901A-FC24B578A43B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E237B38-F39E-4C2A-A09A-E65DEB154F7C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095A563-244E-44F8-A9C3-80040775ABDB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D0D81E9-3A72-43A0-B955-98732ADFCEDB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190E46F-8784-4260-983A-95E3644940A4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254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bject-1">
            <a:extLst>
              <a:ext uri="{FF2B5EF4-FFF2-40B4-BE49-F238E27FC236}">
                <a16:creationId xmlns:a16="http://schemas.microsoft.com/office/drawing/2014/main" id="{14943C08-F7E5-45F7-B9A0-566A62B2465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F96A41A-062A-48E4-A406-F8B84368B87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568D1F8-F88B-419E-A664-F7ECB8C7B5B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BA49CC2-1F7F-4A14-A21A-2DE9CB439FC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240CDEC-376B-49EA-80A4-04CBBDFF324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FF891E2-047E-4ED8-983D-0688905ADA71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4AA4D7F-95BC-4605-B0E5-4CEB9354C1DF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857F955-C17E-49A8-B999-65AB677ABA8D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A7ED50E-3860-497A-AE1A-79287B5F502F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D8901BD-B377-4AD9-9C0C-3A55E00D2C82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CCA781D-2643-4F19-9B1C-FEAA07563BB2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E1B301E-5F75-4B7B-846B-1BE0FBEFC47E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9D2400C-C152-43F2-B43C-E5AE4620D57C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C4819FE-CE03-4268-A711-46DC91721AF5}"/>
              </a:ext>
            </a:extLst>
          </p:cNvPr>
          <p:cNvSpPr>
            <a:spLocks noGrp="1"/>
          </p:cNvSpPr>
          <p:nvPr/>
        </p:nvSpPr>
        <p:spPr>
          <a:xfrm>
            <a:off x="8162396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6AFD1D0-6700-4515-95AB-1828CC5B4609}"/>
              </a:ext>
            </a:extLst>
          </p:cNvPr>
          <p:cNvSpPr>
            <a:spLocks noGrp="1"/>
          </p:cNvSpPr>
          <p:nvPr/>
        </p:nvSpPr>
        <p:spPr>
          <a:xfrm>
            <a:off x="8823854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2873054-8934-4304-B628-88CBE786A24E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CB189D2-FE3B-421D-939D-93200F5771ED}"/>
              </a:ext>
            </a:extLst>
          </p:cNvPr>
          <p:cNvSpPr>
            <a:spLocks noGrp="1"/>
          </p:cNvSpPr>
          <p:nvPr/>
        </p:nvSpPr>
        <p:spPr>
          <a:xfrm>
            <a:off x="10146771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F6B02E6-699E-432E-BA45-73E26BBE579D}"/>
              </a:ext>
            </a:extLst>
          </p:cNvPr>
          <p:cNvSpPr>
            <a:spLocks noGrp="1"/>
          </p:cNvSpPr>
          <p:nvPr/>
        </p:nvSpPr>
        <p:spPr>
          <a:xfrm>
            <a:off x="10808229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8B2A138-5133-454B-8DBB-A9548EA79F2C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66A039D-D909-4834-A2A8-A36B5C5685A5}"/>
              </a:ext>
            </a:extLst>
          </p:cNvPr>
          <p:cNvSpPr>
            <a:spLocks noGrp="1"/>
          </p:cNvSpPr>
          <p:nvPr/>
        </p:nvSpPr>
        <p:spPr>
          <a:xfrm>
            <a:off x="12131146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F948009-D34E-4A6B-B709-DB4B178A7A18}"/>
              </a:ext>
            </a:extLst>
          </p:cNvPr>
          <p:cNvSpPr>
            <a:spLocks noGrp="1"/>
          </p:cNvSpPr>
          <p:nvPr/>
        </p:nvSpPr>
        <p:spPr>
          <a:xfrm>
            <a:off x="12792604" y="3333750"/>
            <a:ext cx="661458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ADBF822-0290-4E26-A75B-D8B53DC36A68}"/>
              </a:ext>
            </a:extLst>
          </p:cNvPr>
          <p:cNvSpPr>
            <a:spLocks noGrp="1"/>
          </p:cNvSpPr>
          <p:nvPr/>
        </p:nvSpPr>
        <p:spPr>
          <a:xfrm>
            <a:off x="772142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9DB32D1-80B4-468C-B4F4-0E2B4EF709D7}"/>
              </a:ext>
            </a:extLst>
          </p:cNvPr>
          <p:cNvSpPr>
            <a:spLocks noGrp="1"/>
          </p:cNvSpPr>
          <p:nvPr/>
        </p:nvSpPr>
        <p:spPr>
          <a:xfrm>
            <a:off x="794191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920490B-0170-4EF1-A22C-C50E0844F5E8}"/>
              </a:ext>
            </a:extLst>
          </p:cNvPr>
          <p:cNvSpPr>
            <a:spLocks noGrp="1"/>
          </p:cNvSpPr>
          <p:nvPr/>
        </p:nvSpPr>
        <p:spPr>
          <a:xfrm>
            <a:off x="838288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F77F448-E8C6-4A5F-BF9D-E4518FCC9154}"/>
              </a:ext>
            </a:extLst>
          </p:cNvPr>
          <p:cNvSpPr>
            <a:spLocks noGrp="1"/>
          </p:cNvSpPr>
          <p:nvPr/>
        </p:nvSpPr>
        <p:spPr>
          <a:xfrm>
            <a:off x="860336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AB59AEF-CA9C-443F-A955-A5A1F746E51D}"/>
              </a:ext>
            </a:extLst>
          </p:cNvPr>
          <p:cNvSpPr>
            <a:spLocks noGrp="1"/>
          </p:cNvSpPr>
          <p:nvPr/>
        </p:nvSpPr>
        <p:spPr>
          <a:xfrm>
            <a:off x="904434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0816F174-ACDB-42D8-8C40-F1FEC2236AC1}"/>
              </a:ext>
            </a:extLst>
          </p:cNvPr>
          <p:cNvSpPr>
            <a:spLocks noGrp="1"/>
          </p:cNvSpPr>
          <p:nvPr/>
        </p:nvSpPr>
        <p:spPr>
          <a:xfrm>
            <a:off x="926482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7C07555-A05F-4641-821D-3DD7637C6682}"/>
              </a:ext>
            </a:extLst>
          </p:cNvPr>
          <p:cNvSpPr>
            <a:spLocks noGrp="1"/>
          </p:cNvSpPr>
          <p:nvPr/>
        </p:nvSpPr>
        <p:spPr>
          <a:xfrm>
            <a:off x="970579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B05F7BF-E562-453F-9C2E-5FBA072D5E35}"/>
              </a:ext>
            </a:extLst>
          </p:cNvPr>
          <p:cNvSpPr>
            <a:spLocks noGrp="1"/>
          </p:cNvSpPr>
          <p:nvPr/>
        </p:nvSpPr>
        <p:spPr>
          <a:xfrm>
            <a:off x="99262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1C1EEADC-19F2-4CCD-80FA-D22F3EA881C6}"/>
              </a:ext>
            </a:extLst>
          </p:cNvPr>
          <p:cNvSpPr>
            <a:spLocks noGrp="1"/>
          </p:cNvSpPr>
          <p:nvPr/>
        </p:nvSpPr>
        <p:spPr>
          <a:xfrm>
            <a:off x="1036725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4637F2D-4321-4DDE-B462-9760CAE96909}"/>
              </a:ext>
            </a:extLst>
          </p:cNvPr>
          <p:cNvSpPr>
            <a:spLocks noGrp="1"/>
          </p:cNvSpPr>
          <p:nvPr/>
        </p:nvSpPr>
        <p:spPr>
          <a:xfrm>
            <a:off x="1058774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0CAE31D-1FD6-4431-87F5-2453F3394C9F}"/>
              </a:ext>
            </a:extLst>
          </p:cNvPr>
          <p:cNvSpPr>
            <a:spLocks noGrp="1"/>
          </p:cNvSpPr>
          <p:nvPr/>
        </p:nvSpPr>
        <p:spPr>
          <a:xfrm>
            <a:off x="110287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A3BB05A-0944-444B-BAA0-2EA4BAA6FFB6}"/>
              </a:ext>
            </a:extLst>
          </p:cNvPr>
          <p:cNvSpPr>
            <a:spLocks noGrp="1"/>
          </p:cNvSpPr>
          <p:nvPr/>
        </p:nvSpPr>
        <p:spPr>
          <a:xfrm>
            <a:off x="1124920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96D57521-189C-4365-A389-7017FFFDDB01}"/>
              </a:ext>
            </a:extLst>
          </p:cNvPr>
          <p:cNvSpPr>
            <a:spLocks noGrp="1"/>
          </p:cNvSpPr>
          <p:nvPr/>
        </p:nvSpPr>
        <p:spPr>
          <a:xfrm>
            <a:off x="1169017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C029153-B83D-4D8F-973A-A1E1D547FC9B}"/>
              </a:ext>
            </a:extLst>
          </p:cNvPr>
          <p:cNvSpPr>
            <a:spLocks noGrp="1"/>
          </p:cNvSpPr>
          <p:nvPr/>
        </p:nvSpPr>
        <p:spPr>
          <a:xfrm>
            <a:off x="1191066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FCB8DED3-8FF1-4A35-8C2F-438AA93D9AD7}"/>
              </a:ext>
            </a:extLst>
          </p:cNvPr>
          <p:cNvSpPr>
            <a:spLocks noGrp="1"/>
          </p:cNvSpPr>
          <p:nvPr/>
        </p:nvSpPr>
        <p:spPr>
          <a:xfrm>
            <a:off x="1235163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19077AA-E826-4CE1-AA93-49B0633751DA}"/>
              </a:ext>
            </a:extLst>
          </p:cNvPr>
          <p:cNvSpPr>
            <a:spLocks noGrp="1"/>
          </p:cNvSpPr>
          <p:nvPr/>
        </p:nvSpPr>
        <p:spPr>
          <a:xfrm>
            <a:off x="1257211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BA8835B-5C9A-42E4-81D7-58200971CE6A}"/>
              </a:ext>
            </a:extLst>
          </p:cNvPr>
          <p:cNvSpPr>
            <a:spLocks noGrp="1"/>
          </p:cNvSpPr>
          <p:nvPr/>
        </p:nvSpPr>
        <p:spPr>
          <a:xfrm>
            <a:off x="1301309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989C4866-13A2-45F7-B2D3-B8CC1919332A}"/>
              </a:ext>
            </a:extLst>
          </p:cNvPr>
          <p:cNvSpPr>
            <a:spLocks noGrp="1"/>
          </p:cNvSpPr>
          <p:nvPr/>
        </p:nvSpPr>
        <p:spPr>
          <a:xfrm>
            <a:off x="1323357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6AC33B7-B4EA-4FC4-9588-56AFA647FFB2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3 equal pieces.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920F16CF-0104-4544-811D-82F26ABAD5D3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3/4</a:t>
            </a:r>
          </a:p>
        </p:txBody>
      </p:sp>
    </p:spTree>
    <p:extLst>
      <p:ext uri="{BB962C8B-B14F-4D97-AF65-F5344CB8AC3E}">
        <p14:creationId xmlns:p14="http://schemas.microsoft.com/office/powerpoint/2010/main" val="98954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351D6CEE-5BA7-4935-B1DE-5D9DC058294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D4DAD89-6141-4F92-ACD7-F5FD3697DD6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26F4315-0406-46D2-984A-97D2D43C5D4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1/4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F8E00D8-E626-4ED7-81B5-800B9922C27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7FA0F7B-8329-45D7-9F46-EB6C3DDB6FC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194918B-DEE2-4234-B5E7-F665213A3E5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DB7B578-74D1-4B79-A805-4F6A96EB7EF6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1/4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D1D5A22-ABA5-49CC-B3F1-494BE4B736D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+ 1 = 13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D8D07ED-108C-482E-9A77-E3A0CF4D8F7A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3A9EFD4-88F0-4AB2-A550-702DB54ED786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81DBC65-5EFC-4A21-BA61-3F6475D2565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3376D2D-26B5-4888-AF97-99D60BCEF3AB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58194C6-012F-4641-A8EC-873C9B166151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81B4F76-DD12-459D-9782-0B6E4EE30B53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FEE07A7-A337-4EBB-BEA5-65BF9D4C9CD2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095DC46-911A-43F8-944B-9560EF59D3F0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4998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bject-1">
            <a:extLst>
              <a:ext uri="{FF2B5EF4-FFF2-40B4-BE49-F238E27FC236}">
                <a16:creationId xmlns:a16="http://schemas.microsoft.com/office/drawing/2014/main" id="{5A722BC3-73B1-4DF0-B7CF-8C2CA6E4F14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B20A24F-DD82-4C13-84B3-73D719A8C8A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2411D0A-81BE-480B-AB43-897E93083C3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1/4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F669B9C-8B0F-4EE5-9CF1-B58A331D5F6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24EBB63-1A1B-4131-889C-78D6088BD00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8D9CB64-6403-4C88-994B-19E409FC2AF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DD47EDE-B061-4D5F-9465-9401789EFA5D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53C4D9D-2AB5-4C94-9380-8DA7E73EA37A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C0FF397-E8AC-4649-9132-345D7AEFAE6B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1A0BAB8-274B-49FD-A1FD-6692D510D27B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B3DA85D-782A-46D4-A444-AE0AC8E709F6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CA01C12-F1B0-419F-8C2A-369BF2ECC39A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A9D5D81-E129-4805-97F7-8FA53900A15D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91653CF-6A17-4C99-A11A-CA9DCD4AED08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5ED5C41-3C75-4DCF-99D9-2417A7D3DA11}"/>
              </a:ext>
            </a:extLst>
          </p:cNvPr>
          <p:cNvSpPr>
            <a:spLocks noGrp="1"/>
          </p:cNvSpPr>
          <p:nvPr/>
        </p:nvSpPr>
        <p:spPr>
          <a:xfrm>
            <a:off x="7958870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100F79F-E85F-44CE-8C89-BB9584BC0FA5}"/>
              </a:ext>
            </a:extLst>
          </p:cNvPr>
          <p:cNvSpPr>
            <a:spLocks noGrp="1"/>
          </p:cNvSpPr>
          <p:nvPr/>
        </p:nvSpPr>
        <p:spPr>
          <a:xfrm>
            <a:off x="8416803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B538F0F-9FE3-4D80-80AC-922A1C6F45EE}"/>
              </a:ext>
            </a:extLst>
          </p:cNvPr>
          <p:cNvSpPr>
            <a:spLocks noGrp="1"/>
          </p:cNvSpPr>
          <p:nvPr/>
        </p:nvSpPr>
        <p:spPr>
          <a:xfrm>
            <a:off x="8874736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DC0A373-F450-4468-9354-93F6D851263E}"/>
              </a:ext>
            </a:extLst>
          </p:cNvPr>
          <p:cNvSpPr>
            <a:spLocks noGrp="1"/>
          </p:cNvSpPr>
          <p:nvPr/>
        </p:nvSpPr>
        <p:spPr>
          <a:xfrm>
            <a:off x="9332668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EA0825B-8EFA-41D2-87EB-0EB1E9D553C3}"/>
              </a:ext>
            </a:extLst>
          </p:cNvPr>
          <p:cNvSpPr>
            <a:spLocks noGrp="1"/>
          </p:cNvSpPr>
          <p:nvPr/>
        </p:nvSpPr>
        <p:spPr>
          <a:xfrm>
            <a:off x="9790601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40681DA-3A89-4FD0-8EB9-BFB11027D86E}"/>
              </a:ext>
            </a:extLst>
          </p:cNvPr>
          <p:cNvSpPr>
            <a:spLocks noGrp="1"/>
          </p:cNvSpPr>
          <p:nvPr/>
        </p:nvSpPr>
        <p:spPr>
          <a:xfrm>
            <a:off x="10248534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A365F94-006F-464C-83B9-0DEFF40D872E}"/>
              </a:ext>
            </a:extLst>
          </p:cNvPr>
          <p:cNvSpPr>
            <a:spLocks noGrp="1"/>
          </p:cNvSpPr>
          <p:nvPr/>
        </p:nvSpPr>
        <p:spPr>
          <a:xfrm>
            <a:off x="10706466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C240099-9BBA-4BF2-8145-39411D8F9DF4}"/>
              </a:ext>
            </a:extLst>
          </p:cNvPr>
          <p:cNvSpPr>
            <a:spLocks noGrp="1"/>
          </p:cNvSpPr>
          <p:nvPr/>
        </p:nvSpPr>
        <p:spPr>
          <a:xfrm>
            <a:off x="11164399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BDBA846-A64F-4ED1-938F-84F74138F4F6}"/>
              </a:ext>
            </a:extLst>
          </p:cNvPr>
          <p:cNvSpPr>
            <a:spLocks noGrp="1"/>
          </p:cNvSpPr>
          <p:nvPr/>
        </p:nvSpPr>
        <p:spPr>
          <a:xfrm>
            <a:off x="11622332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EDC7F54-FA37-4C02-B9DF-EAFAF5D41570}"/>
              </a:ext>
            </a:extLst>
          </p:cNvPr>
          <p:cNvSpPr>
            <a:spLocks noGrp="1"/>
          </p:cNvSpPr>
          <p:nvPr/>
        </p:nvSpPr>
        <p:spPr>
          <a:xfrm>
            <a:off x="12080264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7A0040C-70AE-414B-8D1B-AC0E075170BE}"/>
              </a:ext>
            </a:extLst>
          </p:cNvPr>
          <p:cNvSpPr>
            <a:spLocks noGrp="1"/>
          </p:cNvSpPr>
          <p:nvPr/>
        </p:nvSpPr>
        <p:spPr>
          <a:xfrm>
            <a:off x="12538197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24FD446-7EF4-4D5A-905F-7672C842A803}"/>
              </a:ext>
            </a:extLst>
          </p:cNvPr>
          <p:cNvSpPr>
            <a:spLocks noGrp="1"/>
          </p:cNvSpPr>
          <p:nvPr/>
        </p:nvSpPr>
        <p:spPr>
          <a:xfrm>
            <a:off x="12996130" y="3333750"/>
            <a:ext cx="45793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6FDBFD80-442F-4EC5-B7A6-82BBCA7053DF}"/>
              </a:ext>
            </a:extLst>
          </p:cNvPr>
          <p:cNvSpPr>
            <a:spLocks noGrp="1"/>
          </p:cNvSpPr>
          <p:nvPr/>
        </p:nvSpPr>
        <p:spPr>
          <a:xfrm>
            <a:off x="765358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F948397F-04F5-4FE3-BE5F-DDDEEF8E43A2}"/>
              </a:ext>
            </a:extLst>
          </p:cNvPr>
          <p:cNvSpPr>
            <a:spLocks noGrp="1"/>
          </p:cNvSpPr>
          <p:nvPr/>
        </p:nvSpPr>
        <p:spPr>
          <a:xfrm>
            <a:off x="780622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60BFB96-B830-4D8F-BFA9-99B83F3EAE7E}"/>
              </a:ext>
            </a:extLst>
          </p:cNvPr>
          <p:cNvSpPr>
            <a:spLocks noGrp="1"/>
          </p:cNvSpPr>
          <p:nvPr/>
        </p:nvSpPr>
        <p:spPr>
          <a:xfrm>
            <a:off x="811151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10C501D-C6AA-42F8-BF05-F7996D116BA0}"/>
              </a:ext>
            </a:extLst>
          </p:cNvPr>
          <p:cNvSpPr>
            <a:spLocks noGrp="1"/>
          </p:cNvSpPr>
          <p:nvPr/>
        </p:nvSpPr>
        <p:spPr>
          <a:xfrm>
            <a:off x="826415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7C657518-C7EF-4B8C-9081-D83B1CE2ECB2}"/>
              </a:ext>
            </a:extLst>
          </p:cNvPr>
          <p:cNvSpPr>
            <a:spLocks noGrp="1"/>
          </p:cNvSpPr>
          <p:nvPr/>
        </p:nvSpPr>
        <p:spPr>
          <a:xfrm>
            <a:off x="856944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264212C7-DA7E-499E-BC14-7A84C6840F5E}"/>
              </a:ext>
            </a:extLst>
          </p:cNvPr>
          <p:cNvSpPr>
            <a:spLocks noGrp="1"/>
          </p:cNvSpPr>
          <p:nvPr/>
        </p:nvSpPr>
        <p:spPr>
          <a:xfrm>
            <a:off x="872209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9C30ED4B-9AAC-47C7-B8B0-5F31096A8F4A}"/>
              </a:ext>
            </a:extLst>
          </p:cNvPr>
          <p:cNvSpPr>
            <a:spLocks noGrp="1"/>
          </p:cNvSpPr>
          <p:nvPr/>
        </p:nvSpPr>
        <p:spPr>
          <a:xfrm>
            <a:off x="902738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E8E93CC7-E405-4C7F-99C9-B150ED548882}"/>
              </a:ext>
            </a:extLst>
          </p:cNvPr>
          <p:cNvSpPr>
            <a:spLocks noGrp="1"/>
          </p:cNvSpPr>
          <p:nvPr/>
        </p:nvSpPr>
        <p:spPr>
          <a:xfrm>
            <a:off x="918002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CD2825F8-D0D3-4348-AFF2-F77F4A30164A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7E2A011-CEFE-4AA6-B20C-4A0078EA8A57}"/>
              </a:ext>
            </a:extLst>
          </p:cNvPr>
          <p:cNvSpPr>
            <a:spLocks noGrp="1"/>
          </p:cNvSpPr>
          <p:nvPr/>
        </p:nvSpPr>
        <p:spPr>
          <a:xfrm>
            <a:off x="963795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014FA4F-2B5E-4E34-8CE4-1A4662366CB9}"/>
              </a:ext>
            </a:extLst>
          </p:cNvPr>
          <p:cNvSpPr>
            <a:spLocks noGrp="1"/>
          </p:cNvSpPr>
          <p:nvPr/>
        </p:nvSpPr>
        <p:spPr>
          <a:xfrm>
            <a:off x="994324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C6D1DBBD-D932-47EC-B5F2-5272FAE516E9}"/>
              </a:ext>
            </a:extLst>
          </p:cNvPr>
          <p:cNvSpPr>
            <a:spLocks noGrp="1"/>
          </p:cNvSpPr>
          <p:nvPr/>
        </p:nvSpPr>
        <p:spPr>
          <a:xfrm>
            <a:off x="1009588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32728513-FB07-45D6-8854-68BA9F329727}"/>
              </a:ext>
            </a:extLst>
          </p:cNvPr>
          <p:cNvSpPr>
            <a:spLocks noGrp="1"/>
          </p:cNvSpPr>
          <p:nvPr/>
        </p:nvSpPr>
        <p:spPr>
          <a:xfrm>
            <a:off x="104011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5FADF43-99D6-42DA-A124-565EE654B8EC}"/>
              </a:ext>
            </a:extLst>
          </p:cNvPr>
          <p:cNvSpPr>
            <a:spLocks noGrp="1"/>
          </p:cNvSpPr>
          <p:nvPr/>
        </p:nvSpPr>
        <p:spPr>
          <a:xfrm>
            <a:off x="105538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C09FCEB2-7D36-47A3-8A25-E3E6B1B4EEF3}"/>
              </a:ext>
            </a:extLst>
          </p:cNvPr>
          <p:cNvSpPr>
            <a:spLocks noGrp="1"/>
          </p:cNvSpPr>
          <p:nvPr/>
        </p:nvSpPr>
        <p:spPr>
          <a:xfrm>
            <a:off x="1085911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7DD3C21-681B-4633-AF9E-2C9E7AFF05E1}"/>
              </a:ext>
            </a:extLst>
          </p:cNvPr>
          <p:cNvSpPr>
            <a:spLocks noGrp="1"/>
          </p:cNvSpPr>
          <p:nvPr/>
        </p:nvSpPr>
        <p:spPr>
          <a:xfrm>
            <a:off x="1101175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6FA9F27-30D7-48C8-84A8-F9804DC4F000}"/>
              </a:ext>
            </a:extLst>
          </p:cNvPr>
          <p:cNvSpPr>
            <a:spLocks noGrp="1"/>
          </p:cNvSpPr>
          <p:nvPr/>
        </p:nvSpPr>
        <p:spPr>
          <a:xfrm>
            <a:off x="1131704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2E833B03-910D-4CA5-A9B2-3612BF0D8A5B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F331E0C0-6226-4993-8E5E-B7A965972D84}"/>
              </a:ext>
            </a:extLst>
          </p:cNvPr>
          <p:cNvSpPr>
            <a:spLocks noGrp="1"/>
          </p:cNvSpPr>
          <p:nvPr/>
        </p:nvSpPr>
        <p:spPr>
          <a:xfrm>
            <a:off x="1177497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F5D3AA1C-1981-4CC1-BDC1-69BDB65FD7A6}"/>
              </a:ext>
            </a:extLst>
          </p:cNvPr>
          <p:cNvSpPr>
            <a:spLocks noGrp="1"/>
          </p:cNvSpPr>
          <p:nvPr/>
        </p:nvSpPr>
        <p:spPr>
          <a:xfrm>
            <a:off x="1192762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BEBE799D-3A80-4621-BFC0-EC5208CBB1EE}"/>
              </a:ext>
            </a:extLst>
          </p:cNvPr>
          <p:cNvSpPr>
            <a:spLocks noGrp="1"/>
          </p:cNvSpPr>
          <p:nvPr/>
        </p:nvSpPr>
        <p:spPr>
          <a:xfrm>
            <a:off x="1223290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D8CCF3CA-3A7B-4B1A-8BE3-35EF034395D8}"/>
              </a:ext>
            </a:extLst>
          </p:cNvPr>
          <p:cNvSpPr>
            <a:spLocks noGrp="1"/>
          </p:cNvSpPr>
          <p:nvPr/>
        </p:nvSpPr>
        <p:spPr>
          <a:xfrm>
            <a:off x="1238555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D7791CCD-B234-4C41-BA30-19CEC06670DD}"/>
              </a:ext>
            </a:extLst>
          </p:cNvPr>
          <p:cNvSpPr>
            <a:spLocks noGrp="1"/>
          </p:cNvSpPr>
          <p:nvPr/>
        </p:nvSpPr>
        <p:spPr>
          <a:xfrm>
            <a:off x="1269084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DAF7A947-19B6-4320-810A-0ED9BD827888}"/>
              </a:ext>
            </a:extLst>
          </p:cNvPr>
          <p:cNvSpPr>
            <a:spLocks noGrp="1"/>
          </p:cNvSpPr>
          <p:nvPr/>
        </p:nvSpPr>
        <p:spPr>
          <a:xfrm>
            <a:off x="1284348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5021B5BD-733F-40F2-B0A7-990973A100EE}"/>
              </a:ext>
            </a:extLst>
          </p:cNvPr>
          <p:cNvSpPr>
            <a:spLocks noGrp="1"/>
          </p:cNvSpPr>
          <p:nvPr/>
        </p:nvSpPr>
        <p:spPr>
          <a:xfrm>
            <a:off x="1314877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70B9049A-F84B-4E7E-805C-D00B4A374F08}"/>
              </a:ext>
            </a:extLst>
          </p:cNvPr>
          <p:cNvSpPr>
            <a:spLocks noGrp="1"/>
          </p:cNvSpPr>
          <p:nvPr/>
        </p:nvSpPr>
        <p:spPr>
          <a:xfrm>
            <a:off x="1330141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129262D6-2173-4424-9637-63C0A1EDABB4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3 equal pieces.</a:t>
            </a:r>
          </a:p>
        </p:txBody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0DEF1FA-AAB9-4962-91A3-4BCD16972D3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1/12</a:t>
            </a:r>
          </a:p>
        </p:txBody>
      </p:sp>
    </p:spTree>
    <p:extLst>
      <p:ext uri="{BB962C8B-B14F-4D97-AF65-F5344CB8AC3E}">
        <p14:creationId xmlns:p14="http://schemas.microsoft.com/office/powerpoint/2010/main" val="195775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862D9968-6BCB-404B-94EE-4CA14423407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01F09B8-3E2E-49C6-BCE1-D148804E5DD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 1/4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17FB921-0350-4C46-BCDD-BA0034F2B5C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BFFDEBA-4A2F-4A28-B368-C4978238C12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28E5870-2680-44BF-A0CF-1F8C4D6E90F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7AE0FD9-E4EC-4D5B-996B-79EC3214DEF0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 1/4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0DA5606-FEA9-4B42-AD44-A2DAFBBD7C5F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4 + 1 = 17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EA5A3D8-77E7-4ACD-81F1-D7B2358D7287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50F9A4E-A1BA-43EA-8443-B7730CEEB3B3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B305F05-C522-4860-90FC-EDC206C642D4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4F66069-6BEE-44F5-A31D-566F267EB2F5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EC25FC2-81EA-4BEF-B080-48DCF9BA08B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D7E841D-8A5A-43E7-BADF-519CDCD638BA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B0A67CE-0547-4A45-8D0B-54950C64A091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1D5F84B-57CE-4BD4-82CB-ABEC09F57671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71720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object-1">
            <a:extLst>
              <a:ext uri="{FF2B5EF4-FFF2-40B4-BE49-F238E27FC236}">
                <a16:creationId xmlns:a16="http://schemas.microsoft.com/office/drawing/2014/main" id="{6DA084F2-5DA3-4FFC-A9EF-19FF5D916FE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A1EB4AC-BB9D-43AF-9486-F5E9448FA87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 1/4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8BFE56F-4B57-46BC-8854-CF674F61478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42470BD-3959-4C70-8460-63A6F71CF76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7D4C724-5FF8-47F1-A13E-F2654657B0C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3330385-FA04-403A-9FE6-6A64F8DB2970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B755A16-4FC2-481A-B1CB-6A9C0469F2C7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AC41F37-2CF9-41A4-9184-6DDDC1A028E7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361E698-91DA-41C2-BA04-41B66E5F7625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D9F77F0-6E4F-473C-9342-99238404B964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C5F357D-462B-41DF-8820-F0FD46B2C51E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FAA38E8-D544-4F5D-836A-C46BD1A01427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839AE71-15A5-462D-9B3F-78B3A20439AD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0835ACB-F6F9-44A0-AC60-0840F84684B2}"/>
              </a:ext>
            </a:extLst>
          </p:cNvPr>
          <p:cNvSpPr>
            <a:spLocks noGrp="1"/>
          </p:cNvSpPr>
          <p:nvPr/>
        </p:nvSpPr>
        <p:spPr>
          <a:xfrm>
            <a:off x="7851121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C7E489D-1FC6-4C99-B610-7ECFDBEE71D2}"/>
              </a:ext>
            </a:extLst>
          </p:cNvPr>
          <p:cNvSpPr>
            <a:spLocks noGrp="1"/>
          </p:cNvSpPr>
          <p:nvPr/>
        </p:nvSpPr>
        <p:spPr>
          <a:xfrm>
            <a:off x="8201305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BFF4958-50D4-4BEA-9694-BA5E93711404}"/>
              </a:ext>
            </a:extLst>
          </p:cNvPr>
          <p:cNvSpPr>
            <a:spLocks noGrp="1"/>
          </p:cNvSpPr>
          <p:nvPr/>
        </p:nvSpPr>
        <p:spPr>
          <a:xfrm>
            <a:off x="8551489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E3B6E2D-4F30-49CB-A314-79DD648A5940}"/>
              </a:ext>
            </a:extLst>
          </p:cNvPr>
          <p:cNvSpPr>
            <a:spLocks noGrp="1"/>
          </p:cNvSpPr>
          <p:nvPr/>
        </p:nvSpPr>
        <p:spPr>
          <a:xfrm>
            <a:off x="8901673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9438845-962C-4E39-84C9-DF565985B683}"/>
              </a:ext>
            </a:extLst>
          </p:cNvPr>
          <p:cNvSpPr>
            <a:spLocks noGrp="1"/>
          </p:cNvSpPr>
          <p:nvPr/>
        </p:nvSpPr>
        <p:spPr>
          <a:xfrm>
            <a:off x="9251857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8D5D511-653D-4553-A4EE-E81EF98F289F}"/>
              </a:ext>
            </a:extLst>
          </p:cNvPr>
          <p:cNvSpPr>
            <a:spLocks noGrp="1"/>
          </p:cNvSpPr>
          <p:nvPr/>
        </p:nvSpPr>
        <p:spPr>
          <a:xfrm>
            <a:off x="9602040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1F6CF61-FE55-4481-B7F5-F6A03A908CCA}"/>
              </a:ext>
            </a:extLst>
          </p:cNvPr>
          <p:cNvSpPr>
            <a:spLocks noGrp="1"/>
          </p:cNvSpPr>
          <p:nvPr/>
        </p:nvSpPr>
        <p:spPr>
          <a:xfrm>
            <a:off x="9952224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E4EFB6C-7F02-4801-9B3D-97899BC43830}"/>
              </a:ext>
            </a:extLst>
          </p:cNvPr>
          <p:cNvSpPr>
            <a:spLocks noGrp="1"/>
          </p:cNvSpPr>
          <p:nvPr/>
        </p:nvSpPr>
        <p:spPr>
          <a:xfrm>
            <a:off x="10302408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A30C58C-5321-42CE-AC1F-8E23D46789ED}"/>
              </a:ext>
            </a:extLst>
          </p:cNvPr>
          <p:cNvSpPr>
            <a:spLocks noGrp="1"/>
          </p:cNvSpPr>
          <p:nvPr/>
        </p:nvSpPr>
        <p:spPr>
          <a:xfrm>
            <a:off x="10652592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0165CD3-EDD4-4277-80F7-35BDC039F4CF}"/>
              </a:ext>
            </a:extLst>
          </p:cNvPr>
          <p:cNvSpPr>
            <a:spLocks noGrp="1"/>
          </p:cNvSpPr>
          <p:nvPr/>
        </p:nvSpPr>
        <p:spPr>
          <a:xfrm>
            <a:off x="11002776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F7C3BC1-78CB-4E9F-8F58-E344DEC48D5C}"/>
              </a:ext>
            </a:extLst>
          </p:cNvPr>
          <p:cNvSpPr>
            <a:spLocks noGrp="1"/>
          </p:cNvSpPr>
          <p:nvPr/>
        </p:nvSpPr>
        <p:spPr>
          <a:xfrm>
            <a:off x="11352960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CC0C9AE-C4A7-4516-A3B1-9346B127F20F}"/>
              </a:ext>
            </a:extLst>
          </p:cNvPr>
          <p:cNvSpPr>
            <a:spLocks noGrp="1"/>
          </p:cNvSpPr>
          <p:nvPr/>
        </p:nvSpPr>
        <p:spPr>
          <a:xfrm>
            <a:off x="11703143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FAD1C44-5D8C-461A-8517-D4CB128FD927}"/>
              </a:ext>
            </a:extLst>
          </p:cNvPr>
          <p:cNvSpPr>
            <a:spLocks noGrp="1"/>
          </p:cNvSpPr>
          <p:nvPr/>
        </p:nvSpPr>
        <p:spPr>
          <a:xfrm>
            <a:off x="12053327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9E38229-4A21-44A0-9A5E-C8F8479AFA90}"/>
              </a:ext>
            </a:extLst>
          </p:cNvPr>
          <p:cNvSpPr>
            <a:spLocks noGrp="1"/>
          </p:cNvSpPr>
          <p:nvPr/>
        </p:nvSpPr>
        <p:spPr>
          <a:xfrm>
            <a:off x="12403511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B357868-A9A7-47E5-AAAF-3F9481A9ED63}"/>
              </a:ext>
            </a:extLst>
          </p:cNvPr>
          <p:cNvSpPr>
            <a:spLocks noGrp="1"/>
          </p:cNvSpPr>
          <p:nvPr/>
        </p:nvSpPr>
        <p:spPr>
          <a:xfrm>
            <a:off x="12753695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91D6E071-1B67-4712-9B62-2F4C0AEC4B88}"/>
              </a:ext>
            </a:extLst>
          </p:cNvPr>
          <p:cNvSpPr>
            <a:spLocks noGrp="1"/>
          </p:cNvSpPr>
          <p:nvPr/>
        </p:nvSpPr>
        <p:spPr>
          <a:xfrm>
            <a:off x="13103879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6F67762D-10BE-4EC8-852A-FCADC5586553}"/>
              </a:ext>
            </a:extLst>
          </p:cNvPr>
          <p:cNvSpPr>
            <a:spLocks noGrp="1"/>
          </p:cNvSpPr>
          <p:nvPr/>
        </p:nvSpPr>
        <p:spPr>
          <a:xfrm>
            <a:off x="76176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921F19B-13FA-439B-9060-473C9824E4C7}"/>
              </a:ext>
            </a:extLst>
          </p:cNvPr>
          <p:cNvSpPr>
            <a:spLocks noGrp="1"/>
          </p:cNvSpPr>
          <p:nvPr/>
        </p:nvSpPr>
        <p:spPr>
          <a:xfrm>
            <a:off x="77343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F35248E1-9668-4594-BD13-B21D4ECD55E3}"/>
              </a:ext>
            </a:extLst>
          </p:cNvPr>
          <p:cNvSpPr>
            <a:spLocks noGrp="1"/>
          </p:cNvSpPr>
          <p:nvPr/>
        </p:nvSpPr>
        <p:spPr>
          <a:xfrm>
            <a:off x="796784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9E30EAB2-8D3C-4DA1-B6CD-0D2B3C25F53B}"/>
              </a:ext>
            </a:extLst>
          </p:cNvPr>
          <p:cNvSpPr>
            <a:spLocks noGrp="1"/>
          </p:cNvSpPr>
          <p:nvPr/>
        </p:nvSpPr>
        <p:spPr>
          <a:xfrm>
            <a:off x="808457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51DA36D-8534-4A76-A32F-C398A4937EF8}"/>
              </a:ext>
            </a:extLst>
          </p:cNvPr>
          <p:cNvSpPr>
            <a:spLocks noGrp="1"/>
          </p:cNvSpPr>
          <p:nvPr/>
        </p:nvSpPr>
        <p:spPr>
          <a:xfrm>
            <a:off x="83180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4157EB1B-912C-4F23-9719-94012AD5390A}"/>
              </a:ext>
            </a:extLst>
          </p:cNvPr>
          <p:cNvSpPr>
            <a:spLocks noGrp="1"/>
          </p:cNvSpPr>
          <p:nvPr/>
        </p:nvSpPr>
        <p:spPr>
          <a:xfrm>
            <a:off x="84347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B9B60CC9-B4E9-49B3-89B8-091657F84970}"/>
              </a:ext>
            </a:extLst>
          </p:cNvPr>
          <p:cNvSpPr>
            <a:spLocks noGrp="1"/>
          </p:cNvSpPr>
          <p:nvPr/>
        </p:nvSpPr>
        <p:spPr>
          <a:xfrm>
            <a:off x="866821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D4640D7D-331C-4998-A79F-8B142AF0B4E7}"/>
              </a:ext>
            </a:extLst>
          </p:cNvPr>
          <p:cNvSpPr>
            <a:spLocks noGrp="1"/>
          </p:cNvSpPr>
          <p:nvPr/>
        </p:nvSpPr>
        <p:spPr>
          <a:xfrm>
            <a:off x="878494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6284A5E6-5B44-4F41-8214-6341E2FF4392}"/>
              </a:ext>
            </a:extLst>
          </p:cNvPr>
          <p:cNvSpPr>
            <a:spLocks noGrp="1"/>
          </p:cNvSpPr>
          <p:nvPr/>
        </p:nvSpPr>
        <p:spPr>
          <a:xfrm>
            <a:off x="901840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51CBE045-9DD2-4F04-8F14-79A0179DBEE0}"/>
              </a:ext>
            </a:extLst>
          </p:cNvPr>
          <p:cNvSpPr>
            <a:spLocks noGrp="1"/>
          </p:cNvSpPr>
          <p:nvPr/>
        </p:nvSpPr>
        <p:spPr>
          <a:xfrm>
            <a:off x="91351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8FE794EC-2F52-4B77-A097-EADA8D1D902F}"/>
              </a:ext>
            </a:extLst>
          </p:cNvPr>
          <p:cNvSpPr>
            <a:spLocks noGrp="1"/>
          </p:cNvSpPr>
          <p:nvPr/>
        </p:nvSpPr>
        <p:spPr>
          <a:xfrm>
            <a:off x="93685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0CAC2C35-DBBD-4DA2-A8EA-47F998194E70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D9451640-2C2C-44F5-9D34-F4D4A0A0A49E}"/>
              </a:ext>
            </a:extLst>
          </p:cNvPr>
          <p:cNvSpPr>
            <a:spLocks noGrp="1"/>
          </p:cNvSpPr>
          <p:nvPr/>
        </p:nvSpPr>
        <p:spPr>
          <a:xfrm>
            <a:off x="971876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1D4D18CC-9071-4C77-BC94-366107FCE17C}"/>
              </a:ext>
            </a:extLst>
          </p:cNvPr>
          <p:cNvSpPr>
            <a:spLocks noGrp="1"/>
          </p:cNvSpPr>
          <p:nvPr/>
        </p:nvSpPr>
        <p:spPr>
          <a:xfrm>
            <a:off x="98354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8D8A2B93-4E37-4273-92D1-86D7193518A7}"/>
              </a:ext>
            </a:extLst>
          </p:cNvPr>
          <p:cNvSpPr>
            <a:spLocks noGrp="1"/>
          </p:cNvSpPr>
          <p:nvPr/>
        </p:nvSpPr>
        <p:spPr>
          <a:xfrm>
            <a:off x="1006895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C98EB57F-2425-432D-B6A7-095F7F2840A6}"/>
              </a:ext>
            </a:extLst>
          </p:cNvPr>
          <p:cNvSpPr>
            <a:spLocks noGrp="1"/>
          </p:cNvSpPr>
          <p:nvPr/>
        </p:nvSpPr>
        <p:spPr>
          <a:xfrm>
            <a:off x="1018568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7F030E48-8A53-4DCA-B7C1-A3F0447595B8}"/>
              </a:ext>
            </a:extLst>
          </p:cNvPr>
          <p:cNvSpPr>
            <a:spLocks noGrp="1"/>
          </p:cNvSpPr>
          <p:nvPr/>
        </p:nvSpPr>
        <p:spPr>
          <a:xfrm>
            <a:off x="1041913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D7D5D32A-BFF8-4EBE-A913-EEA7DC67AD36}"/>
              </a:ext>
            </a:extLst>
          </p:cNvPr>
          <p:cNvSpPr>
            <a:spLocks noGrp="1"/>
          </p:cNvSpPr>
          <p:nvPr/>
        </p:nvSpPr>
        <p:spPr>
          <a:xfrm>
            <a:off x="1053586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55920BFD-5100-49B9-9A60-6685E5694D4A}"/>
              </a:ext>
            </a:extLst>
          </p:cNvPr>
          <p:cNvSpPr>
            <a:spLocks noGrp="1"/>
          </p:cNvSpPr>
          <p:nvPr/>
        </p:nvSpPr>
        <p:spPr>
          <a:xfrm>
            <a:off x="1076932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95878FA6-B5A9-4611-8C4D-300205641B2E}"/>
              </a:ext>
            </a:extLst>
          </p:cNvPr>
          <p:cNvSpPr>
            <a:spLocks noGrp="1"/>
          </p:cNvSpPr>
          <p:nvPr/>
        </p:nvSpPr>
        <p:spPr>
          <a:xfrm>
            <a:off x="1088604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4E2AC23C-CBE5-41CC-85F5-2D4CCDF5AB3C}"/>
              </a:ext>
            </a:extLst>
          </p:cNvPr>
          <p:cNvSpPr>
            <a:spLocks noGrp="1"/>
          </p:cNvSpPr>
          <p:nvPr/>
        </p:nvSpPr>
        <p:spPr>
          <a:xfrm>
            <a:off x="111195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BD46725B-F023-4926-A1B8-79889F99E4FB}"/>
              </a:ext>
            </a:extLst>
          </p:cNvPr>
          <p:cNvSpPr>
            <a:spLocks noGrp="1"/>
          </p:cNvSpPr>
          <p:nvPr/>
        </p:nvSpPr>
        <p:spPr>
          <a:xfrm>
            <a:off x="1123623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FE1D51D4-4FEB-4CA5-BB81-B5E3E5158A0A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34F50BD8-5A0D-404C-9948-E27208F075A1}"/>
              </a:ext>
            </a:extLst>
          </p:cNvPr>
          <p:cNvSpPr>
            <a:spLocks noGrp="1"/>
          </p:cNvSpPr>
          <p:nvPr/>
        </p:nvSpPr>
        <p:spPr>
          <a:xfrm>
            <a:off x="115864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1D256EF1-8F19-41F7-875A-7975FB7257D3}"/>
              </a:ext>
            </a:extLst>
          </p:cNvPr>
          <p:cNvSpPr>
            <a:spLocks noGrp="1"/>
          </p:cNvSpPr>
          <p:nvPr/>
        </p:nvSpPr>
        <p:spPr>
          <a:xfrm>
            <a:off x="118198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432E7B24-2210-41FF-BBBF-9D497C471B7D}"/>
              </a:ext>
            </a:extLst>
          </p:cNvPr>
          <p:cNvSpPr>
            <a:spLocks noGrp="1"/>
          </p:cNvSpPr>
          <p:nvPr/>
        </p:nvSpPr>
        <p:spPr>
          <a:xfrm>
            <a:off x="1193659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46C924EE-530E-4D9D-8958-EC254C43EF12}"/>
              </a:ext>
            </a:extLst>
          </p:cNvPr>
          <p:cNvSpPr>
            <a:spLocks noGrp="1"/>
          </p:cNvSpPr>
          <p:nvPr/>
        </p:nvSpPr>
        <p:spPr>
          <a:xfrm>
            <a:off x="1217005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DA6B3AC6-03BD-442B-BE15-BFD7F4D8B690}"/>
              </a:ext>
            </a:extLst>
          </p:cNvPr>
          <p:cNvSpPr>
            <a:spLocks noGrp="1"/>
          </p:cNvSpPr>
          <p:nvPr/>
        </p:nvSpPr>
        <p:spPr>
          <a:xfrm>
            <a:off x="1228678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44F86C63-2F6A-44A2-85D5-8BE723FD7A4D}"/>
              </a:ext>
            </a:extLst>
          </p:cNvPr>
          <p:cNvSpPr>
            <a:spLocks noGrp="1"/>
          </p:cNvSpPr>
          <p:nvPr/>
        </p:nvSpPr>
        <p:spPr>
          <a:xfrm>
            <a:off x="125202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5FB1E57F-782A-48CB-81DD-23F2401FF9A7}"/>
              </a:ext>
            </a:extLst>
          </p:cNvPr>
          <p:cNvSpPr>
            <a:spLocks noGrp="1"/>
          </p:cNvSpPr>
          <p:nvPr/>
        </p:nvSpPr>
        <p:spPr>
          <a:xfrm>
            <a:off x="126369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7DC459AE-832E-4551-99D1-818706A8A90B}"/>
              </a:ext>
            </a:extLst>
          </p:cNvPr>
          <p:cNvSpPr>
            <a:spLocks noGrp="1"/>
          </p:cNvSpPr>
          <p:nvPr/>
        </p:nvSpPr>
        <p:spPr>
          <a:xfrm>
            <a:off x="1287042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BE44AA4F-2C3A-4286-9BB1-1AB019B33392}"/>
              </a:ext>
            </a:extLst>
          </p:cNvPr>
          <p:cNvSpPr>
            <a:spLocks noGrp="1"/>
          </p:cNvSpPr>
          <p:nvPr/>
        </p:nvSpPr>
        <p:spPr>
          <a:xfrm>
            <a:off x="1298715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CF79186D-7F2D-4C11-8660-06573A8E96A1}"/>
              </a:ext>
            </a:extLst>
          </p:cNvPr>
          <p:cNvSpPr>
            <a:spLocks noGrp="1"/>
          </p:cNvSpPr>
          <p:nvPr/>
        </p:nvSpPr>
        <p:spPr>
          <a:xfrm>
            <a:off x="132206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78B294D1-2F1A-4576-A224-85425AA674A3}"/>
              </a:ext>
            </a:extLst>
          </p:cNvPr>
          <p:cNvSpPr>
            <a:spLocks noGrp="1"/>
          </p:cNvSpPr>
          <p:nvPr/>
        </p:nvSpPr>
        <p:spPr>
          <a:xfrm>
            <a:off x="133373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B41BFFA4-4A5E-486C-A162-A1A98FCA1CD4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3 equal pieces.</a:t>
            </a:r>
          </a:p>
        </p:txBody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64FEE34-0721-4215-8198-00451DF59573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5/12</a:t>
            </a:r>
          </a:p>
        </p:txBody>
      </p:sp>
    </p:spTree>
    <p:extLst>
      <p:ext uri="{BB962C8B-B14F-4D97-AF65-F5344CB8AC3E}">
        <p14:creationId xmlns:p14="http://schemas.microsoft.com/office/powerpoint/2010/main" val="1007749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B669178B-5594-4F29-A5E2-BFFABF50BA4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E446530-D6B4-4BBF-A7D6-FCE456A05DA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9D0F477-9D5B-43F9-8CBC-9F3D838A9D5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1/4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2858010-E168-43F6-8443-705DD6D1820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FF16F61-BD4B-4DFF-BEBF-D67FB4BB0B5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C03A701-3132-4D89-A0AF-477EE29D14F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0070FFC-14B7-40D5-94C6-EEF5BB017BB8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 1/4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C3A3852-99A7-45A3-8D81-B3AC1BE3FCC5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4 + 1 = 21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6E860A9-A31B-4821-82CE-858E98945CFC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FFF2F63-5E27-4988-9089-56B22FEF8D1F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D48053D-F074-4261-ADC5-E22357F1F911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8CEF531-83E2-41A1-832E-CC47DA83C7BD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FEC6588-7E79-4CF1-9104-2F535CFF7F4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B72A4D2-5BE3-4DEC-B8D7-A0ECB4C2D75B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5703AA8-873B-4FC7-9DA7-020B6073EA0E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5BCDADA-322D-49FD-9048-63ACBD2C1E22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95562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-1">
            <a:extLst>
              <a:ext uri="{FF2B5EF4-FFF2-40B4-BE49-F238E27FC236}">
                <a16:creationId xmlns:a16="http://schemas.microsoft.com/office/drawing/2014/main" id="{7E95C67E-8D16-4469-BCAB-82B854C7B46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881DBF0-0749-48D6-8286-174C38B8BF7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3B49084-9533-4824-A32D-A6380415906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1/4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BB38BED-196F-4FD6-90E6-807BF57B8DB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480336-ED17-41B9-8B93-C86B26F5C7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EA0A2A6-9128-4A4E-9DA2-198B135EEC6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9D1D5C4-2CB7-4AD4-A026-8E0EE503D5AA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45511FB-C747-4734-A335-CA46929048B8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7EEB661-3E9F-45C0-B9BA-6B0840AAF09F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8DB123F-D272-4C14-A21C-62A42F1A6CB5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D275BFF-72F4-4548-A655-87DDEC2E734C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BC8A2E7-51F0-46F1-85B0-741B4AD73911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EE55883-13E3-4CDD-AFAB-729E949024DF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E2B118A-B1A7-4811-A5FD-E7B5DC0DC048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3C51A27-45CE-4030-A2A2-F65E3C621272}"/>
              </a:ext>
            </a:extLst>
          </p:cNvPr>
          <p:cNvSpPr>
            <a:spLocks noGrp="1"/>
          </p:cNvSpPr>
          <p:nvPr/>
        </p:nvSpPr>
        <p:spPr>
          <a:xfrm>
            <a:off x="7784420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BC3A45A-84AA-4803-A6E2-5702608E7772}"/>
              </a:ext>
            </a:extLst>
          </p:cNvPr>
          <p:cNvSpPr>
            <a:spLocks noGrp="1"/>
          </p:cNvSpPr>
          <p:nvPr/>
        </p:nvSpPr>
        <p:spPr>
          <a:xfrm>
            <a:off x="8067902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ABAED0E-208B-4E81-836E-3B4C4C8C3F0B}"/>
              </a:ext>
            </a:extLst>
          </p:cNvPr>
          <p:cNvSpPr>
            <a:spLocks noGrp="1"/>
          </p:cNvSpPr>
          <p:nvPr/>
        </p:nvSpPr>
        <p:spPr>
          <a:xfrm>
            <a:off x="8351384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4212D41-F6BD-4A47-9947-6F0D03E005E2}"/>
              </a:ext>
            </a:extLst>
          </p:cNvPr>
          <p:cNvSpPr>
            <a:spLocks noGrp="1"/>
          </p:cNvSpPr>
          <p:nvPr/>
        </p:nvSpPr>
        <p:spPr>
          <a:xfrm>
            <a:off x="8634866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63F2F2C-E454-409F-ACF6-7C61D8D5BEF7}"/>
              </a:ext>
            </a:extLst>
          </p:cNvPr>
          <p:cNvSpPr>
            <a:spLocks noGrp="1"/>
          </p:cNvSpPr>
          <p:nvPr/>
        </p:nvSpPr>
        <p:spPr>
          <a:xfrm>
            <a:off x="8918348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C04CEB8-2F7D-4B1E-BF97-79A32A3642B1}"/>
              </a:ext>
            </a:extLst>
          </p:cNvPr>
          <p:cNvSpPr>
            <a:spLocks noGrp="1"/>
          </p:cNvSpPr>
          <p:nvPr/>
        </p:nvSpPr>
        <p:spPr>
          <a:xfrm>
            <a:off x="9201830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7DFD009-421B-45B6-A3CA-604E07645169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DD3C260-A204-45AE-86E5-077A2C500121}"/>
              </a:ext>
            </a:extLst>
          </p:cNvPr>
          <p:cNvSpPr>
            <a:spLocks noGrp="1"/>
          </p:cNvSpPr>
          <p:nvPr/>
        </p:nvSpPr>
        <p:spPr>
          <a:xfrm>
            <a:off x="9768795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92F3A85-6579-4535-B9B5-5E2EDD1206CA}"/>
              </a:ext>
            </a:extLst>
          </p:cNvPr>
          <p:cNvSpPr>
            <a:spLocks noGrp="1"/>
          </p:cNvSpPr>
          <p:nvPr/>
        </p:nvSpPr>
        <p:spPr>
          <a:xfrm>
            <a:off x="10052277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5BF1901-078F-473D-B07C-043DF442BA37}"/>
              </a:ext>
            </a:extLst>
          </p:cNvPr>
          <p:cNvSpPr>
            <a:spLocks noGrp="1"/>
          </p:cNvSpPr>
          <p:nvPr/>
        </p:nvSpPr>
        <p:spPr>
          <a:xfrm>
            <a:off x="10335759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CD30AFD-E412-49E3-A9A4-DC5AD6629988}"/>
              </a:ext>
            </a:extLst>
          </p:cNvPr>
          <p:cNvSpPr>
            <a:spLocks noGrp="1"/>
          </p:cNvSpPr>
          <p:nvPr/>
        </p:nvSpPr>
        <p:spPr>
          <a:xfrm>
            <a:off x="10619241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B685260-A137-4853-AE1F-972D866D6BCA}"/>
              </a:ext>
            </a:extLst>
          </p:cNvPr>
          <p:cNvSpPr>
            <a:spLocks noGrp="1"/>
          </p:cNvSpPr>
          <p:nvPr/>
        </p:nvSpPr>
        <p:spPr>
          <a:xfrm>
            <a:off x="10902723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9AAE62F-C3E4-47C7-BFC4-353BD1D74325}"/>
              </a:ext>
            </a:extLst>
          </p:cNvPr>
          <p:cNvSpPr>
            <a:spLocks noGrp="1"/>
          </p:cNvSpPr>
          <p:nvPr/>
        </p:nvSpPr>
        <p:spPr>
          <a:xfrm>
            <a:off x="11186205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8A5F661E-3D83-49F6-9F4D-46F6EDCC5C36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CF01D164-6F5B-44AB-8A1A-F3BEF4EC7B4F}"/>
              </a:ext>
            </a:extLst>
          </p:cNvPr>
          <p:cNvSpPr>
            <a:spLocks noGrp="1"/>
          </p:cNvSpPr>
          <p:nvPr/>
        </p:nvSpPr>
        <p:spPr>
          <a:xfrm>
            <a:off x="11753170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949FFA31-B7D7-4D7D-BA00-7F3BF06E7480}"/>
              </a:ext>
            </a:extLst>
          </p:cNvPr>
          <p:cNvSpPr>
            <a:spLocks noGrp="1"/>
          </p:cNvSpPr>
          <p:nvPr/>
        </p:nvSpPr>
        <p:spPr>
          <a:xfrm>
            <a:off x="12036652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D7175B9A-5C58-4724-B953-43E52E5C5D2D}"/>
              </a:ext>
            </a:extLst>
          </p:cNvPr>
          <p:cNvSpPr>
            <a:spLocks noGrp="1"/>
          </p:cNvSpPr>
          <p:nvPr/>
        </p:nvSpPr>
        <p:spPr>
          <a:xfrm>
            <a:off x="12320134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29ADFBF-B937-4D97-BB91-7CEEEA04C1F9}"/>
              </a:ext>
            </a:extLst>
          </p:cNvPr>
          <p:cNvSpPr>
            <a:spLocks noGrp="1"/>
          </p:cNvSpPr>
          <p:nvPr/>
        </p:nvSpPr>
        <p:spPr>
          <a:xfrm>
            <a:off x="12603616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CD3A5EE-17E4-496B-9C93-D2573F88C40F}"/>
              </a:ext>
            </a:extLst>
          </p:cNvPr>
          <p:cNvSpPr>
            <a:spLocks noGrp="1"/>
          </p:cNvSpPr>
          <p:nvPr/>
        </p:nvSpPr>
        <p:spPr>
          <a:xfrm>
            <a:off x="12887098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1B82E74-AF8A-41B0-9ED3-DA22E140A1CE}"/>
              </a:ext>
            </a:extLst>
          </p:cNvPr>
          <p:cNvSpPr>
            <a:spLocks noGrp="1"/>
          </p:cNvSpPr>
          <p:nvPr/>
        </p:nvSpPr>
        <p:spPr>
          <a:xfrm>
            <a:off x="13170580" y="3333750"/>
            <a:ext cx="28348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3B8B3FC2-1DAE-496F-8499-8FD1E212F1E1}"/>
              </a:ext>
            </a:extLst>
          </p:cNvPr>
          <p:cNvSpPr>
            <a:spLocks noGrp="1"/>
          </p:cNvSpPr>
          <p:nvPr/>
        </p:nvSpPr>
        <p:spPr>
          <a:xfrm>
            <a:off x="759543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4B6176E-E06A-4EAF-A3C8-19D6CD7A31F5}"/>
              </a:ext>
            </a:extLst>
          </p:cNvPr>
          <p:cNvSpPr>
            <a:spLocks noGrp="1"/>
          </p:cNvSpPr>
          <p:nvPr/>
        </p:nvSpPr>
        <p:spPr>
          <a:xfrm>
            <a:off x="768992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89083BE5-4FE7-43F2-A109-0BD8C75B0D0D}"/>
              </a:ext>
            </a:extLst>
          </p:cNvPr>
          <p:cNvSpPr>
            <a:spLocks noGrp="1"/>
          </p:cNvSpPr>
          <p:nvPr/>
        </p:nvSpPr>
        <p:spPr>
          <a:xfrm>
            <a:off x="787891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47C82CE3-76C9-425D-B981-538E770B8268}"/>
              </a:ext>
            </a:extLst>
          </p:cNvPr>
          <p:cNvSpPr>
            <a:spLocks noGrp="1"/>
          </p:cNvSpPr>
          <p:nvPr/>
        </p:nvSpPr>
        <p:spPr>
          <a:xfrm>
            <a:off x="797340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FB34FCCE-C296-4F18-989C-67AECD65F241}"/>
              </a:ext>
            </a:extLst>
          </p:cNvPr>
          <p:cNvSpPr>
            <a:spLocks noGrp="1"/>
          </p:cNvSpPr>
          <p:nvPr/>
        </p:nvSpPr>
        <p:spPr>
          <a:xfrm>
            <a:off x="81623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893DDED-BF7D-4DA7-9DF5-D7D1C412A59E}"/>
              </a:ext>
            </a:extLst>
          </p:cNvPr>
          <p:cNvSpPr>
            <a:spLocks noGrp="1"/>
          </p:cNvSpPr>
          <p:nvPr/>
        </p:nvSpPr>
        <p:spPr>
          <a:xfrm>
            <a:off x="825689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4A6EA5AA-235A-42AE-B8CC-EBDD717EA1F0}"/>
              </a:ext>
            </a:extLst>
          </p:cNvPr>
          <p:cNvSpPr>
            <a:spLocks noGrp="1"/>
          </p:cNvSpPr>
          <p:nvPr/>
        </p:nvSpPr>
        <p:spPr>
          <a:xfrm>
            <a:off x="84458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935D97B2-79DE-4CCA-A1FC-492CB022A9D6}"/>
              </a:ext>
            </a:extLst>
          </p:cNvPr>
          <p:cNvSpPr>
            <a:spLocks noGrp="1"/>
          </p:cNvSpPr>
          <p:nvPr/>
        </p:nvSpPr>
        <p:spPr>
          <a:xfrm>
            <a:off x="85403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67287633-8F30-4762-BE55-1B967AA6549C}"/>
              </a:ext>
            </a:extLst>
          </p:cNvPr>
          <p:cNvSpPr>
            <a:spLocks noGrp="1"/>
          </p:cNvSpPr>
          <p:nvPr/>
        </p:nvSpPr>
        <p:spPr>
          <a:xfrm>
            <a:off x="872936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441FF08D-3B74-45B6-A5CC-9552C42D4AE6}"/>
              </a:ext>
            </a:extLst>
          </p:cNvPr>
          <p:cNvSpPr>
            <a:spLocks noGrp="1"/>
          </p:cNvSpPr>
          <p:nvPr/>
        </p:nvSpPr>
        <p:spPr>
          <a:xfrm>
            <a:off x="88238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B4FF2E1F-5014-441B-99C8-6135B9BAF70F}"/>
              </a:ext>
            </a:extLst>
          </p:cNvPr>
          <p:cNvSpPr>
            <a:spLocks noGrp="1"/>
          </p:cNvSpPr>
          <p:nvPr/>
        </p:nvSpPr>
        <p:spPr>
          <a:xfrm>
            <a:off x="901284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26EC1641-6865-4A40-9D04-8DE7D417C0A0}"/>
              </a:ext>
            </a:extLst>
          </p:cNvPr>
          <p:cNvSpPr>
            <a:spLocks noGrp="1"/>
          </p:cNvSpPr>
          <p:nvPr/>
        </p:nvSpPr>
        <p:spPr>
          <a:xfrm>
            <a:off x="910733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16083AEC-D7F5-4849-92B5-D8F6B37ECA13}"/>
              </a:ext>
            </a:extLst>
          </p:cNvPr>
          <p:cNvSpPr>
            <a:spLocks noGrp="1"/>
          </p:cNvSpPr>
          <p:nvPr/>
        </p:nvSpPr>
        <p:spPr>
          <a:xfrm>
            <a:off x="929632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E5252EF9-9365-4356-8862-B3C149F696D6}"/>
              </a:ext>
            </a:extLst>
          </p:cNvPr>
          <p:cNvSpPr>
            <a:spLocks noGrp="1"/>
          </p:cNvSpPr>
          <p:nvPr/>
        </p:nvSpPr>
        <p:spPr>
          <a:xfrm>
            <a:off x="939081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4AA7EFC9-2BC8-4A9D-9AA7-7E38072566A8}"/>
              </a:ext>
            </a:extLst>
          </p:cNvPr>
          <p:cNvSpPr>
            <a:spLocks noGrp="1"/>
          </p:cNvSpPr>
          <p:nvPr/>
        </p:nvSpPr>
        <p:spPr>
          <a:xfrm>
            <a:off x="95798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DCF52EE0-AE23-4192-A348-001B81287B6F}"/>
              </a:ext>
            </a:extLst>
          </p:cNvPr>
          <p:cNvSpPr>
            <a:spLocks noGrp="1"/>
          </p:cNvSpPr>
          <p:nvPr/>
        </p:nvSpPr>
        <p:spPr>
          <a:xfrm>
            <a:off x="967430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579BE012-E90C-469B-9C3E-CBF1913CCF89}"/>
              </a:ext>
            </a:extLst>
          </p:cNvPr>
          <p:cNvSpPr>
            <a:spLocks noGrp="1"/>
          </p:cNvSpPr>
          <p:nvPr/>
        </p:nvSpPr>
        <p:spPr>
          <a:xfrm>
            <a:off x="986328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429FA0EC-0B96-4066-B326-F647DA09F1A9}"/>
              </a:ext>
            </a:extLst>
          </p:cNvPr>
          <p:cNvSpPr>
            <a:spLocks noGrp="1"/>
          </p:cNvSpPr>
          <p:nvPr/>
        </p:nvSpPr>
        <p:spPr>
          <a:xfrm>
            <a:off x="995778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F20623C9-BDC6-45E7-BBB4-37FDAD32D5A6}"/>
              </a:ext>
            </a:extLst>
          </p:cNvPr>
          <p:cNvSpPr>
            <a:spLocks noGrp="1"/>
          </p:cNvSpPr>
          <p:nvPr/>
        </p:nvSpPr>
        <p:spPr>
          <a:xfrm>
            <a:off x="101467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671D0805-3A35-41D9-B856-226914FAFBCC}"/>
              </a:ext>
            </a:extLst>
          </p:cNvPr>
          <p:cNvSpPr>
            <a:spLocks noGrp="1"/>
          </p:cNvSpPr>
          <p:nvPr/>
        </p:nvSpPr>
        <p:spPr>
          <a:xfrm>
            <a:off x="102412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8633AC4A-436E-4C20-A3C8-F0649A8A571D}"/>
              </a:ext>
            </a:extLst>
          </p:cNvPr>
          <p:cNvSpPr>
            <a:spLocks noGrp="1"/>
          </p:cNvSpPr>
          <p:nvPr/>
        </p:nvSpPr>
        <p:spPr>
          <a:xfrm>
            <a:off x="1043025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D86F8661-A0B8-4C0C-BCE1-DCCB82925E49}"/>
              </a:ext>
            </a:extLst>
          </p:cNvPr>
          <p:cNvSpPr>
            <a:spLocks noGrp="1"/>
          </p:cNvSpPr>
          <p:nvPr/>
        </p:nvSpPr>
        <p:spPr>
          <a:xfrm>
            <a:off x="1052474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CBF2289F-7237-400E-A077-145BBDCFC91C}"/>
              </a:ext>
            </a:extLst>
          </p:cNvPr>
          <p:cNvSpPr>
            <a:spLocks noGrp="1"/>
          </p:cNvSpPr>
          <p:nvPr/>
        </p:nvSpPr>
        <p:spPr>
          <a:xfrm>
            <a:off x="107137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19D9F92E-84B2-4BC8-8E14-DD3790B8AB02}"/>
              </a:ext>
            </a:extLst>
          </p:cNvPr>
          <p:cNvSpPr>
            <a:spLocks noGrp="1"/>
          </p:cNvSpPr>
          <p:nvPr/>
        </p:nvSpPr>
        <p:spPr>
          <a:xfrm>
            <a:off x="108082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83D8B72A-E8BE-43B3-AAA8-EF74E1A3D594}"/>
              </a:ext>
            </a:extLst>
          </p:cNvPr>
          <p:cNvSpPr>
            <a:spLocks noGrp="1"/>
          </p:cNvSpPr>
          <p:nvPr/>
        </p:nvSpPr>
        <p:spPr>
          <a:xfrm>
            <a:off x="1099721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700A25D7-0E3B-4C9C-ACD9-42077F49B4BA}"/>
              </a:ext>
            </a:extLst>
          </p:cNvPr>
          <p:cNvSpPr>
            <a:spLocks noGrp="1"/>
          </p:cNvSpPr>
          <p:nvPr/>
        </p:nvSpPr>
        <p:spPr>
          <a:xfrm>
            <a:off x="1109171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55A3CCC4-DAD7-4FC8-82D4-DD22FBC79686}"/>
              </a:ext>
            </a:extLst>
          </p:cNvPr>
          <p:cNvSpPr>
            <a:spLocks noGrp="1"/>
          </p:cNvSpPr>
          <p:nvPr/>
        </p:nvSpPr>
        <p:spPr>
          <a:xfrm>
            <a:off x="1128069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37C42FD3-D11C-4162-8526-58EA87BD4B19}"/>
              </a:ext>
            </a:extLst>
          </p:cNvPr>
          <p:cNvSpPr>
            <a:spLocks noGrp="1"/>
          </p:cNvSpPr>
          <p:nvPr/>
        </p:nvSpPr>
        <p:spPr>
          <a:xfrm>
            <a:off x="113751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01F6A00F-826A-4A93-BAC5-1BF42A9225D8}"/>
              </a:ext>
            </a:extLst>
          </p:cNvPr>
          <p:cNvSpPr>
            <a:spLocks noGrp="1"/>
          </p:cNvSpPr>
          <p:nvPr/>
        </p:nvSpPr>
        <p:spPr>
          <a:xfrm>
            <a:off x="1156418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9FFABC5-6238-4882-A14C-823AE06FB104}"/>
              </a:ext>
            </a:extLst>
          </p:cNvPr>
          <p:cNvSpPr>
            <a:spLocks noGrp="1"/>
          </p:cNvSpPr>
          <p:nvPr/>
        </p:nvSpPr>
        <p:spPr>
          <a:xfrm>
            <a:off x="1165867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D9E82581-B38A-40A7-BAD0-7C94DF8E69D6}"/>
              </a:ext>
            </a:extLst>
          </p:cNvPr>
          <p:cNvSpPr>
            <a:spLocks noGrp="1"/>
          </p:cNvSpPr>
          <p:nvPr/>
        </p:nvSpPr>
        <p:spPr>
          <a:xfrm>
            <a:off x="1184766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2BADCF5E-C9C0-4161-9CD9-F28523DE0B61}"/>
              </a:ext>
            </a:extLst>
          </p:cNvPr>
          <p:cNvSpPr>
            <a:spLocks noGrp="1"/>
          </p:cNvSpPr>
          <p:nvPr/>
        </p:nvSpPr>
        <p:spPr>
          <a:xfrm>
            <a:off x="1194215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A204D20E-B5AC-4DB8-9564-7DC06D019147}"/>
              </a:ext>
            </a:extLst>
          </p:cNvPr>
          <p:cNvSpPr>
            <a:spLocks noGrp="1"/>
          </p:cNvSpPr>
          <p:nvPr/>
        </p:nvSpPr>
        <p:spPr>
          <a:xfrm>
            <a:off x="121311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526C5C7B-C163-40C8-9B8D-ED11943C3A02}"/>
              </a:ext>
            </a:extLst>
          </p:cNvPr>
          <p:cNvSpPr>
            <a:spLocks noGrp="1"/>
          </p:cNvSpPr>
          <p:nvPr/>
        </p:nvSpPr>
        <p:spPr>
          <a:xfrm>
            <a:off x="1222564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8AE1F266-0371-4D62-B1C7-D83155E1C1CE}"/>
              </a:ext>
            </a:extLst>
          </p:cNvPr>
          <p:cNvSpPr>
            <a:spLocks noGrp="1"/>
          </p:cNvSpPr>
          <p:nvPr/>
        </p:nvSpPr>
        <p:spPr>
          <a:xfrm>
            <a:off x="124146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243EF43E-9A39-42AC-9200-2B99B8DCBE0B}"/>
              </a:ext>
            </a:extLst>
          </p:cNvPr>
          <p:cNvSpPr>
            <a:spLocks noGrp="1"/>
          </p:cNvSpPr>
          <p:nvPr/>
        </p:nvSpPr>
        <p:spPr>
          <a:xfrm>
            <a:off x="125091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A89AAA08-1809-4857-9F82-7D3B983D95B0}"/>
              </a:ext>
            </a:extLst>
          </p:cNvPr>
          <p:cNvSpPr>
            <a:spLocks noGrp="1"/>
          </p:cNvSpPr>
          <p:nvPr/>
        </p:nvSpPr>
        <p:spPr>
          <a:xfrm>
            <a:off x="1269811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5DDB835E-43C4-45B3-AF57-46CCFA3A6E3A}"/>
              </a:ext>
            </a:extLst>
          </p:cNvPr>
          <p:cNvSpPr>
            <a:spLocks noGrp="1"/>
          </p:cNvSpPr>
          <p:nvPr/>
        </p:nvSpPr>
        <p:spPr>
          <a:xfrm>
            <a:off x="127926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29D93FBA-FD2D-4216-8A42-BF39F347227E}"/>
              </a:ext>
            </a:extLst>
          </p:cNvPr>
          <p:cNvSpPr>
            <a:spLocks noGrp="1"/>
          </p:cNvSpPr>
          <p:nvPr/>
        </p:nvSpPr>
        <p:spPr>
          <a:xfrm>
            <a:off x="1298159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BCDD0589-4481-4E97-9EBE-E5C258431309}"/>
              </a:ext>
            </a:extLst>
          </p:cNvPr>
          <p:cNvSpPr>
            <a:spLocks noGrp="1"/>
          </p:cNvSpPr>
          <p:nvPr/>
        </p:nvSpPr>
        <p:spPr>
          <a:xfrm>
            <a:off x="1307608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86DADCDA-C947-45D6-B0EC-598065B62993}"/>
              </a:ext>
            </a:extLst>
          </p:cNvPr>
          <p:cNvSpPr>
            <a:spLocks noGrp="1"/>
          </p:cNvSpPr>
          <p:nvPr/>
        </p:nvSpPr>
        <p:spPr>
          <a:xfrm>
            <a:off x="1326507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8244D655-530C-4377-AE8D-9249721CD1EE}"/>
              </a:ext>
            </a:extLst>
          </p:cNvPr>
          <p:cNvSpPr>
            <a:spLocks noGrp="1"/>
          </p:cNvSpPr>
          <p:nvPr/>
        </p:nvSpPr>
        <p:spPr>
          <a:xfrm>
            <a:off x="1335956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5389A1FF-78A6-4D4C-B31C-1AE82406762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3 equal pieces.</a:t>
            </a:r>
          </a:p>
        </p:txBody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51281A77-39AF-420B-8532-6CBF29D4881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3/4</a:t>
            </a:r>
          </a:p>
        </p:txBody>
      </p:sp>
    </p:spTree>
    <p:extLst>
      <p:ext uri="{BB962C8B-B14F-4D97-AF65-F5344CB8AC3E}">
        <p14:creationId xmlns:p14="http://schemas.microsoft.com/office/powerpoint/2010/main" val="47233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/>
      <p:bldP spid="7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DCC97CBC-F392-47C3-B1E4-B0BE2748576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579707D-2351-4920-958B-5DD82884968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8600647-BB75-4DC3-AC4D-5C4A01733FC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717DAF4-AE03-4D0A-BF93-743202F2AA7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7287CF7-826B-4660-A0F0-2075BA78C02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ECD282E-05EF-40BE-89D6-81004190CEA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391075F-AF6F-4392-B477-675C2BC031B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7270465-676E-4D21-A778-1793454EAE5D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DA28E23-3890-480F-91A3-AB851A9980A1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0EEF100-0712-4594-8A24-197333947D4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D915E38-D49A-4A3F-9122-BD22248879A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7CD53BA-7F57-4938-95C6-C2F608B6392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495B13E-D5AA-4557-AC07-14415BFBFEC5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0AC3380-1599-41D0-AFA6-5E497E1B1D86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2 1/4 divided by 3, then write the answer as a decimal.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1EB9583-C021-460E-B0EB-DAC576AF8E5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3A08223-4452-4CDE-A564-46CA8E0C72F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Solve 5x + 8 = 73 and convert 3.45 km to metres.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4699D65-D19D-4994-8930-106050C4DDB1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1A8DF3D-D229-4484-8D7D-5E4088B7F30E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8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8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the area of a triangle with base 18 cm and height 11 cm, then find the mean of 18, 22, 25 and 15.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F206015-D78F-4831-A5F3-5B212C7D5A90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138CD85-F83E-4C17-A57F-3F273B04764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£640 item is reduced by 12.5%. Find the sale price.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835E813-3001-41DA-8D4A-35C3128B3D5C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8457A9C-B9C6-4EC1-A5DA-D9EA2E2BA24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records a general target such as 'get better at maths'.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0243C1E-99B7-4E8A-A48F-ED223EBE5C4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2551968-44D0-4917-BED9-9ABAB001069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A7B75ED-7660-4F82-9CD2-8778DD20DA3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56BCE41-857F-4511-B951-F5DC680B049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the area of a triangle with base 18 cm and height 11 cm, then find the mean of 18, 22, 25 and 15.</a:t>
            </a:r>
          </a:p>
        </p:txBody>
      </p:sp>
    </p:spTree>
    <p:extLst>
      <p:ext uri="{BB962C8B-B14F-4D97-AF65-F5344CB8AC3E}">
        <p14:creationId xmlns:p14="http://schemas.microsoft.com/office/powerpoint/2010/main" val="1470119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4C5D4817-1ED2-4122-9E55-6203867F8E0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C2482F4-3E14-403B-BC13-904D7552D55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C5AAADC-C5C9-408A-AC8E-F12EA3445EF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72684F2-A09E-4EF9-BD5B-7CA2B19499B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number and ratio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3CB3B3C-3574-46DE-AD71-E249A4E181C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ECF4264-D41A-4BDB-9A64-2D5D31D988C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6E7CAAF-2615-49DB-AF99-6152732C88F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 or 0.75.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B05C3C7-205A-48C4-8CE3-8D17028C69F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B912412-5928-4A69-BDF8-0E7AC3CB37BB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x = 13 and 3,450 m.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911D989-0FF5-4982-9F03-1FEA3602B3C5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4756F95-B1DE-4490-9148-EA479FFDE97F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99 cm2 and 20.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672C373-0EF6-4C07-AD3B-989FE4D28F3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D9C1014-2A95-42BA-A082-4074BD45F1AD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 or 0.75.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EB4C5A1-46F8-4EF9-86E1-EFE911D7286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F328629-8D4A-426D-8B4C-31F7C3D85A5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x = 13 and 3,450 m.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85B2E0B-9504-4B1D-8AFA-28C9D4FEFE2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141B812-A4CC-452B-9159-E868547321A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99 cm2 and 20.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68F5183-6E69-439D-A289-ADB5EDE91FF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4DF6D59-DC3E-46F7-A6FF-9FE4318FE64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£560.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381F4F6-100A-4990-96F4-EB78FAE5C67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602B595-ABC1-4C61-9281-23090DB90400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ACEAD56-800E-4FA7-B92B-CFA524549D01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98EF32B-582C-4930-A685-FC75421CE7C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6A9D378-CED7-4425-A356-7D13EE2AACCE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D412937-9AA5-4306-BD59-F86406FCA00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8362616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1432</Words>
  <Application>Microsoft Office PowerPoint</Application>
  <DocSecurity>0</DocSecurity>
  <PresentationFormat>Custom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2026-09-14T13:19:22Z</dcterms:created>
  <dcterms:modified xsi:type="dcterms:W3CDTF">2026-09-14T13:21:13Z</dcterms:modified>
</cp:coreProperties>
</file>