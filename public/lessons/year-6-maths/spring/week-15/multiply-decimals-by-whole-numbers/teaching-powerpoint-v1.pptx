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Multiply decimals by whole numbers.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I do.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You do. Pause before clicking. Let pupils try independently, then reveal and discuss every step.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I do.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You do. Pause before clicking. Let pupils try independently, then reveal and discuss every step.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Multiply decimals by whole numbers.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11BC273-F1F1-4DCB-B63B-C4A5B46F1DD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Multiply decimals by whole numbers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3801BBF-EF31-432A-9784-9BDC302D17F0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25C7788-6BB2-40DA-B9B7-A9C7A3E6DC8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AC626E4-62C6-42B8-8B92-B460689E347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CADBC63-D3D7-42C9-B77B-1CC26AA43CE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47600C7-206A-4CB1-91D9-1EDF168FA5C7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multiply decimals by whole numbers.</a:t>
            </a:r>
          </a:p>
        </p:txBody>
      </p:sp>
    </p:spTree>
    <p:extLst>
      <p:ext uri="{BB962C8B-B14F-4D97-AF65-F5344CB8AC3E}">
        <p14:creationId xmlns:p14="http://schemas.microsoft.com/office/powerpoint/2010/main" val="64117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4B5AD274-5394-41B7-821D-DCCE01C0833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6FC33DF-7517-45C1-92CC-CE6205FAE58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6.408 × 7.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3CF1E48-D374-4EF3-8FE7-7C55843DF83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5572044-3A35-44B8-8213-5FC3B2FBAEE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C39BBAC-BE7D-420A-99B5-4F7EDCBD6C0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2849174-3BF2-43CB-8DE5-A1458E1B0C26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D910606-7D2C-450A-8F60-B06349A88032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4B81127-0985-4058-B92B-4AB6B2961E7F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43A09FC-03B3-46DD-BF69-3DE1CD73F67A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F06F822-633D-4E73-B376-675E72D04353}"/>
              </a:ext>
            </a:extLst>
          </p:cNvPr>
          <p:cNvSpPr>
            <a:spLocks noGrp="1"/>
          </p:cNvSpPr>
          <p:nvPr/>
        </p:nvSpPr>
        <p:spPr>
          <a:xfrm>
            <a:off x="583406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E8E9CBD-21D0-43D9-BFA0-50D9D21A2625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C5328E1-5077-46FA-903E-CBC20794169F}"/>
              </a:ext>
            </a:extLst>
          </p:cNvPr>
          <p:cNvSpPr>
            <a:spLocks noGrp="1"/>
          </p:cNvSpPr>
          <p:nvPr/>
        </p:nvSpPr>
        <p:spPr>
          <a:xfrm>
            <a:off x="6369844" y="4464844"/>
            <a:ext cx="458390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9A4C985-FABA-4382-8D35-C527E309B34C}"/>
              </a:ext>
            </a:extLst>
          </p:cNvPr>
          <p:cNvSpPr>
            <a:spLocks noGrp="1"/>
          </p:cNvSpPr>
          <p:nvPr/>
        </p:nvSpPr>
        <p:spPr>
          <a:xfrm>
            <a:off x="8179594" y="3238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E50EE70-0079-45F7-B240-DD810C41EB8C}"/>
              </a:ext>
            </a:extLst>
          </p:cNvPr>
          <p:cNvSpPr>
            <a:spLocks noGrp="1"/>
          </p:cNvSpPr>
          <p:nvPr/>
        </p:nvSpPr>
        <p:spPr>
          <a:xfrm>
            <a:off x="8179594" y="5143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C6D935E-EE72-4F4F-A1A7-ABE25174FEDE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8 = 56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061C434-956E-4404-88F6-4B51BB9028B0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DB3AECF-E98B-4DD8-80F7-CFDA39AA7C91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F5153DF-25C9-4705-9725-C37D882182AE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0 + 5 = 5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47764D4-6E6B-4349-8365-7F118C98FBA2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3F78F83-F237-4520-AE14-3EA7A4A334A6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4 = 28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082FDD8-7CFF-41EB-AE81-38A53478FA6E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EECF904-94F5-4F6D-BA63-69420AC9738F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AA37ED7-9007-4D52-947A-E8EB56AE7427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+ 2 = 44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CE7BEF5-761B-4EC5-8214-6B50EBB05A2D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CD66092-0046-44AE-BF57-7C9767507976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BC87897-D44E-477D-A928-2C7E0AD1A939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6.408 × 7 = 44.856</a:t>
            </a:r>
          </a:p>
        </p:txBody>
      </p:sp>
    </p:spTree>
    <p:extLst>
      <p:ext uri="{BB962C8B-B14F-4D97-AF65-F5344CB8AC3E}">
        <p14:creationId xmlns:p14="http://schemas.microsoft.com/office/powerpoint/2010/main" val="1494738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14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9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5" grpId="1"/>
      <p:bldP spid="16" grpId="0"/>
      <p:bldP spid="17" grpId="0"/>
      <p:bldP spid="17" grpId="1"/>
      <p:bldP spid="17" grpId="2"/>
      <p:bldP spid="18" grpId="0"/>
      <p:bldP spid="18" grpId="1"/>
      <p:bldP spid="19" grpId="0"/>
      <p:bldP spid="20" grpId="0"/>
      <p:bldP spid="20" grpId="1"/>
      <p:bldP spid="21" grpId="0"/>
      <p:bldP spid="22" grpId="0"/>
      <p:bldP spid="22" grpId="1"/>
      <p:bldP spid="22" grpId="2"/>
      <p:bldP spid="23" grpId="0"/>
      <p:bldP spid="24" grpId="0"/>
      <p:bldP spid="25" grpId="0"/>
      <p:bldP spid="2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object-1">
            <a:extLst>
              <a:ext uri="{FF2B5EF4-FFF2-40B4-BE49-F238E27FC236}">
                <a16:creationId xmlns:a16="http://schemas.microsoft.com/office/drawing/2014/main" id="{EDF34207-EC64-4CB4-AFA5-A08570A8374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35DB141-FD27-4E5A-A0F4-DE1AD52362F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658EB0-F652-4985-BC9A-FAA222B69D3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6.509 × 7.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5EB8816-6101-4A60-8489-55AFFB75D37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61BB1F9-FDAE-404F-8428-E3C6C498DD6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9729A8F-6946-40A5-AE8B-A5E29320663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18FDC88-DDE4-4AB1-9A55-6DA0B18A149E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D0C6C2E-1944-4C89-9B5A-AF5CCC9EEBEC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566F217-9288-467C-BD25-B86782CF2DC3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6D5C7D4-60AB-4C21-B588-46E86DB919E4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0535BE9-0058-4CB0-BCFE-EEE2E500C5B8}"/>
              </a:ext>
            </a:extLst>
          </p:cNvPr>
          <p:cNvSpPr>
            <a:spLocks noGrp="1"/>
          </p:cNvSpPr>
          <p:nvPr/>
        </p:nvSpPr>
        <p:spPr>
          <a:xfrm>
            <a:off x="583406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74DF459-890C-4DA8-9177-01E8FCCCA820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2D24140-EE4E-45EB-BC43-429C7C7558ED}"/>
              </a:ext>
            </a:extLst>
          </p:cNvPr>
          <p:cNvSpPr>
            <a:spLocks noGrp="1"/>
          </p:cNvSpPr>
          <p:nvPr/>
        </p:nvSpPr>
        <p:spPr>
          <a:xfrm>
            <a:off x="6369844" y="4464844"/>
            <a:ext cx="458390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FDA5599-11E9-4DF2-9A30-0A3AFF308B3C}"/>
              </a:ext>
            </a:extLst>
          </p:cNvPr>
          <p:cNvSpPr>
            <a:spLocks noGrp="1"/>
          </p:cNvSpPr>
          <p:nvPr/>
        </p:nvSpPr>
        <p:spPr>
          <a:xfrm>
            <a:off x="8179594" y="3238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8ABF270-8608-4AC3-9B3E-DDA7BEBCCE19}"/>
              </a:ext>
            </a:extLst>
          </p:cNvPr>
          <p:cNvSpPr>
            <a:spLocks noGrp="1"/>
          </p:cNvSpPr>
          <p:nvPr/>
        </p:nvSpPr>
        <p:spPr>
          <a:xfrm>
            <a:off x="8179594" y="5143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6C24F5D-9CE7-49DA-832A-8BE9A747E628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9 = 63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02048D3-277D-47C6-A31E-8C5D02E32FF8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6DD243B-82C3-4146-B0A1-5F6A3FBF2803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EACA8F2-A340-4E29-8E57-916BE6CD545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0 + 6 = 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E92D353-A374-41A0-875D-826A47D663A9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508CE0D-4EEB-4C3F-A33B-4D1DB4F9BE7F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5 = 35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1487CD1-99CC-4354-9596-83CDC5E233B1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25EC4B0-3A9B-435E-B914-611F69985E34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A7F0D0C-5E25-4D08-91B0-1E274D433C5F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+ 3 = 45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0FE6B27-021D-4B4D-AC61-833314B94DD1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8726EDB-EB55-41D0-9BEC-6A88D9FC48F9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8CA9093-2392-4030-AC4A-7C0223CB7B9E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6.509 × 7 = 45.563</a:t>
            </a:r>
          </a:p>
        </p:txBody>
      </p:sp>
    </p:spTree>
    <p:extLst>
      <p:ext uri="{BB962C8B-B14F-4D97-AF65-F5344CB8AC3E}">
        <p14:creationId xmlns:p14="http://schemas.microsoft.com/office/powerpoint/2010/main" val="121922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14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9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8" grpId="0"/>
      <p:bldP spid="18" grpId="1"/>
      <p:bldP spid="18" grpId="2"/>
      <p:bldP spid="19" grpId="0"/>
      <p:bldP spid="19" grpId="1"/>
      <p:bldP spid="20" grpId="0"/>
      <p:bldP spid="21" grpId="0"/>
      <p:bldP spid="21" grpId="1"/>
      <p:bldP spid="22" grpId="0"/>
      <p:bldP spid="23" grpId="0"/>
      <p:bldP spid="23" grpId="1"/>
      <p:bldP spid="23" grpId="2"/>
      <p:bldP spid="24" grpId="0"/>
      <p:bldP spid="25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ect-1">
            <a:extLst>
              <a:ext uri="{FF2B5EF4-FFF2-40B4-BE49-F238E27FC236}">
                <a16:creationId xmlns:a16="http://schemas.microsoft.com/office/drawing/2014/main" id="{23C79C4B-F6A4-4ED5-8C01-A5A96DECC9C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ED996DC-0303-464D-BBFA-74F7CDC9AF5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6.61 × 7.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B537A86-6565-42E3-B6D3-DBB357003A7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0F0B5F1-FA1D-4A7D-96E0-9635C699277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5436501-A092-4EA9-B2D2-A56C381B485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9B88E6F-33AF-4B24-9AB9-35D9E20FADB6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9755A95-858A-4733-A2D0-C6D2F5E36B68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D1EA0DD-E1DF-4455-BF21-9C543B610AED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57C5071-80B6-433F-A4D5-28294CB37856}"/>
              </a:ext>
            </a:extLst>
          </p:cNvPr>
          <p:cNvSpPr>
            <a:spLocks noGrp="1"/>
          </p:cNvSpPr>
          <p:nvPr/>
        </p:nvSpPr>
        <p:spPr>
          <a:xfrm>
            <a:off x="669131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B0C2A07-BD09-4070-B268-EE85F1E995C2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5E5EA93-CE9A-48B2-92F1-CB2597F0F272}"/>
              </a:ext>
            </a:extLst>
          </p:cNvPr>
          <p:cNvSpPr>
            <a:spLocks noGrp="1"/>
          </p:cNvSpPr>
          <p:nvPr/>
        </p:nvSpPr>
        <p:spPr>
          <a:xfrm>
            <a:off x="7227094" y="4464844"/>
            <a:ext cx="37266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691509B-D775-4DCC-BF18-05EA1CE50510}"/>
              </a:ext>
            </a:extLst>
          </p:cNvPr>
          <p:cNvSpPr>
            <a:spLocks noGrp="1"/>
          </p:cNvSpPr>
          <p:nvPr/>
        </p:nvSpPr>
        <p:spPr>
          <a:xfrm>
            <a:off x="9036844" y="3238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9E4446E-7B13-4B00-9CD3-82D0DEA60A93}"/>
              </a:ext>
            </a:extLst>
          </p:cNvPr>
          <p:cNvSpPr>
            <a:spLocks noGrp="1"/>
          </p:cNvSpPr>
          <p:nvPr/>
        </p:nvSpPr>
        <p:spPr>
          <a:xfrm>
            <a:off x="9036844" y="5143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9AD2AD0-2590-4BD0-80E9-A086330612A1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1 = 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83F6834-8A5B-4159-B7BE-F0ECB2E82584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5ED293F-BE70-4D94-9F44-67CF12790576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= 42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2E53121-2E30-4C40-B0EA-93960A73E41E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048AD45-4306-4032-BAA7-6B6CF9CE8D78}"/>
              </a:ext>
            </a:extLst>
          </p:cNvPr>
          <p:cNvSpPr>
            <a:spLocks noGrp="1"/>
          </p:cNvSpPr>
          <p:nvPr/>
        </p:nvSpPr>
        <p:spPr>
          <a:xfrm>
            <a:off x="912018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0A51FD7-684A-46E2-934D-D24183B9D579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+ 4 = 46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DEFC27F-7AD6-464C-B899-B0F7D4E2C407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075A49A-207C-410E-AD7C-1A7118F9BB8D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CF3A907-FB77-440F-9AB7-D84DDF0C04EF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6.61 × 7 = 46.27</a:t>
            </a:r>
          </a:p>
        </p:txBody>
      </p:sp>
    </p:spTree>
    <p:extLst>
      <p:ext uri="{BB962C8B-B14F-4D97-AF65-F5344CB8AC3E}">
        <p14:creationId xmlns:p14="http://schemas.microsoft.com/office/powerpoint/2010/main" val="47856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23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6" grpId="0"/>
      <p:bldP spid="16" grpId="1"/>
      <p:bldP spid="17" grpId="0"/>
      <p:bldP spid="18" grpId="0"/>
      <p:bldP spid="18" grpId="1"/>
      <p:bldP spid="18" grpId="2"/>
      <p:bldP spid="19" grpId="0"/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27EB37BA-83AC-4E5E-9F3F-A7D80685EEA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24890DB-EEC9-4F19-8B30-A286DD2D432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F642DE9-A136-4BD4-BA50-99F55F8F060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6.711 × 7.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1331627-84EF-4CAD-939A-7F91FF68108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6AC112D-8C15-4310-A780-E7091C411C0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0F7B14A-492E-4C64-ACB7-FC4E2BA5572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F99A3CF-3862-4F2C-98BF-45D4CD6F7D21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47572F0-4A0C-44BF-9B73-986E18F37F8B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8DD3E5C-BEA6-4414-A662-0C266425273D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5AF1D57-067B-4C6F-A1BC-BBF20325397C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A3FA435-32D3-4F93-B681-E0B217A33936}"/>
              </a:ext>
            </a:extLst>
          </p:cNvPr>
          <p:cNvSpPr>
            <a:spLocks noGrp="1"/>
          </p:cNvSpPr>
          <p:nvPr/>
        </p:nvSpPr>
        <p:spPr>
          <a:xfrm>
            <a:off x="583406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D271087-91E4-48B1-8569-EFBE70171A26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E9B4AA5-3F45-4D23-9C1F-09082049A5DB}"/>
              </a:ext>
            </a:extLst>
          </p:cNvPr>
          <p:cNvSpPr>
            <a:spLocks noGrp="1"/>
          </p:cNvSpPr>
          <p:nvPr/>
        </p:nvSpPr>
        <p:spPr>
          <a:xfrm>
            <a:off x="6369844" y="4464844"/>
            <a:ext cx="458390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6E4FBEE-E844-4772-94A3-A4309BA8AF9A}"/>
              </a:ext>
            </a:extLst>
          </p:cNvPr>
          <p:cNvSpPr>
            <a:spLocks noGrp="1"/>
          </p:cNvSpPr>
          <p:nvPr/>
        </p:nvSpPr>
        <p:spPr>
          <a:xfrm>
            <a:off x="8179594" y="3238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3ACAD74-1AB9-4579-89C8-8F09E04BF27A}"/>
              </a:ext>
            </a:extLst>
          </p:cNvPr>
          <p:cNvSpPr>
            <a:spLocks noGrp="1"/>
          </p:cNvSpPr>
          <p:nvPr/>
        </p:nvSpPr>
        <p:spPr>
          <a:xfrm>
            <a:off x="8179594" y="5143500"/>
            <a:ext cx="83344" cy="83344"/>
          </a:xfrm>
          <a:prstGeom prst="ellipse">
            <a:avLst/>
          </a:prstGeom>
          <a:solidFill>
            <a:srgbClr val="172B4D"/>
          </a:solidFill>
          <a:ln w="11906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89B3422-90A1-431E-B3AD-380ED528D2A2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1 = 7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D4A9164-104F-49A1-8EB8-6F2DE2FA4A50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261EE85-4C2E-4E51-AC7D-2370D68ADB6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1 = 7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B0E3088-BC9B-4D44-B4A3-A46FBB9840F2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772A71A-BF8D-4091-8895-CFB34458E3BB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7 = 49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47069A8-65F4-4072-865A-DD1590EA345B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7E7A47C-639C-4DB5-8323-33ED906D5705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EF85E64-3665-46B4-9758-5AE39A33C832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6 + 4 = 46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E24138B-1955-4854-A735-F4BD4BABF363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394ABEE-93D8-4350-A513-4C6AEB437308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C6C5C0AA-CA98-4E6B-809F-6B59A6BCBCBF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6.711 × 7 = 46.977</a:t>
            </a:r>
          </a:p>
        </p:txBody>
      </p:sp>
    </p:spTree>
    <p:extLst>
      <p:ext uri="{BB962C8B-B14F-4D97-AF65-F5344CB8AC3E}">
        <p14:creationId xmlns:p14="http://schemas.microsoft.com/office/powerpoint/2010/main" val="57955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8" grpId="0"/>
      <p:bldP spid="18" grpId="1"/>
      <p:bldP spid="19" grpId="0"/>
      <p:bldP spid="20" grpId="0"/>
      <p:bldP spid="20" grpId="1"/>
      <p:bldP spid="21" grpId="0"/>
      <p:bldP spid="22" grpId="0"/>
      <p:bldP spid="22" grpId="1"/>
      <p:bldP spid="22" grpId="2"/>
      <p:bldP spid="23" grpId="0"/>
      <p:bldP spid="24" grpId="0"/>
      <p:bldP spid="25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C63B285C-C404-470E-9855-05486B14BDD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603EF35-BFE3-4BBE-8B06-A38AF3EB491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1F5C211-82C9-4BCE-9AF7-BAF120D289C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366010-29A4-4D53-85E5-4D092214C50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F589DAA-C013-4576-B8BE-DF8F3EC40E8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20082CD-CA6E-44B5-8D2F-CDF3471B00F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52002E7-FAD2-466F-8DAC-EA7834309107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93B234E-CBBF-4222-946E-1266B94BBD4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93A312A-686E-481C-B6E0-C03C24DB24B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17A279B-7981-4001-A280-A78C0DEA08AE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DDC391A-89FC-4D4C-84FD-FED1291D919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744B6BA-DF78-4CAA-B56E-0CD4539426B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1C15618-D988-4050-8329-84CA1181B37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FD65919-628E-4917-841E-2E1E4F84EC7B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6.408 x 7.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6956A6E-00DA-4555-99CB-98BD3764A0B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388BFFF-B2C0-4C88-ADCD-A3B382399E6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28.56 divided by 8.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74D0345-273F-4ACB-94E6-1C83EF5D830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4AE4325-F6AF-4615-8C73-C89B8143CFA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runner completes 3 laps of 2.375 km and then 1.85 km. How far altogether?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42FD0CC-3806-4ECB-B9A1-8BE43AF863E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BAB1E3B-A59C-490E-BBA7-D3F296E29C72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34.75 + 8.906.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1505DD2-D3A7-4782-8935-3F79A687457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7A50D5D-69D4-4084-9050-6A0F8A25216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lines up the final digits instead of the decimal points.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4AEC4C3-CC5F-475D-87A8-F521BA217D5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189F7FE-DB3F-45E8-B7F5-84E1E5A2B1A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4FEB067-FC82-45D6-922E-959DBD50C30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09B6F66-968D-4EA9-B3BE-642A8C74567F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runner completes 3 laps of 2.375 km and then 1.85 km. How far altogether?</a:t>
            </a:r>
          </a:p>
        </p:txBody>
      </p:sp>
    </p:spTree>
    <p:extLst>
      <p:ext uri="{BB962C8B-B14F-4D97-AF65-F5344CB8AC3E}">
        <p14:creationId xmlns:p14="http://schemas.microsoft.com/office/powerpoint/2010/main" val="1115828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93635D1C-6BAA-4D44-914E-6D696965E5F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D127AF2-7CB0-4C7C-8259-C334BF7E10A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929ADCA-09F9-49B2-AE36-6DF047B047D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6A6EB06-0D29-42C4-B833-A6188D60305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Multiply decimals by whole numbers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744EBB0-3DFA-4943-86FC-2CE6E8E1303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EE25231-C9E3-4BD5-922F-18CAE2EF134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A7FD7E5-4674-4B49-9A5E-E0B6AEE43848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8BEDEBA-6465-4BB0-94F5-9504F5C0CA1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D97DF43-277D-47BB-B40B-471B461D3E08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3.57.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94CF293-D6ED-4A5E-8F7E-6533E25E1F1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7458254-3FFC-4E2C-AD45-E1CE4A6C3D50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8.975 km.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6227143-9641-43FE-B933-59183E065E6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9A65857-2871-4536-8F6D-78D6A8C300B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C1FE9B1-AE67-443F-87A5-67561A984E3A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9D2523F-A77E-49E6-AD7D-7940B2830E7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3.57.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E509A4F-AB60-431D-8A78-05D250B41AE6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54ED757-1258-4D8D-9F1F-28203C51301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8.975 km.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F1EEA55-9815-4AFC-AD6C-B98EBC1E303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34B099E-C69F-4D33-80E9-4D3B8EC29725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43.656.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18A3167-2335-46A8-9BC8-527D90A3B8FC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2A27EF6-41DC-4E0F-8324-258CA83BE10D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E91A56D-6124-415C-8829-127046BB566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373BD3D-CD13-4BE1-8EF2-C0DE724F61D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9B7E647-A127-41C7-B1F1-FAFC437A765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0075965-4676-4638-B194-7877CD35508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36795094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1071</Words>
  <Application>Microsoft Office PowerPoint</Application>
  <DocSecurity>0</DocSecurity>
  <PresentationFormat>Custom</PresentationFormat>
  <Paragraphs>153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2026-09-14T13:14:27Z</dcterms:created>
  <dcterms:modified xsi:type="dcterms:W3CDTF">2026-09-14T13:16:00Z</dcterms:modified>
</cp:coreProperties>
</file>