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2deb454bace4d62" /><Relationship Type="http://schemas.openxmlformats.org/officeDocument/2006/relationships/extended-properties" Target="/docProps/app.xml" Id="Rd1365ef85484456d" /><Relationship Type="http://schemas.openxmlformats.org/officeDocument/2006/relationships/officeDocument" Target="/ppt/presentation.xml" Id="R63490484ad2d4e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b68bf92c0fc40bf"/>
  </p:sldMasterIdLst>
  <p:notesMasterIdLst>
    <p:notesMasterId xmlns:r="http://schemas.openxmlformats.org/officeDocument/2006/relationships" r:id="R4887cca8a37a410e"/>
  </p:notesMasterIdLst>
  <p:sldIdLst>
    <p:sldId xmlns:r="http://schemas.openxmlformats.org/officeDocument/2006/relationships" id="256" r:id="R4aa6a59c721e43ce"/>
    <p:sldId xmlns:r="http://schemas.openxmlformats.org/officeDocument/2006/relationships" id="257" r:id="R347b23ebe4aa4885"/>
    <p:sldId xmlns:r="http://schemas.openxmlformats.org/officeDocument/2006/relationships" id="258" r:id="Ref22ea01e3f54084"/>
    <p:sldId xmlns:r="http://schemas.openxmlformats.org/officeDocument/2006/relationships" id="259" r:id="Rac848528d24d4708"/>
    <p:sldId xmlns:r="http://schemas.openxmlformats.org/officeDocument/2006/relationships" id="260" r:id="R5bb7c1ad77534d49"/>
    <p:sldId xmlns:r="http://schemas.openxmlformats.org/officeDocument/2006/relationships" id="261" r:id="R548948138a6e4034"/>
    <p:sldId xmlns:r="http://schemas.openxmlformats.org/officeDocument/2006/relationships" id="262" r:id="R7ac5202aef9c4171"/>
    <p:sldId xmlns:r="http://schemas.openxmlformats.org/officeDocument/2006/relationships" id="263" r:id="Rfc45a3d06d3f423a"/>
    <p:sldId xmlns:r="http://schemas.openxmlformats.org/officeDocument/2006/relationships" id="264" r:id="R587eefd800d64e09"/>
    <p:sldId xmlns:r="http://schemas.openxmlformats.org/officeDocument/2006/relationships" id="265" r:id="Rfa68646f573e4caf"/>
    <p:sldId xmlns:r="http://schemas.openxmlformats.org/officeDocument/2006/relationships" id="266" r:id="R8b66f43ac11c4fcb"/>
    <p:sldId xmlns:r="http://schemas.openxmlformats.org/officeDocument/2006/relationships" id="267" r:id="R269b5ed5c1944c46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094d88a2e849f1" /><Relationship Type="http://schemas.openxmlformats.org/officeDocument/2006/relationships/slideMaster" Target="/ppt/slideMasters/slideMaster1.xml" Id="R3b68bf92c0fc40bf" /><Relationship Type="http://schemas.openxmlformats.org/officeDocument/2006/relationships/notesMaster" Target="/ppt/notesMasters/notesMaster1.xml" Id="R4887cca8a37a410e" /><Relationship Type="http://schemas.openxmlformats.org/officeDocument/2006/relationships/presProps" Target="/ppt/presProps.xml" Id="Re6df10cdc23448c9" /><Relationship Type="http://schemas.openxmlformats.org/officeDocument/2006/relationships/tableStyles" Target="/ppt/tableStyles.xml" Id="R0595ecc034c94918" /><Relationship Type="http://schemas.openxmlformats.org/officeDocument/2006/relationships/slide" Target="/ppt/slides/slide1.xml" Id="R4aa6a59c721e43ce" /><Relationship Type="http://schemas.openxmlformats.org/officeDocument/2006/relationships/slide" Target="/ppt/slides/slide2.xml" Id="R347b23ebe4aa4885" /><Relationship Type="http://schemas.openxmlformats.org/officeDocument/2006/relationships/slide" Target="/ppt/slides/slide3.xml" Id="Ref22ea01e3f54084" /><Relationship Type="http://schemas.openxmlformats.org/officeDocument/2006/relationships/slide" Target="/ppt/slides/slide4.xml" Id="Rac848528d24d4708" /><Relationship Type="http://schemas.openxmlformats.org/officeDocument/2006/relationships/slide" Target="/ppt/slides/slide5.xml" Id="R5bb7c1ad77534d49" /><Relationship Type="http://schemas.openxmlformats.org/officeDocument/2006/relationships/slide" Target="/ppt/slides/slide6.xml" Id="R548948138a6e4034" /><Relationship Type="http://schemas.openxmlformats.org/officeDocument/2006/relationships/slide" Target="/ppt/slides/slide7.xml" Id="R7ac5202aef9c4171" /><Relationship Type="http://schemas.openxmlformats.org/officeDocument/2006/relationships/slide" Target="/ppt/slides/slide8.xml" Id="Rfc45a3d06d3f423a" /><Relationship Type="http://schemas.openxmlformats.org/officeDocument/2006/relationships/slide" Target="/ppt/slides/slide9.xml" Id="R587eefd800d64e09" /><Relationship Type="http://schemas.openxmlformats.org/officeDocument/2006/relationships/slide" Target="/ppt/slides/slide10.xml" Id="Rfa68646f573e4caf" /><Relationship Type="http://schemas.openxmlformats.org/officeDocument/2006/relationships/slide" Target="/ppt/slides/slide11.xml" Id="R8b66f43ac11c4fcb" /><Relationship Type="http://schemas.openxmlformats.org/officeDocument/2006/relationships/slide" Target="/ppt/slides/slide12.xml" Id="R269b5ed5c1944c4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5f795577e2e46b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562ee7b37644e0" /><Relationship Type="http://schemas.openxmlformats.org/officeDocument/2006/relationships/notesMaster" Target="/ppt/notesMasters/notesMaster1.xml" Id="R012d54ac6a924d1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be14745060ce486f" /><Relationship Type="http://schemas.openxmlformats.org/officeDocument/2006/relationships/notesMaster" Target="/ppt/notesMasters/notesMaster1.xml" Id="R46256e2b0f264d2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c8a892994304b25" /><Relationship Type="http://schemas.openxmlformats.org/officeDocument/2006/relationships/notesMaster" Target="/ppt/notesMasters/notesMaster1.xml" Id="Rde21e8923d0849bc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10c59b38ec45de" /><Relationship Type="http://schemas.openxmlformats.org/officeDocument/2006/relationships/notesMaster" Target="/ppt/notesMasters/notesMaster1.xml" Id="Rf2f15e4402cd4c0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5a27b83b0f84c9b" /><Relationship Type="http://schemas.openxmlformats.org/officeDocument/2006/relationships/notesMaster" Target="/ppt/notesMasters/notesMaster1.xml" Id="R5cb45da93b24456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1e983bdcee54a27" /><Relationship Type="http://schemas.openxmlformats.org/officeDocument/2006/relationships/notesMaster" Target="/ppt/notesMasters/notesMaster1.xml" Id="R7b154e3172e9427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5e33f30639144b8" /><Relationship Type="http://schemas.openxmlformats.org/officeDocument/2006/relationships/notesMaster" Target="/ppt/notesMasters/notesMaster1.xml" Id="R21e6bf2c53d94ed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be55997a0394bfa" /><Relationship Type="http://schemas.openxmlformats.org/officeDocument/2006/relationships/notesMaster" Target="/ppt/notesMasters/notesMaster1.xml" Id="R1e53af9a9abe4ec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774fd842b5445f5" /><Relationship Type="http://schemas.openxmlformats.org/officeDocument/2006/relationships/notesMaster" Target="/ppt/notesMasters/notesMaster1.xml" Id="R8a60ba9557014d6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487c8736e67440e" /><Relationship Type="http://schemas.openxmlformats.org/officeDocument/2006/relationships/notesMaster" Target="/ppt/notesMasters/notesMaster1.xml" Id="R168dcda65b1442c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dc2db97130045c5" /><Relationship Type="http://schemas.openxmlformats.org/officeDocument/2006/relationships/notesMaster" Target="/ppt/notesMasters/notesMaster1.xml" Id="Re9f04055743a43cf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80823f304f9c4db9" /><Relationship Type="http://schemas.openxmlformats.org/officeDocument/2006/relationships/notesMaster" Target="/ppt/notesMasters/notesMaster1.xml" Id="R43f51b6a41f04b7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Decimal place-value chart, base-ten representations, squared paper, money and measure contexts.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3.57. | Align digits by place value and include placeholder zeros. | Align ones with ones and decimal points vertically so each place-value column stays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decimal point, place value, tenths, hundredths, thousandths, exchange.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44.856.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3.57.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Align ones with ones and decimal points vertically so each place-value column stays correct.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3.57..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8.975 km..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43.656. The explanation must show why the method works.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8.975 km.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8.975 km. | Align ones with ones and decimal points vertically so each place-value column stays correct.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4e29f9c38e54a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60423fc04a4009" /><Relationship Type="http://schemas.openxmlformats.org/officeDocument/2006/relationships/slideLayout" Target="/ppt/slideLayouts/slideLayout1.xml" Id="R079186b7d689486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79186b7d689486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e40a603d3147f9" /><Relationship Type="http://schemas.openxmlformats.org/officeDocument/2006/relationships/notesSlide" Target="/ppt/notesSlides/notesSlide1.xml" Id="R320c0fdc75f8434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6a26656d3f4e46" /><Relationship Type="http://schemas.openxmlformats.org/officeDocument/2006/relationships/notesSlide" Target="/ppt/notesSlides/notesSlide2.xml" Id="Rac8d5f7b82c244e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63832aaefd470f" /><Relationship Type="http://schemas.openxmlformats.org/officeDocument/2006/relationships/notesSlide" Target="/ppt/notesSlides/notesSlide3.xml" Id="R28b00ddd893c424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d1c0c8464f0441c" /><Relationship Type="http://schemas.openxmlformats.org/officeDocument/2006/relationships/notesSlide" Target="/ppt/notesSlides/notesSlide4.xml" Id="Rcaf4a5e0bb3441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e49d93b11a4450" /><Relationship Type="http://schemas.openxmlformats.org/officeDocument/2006/relationships/notesSlide" Target="/ppt/notesSlides/notesSlide5.xml" Id="R1ce780f8d525480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dd8d669b0f43ae" /><Relationship Type="http://schemas.openxmlformats.org/officeDocument/2006/relationships/notesSlide" Target="/ppt/notesSlides/notesSlide6.xml" Id="R5ede429f3ccc4b1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df79e77e1046d7" /><Relationship Type="http://schemas.openxmlformats.org/officeDocument/2006/relationships/image" Target="/ppt/media/image.png" Id="R213b231374174a41" /><Relationship Type="http://schemas.openxmlformats.org/officeDocument/2006/relationships/notesSlide" Target="/ppt/notesSlides/notesSlide7.xml" Id="Rca07404b5ca742f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0346978e0d46da" /><Relationship Type="http://schemas.openxmlformats.org/officeDocument/2006/relationships/notesSlide" Target="/ppt/notesSlides/notesSlide8.xml" Id="Rc1597cf7f403491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c94169fa044ed5" /><Relationship Type="http://schemas.openxmlformats.org/officeDocument/2006/relationships/notesSlide" Target="/ppt/notesSlides/notesSlide9.xml" Id="R05cdf9e7e49e466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9b31767d094249" /><Relationship Type="http://schemas.openxmlformats.org/officeDocument/2006/relationships/notesSlide" Target="/ppt/notesSlides/notesSlide10.xml" Id="R7ed832977ff64f60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a534db4a3046fb" /><Relationship Type="http://schemas.openxmlformats.org/officeDocument/2006/relationships/notesSlide" Target="/ppt/notesSlides/notesSlide11.xml" Id="R0b66aa5f13f147d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02e50515a4d4b" /><Relationship Type="http://schemas.openxmlformats.org/officeDocument/2006/relationships/notesSlide" Target="/ppt/notesSlides/notesSlide12.xml" Id="Rdd2fa52161c34c4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B1C0EE0-1DC9-4B9C-8E0A-95BF23DC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85B6097-3D2A-4297-9BF4-F3EBB7008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36D7A7-328A-4DFE-9B3E-A8429F95F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E2B74-635F-4668-9E90-44415FA4E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DD949F-968C-49BB-96D0-3599423FA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FA5D7-9712-4A8F-8826-FB1C8190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FCB3B-98BB-4999-BF4C-F69C5F17C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CC0D7C4-2B33-4932-95A1-8A4131BC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decimals by whole numbers.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48FBB2-AFB7-4A08-8401-A5D98047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D7B080A-7E74-4CB5-AC75-7F2775C82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Decimal place-value chart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CA4E1B0-D1F3-459B-8BCA-CDA11DA5D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3732632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7A08421-62D0-42CB-AF76-7AB996AC1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712E812-1A7F-4B55-AF83-382C8E0A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6F4A3-CB39-4AB4-88FC-B6959A8E0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8D6D34-B158-4F0A-98CF-FC92B0D6C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F128190-2E67-45E6-A915-34A74166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91CA7F-B712-424A-9A9E-DC8C81489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DF008C-4742-4BFF-8E38-6816115B9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BF5E19F-28F6-4796-B006-5BD61B3AB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C40F2E-C7BE-42E2-9063-BA84F2421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2159B0-17C5-4908-B450-B125DBA70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BBB3F0D-2C3B-45EB-AD40-295AE641A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D638730-6574-4700-BDF8-732C94CB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3C32D7-6418-46A9-866F-E975B75A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Read, write, compare and calculate with decimals to three decimal places.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AB0531-7A79-4BA3-94EA-905470ABE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318050-1B75-4095-959F-CA2EC9A3E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1371A5-62C1-4231-8C1F-39CA3AAFC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74AC693-0B89-4921-B644-9054575B4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28.56 divided by 8.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0B10FE-C6FA-45F4-9256-044B80181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8763C7-4418-4728-9D5F-635BD580F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0A843C-D4A6-44A1-B424-787FD7FF0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C3B3B2-AA53-49C2-B142-930764B1E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Calculate 6.408 x 7.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197B013-9107-4275-B889-115F5181B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28689492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3AB597-6794-41C7-8761-68554C2C47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BEC899-D37E-4DE2-B925-D37C3FD94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7BE7F5-DA18-4A80-B4A6-5026CF3B8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D33E96-E9A9-4BB9-A38D-062EE3C0C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A8880A-A158-4B7B-B743-2BC64D19E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1CC3879-4B43-49B2-B2C3-D59F1B892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AB75CB-D608-4BE3-8541-26177FB1E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6B420D-D912-4A07-A78F-BBF7E23EF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C1FE1FA-5117-4D34-BF0D-04C6F766D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26E825-A7A0-43A4-8A45-707EF87F6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multiply decimals by whole numbers.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F2A578-51E7-4B0E-9E21-DFED49C4B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5501F2-A0DD-4A67-9C9C-9163B8718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Align digits by place value and include placeholder zeros.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A67814-23BE-40B6-9588-AFB413063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Calculate using the chosen mental or written method.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D7B6AB-A2F3-4C5D-8696-F27A2F58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Estimate and check that the decimal point is reasonable.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CD210B-C8CE-4417-AEFF-EFEC0FD77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decimal point  |  place value  |  tenths  |  hundredths  |  thousandths  |  exchange</a:t>
            </a:r>
          </a:p>
        </p:txBody>
      </p:sp>
    </p:spTree>
    <p:extLst>
      <p:ext uri="{BB962C8B-B14F-4D97-AF65-F5344CB8AC3E}">
        <p14:creationId xmlns:p14="http://schemas.microsoft.com/office/powerpoint/2010/main" val="6055316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EF66FB-9EFB-475B-997B-98F616A57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4B41FD-C317-463F-90C5-550BB4D56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2321BD-54D1-4F00-8A60-2C7505AAD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90BCC9-DB78-487F-8837-C922383B1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0886A-632B-4D7B-8877-2C18DD6D3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0657F-AF44-4353-88BC-70B3B68EE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C18BE-5750-48C3-81FC-F381B65B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F211D9-5ACB-4A74-ACD1-BF2659B5E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AAE544-31BD-4523-ACF9-BFBDA7E55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6D1B67A-0A89-4D6E-B88B-7E4672244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6.408 x 7.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D921BF-6CEC-49C8-9E0D-185E28AA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405BE-1381-4F04-8723-724DB46FB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8CABBCD-982F-4D61-A96F-1FCB7C03D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6.408 × 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ADA858C-92FC-4E34-B5C7-24466C69D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7717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6576956-E112-47B6-B444-1CB030BCD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9051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4BAA62-C48A-4DD1-B545-E965D4E7C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8194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8 thousandths = 56 thousandths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4C4E2-79CA-45E9-87B0-F1E7673F6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4766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AE6263D-A9DB-4729-917B-1BA2995D23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6099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DAF6E8-E966-4698-9952-80EE7FD6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5242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408 = 2,856 thousandths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CCD8203-3073-4C7C-B1FE-89BE6CCAC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18147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FB138F-F557-497B-AB57-992098C23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31482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4297C2-A02A-4EBD-910C-6BC43A71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22910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7 × 6 = 42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E64932-CE89-48B0-990C-9CA79C289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863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22582D-D9A2-4E6C-A16A-DB74EED5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0196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10EFA9-ACDD-405A-A417-92421FBC7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933950"/>
            <a:ext cx="952500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44.856</a:t>
            </a:r>
          </a:p>
        </p:txBody>
      </p:sp>
    </p:spTree>
    <p:extLst>
      <p:ext uri="{BB962C8B-B14F-4D97-AF65-F5344CB8AC3E}">
        <p14:creationId xmlns:p14="http://schemas.microsoft.com/office/powerpoint/2010/main" val="44372707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  <p:bldP spid="25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572836-0FDA-4C68-A0E8-12E81F23E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B2499C-7AF8-4DCF-8501-182353678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7A6F3D-3E33-4502-B8EA-25E309D68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85C5CCC-E8B9-405D-988C-64FA488AC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CE1E17-E3DB-496A-8D6A-7A0D086C8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ACFE5-602F-4AAC-A38A-69B1D5330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4266B6-D723-4E57-AD0B-A031BF54B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095386-E4A4-46BE-B905-6330A722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A4BEE5-6AC0-455E-971E-EDD37B457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436EE5-94A3-4731-90ED-9214951379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55BAEE2-84EA-4479-A930-7CE450DDB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44.856.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720523-2F04-4772-9226-802FC734C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EE567CA-E0B1-4002-B387-CE88AD0CD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Estimate and check that the decimal point is reasonable.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67B56D-C955-4F00-8481-7EE243A70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9482311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4CFDD52-EC31-4E6E-B2E3-828138429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30E412-C04F-4901-897E-B207E2C02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FA6747C-0D54-4303-A134-BC3E710B2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2215B8-ADF9-4990-BD7C-43A77338B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62B48A-79DF-4213-8E8F-104BC6336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969E40B-F0CA-442E-A130-B784E62EA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8E48063-A070-41E8-8EAE-C8BA446E2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B0ECEE-8F3D-42A0-B0D2-F112D39FD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562E0F-56A6-4831-8095-2929DB4FA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AFB979-A165-4361-B409-CE79A6E3B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28.56 divided by 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F1A75D-4A81-4363-95D4-7C0BB7342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09E0F5-B609-4611-A09A-5959C7CD8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4C1BBB0-F228-4313-8F8B-81948C0275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839A6D-041D-4D26-B13F-88B821F6B8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06CABB-153B-4B70-BE79-8A9B31532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3.57.</a:t>
            </a:r>
          </a:p>
        </p:txBody>
      </p:sp>
    </p:spTree>
    <p:extLst>
      <p:ext uri="{BB962C8B-B14F-4D97-AF65-F5344CB8AC3E}">
        <p14:creationId xmlns:p14="http://schemas.microsoft.com/office/powerpoint/2010/main" val="36626007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896DBB6-5C56-4EE3-858A-A8A3D54A5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E28CF9-720D-4114-AEDA-D61BABE9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AAD764-A214-4659-A0FF-4FE4B3C6E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C68E048-A2A0-45CE-965E-5105314F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A05C31E-4549-426A-BC52-042BDAD7B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B92CDF-2F57-440B-86A2-9B89DB7D2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AE514A4-58B5-47A9-A4BB-29449D592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DB62F40-5BD1-44E7-A2E0-DA554D7D8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B71463-AF19-4F24-9DD5-683FD2DDD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3b231374174a41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C8036B-1618-4E3F-BC06-57D0BEC70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B934E02-16A1-4199-B884-32C7482C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lines up the final digits instead of the decimal points.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8790B-A3A1-4A98-8FB3-6BB4F99E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FAD5616-2C9E-4B53-B5C9-D745DEB28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BAC80A8-880C-4436-AA47-56146E9FF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Align ones with ones and decimal points vertically so each place-value column stays correct.</a:t>
            </a:r>
          </a:p>
        </p:txBody>
      </p:sp>
    </p:spTree>
    <p:extLst>
      <p:ext uri="{BB962C8B-B14F-4D97-AF65-F5344CB8AC3E}">
        <p14:creationId xmlns:p14="http://schemas.microsoft.com/office/powerpoint/2010/main" val="2318620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39DA1F-F60B-4A07-96E0-4E2125FDD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0C5CEF-4B8A-4974-BD6E-52DD1017D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2A444-E60B-4171-97D2-DCE50F4CC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2143E5-6564-4469-A8D4-884126EBF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3C952A-49C7-49B0-A280-0C4EA605F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2648A9-4E40-4F95-A4F2-4AC3AAF9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96A304-6167-4AB4-B57F-8DE7B5DBD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C90AEDB-9740-44D0-B397-DC6A101B4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91BBD6-E0F3-45A9-94BC-90F4218D9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7DEDB5-BC8E-44E4-A930-91D5C19F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039503-D398-4A4B-B5BE-65B28AEE8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27A291-2E38-4AB9-A0A9-4C469E3C9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D924707-D115-4A4C-96C9-5F953E91F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Calculate 28.56 divided by 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14C947-1C88-43D6-B5A9-EE91C189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FA2350-B1F7-47B9-AC18-802D186D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04B759-C7F0-4F36-837E-855D3F0DA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DFAB20-4B3C-4D99-BAD6-A822B17F7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B87CA9D-44DC-4015-8DD1-1C3F055AF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94BF1DB-E6BB-4EA3-AFC9-494C4DE8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4A69F8E-BD00-4FA6-B427-F831B1C78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6F9C94-BF3E-4CD5-B006-6CF8669FE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3.57.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8054959-F15C-4922-B793-756787F75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142795872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FDAFA9-7916-41FD-8F26-E70A35E61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ABAAE7-852D-4D5B-8DE6-36EB2EC31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9B01D56-A69F-4A13-8680-50888DAC2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6E0842-0BED-4B89-B11E-FF9C4778BE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807F7A-4868-4857-81F2-741529A787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84C27F9-F893-424F-AB90-33A02C17C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5A1151-C308-4642-B4E1-48826620B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30502A-05F5-4EE7-9297-42B316188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EF47AA-F59D-4E8E-BA5B-077FA3FE2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C481F65-19F5-4D93-AAB1-63A064FC1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318650-CF38-435E-830B-2D4D0870F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99DA57-3276-47C4-826E-23413E5B4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E621C5-D97F-4CE7-8172-150FBE0F0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runner completes 3 laps of 2.375 km and then 1.85 km. How far altogether?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01D97D-DC1D-46FF-B2F1-4AD722EC0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169CF1-FF3B-4A00-BC47-C5D668D73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E79B68-B1A6-433B-BEC5-DADF6DD5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84DB66-61EC-48C1-AB17-908FC1027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24C5255-5E8A-4016-B6EB-C7CC735C5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100B682-FE8D-4106-B31F-7E725657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B964B-9F33-47BA-A113-F2E3100499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056EDB-C581-43D9-8407-3B65CF714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28973180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88F25A-7462-4249-BBF0-1D09EF1AC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F4B6871-DFEC-46B7-9A12-E341CB857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DD29E7D-2E38-47F6-A69B-FDEC44FE5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B08222-8637-4A4F-9940-E2B0F4AD8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35BDE0-DF82-4C2C-9260-F4F53BCC0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1B354CA-51F7-4C87-A90B-8C4F0634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B8E650E-5318-4BAA-9C76-47E1C32FB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B062B7-CC55-4CF1-91D6-4715C0014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981F8F-C9F3-471A-975B-88702F74D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B6D4C3-8DA6-468C-8C2C-41F142C9F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Prove or explain your reasoning: Calculate 34.75 + 8.906.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49D425-F914-4E52-8560-252D85DE6E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6C6C66-69D0-48E8-A370-45AB292EC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C9A841-9898-4A96-B200-5F025114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43.656. The explanation must show why the method works.</a:t>
            </a:r>
          </a:p>
        </p:txBody>
      </p:sp>
    </p:spTree>
    <p:extLst>
      <p:ext uri="{BB962C8B-B14F-4D97-AF65-F5344CB8AC3E}">
        <p14:creationId xmlns:p14="http://schemas.microsoft.com/office/powerpoint/2010/main" val="119462579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847A27-3805-4CF4-9FE0-5B7224604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479756-A531-4B20-9AFF-9E6396516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89BA2E7-8EB4-4853-B6DB-7BEBD5379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A58E4C-243B-4219-92EB-096CF141C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6F9F77-EED5-4939-ACDD-79569CADF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3EC4960-866A-4280-8CB7-D6991DAC1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D0856D-C704-4CCD-A4D7-95CC416B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1EFDA-5BF4-473D-91EC-8419AC6A6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F485D33-5380-4F3E-B73F-209ABB953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2E8ABC-F4B4-403C-A9B0-0058C9318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F7BBE06-24DD-42B3-9698-0282AA231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C7E2333-464A-4102-912C-EE1C224A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runner completes 3 laps of 2.375 km and then 1.85 km. How far altogether?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12B2CD-2EF5-4395-AFDA-55D74DC11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E81CC5-6AC5-453D-B7FA-D1382AD8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02279DB-5CF4-4B10-A84D-71F132FA3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D0B5D5-1766-4C5A-AD24-2C1C153F3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8.975 km.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3E32C7-C97A-42C8-9EEC-88D815BF0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AD27AF6-5680-4D11-AD83-B79F7B1D4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89768109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05F97F5-FD32-44E9-A565-C2B8EB2E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A59839-1BC9-4EA5-9283-4B5154AB6B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A883FE-D194-422E-B84F-879555EE1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886CE2E-B45B-4EFC-902E-96C3D425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88035DF-9AF4-4DAB-8C64-0B4E35AC8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DC09F7-8450-4FC7-AAF0-E08B91D9C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687B7D0-354E-4837-95AC-C7F9C280B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626667-260C-47AE-8EFB-3AD67C32F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662C8B7-A063-4BD6-A19E-32DC8275D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Multiply decimals by whole numbers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F58B24-9323-4D39-939B-9E7770E3B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02762B3-0FAA-4F78-A9D8-F61E757B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3840C5-2861-4A3B-87AC-907EA1549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81DE29-0009-439D-835F-8E2B0822F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A runner completes 3 laps of 2.375 km and then 1.85 km. How far altogether?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7A8ED0E-687A-4820-A889-529CFB682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87E3EC1-36DA-452D-B7B2-56C13069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C238DD-AA19-458D-BA00-67598CDD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9673400-B3CB-4FC1-8FE8-E93F8CA2D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lines up the final digits instead of the decimal points.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CA535DE-2D35-4C39-A3CA-D36CB9FA7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AB5489-22AE-428A-918F-AA3D72B97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51E2DA-9F8E-44FC-88E8-0ACCCCBD2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A5CC8B6-3203-4D7B-B84C-4565C173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88ED96-DA9E-4B44-8E34-492CF18C5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68617457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2026-09-09T22:13:55.5720000Z</dcterms:created>
  <dcterms:modified xsi:type="dcterms:W3CDTF">2026-09-09T22:13:55.5720000Z</dcterms:modified>
</coreProperties>
</file>