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32dbc5c68149a9" /><Relationship Type="http://schemas.openxmlformats.org/officeDocument/2006/relationships/extended-properties" Target="/docProps/app.xml" Id="R1b2ab8cd1e5b483c" /><Relationship Type="http://schemas.openxmlformats.org/officeDocument/2006/relationships/officeDocument" Target="/ppt/presentation.xml" Id="R862c99425e4c41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a33f46b2574217"/>
  </p:sldMasterIdLst>
  <p:notesMasterIdLst>
    <p:notesMasterId xmlns:r="http://schemas.openxmlformats.org/officeDocument/2006/relationships" r:id="R921c2bcbdeca4f98"/>
  </p:notesMasterIdLst>
  <p:sldIdLst>
    <p:sldId xmlns:r="http://schemas.openxmlformats.org/officeDocument/2006/relationships" id="256" r:id="R1d9d9d34249543cd"/>
    <p:sldId xmlns:r="http://schemas.openxmlformats.org/officeDocument/2006/relationships" id="257" r:id="R789eaee22e48402e"/>
    <p:sldId xmlns:r="http://schemas.openxmlformats.org/officeDocument/2006/relationships" id="258" r:id="R2ecd38cf359e4dc1"/>
    <p:sldId xmlns:r="http://schemas.openxmlformats.org/officeDocument/2006/relationships" id="259" r:id="R1c4990a6621b4e67"/>
    <p:sldId xmlns:r="http://schemas.openxmlformats.org/officeDocument/2006/relationships" id="260" r:id="R5193c68293cf4dcf"/>
    <p:sldId xmlns:r="http://schemas.openxmlformats.org/officeDocument/2006/relationships" id="261" r:id="R0cf985cb32bb435a"/>
    <p:sldId xmlns:r="http://schemas.openxmlformats.org/officeDocument/2006/relationships" id="262" r:id="R3a1afb80a61f44a4"/>
    <p:sldId xmlns:r="http://schemas.openxmlformats.org/officeDocument/2006/relationships" id="263" r:id="Racf282a6d5d44d09"/>
    <p:sldId xmlns:r="http://schemas.openxmlformats.org/officeDocument/2006/relationships" id="264" r:id="Raf774a6e93fd4471"/>
    <p:sldId xmlns:r="http://schemas.openxmlformats.org/officeDocument/2006/relationships" id="265" r:id="R4bc14f4b79404ad7"/>
    <p:sldId xmlns:r="http://schemas.openxmlformats.org/officeDocument/2006/relationships" id="266" r:id="Ra2504fc655df484a"/>
    <p:sldId xmlns:r="http://schemas.openxmlformats.org/officeDocument/2006/relationships" id="267" r:id="Rf5603f7734cc48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ea079094be406e" /><Relationship Type="http://schemas.openxmlformats.org/officeDocument/2006/relationships/slideMaster" Target="/ppt/slideMasters/slideMaster1.xml" Id="R3ea33f46b2574217" /><Relationship Type="http://schemas.openxmlformats.org/officeDocument/2006/relationships/notesMaster" Target="/ppt/notesMasters/notesMaster1.xml" Id="R921c2bcbdeca4f98" /><Relationship Type="http://schemas.openxmlformats.org/officeDocument/2006/relationships/presProps" Target="/ppt/presProps.xml" Id="R9ea1e234fb0641d3" /><Relationship Type="http://schemas.openxmlformats.org/officeDocument/2006/relationships/tableStyles" Target="/ppt/tableStyles.xml" Id="Rd2af6330610e43bb" /><Relationship Type="http://schemas.openxmlformats.org/officeDocument/2006/relationships/slide" Target="/ppt/slides/slide1.xml" Id="R1d9d9d34249543cd" /><Relationship Type="http://schemas.openxmlformats.org/officeDocument/2006/relationships/slide" Target="/ppt/slides/slide2.xml" Id="R789eaee22e48402e" /><Relationship Type="http://schemas.openxmlformats.org/officeDocument/2006/relationships/slide" Target="/ppt/slides/slide3.xml" Id="R2ecd38cf359e4dc1" /><Relationship Type="http://schemas.openxmlformats.org/officeDocument/2006/relationships/slide" Target="/ppt/slides/slide4.xml" Id="R1c4990a6621b4e67" /><Relationship Type="http://schemas.openxmlformats.org/officeDocument/2006/relationships/slide" Target="/ppt/slides/slide5.xml" Id="R5193c68293cf4dcf" /><Relationship Type="http://schemas.openxmlformats.org/officeDocument/2006/relationships/slide" Target="/ppt/slides/slide6.xml" Id="R0cf985cb32bb435a" /><Relationship Type="http://schemas.openxmlformats.org/officeDocument/2006/relationships/slide" Target="/ppt/slides/slide7.xml" Id="R3a1afb80a61f44a4" /><Relationship Type="http://schemas.openxmlformats.org/officeDocument/2006/relationships/slide" Target="/ppt/slides/slide8.xml" Id="Racf282a6d5d44d09" /><Relationship Type="http://schemas.openxmlformats.org/officeDocument/2006/relationships/slide" Target="/ppt/slides/slide9.xml" Id="Raf774a6e93fd4471" /><Relationship Type="http://schemas.openxmlformats.org/officeDocument/2006/relationships/slide" Target="/ppt/slides/slide10.xml" Id="R4bc14f4b79404ad7" /><Relationship Type="http://schemas.openxmlformats.org/officeDocument/2006/relationships/slide" Target="/ppt/slides/slide11.xml" Id="Ra2504fc655df484a" /><Relationship Type="http://schemas.openxmlformats.org/officeDocument/2006/relationships/slide" Target="/ppt/slides/slide12.xml" Id="Rf5603f7734cc48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fa0c88b61b4b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51286662734a4e" /><Relationship Type="http://schemas.openxmlformats.org/officeDocument/2006/relationships/notesMaster" Target="/ppt/notesMasters/notesMaster1.xml" Id="R6d834e54357249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4d40ba086348b8" /><Relationship Type="http://schemas.openxmlformats.org/officeDocument/2006/relationships/notesMaster" Target="/ppt/notesMasters/notesMaster1.xml" Id="R8538ffef6fee44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b612c38aa64dec" /><Relationship Type="http://schemas.openxmlformats.org/officeDocument/2006/relationships/notesMaster" Target="/ppt/notesMasters/notesMaster1.xml" Id="R7a6a52b057224b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13594b6bc649ff" /><Relationship Type="http://schemas.openxmlformats.org/officeDocument/2006/relationships/notesMaster" Target="/ppt/notesMasters/notesMaster1.xml" Id="R5e125cb3a6d747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37403d8b104f3d" /><Relationship Type="http://schemas.openxmlformats.org/officeDocument/2006/relationships/notesMaster" Target="/ppt/notesMasters/notesMaster1.xml" Id="R0dd431f47eb040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a8cdc207ef4c27" /><Relationship Type="http://schemas.openxmlformats.org/officeDocument/2006/relationships/notesMaster" Target="/ppt/notesMasters/notesMaster1.xml" Id="R742330793fde4a1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4e7c49d1c14c99" /><Relationship Type="http://schemas.openxmlformats.org/officeDocument/2006/relationships/notesMaster" Target="/ppt/notesMasters/notesMaster1.xml" Id="R58fdd5e1e85d43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b7377817564a3b" /><Relationship Type="http://schemas.openxmlformats.org/officeDocument/2006/relationships/notesMaster" Target="/ppt/notesMasters/notesMaster1.xml" Id="Rfe01ba8a0f5f49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d70545f99b4b7c" /><Relationship Type="http://schemas.openxmlformats.org/officeDocument/2006/relationships/notesMaster" Target="/ppt/notesMasters/notesMaster1.xml" Id="R2430e4dc1c234d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aef9de9afa484e" /><Relationship Type="http://schemas.openxmlformats.org/officeDocument/2006/relationships/notesMaster" Target="/ppt/notesMasters/notesMaster1.xml" Id="R28223790c55446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66e5f54c31447d" /><Relationship Type="http://schemas.openxmlformats.org/officeDocument/2006/relationships/notesMaster" Target="/ppt/notesMasters/notesMaster1.xml" Id="R457db47f4cff47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4bb3d11ff6d4c29" /><Relationship Type="http://schemas.openxmlformats.org/officeDocument/2006/relationships/notesMaster" Target="/ppt/notesMasters/notesMaster1.xml" Id="Rebfa2fb886dd46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Decimal place-value chart, base-ten representations, squared paper, money and measure contexts.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3.57. | Align digits by place value and include placeholder zeros. |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decimal point, place value, tenths, hundredths, thousandths, exchange.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44.856.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3.57.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3.57..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8.975 km..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43.656.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8.975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8.975 km. | Align ones with ones and decimal points vertically so each place-value column stays correct.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8fa201db0344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82a9a9261f4536" /><Relationship Type="http://schemas.openxmlformats.org/officeDocument/2006/relationships/slideLayout" Target="/ppt/slideLayouts/slideLayout1.xml" Id="Rbc9d29b4ad5f4b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9d29b4ad5f4b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943f5e5af4cdc" /><Relationship Type="http://schemas.openxmlformats.org/officeDocument/2006/relationships/notesSlide" Target="/ppt/notesSlides/notesSlide1.xml" Id="Re60833b4b68a4a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9d4551dc84d70" /><Relationship Type="http://schemas.openxmlformats.org/officeDocument/2006/relationships/notesSlide" Target="/ppt/notesSlides/notesSlide2.xml" Id="R8549816f8e7f4e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7cde634a2411f" /><Relationship Type="http://schemas.openxmlformats.org/officeDocument/2006/relationships/notesSlide" Target="/ppt/notesSlides/notesSlide3.xml" Id="Ra3ba6a1718a043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ee04f419747f0" /><Relationship Type="http://schemas.openxmlformats.org/officeDocument/2006/relationships/notesSlide" Target="/ppt/notesSlides/notesSlide4.xml" Id="R3f25eaa51eec4c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e06474b1d4fff" /><Relationship Type="http://schemas.openxmlformats.org/officeDocument/2006/relationships/notesSlide" Target="/ppt/notesSlides/notesSlide5.xml" Id="R808658a8268241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19886f2114437" /><Relationship Type="http://schemas.openxmlformats.org/officeDocument/2006/relationships/notesSlide" Target="/ppt/notesSlides/notesSlide6.xml" Id="Rc74c9dc9232e4d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acaa4e185429e" /><Relationship Type="http://schemas.openxmlformats.org/officeDocument/2006/relationships/image" Target="/ppt/media/image.png" Id="R69e1acb8a86d44d7" /><Relationship Type="http://schemas.openxmlformats.org/officeDocument/2006/relationships/notesSlide" Target="/ppt/notesSlides/notesSlide7.xml" Id="R179a315a609f4a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bdf23026c14352" /><Relationship Type="http://schemas.openxmlformats.org/officeDocument/2006/relationships/notesSlide" Target="/ppt/notesSlides/notesSlide8.xml" Id="Rce75cc6a0e804a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90b5335f547c7" /><Relationship Type="http://schemas.openxmlformats.org/officeDocument/2006/relationships/notesSlide" Target="/ppt/notesSlides/notesSlide9.xml" Id="R6d770fad32be4d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d66e88da94d8d" /><Relationship Type="http://schemas.openxmlformats.org/officeDocument/2006/relationships/notesSlide" Target="/ppt/notesSlides/notesSlide10.xml" Id="Rce78484fb8204b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97dfd99f94c01" /><Relationship Type="http://schemas.openxmlformats.org/officeDocument/2006/relationships/notesSlide" Target="/ppt/notesSlides/notesSlide11.xml" Id="R5222308372ea41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92fc814524987" /><Relationship Type="http://schemas.openxmlformats.org/officeDocument/2006/relationships/notesSlide" Target="/ppt/notesSlides/notesSlide12.xml" Id="Re9152a45045748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B6F1A-C09A-468E-B171-950B58AD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FA430-7FD7-48ED-B28E-62025AA1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59F0C-2FB5-43DB-8C57-9BB94B46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89218-3EE6-4228-B8D0-389092A5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27E24-C567-4E85-A4BD-CB9A41DD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DC8B3-B87C-40D8-8DD3-7A0D3D6F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CF29D-B6CF-468A-837A-FD93BB06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18B4-BABF-41CC-8F7B-FC2B072D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decimals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2C46B-D425-4F3A-8A50-38DC1965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EEFD8-3764-4923-A54A-9B1043AD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Decimal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32B6C-2F07-4169-B139-F4023786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499400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7AAC9F-B175-4A3E-A7F4-6E39A95C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50A83-ED89-4CEC-92A1-629206B7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95C88-26BD-4260-BAD7-B114E5EF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80B4EB-E333-44DD-B7DC-D4EC13D6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E0003-A1BF-487E-BA68-497B8F76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8147D-45E4-4E2E-8EF8-ADEBD466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80714-7257-439A-A3CE-A82D3AE2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D89E1-08D1-4EF5-B561-05092B74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C5FC3-709A-489D-B03B-51552D7D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4F4773-44E5-4796-89C2-31D58A60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7C6EE6-D72F-4528-B45E-B2928C41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59D4E-3138-4121-81C6-C7D810EC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AC018-4356-4671-8588-E2FAD01A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compare and calculate with decimals to three decimal places.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ADE99-A5E2-4D03-9CBD-45747600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17B405-74AA-4595-B0EA-EDBFFE1F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1EE9A2-9093-42C4-A963-C82C2614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B2321-B707-48A3-B9A6-BC7CD816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4363C8-59A6-4878-88D4-F1FBD98E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9AA84-2963-4FC7-9A66-E5E0CDD0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312150-7412-4D86-A836-F516C2A2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08ABC6-BB1F-4452-974F-7AE0AB28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6.408 x 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F6ECD-EA33-4E2E-B76A-D228FB6F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78930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47629-9774-4E3A-B34F-01DF3BA7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56CD0-2233-45C9-B9D6-B13EDB8C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2DE07-ABF1-4F14-A4F6-7E7639E1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CEA0A-9FC1-4530-BAEA-4EC3FBCD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21690-D58B-4958-8FBE-BD51020D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1B5668-2F57-493D-BE05-B983B666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9700A1-92BD-4386-9E71-348354CA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D5937-1929-4F58-9EAB-689FA2F2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6668B-B544-48BA-B008-7183679C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71731-2A8C-4F00-855E-620A2F55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decimals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7DD95-63AC-4D71-BE36-687A6902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E2729-BCB3-4366-AE44-D97E7B65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Align digits by place value and include placeholder zeros.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D8292-147F-4BC2-8C87-212FDB74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Calculate using the chosen mental or written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36D5F-6792-46F7-8FFE-2928C639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Estimate and check that the decimal point is reasonable.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19F4E-FC61-4729-9726-BDAC9534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decimal point  |  place value  |  tenths  |  hundredths  |  thousandths  |  exchange</a:t>
            </a:r>
          </a:p>
        </p:txBody>
      </p:sp>
    </p:spTree>
    <p:extLst>
      <p:ext uri="{BB962C8B-B14F-4D97-AF65-F5344CB8AC3E}">
        <p14:creationId xmlns:p14="http://schemas.microsoft.com/office/powerpoint/2010/main" val="7273854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F1B6B8-EA52-46CD-BA1D-BF888F70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22A7A-6B0A-447F-826C-B7DB040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C98A84-D47E-41BB-92F8-F313B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27135-9492-412B-BFCD-6963C9C8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1BA10-C6D3-470C-8A41-E4EEC499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CB52E-65B4-4B52-8B7C-FBC91F29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FF513-A80B-4098-BECF-86F0A0A2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12E58-6FE9-47E3-80ED-EEAAD4D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0222B7-77F3-4AC6-996A-79F0E1F2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1E1E6E-BC32-441E-AC0D-BC705A3F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2FC35-D507-494D-BAB4-3250103D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587D49-442C-4440-B1D3-1FE77765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9874C-DE88-4B27-B7B1-A57858B6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Align digits by place value and include placeholder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92369-2C65-4104-86AA-40852543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A6245-A521-4246-AB86-FCBB0F06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E47659-47FF-4EF8-BE0E-7AE3707A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Calculate using the chosen mental or written method.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DA9DF8-1A15-4E3D-8126-7FE4FD23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559C99-6443-4DC1-8FCD-4B5C7C33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44249-15B3-4BF9-B836-285346DA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44.856.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E23646-553F-4073-B47F-678B38E6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77DF3D-2DFB-4AA8-815E-40537213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30A1C4-EC72-40FC-8509-04E18DD8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Estimate and check that the decimal point is reasonable.</a:t>
            </a:r>
          </a:p>
        </p:txBody>
      </p:sp>
    </p:spTree>
    <p:extLst>
      <p:ext uri="{BB962C8B-B14F-4D97-AF65-F5344CB8AC3E}">
        <p14:creationId xmlns:p14="http://schemas.microsoft.com/office/powerpoint/2010/main" val="20874037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BC1B5-2588-44DB-8274-4A01AAC4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11E40-9750-49A6-A9DE-38E1C81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C49AA-2586-401E-BC86-AEA75176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01F53-F787-4837-B065-B3F5D9E5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394B9F-9462-44A7-919F-FE862A5D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9D771-E860-4B7C-8CE8-1E628A83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4D321-5815-44CF-AD28-30050B42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67BC84-DFA4-45E4-8887-05E3C16B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8098B9-D04B-4B25-ADC6-5B3C3F11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4B2F4-EADE-4442-98A8-6A34149C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C33A8-C0E9-4005-BF1A-8B3035B4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44.856.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96483-82C8-4B0B-B4A2-0A0A0E3B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D6689C-BAFB-4697-B69C-73DBDA5B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Estimate and check that the decimal point is reasonable.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18951-225F-4203-A9D9-29A2F631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313668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C7DCDB-F0ED-4D9F-9F36-5F4B8F3C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ED907-7333-47B2-B334-D559BBD0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404C18-785F-4BB1-8C42-7B6E8E69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D8261-3D55-49B3-A0D0-C60A9A31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1C95D-C24E-48B6-8383-0967BBE7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B13CB1-D530-4E94-87F2-E7876E9F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C4D753-5809-4495-A970-12D69DB7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0B42A7-8648-4E89-8465-0647B70F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BD26C-F474-4631-9972-8BC8D45A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4BC9E-E4EA-4B42-BF9A-426F7DD4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0600C1-CD5E-4292-B2F2-ECC7EA8B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56CF-C653-452B-B43A-C99EC4AC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8BBB7-8900-4549-B37C-104A83EC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B7A7CA-31A7-4879-941A-71C93EBD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A86C09-B084-4714-BD3D-9E951CF1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3.57.</a:t>
            </a:r>
          </a:p>
        </p:txBody>
      </p:sp>
    </p:spTree>
    <p:extLst>
      <p:ext uri="{BB962C8B-B14F-4D97-AF65-F5344CB8AC3E}">
        <p14:creationId xmlns:p14="http://schemas.microsoft.com/office/powerpoint/2010/main" val="21012140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FD513C-EE41-46EF-9637-041C2E78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04E7D-185C-4B67-B5E6-39D1F852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13496-8C52-4BE9-82CF-6E8B92E8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62E5D-A383-4CB1-BB9A-6D8F3E52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28525-EB4F-4483-9EBB-F06286FE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161E0-79B3-4CC5-97AC-C6D5EE66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E1807-C672-4F13-A6C5-9878B055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80140-F9E3-4604-BEB2-867EB8BC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E2C16-B836-4B79-8938-06327B1B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1acb8a86d44d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7BF4D-3C7A-49CB-90A6-55AE6C45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D0BD4-6583-4F27-A423-5ACC8F1E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instead of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CABC2-39BD-4B28-BA26-082063FC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8A0CF5-B553-4188-98EE-41DE81EE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061D3-AF44-490A-ABC2-4899D076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</p:spTree>
    <p:extLst>
      <p:ext uri="{BB962C8B-B14F-4D97-AF65-F5344CB8AC3E}">
        <p14:creationId xmlns:p14="http://schemas.microsoft.com/office/powerpoint/2010/main" val="19819597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89D674-614A-4E6F-8761-C976C624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69839-6ECE-4010-B939-1D6201F7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1D740-2054-4CC4-AB92-93397A41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B10888-0969-418A-833E-7969BFB7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5E69D-CF17-46EE-B733-6F72088E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AB2BAD-4BD0-4299-9437-484A84EC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85299-244D-486B-845A-C3AE74A5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2DBD74-AA36-448F-86C2-B87E0F84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50EE6-FA48-4BA2-991B-45D2211E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E5A67-CBF2-4F1B-AF76-1CE82670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A2C70-0233-4030-B143-40B4D716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C4E20-E564-44E0-BD32-DE414771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40CF92-2491-4AFE-AE48-E4C24265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D9F5A-CA25-41B3-92DC-1D4ECEC0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A4A153-3A22-4500-A4A0-32884E8D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98D2BF-40F3-4BDE-99F3-4B41C182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967D51-2E84-4E85-A53D-500C36FF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7064BC-8E75-4D6E-A5C8-4238E268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08571E-319F-440D-879B-F0084E19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253027-255D-4DD0-A3FD-94677F6F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5707B9-D730-4991-870D-E600075E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3.57.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312EFA-C308-4897-B54E-9AF9B2A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843980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4F81EC-8B8D-47D3-9FFD-7C713C6D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B0106-80B2-475B-BC2B-EA92AE4F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F4FB7-1339-450B-A8FA-63A8EE0F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FA6B0-54F0-4BAA-823F-2E07F486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C7DCC-BFB0-4551-99F9-8F4352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19A5F-9169-4C80-BE75-D55FD40B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E5E96-2A83-422D-95A6-1F08965C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8CF5AA-8F3A-47CC-BF71-AC640A86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02C66-D841-49C0-B579-2B2C50C0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2C5294-EEB5-42A3-8A1D-8284751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5905FC-8208-4D89-BC60-F1FD6977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7D1D91-165A-4F22-97AA-79737D6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C1F61D-4F34-4354-BF73-3AC74F2C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945F92-D4B7-4052-A4CD-E18197B9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30A112-A496-4009-8C5C-E0E6A188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14AE9-026C-424A-BD18-232B4521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A8D1F6-AC37-4190-97A3-46FB7818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7333C-59FB-4E34-B7E4-5E8D6146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755D88-B9E4-4587-937C-315F05E0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89CD1-9D50-4563-A9E1-45E8E9D6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8311B7-2564-460B-8AA5-6BCBB550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19197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69C1A-54A6-4C06-BC66-8CF85B0D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E037CC-69FB-4816-9790-D68164D3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28625-6235-40CD-8FEC-A49A6E89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3B0A2-CEB6-4EA7-BA23-0CB0243D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6F5DE-D759-4E26-83F5-6AB9F5EE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D068D-2086-48F6-B74C-7A49378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2B82E-0FA8-4783-9FA8-501A6FB2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5AB5C-5C37-4D9E-B664-F97907CE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17767-5DCF-4C48-B6D6-1AEB7D20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CCF51D-1C6A-4878-B979-024B0033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34.75 + 8.906.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721D18-58E0-4E44-987C-57AAAA4B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73516-7B88-4461-8BAC-11637DAB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E41F5-EC02-4A0F-BB00-F06C06D1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43.656.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903101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6936F8-66BB-42DA-9063-A8960AFF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1AD39-1581-43F1-AA5E-828788C3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AB3FA-38CA-477B-BA2A-74BA57B8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A9437-B757-4BC1-9981-CF1AAF90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29113-856D-4293-9006-4F44E51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98095-A856-4DCB-BC67-55170EBE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A8A06-DF8D-4B58-BEF7-CB908AA2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141C9-F829-49D7-8F69-BF6A842A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3BD08F-4A4F-488A-BFB9-440B9FC6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A9A9D-03F1-476A-B049-F564AD00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E93CA-A062-44AC-9BED-214B0CB3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9FF64-BC18-4A10-AA39-F0D635C4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CD60FB-4DFE-4015-A00C-BD4F6FDE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9FF43D-11EE-409E-A4F5-FD31A5D1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792AB1-F3BB-413E-9F34-91EE34EE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4335B7-22C6-4282-965E-0CD50C83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8.975 km.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F985B-A776-40BE-AEBE-A6748EC8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0F4C3-8B80-4884-959E-56B623BF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757147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BE8B6-78C4-4A59-A006-6850324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1A7B9-03C7-45B6-A702-2C74A1AD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526BD-A839-454A-85B8-05266DCB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AF2A78-6C30-4D94-BC10-04A1D05F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368D5-3B94-4FD3-AE40-09C2CBDD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DFCC8-6DCC-4721-8A27-5ED79801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99D51-E372-4087-B1D7-3FFE3E5D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CE942-0121-439B-864E-9FC36664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13873-66AC-45BE-9D9A-6289DC9C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20777C-A941-4235-988F-0A5CFBB9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C26E4-FF57-4185-A6FB-C77FBC24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B0921-67FC-46E9-92E9-279F5FE2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F353F6-17D0-45AA-B989-4A8B98FB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5DA9A-63BF-4A10-923A-E53D2FCF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72822-FCFE-47B6-B71C-09D0D4D3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A169A8-B018-4223-8F1A-1FD7DF46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22D899-4FE5-4AEB-9C66-20246AF0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instead of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DF428-794C-4BC6-85C2-8D800BA3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DF5674-3527-425C-853B-1A67340C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DE8BF-D7EB-4E46-B7E0-50556715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8D369E-D931-48E8-AB37-B3878DFC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F0C351-1A8C-42FC-8E13-91E9A986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660266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2026-09-09T20:46:51.7630000Z</dcterms:created>
  <dcterms:modified xsi:type="dcterms:W3CDTF">2026-09-09T20:46:51.7630000Z</dcterms:modified>
</coreProperties>
</file>