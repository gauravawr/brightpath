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7c81a7b6b7e4d21" /><Relationship Type="http://schemas.openxmlformats.org/officeDocument/2006/relationships/extended-properties" Target="/docProps/app.xml" Id="R2101f653d9a64d76" /><Relationship Type="http://schemas.openxmlformats.org/officeDocument/2006/relationships/officeDocument" Target="/ppt/presentation.xml" Id="Rdd5ff999d15d4a9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19d60fbaa704626"/>
  </p:sldMasterIdLst>
  <p:notesMasterIdLst>
    <p:notesMasterId xmlns:r="http://schemas.openxmlformats.org/officeDocument/2006/relationships" r:id="R3496c86deb5b4ec8"/>
  </p:notesMasterIdLst>
  <p:sldIdLst>
    <p:sldId xmlns:r="http://schemas.openxmlformats.org/officeDocument/2006/relationships" id="256" r:id="R4495a3fb070044b8"/>
    <p:sldId xmlns:r="http://schemas.openxmlformats.org/officeDocument/2006/relationships" id="257" r:id="R80692e9768c445b6"/>
    <p:sldId xmlns:r="http://schemas.openxmlformats.org/officeDocument/2006/relationships" id="258" r:id="Rbca18a27af724085"/>
    <p:sldId xmlns:r="http://schemas.openxmlformats.org/officeDocument/2006/relationships" id="259" r:id="R2be9f374e4f746a8"/>
    <p:sldId xmlns:r="http://schemas.openxmlformats.org/officeDocument/2006/relationships" id="260" r:id="Rda13a6f5acb44687"/>
    <p:sldId xmlns:r="http://schemas.openxmlformats.org/officeDocument/2006/relationships" id="261" r:id="R1eefd0426dd84983"/>
    <p:sldId xmlns:r="http://schemas.openxmlformats.org/officeDocument/2006/relationships" id="262" r:id="Rf6c33a6a10694ae5"/>
    <p:sldId xmlns:r="http://schemas.openxmlformats.org/officeDocument/2006/relationships" id="263" r:id="Rf40d217e33aa489d"/>
    <p:sldId xmlns:r="http://schemas.openxmlformats.org/officeDocument/2006/relationships" id="264" r:id="R49eebfdcce284574"/>
    <p:sldId xmlns:r="http://schemas.openxmlformats.org/officeDocument/2006/relationships" id="265" r:id="R73095adf904344d5"/>
    <p:sldId xmlns:r="http://schemas.openxmlformats.org/officeDocument/2006/relationships" id="266" r:id="Rb5eb2668341244ea"/>
    <p:sldId xmlns:r="http://schemas.openxmlformats.org/officeDocument/2006/relationships" id="267" r:id="R5a2ffd5e9662492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3ee5edb22f64515" /><Relationship Type="http://schemas.openxmlformats.org/officeDocument/2006/relationships/slideMaster" Target="/ppt/slideMasters/slideMaster1.xml" Id="R819d60fbaa704626" /><Relationship Type="http://schemas.openxmlformats.org/officeDocument/2006/relationships/notesMaster" Target="/ppt/notesMasters/notesMaster1.xml" Id="R3496c86deb5b4ec8" /><Relationship Type="http://schemas.openxmlformats.org/officeDocument/2006/relationships/presProps" Target="/ppt/presProps.xml" Id="R7771ed3824364c80" /><Relationship Type="http://schemas.openxmlformats.org/officeDocument/2006/relationships/tableStyles" Target="/ppt/tableStyles.xml" Id="R4347293aba4e4135" /><Relationship Type="http://schemas.openxmlformats.org/officeDocument/2006/relationships/slide" Target="/ppt/slides/slide1.xml" Id="R4495a3fb070044b8" /><Relationship Type="http://schemas.openxmlformats.org/officeDocument/2006/relationships/slide" Target="/ppt/slides/slide2.xml" Id="R80692e9768c445b6" /><Relationship Type="http://schemas.openxmlformats.org/officeDocument/2006/relationships/slide" Target="/ppt/slides/slide3.xml" Id="Rbca18a27af724085" /><Relationship Type="http://schemas.openxmlformats.org/officeDocument/2006/relationships/slide" Target="/ppt/slides/slide4.xml" Id="R2be9f374e4f746a8" /><Relationship Type="http://schemas.openxmlformats.org/officeDocument/2006/relationships/slide" Target="/ppt/slides/slide5.xml" Id="Rda13a6f5acb44687" /><Relationship Type="http://schemas.openxmlformats.org/officeDocument/2006/relationships/slide" Target="/ppt/slides/slide6.xml" Id="R1eefd0426dd84983" /><Relationship Type="http://schemas.openxmlformats.org/officeDocument/2006/relationships/slide" Target="/ppt/slides/slide7.xml" Id="Rf6c33a6a10694ae5" /><Relationship Type="http://schemas.openxmlformats.org/officeDocument/2006/relationships/slide" Target="/ppt/slides/slide8.xml" Id="Rf40d217e33aa489d" /><Relationship Type="http://schemas.openxmlformats.org/officeDocument/2006/relationships/slide" Target="/ppt/slides/slide9.xml" Id="R49eebfdcce284574" /><Relationship Type="http://schemas.openxmlformats.org/officeDocument/2006/relationships/slide" Target="/ppt/slides/slide10.xml" Id="R73095adf904344d5" /><Relationship Type="http://schemas.openxmlformats.org/officeDocument/2006/relationships/slide" Target="/ppt/slides/slide11.xml" Id="Rb5eb2668341244ea" /><Relationship Type="http://schemas.openxmlformats.org/officeDocument/2006/relationships/slide" Target="/ppt/slides/slide12.xml" Id="R5a2ffd5e9662492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2dcc1187b704e5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fc3077ba5454f38" /><Relationship Type="http://schemas.openxmlformats.org/officeDocument/2006/relationships/notesMaster" Target="/ppt/notesMasters/notesMaster1.xml" Id="R7ec02a97a2854eb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5260c8d71a442e0" /><Relationship Type="http://schemas.openxmlformats.org/officeDocument/2006/relationships/notesMaster" Target="/ppt/notesMasters/notesMaster1.xml" Id="R58db78c33104486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ad5fa514b554ab1" /><Relationship Type="http://schemas.openxmlformats.org/officeDocument/2006/relationships/notesMaster" Target="/ppt/notesMasters/notesMaster1.xml" Id="Raca0ff349c88486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eb0273d081a48c7" /><Relationship Type="http://schemas.openxmlformats.org/officeDocument/2006/relationships/notesMaster" Target="/ppt/notesMasters/notesMaster1.xml" Id="R110efdde683d419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a74962e9138403a" /><Relationship Type="http://schemas.openxmlformats.org/officeDocument/2006/relationships/notesMaster" Target="/ppt/notesMasters/notesMaster1.xml" Id="Re62e836ce05748e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64b495e48c045b0" /><Relationship Type="http://schemas.openxmlformats.org/officeDocument/2006/relationships/notesMaster" Target="/ppt/notesMasters/notesMaster1.xml" Id="R71b99c67f441497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455d60cf0074b3d" /><Relationship Type="http://schemas.openxmlformats.org/officeDocument/2006/relationships/notesMaster" Target="/ppt/notesMasters/notesMaster1.xml" Id="R4965503734e44ed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1b94d5aece04c82" /><Relationship Type="http://schemas.openxmlformats.org/officeDocument/2006/relationships/notesMaster" Target="/ppt/notesMasters/notesMaster1.xml" Id="R1314921c77ca4db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5ec75b3df024c7a" /><Relationship Type="http://schemas.openxmlformats.org/officeDocument/2006/relationships/notesMaster" Target="/ppt/notesMasters/notesMaster1.xml" Id="R5ca2da2d690641c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78059c93c1144d6" /><Relationship Type="http://schemas.openxmlformats.org/officeDocument/2006/relationships/notesMaster" Target="/ppt/notesMasters/notesMaster1.xml" Id="R14263fd8ef34466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de787f587dd4fd2" /><Relationship Type="http://schemas.openxmlformats.org/officeDocument/2006/relationships/notesMaster" Target="/ppt/notesMasters/notesMaster1.xml" Id="R2f83866e5b46495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ee67ed63bd94f2f" /><Relationship Type="http://schemas.openxmlformats.org/officeDocument/2006/relationships/notesMaster" Target="/ppt/notesMasters/notesMaster1.xml" Id="R521354c4e36f44f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Decimal place-value chart, base-ten representations, squared paper, money and measure contexts.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8.975 km. | Align digits by place value and include placeholder zeros. | Align ones with ones and decimal points vertically so each place-value column stays correct.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decimal point, place value, tenths, hundredths, thousandths, exchange.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then reveal each mathematical change one click at a time. Point to the numbers and operation that changed before moving to the next line. Final answer: 3.57.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8.975 km.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Align ones with ones and decimal points vertically so each place-value column stays correct.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8.975 km..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43.656..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32.515.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43.656.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43.656. | Align ones with ones and decimal points vertically so each place-value column stays correct.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240286981a0403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86af1e875f340d3" /><Relationship Type="http://schemas.openxmlformats.org/officeDocument/2006/relationships/slideLayout" Target="/ppt/slideLayouts/slideLayout1.xml" Id="R7f306deee26245f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f306deee26245f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b7162a46024f14" /><Relationship Type="http://schemas.openxmlformats.org/officeDocument/2006/relationships/notesSlide" Target="/ppt/notesSlides/notesSlide1.xml" Id="R1e7b5ae6fbcc441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038499201843c6" /><Relationship Type="http://schemas.openxmlformats.org/officeDocument/2006/relationships/notesSlide" Target="/ppt/notesSlides/notesSlide2.xml" Id="R135691a049bb433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380e9f8bcb44dc" /><Relationship Type="http://schemas.openxmlformats.org/officeDocument/2006/relationships/notesSlide" Target="/ppt/notesSlides/notesSlide3.xml" Id="Ra80f39b87e204d4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1af3a83ce94776" /><Relationship Type="http://schemas.openxmlformats.org/officeDocument/2006/relationships/notesSlide" Target="/ppt/notesSlides/notesSlide4.xml" Id="Re947fdc38745446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3ab529d2214852" /><Relationship Type="http://schemas.openxmlformats.org/officeDocument/2006/relationships/notesSlide" Target="/ppt/notesSlides/notesSlide5.xml" Id="R04ea8b6326234e4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535341a6df4d45" /><Relationship Type="http://schemas.openxmlformats.org/officeDocument/2006/relationships/notesSlide" Target="/ppt/notesSlides/notesSlide6.xml" Id="R0553c762be68418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4ab6dfd36943d2" /><Relationship Type="http://schemas.openxmlformats.org/officeDocument/2006/relationships/image" Target="/ppt/media/image.png" Id="R2faef83c3acb4eb0" /><Relationship Type="http://schemas.openxmlformats.org/officeDocument/2006/relationships/notesSlide" Target="/ppt/notesSlides/notesSlide7.xml" Id="R58b1f59630584b5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87abe530384cc0" /><Relationship Type="http://schemas.openxmlformats.org/officeDocument/2006/relationships/notesSlide" Target="/ppt/notesSlides/notesSlide8.xml" Id="Rfe007d79884342c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e25b9934864da4" /><Relationship Type="http://schemas.openxmlformats.org/officeDocument/2006/relationships/notesSlide" Target="/ppt/notesSlides/notesSlide9.xml" Id="R9eb25fdbc0ec475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59ef5069784a61" /><Relationship Type="http://schemas.openxmlformats.org/officeDocument/2006/relationships/notesSlide" Target="/ppt/notesSlides/notesSlide10.xml" Id="R243140f731c94a6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a1838478b248ac" /><Relationship Type="http://schemas.openxmlformats.org/officeDocument/2006/relationships/notesSlide" Target="/ppt/notesSlides/notesSlide11.xml" Id="Rc7a29cb3f64b467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6fc8f96eba4d22" /><Relationship Type="http://schemas.openxmlformats.org/officeDocument/2006/relationships/notesSlide" Target="/ppt/notesSlides/notesSlide12.xml" Id="Reddb92b361564c3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6EF0A0-53A0-4F4A-86F7-235AD789C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E1CA04-DB54-4379-99E1-C4CE2165B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0D41A3-12EF-4AE3-BC45-659618467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EA1360-DBD5-4235-BE71-4C0FBC6D3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7EDCDF-4BBC-4444-8B43-96FC2A125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Divide decimals by whole numbers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F1C5AE-7180-4B03-981C-E975A45B7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4F14E7-C9AE-4E03-9F14-D41FC912A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AA9F09-8FE1-43EE-9005-BC8337537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divide decimals by whole numbers.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B8F93E-6AF9-469C-84F7-C3801A6CA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CE7DFE-94AD-47E1-8D09-FC48B5B13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Decimal place-value chart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177E34-4529-4248-9100-B7F944B8F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71497873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538FB64-76E3-43B8-B7D4-223139938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E0183D-19CC-48A2-95F9-ABE1E6A90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90FE60-8B71-418C-8926-364285577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22B0E8-D229-4D6C-9EC6-B105074B9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079316-E692-4F04-A4C3-0C045FFFB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5EEFDC-E43B-4ADE-8D80-2B3104D8D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951187-514B-44B7-A76E-92BE1AC83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0EA9C6-AB96-4A8B-998E-46C9375DE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9CEB35D-5D72-48A8-A307-40A9450E5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Divide decimals by whole numbers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23D1E2-9B42-41C1-8B93-65C48FEF4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C2EC51-A54A-4300-A53A-A1F57FA80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F6DD895-BF03-4E5D-89F1-B4A71D219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BC8355-E4DE-46D6-B502-03592EF47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Read, write, compare and calculate with decimals to three decimal places.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4FDC60A-12B3-4341-A861-C09554845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D705BB1-40FC-4D66-863D-614D372ED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1064FA3-188E-4EB1-A25D-50EB3D19D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83EF5F3-A8A5-439A-B79B-3158CB90B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runner completes 3 laps of 2.375 km and then 1.85 km. How far altogether?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77A478B-CE0A-4E04-A8DE-C26423519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77601CC-8919-4569-BE34-FC4E6D29B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DFA1831-E66B-4C28-9E8C-7AE98B183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DB88F64-1ABD-4B49-9633-CC8804CAA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Calculate 28.56 divided by 8.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48E240F-1540-4615-954D-8A00EC5C9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48520444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0ED668-F100-42FD-8632-14936A4F8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38A7F6-F0F2-4875-9256-7D8244847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94A550-80C1-4B7B-9E0C-65665EAF8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DF4623-A2B4-4DC8-945B-C512CEB7B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2B0EF5-86D4-42EF-9EF0-D5966B19C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C437BE-0735-456B-A5C4-D74C044D3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AD8938-492D-4F2E-95D6-8CD8AB57B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88FA27-8459-4BF2-8939-4E9C4EAFD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13BC4D-9859-4B2D-8E0B-BDF81B087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Divide decimals by whole numbers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4E26B9A-5AED-4EFE-A279-63615387A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divide decimals by whole numbers.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1A8AC8-30B7-4ACA-9DE4-8EBB3CADC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9F1B09B-1EF3-4BC1-A40A-792492444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Align digits by place value and include placeholder zeros.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02A0678-6237-45AE-9CCA-0E43DB105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Calculate using the chosen mental or written method.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111D7C3-5DBC-4D2A-BFBA-2E6A6135B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Estimate and check that the decimal point is reasonable.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2815210-3664-46AB-99E5-5D21C6C7E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decimal point  |  place value  |  tenths  |  hundredths  |  thousandths  |  exchange</a:t>
            </a:r>
          </a:p>
        </p:txBody>
      </p:sp>
    </p:spTree>
    <p:extLst>
      <p:ext uri="{BB962C8B-B14F-4D97-AF65-F5344CB8AC3E}">
        <p14:creationId xmlns:p14="http://schemas.microsoft.com/office/powerpoint/2010/main" val="16716362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C4A0ADF-4C89-46E6-BE18-E7EA95194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B3EEAC-2B6D-4710-A235-BD4F55C56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CD35F3-BAF6-4F82-9269-92C78FD93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3957A0-8D67-41EB-A118-FF25CB608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9FF289-7B26-4BDA-951A-6F8AE0346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678631-F4E4-453E-9EF1-A46A083B1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A0E7E8-480E-4EFF-83C8-76B09602E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87F2133-28BA-466B-9834-036D43D0D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D15F33-D64F-4583-B2CC-5E1B0EE88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Divide decimals by whole numbers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8EA99B1-55D6-45EB-82B2-6925E57EC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219200"/>
            <a:ext cx="10477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28.56 divided by 8.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4D16F9-9182-4879-920F-5D36FC5F5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24075"/>
            <a:ext cx="38100" cy="3524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69DD94-F4DD-4343-9810-6BCDA420B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2002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278EDE1-F347-414C-BBEB-0C03C0FEE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14550"/>
            <a:ext cx="9525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28.56 ÷ 8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9DB2FD2-C0E7-423E-B86E-3DC1829FF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77177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7D996F5-3638-4954-94FF-93A4FE253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90512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C105D7B-05F8-43EF-ACBD-BC5FAADB8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819400"/>
            <a:ext cx="9525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28 ÷ 8 = 3 remainder 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566FDC4-DA52-4727-9534-DCAE0E1BB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4766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7AF62BD-AB13-45A5-BEC3-F51D4104A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6099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182563D-0F95-42E6-BBF5-4C6A4D8FA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524250"/>
            <a:ext cx="9525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45 tenths ÷ 8 = 5 tenths remainder 5 tenths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D9D8109-8E02-4581-97E6-58B572C57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18147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ADA2661-9589-45E9-BEDC-F372D79B7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31482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F68F7BD-3BFE-4610-8B4C-4650BDD5F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229100"/>
            <a:ext cx="9525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56 hundredths ÷ 8 = 7 hundredths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0F15A8D-D769-474B-A468-B71FC4415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863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7060ED6-D660-4652-8656-7FB0591C0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0196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070BB14-DBCD-4550-9C85-775177BC6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933950"/>
            <a:ext cx="9525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3.57</a:t>
            </a:r>
          </a:p>
        </p:txBody>
      </p:sp>
    </p:spTree>
    <p:extLst>
      <p:ext uri="{BB962C8B-B14F-4D97-AF65-F5344CB8AC3E}">
        <p14:creationId xmlns:p14="http://schemas.microsoft.com/office/powerpoint/2010/main" val="166228426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  <p:bldP spid="25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DC38DFF-2F24-4938-8030-77C533E13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B12E74-DD93-4275-BB9B-7FC11B6C6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684323-6EE2-44A7-9454-67BEE6722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CB7D80-EDA6-45CC-A79E-6FC94DFD6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B387A9-DB84-4010-B0B7-D6337EF1B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57BCA5-5B24-4194-A635-4B3C7CB3E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F5400B-4D3D-423B-BF49-33BF50337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269E55-E067-4B2A-B9B2-00379BA48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754C36C-5481-4CFE-A956-5F5CB290B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Divide decimals by whole numbers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20088B-6459-41D2-9F53-BB189CDC7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B07EA02-8F76-4BB3-B4B2-13D8DEB7E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3.57.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F5FAF3C-0AD0-4E69-859F-3DE58B607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52BF335-A0D0-4B34-BF23-CFB8F5596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Estimate and check that the decimal point is reasonable.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FEB40A5-782D-4B22-882C-F6349662D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174446108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2979AB9-5985-4125-A432-DDFFDDF3E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2C1009-D69F-414B-9208-73F35F94D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A63331-1D89-4625-9DC9-B82B94EC3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9DA97D-5E39-42FA-8EB9-0F0C26FA2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A307FE-FA1F-422D-A27C-4AA107814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622DD4-11C8-4EBF-937A-C6ECDC38C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FDC3C5-257B-470F-85B5-62044C7B6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F616C1C-6911-4507-A057-B40D00926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06BBF3-DD63-49D9-8891-7519D018A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Divide decimals by whole numbers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2604B5-E489-47D0-BDF8-6BA5945CB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runner completes 3 laps of 2.375 km and then 1.85 km. How far altogether?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61354C-FDF2-4DA8-9AF4-CD42546E6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EBC0D6-DF87-4730-9D38-57560742E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6B58674-3CD1-4A2F-BF44-21E61AA59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BCE94C8-1BF3-4C9A-BE3D-FCFC87582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5D42C4F-2CF4-4F5C-84F8-A1BA892A0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8.975 km.</a:t>
            </a:r>
          </a:p>
        </p:txBody>
      </p:sp>
    </p:spTree>
    <p:extLst>
      <p:ext uri="{BB962C8B-B14F-4D97-AF65-F5344CB8AC3E}">
        <p14:creationId xmlns:p14="http://schemas.microsoft.com/office/powerpoint/2010/main" val="25189583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3D8C31-20C4-4BA0-BC2A-5018A1FDE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3F00A8-1F69-4343-A3EA-0F92D048B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902016-8766-46DC-9529-E0C44E570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4F373B-16F8-4AB3-ACC1-3A56B9D13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CAA542-0206-4E3F-9741-207C38841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8ED4EE7-C21F-4D6D-A16E-AC81980C2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113E04-DA57-4922-A18E-7533942F4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E925ED-E3DA-4E35-AA45-4E6B3F59C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0CF19BA-EA4C-4E63-AFAB-D21FAE602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Divide decimals by whole numbers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aef83c3acb4eb0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9F57369-16E9-49A3-A6B0-8A7A88DAB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1EC80A-FA45-49EF-B083-5D700B07D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lines up the final digits instead of the decimal points.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8D43540-7F56-4157-9C28-0393BE014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E4309DA-924F-4CF2-A4D5-39550D221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50C35E4-F55E-4E6C-B2E8-CDE40AC0E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Align ones with ones and decimal points vertically so each place-value column stays correct.</a:t>
            </a:r>
          </a:p>
        </p:txBody>
      </p:sp>
    </p:spTree>
    <p:extLst>
      <p:ext uri="{BB962C8B-B14F-4D97-AF65-F5344CB8AC3E}">
        <p14:creationId xmlns:p14="http://schemas.microsoft.com/office/powerpoint/2010/main" val="191699358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C33FCC3-BC93-42B2-AE0F-F347B134D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816F5B-7CA8-4671-88E4-5DF28F487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FACB4D-75E0-4E12-8A3F-433F42072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A9D177-880A-4DB2-AF2F-03C3154FE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63ABB5-2B9D-4DAC-8072-207A678B7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A2950E-90D3-4A10-A237-17B0F8867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BA3682-BE0C-44CD-8EAA-6B5753F29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41C612-1715-4E4C-9617-2BA992F57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660BAB-B44A-48BB-A398-526EB8F1C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Divide decimals by whole numbers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190F6F-D9ED-4232-A06F-E4439F357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491CF2-8B06-4CF4-8DDB-DFE7BC086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6476AE2-AF95-4CCD-964E-A32FF5444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CFC73C4-058F-4610-A396-43B1B4FD3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runner completes 3 laps of 2.375 km and then 1.85 km. How far altogether?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9BC9CD7-ECE1-46CB-B836-C16A31359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C3DC48C-F4AB-4E7B-B82B-18ED2396C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5B3644-BC95-4F72-8DFB-17108E4D4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A260F73-DA6D-49EA-B80D-9CE4628AA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CB93C7D-BCF0-4B5E-91DC-A4AEB542B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0F34D4B-6394-4C22-BB12-495315FF1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9A55E87-931A-48EA-B15C-8ECED0F5B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01BB2A6-2BDE-4B91-9273-F9C2A177D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8.975 km.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614391E-3E9B-4828-A839-F967C4167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45889914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19F5348-3B21-410F-AF25-CD675373F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E61116-36AD-49F3-9BA6-6FC39B321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CC312C-F8B3-4A17-B3B1-4EBAB18BF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97041B-2B06-4D4B-99EE-242395852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DF53606-97C7-4145-A279-7FFA5BBBA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AC2508-7E09-4C5F-B0C3-EFD1DC04E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58D4FD-A87D-4110-9635-CCC1CAD69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5DC1CF-97EF-4AD9-B1D1-1E2318A94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16291C-DF7B-4146-8F91-6815FA860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Divide decimals by whole numbers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F05928D-0805-4EA1-82FC-40720C7BD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0AE9833-929E-49ED-A261-014AA8A5D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AE8CB74-24F3-46BB-B0FC-0F0F7444B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F6EBA3C-BB2C-412B-B3AC-B9C734947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34.75 + 8.906.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F3E471A-4BA2-4F63-9817-AA0F61DAA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2C114C3-FCCF-4DC6-B955-ABBADC318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D335131-BA10-4EFE-A4C2-0CF590303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FDF631E-47A5-4EAA-A696-564C18D09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DDE73EB-B62C-48CC-96D5-7F6B77232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C83C66E-6F76-4B4B-ACC0-3C6047943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4BD0AC9-EFD6-416D-8841-F1CF6AC24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36BE691-56C0-48A0-87FB-36B7A201F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142190809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8E69CE4-792C-4CFA-A383-BB35B3F1F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4B71E3-8CB7-43AE-95C3-0928F851A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44027E-049E-4A58-8817-4F7A6F54E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FC1331-EBA6-4541-9888-9CB215DD5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617FC9-7FBF-44B7-84B6-9CA786DF0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C5E9B9-0A91-40A9-82C6-5193EA279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E9D65C-D095-4DB0-A7A7-D714B6DA0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C4739B-A2D7-4BA9-9C9E-38A3EC8F9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3FC974-C8DF-49A4-A334-05E3446F1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Divide decimals by whole numbers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B75B4E-A114-468B-B6F8-93BD9EF82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Calculate 50 - 17.485.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1825E3-5753-477E-952E-19C8E6D24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32C63D8-1929-4D76-995D-38FB4682D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088DF15-E07E-45E9-B3B7-7F6374A27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32.515.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74596243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AA90A95-6CE4-49CF-B61F-6DEC3CDB5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503A75-4021-4BB6-9108-D512F4B95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AE16F1-AD3B-4B83-82EE-7DE95B857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F78985-A839-4225-B631-1A984FE38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07E9F2-A850-4F8F-BCFB-9786CE219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C42840-971E-406B-87D1-91DACFC91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89FEF9-65D4-4DEC-92E6-9B3BEBA61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417D2B-B513-447F-8A0D-B2B5282BB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E31742-D3F9-47C8-8FDC-47FBAD58A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Divide decimals by whole numbers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B729DA-80AA-46FC-8D7F-41B99C94A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A3117B3-C18F-4B48-BEEC-A4370907E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ACAB45-873D-459E-80BC-A3B8FCABA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34.75 + 8.906.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C080C5F-A2FC-40B8-B215-BB278B69E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CB80F90-8A9C-4213-8CA4-0368A4EEF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3D5E9C5-C6C8-4FA1-8DA2-12C2304B8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C3A6E2E-A90C-428B-B5AD-A5D9F7EAC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43.656.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E938661-0C73-44AE-A852-5A4543F10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3F22879-2BA6-466E-93C4-1B94D50E1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163731947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14F25AF-CBB4-485D-98FA-7A26E0185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BDC31D3-C10A-426E-B434-AD371099E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B3AEFC-E141-4691-B1CD-5EEEA21D2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3A402B-7A4D-4E93-ABF6-B791306E5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F0B7DA-773D-40C4-BE7B-CCF392F1B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31A402-8658-453E-939A-832332360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4E84A4D-8556-4236-AD36-25FE8F176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6406F6-3A52-46A5-B4E9-92957BF0D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C56345-E5B1-4FC8-920A-D0B6A9D87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Divide decimals by whole numbers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15E51D-392A-4A45-BD88-18C5BA6D1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0988325-0FF1-42A2-B464-2230C2513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108260-A2AE-40F8-8D50-890171FD8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619F632-C280-40D2-A13A-736F95F50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34.75 + 8.906.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ABF7F0-28CF-44C0-A28B-B3F138010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3FA85BF-4167-47AE-BDB1-E11431EF3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57C303F-DB75-456F-AC7D-7BE33757E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355D604-1CA2-4867-B905-863CAD6F9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lines up the final digits instead of the decimal points.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23B18C0-92B4-466A-96A0-B680C528C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2257DDA-1EB2-4B13-82AE-6A347DBE3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DFA2447-0101-46FB-9B59-5B66102F6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E892E95-071C-4F6C-BA07-41BE93229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A94E7B8-30AC-48B9-9F61-D5F4E0910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76605984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2026-09-09T22:13:56.8800000Z</dcterms:created>
  <dcterms:modified xsi:type="dcterms:W3CDTF">2026-09-09T22:13:56.8800000Z</dcterms:modified>
</coreProperties>
</file>