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Divide decimals by whole numbers.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Divide decimals by whole numbers.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0A9E5C48-2784-4B05-851A-05A1BD882BF0}"/>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Divide decimals by whole numbers</a:t>
            </a:r>
          </a:p>
        </p:txBody>
      </p:sp>
      <p:sp>
        <p:nvSpPr>
          <p:cNvPr id="2" name="object-2">
            <a:extLst>
              <a:ext uri="{FF2B5EF4-FFF2-40B4-BE49-F238E27FC236}">
                <a16:creationId xmlns:a16="http://schemas.microsoft.com/office/drawing/2014/main" id="{E38FA771-7D0C-4CB2-9FED-F4BE0D1A57E4}"/>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03F4B7DD-3657-48BB-B9D4-904A4CB1A9F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09CCF14-2617-4152-8F2F-1DB635A7969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5" name="object-5">
            <a:extLst>
              <a:ext uri="{FF2B5EF4-FFF2-40B4-BE49-F238E27FC236}">
                <a16:creationId xmlns:a16="http://schemas.microsoft.com/office/drawing/2014/main" id="{F54BD3D4-4141-4DA5-8039-737D2841337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16BAEF39-6D10-4C68-9D22-0C0FB16183AA}"/>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divide decimals by whole numbers.</a:t>
            </a:r>
          </a:p>
        </p:txBody>
      </p:sp>
    </p:spTree>
    <p:extLst>
      <p:ext uri="{BB962C8B-B14F-4D97-AF65-F5344CB8AC3E}">
        <p14:creationId xmlns:p14="http://schemas.microsoft.com/office/powerpoint/2010/main" val="955703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object-1">
            <a:extLst>
              <a:ext uri="{FF2B5EF4-FFF2-40B4-BE49-F238E27FC236}">
                <a16:creationId xmlns:a16="http://schemas.microsoft.com/office/drawing/2014/main" id="{0129A602-84EC-4552-B803-EF631F18916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859FC637-D61B-4D61-8246-D620092DD8E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28.56 ÷ 8.</a:t>
            </a:r>
          </a:p>
        </p:txBody>
      </p:sp>
      <p:sp>
        <p:nvSpPr>
          <p:cNvPr id="3" name="object-3">
            <a:extLst>
              <a:ext uri="{FF2B5EF4-FFF2-40B4-BE49-F238E27FC236}">
                <a16:creationId xmlns:a16="http://schemas.microsoft.com/office/drawing/2014/main" id="{BC7C0491-84C6-483D-AFCE-BCCEC645F96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D882756-F2AF-4678-B739-A0E477D417F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5" name="object-5">
            <a:extLst>
              <a:ext uri="{FF2B5EF4-FFF2-40B4-BE49-F238E27FC236}">
                <a16:creationId xmlns:a16="http://schemas.microsoft.com/office/drawing/2014/main" id="{9BAF5152-513A-4A46-8A98-0DCB9717E6C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84348FC1-44F7-4AA2-831B-9F63D1574192}"/>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8</a:t>
            </a:r>
          </a:p>
        </p:txBody>
      </p:sp>
      <p:sp>
        <p:nvSpPr>
          <p:cNvPr id="7" name="object-7">
            <a:extLst>
              <a:ext uri="{FF2B5EF4-FFF2-40B4-BE49-F238E27FC236}">
                <a16:creationId xmlns:a16="http://schemas.microsoft.com/office/drawing/2014/main" id="{4B690496-0439-42AA-83E0-764CAD77FE34}"/>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84EFDD91-996F-4A75-87E8-EB70101BEC06}"/>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A47004F9-3141-4D4B-A82D-D58F256CEC58}"/>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206AAFB2-102B-4331-95D0-439373AA881B}"/>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8</a:t>
            </a:r>
          </a:p>
        </p:txBody>
      </p:sp>
      <p:sp>
        <p:nvSpPr>
          <p:cNvPr id="11" name="object-11">
            <a:extLst>
              <a:ext uri="{FF2B5EF4-FFF2-40B4-BE49-F238E27FC236}">
                <a16:creationId xmlns:a16="http://schemas.microsoft.com/office/drawing/2014/main" id="{7648DFF9-2340-488F-96DE-726D0EC74D9E}"/>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2" name="object-12">
            <a:extLst>
              <a:ext uri="{FF2B5EF4-FFF2-40B4-BE49-F238E27FC236}">
                <a16:creationId xmlns:a16="http://schemas.microsoft.com/office/drawing/2014/main" id="{37D34522-DAE5-49EA-BEF1-D39DDAC040A8}"/>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3" name="object-13">
            <a:extLst>
              <a:ext uri="{FF2B5EF4-FFF2-40B4-BE49-F238E27FC236}">
                <a16:creationId xmlns:a16="http://schemas.microsoft.com/office/drawing/2014/main" id="{DCCFE343-9501-4A52-AC0D-E17A53BE65AE}"/>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4" name="object-14">
            <a:extLst>
              <a:ext uri="{FF2B5EF4-FFF2-40B4-BE49-F238E27FC236}">
                <a16:creationId xmlns:a16="http://schemas.microsoft.com/office/drawing/2014/main" id="{136D92E6-62F8-45A0-A060-1F90F199AB72}"/>
              </a:ext>
            </a:extLst>
          </p:cNvPr>
          <p:cNvSpPr>
            <a:spLocks noGrp="1"/>
          </p:cNvSpPr>
          <p:nvPr/>
        </p:nvSpPr>
        <p:spPr>
          <a:xfrm>
            <a:off x="5536406" y="4548188"/>
            <a:ext cx="83344" cy="83344"/>
          </a:xfrm>
          <a:prstGeom prst="ellipse">
            <a:avLst/>
          </a:prstGeom>
          <a:solidFill>
            <a:srgbClr val="172B4D"/>
          </a:solidFill>
          <a:ln w="11906">
            <a:solidFill>
              <a:srgbClr val="172B4D"/>
            </a:solidFill>
          </a:ln>
        </p:spPr>
      </p:sp>
      <p:sp>
        <p:nvSpPr>
          <p:cNvPr id="15" name="object-15">
            <a:extLst>
              <a:ext uri="{FF2B5EF4-FFF2-40B4-BE49-F238E27FC236}">
                <a16:creationId xmlns:a16="http://schemas.microsoft.com/office/drawing/2014/main" id="{79DE9D53-171E-493F-B364-FF0596D9E0C7}"/>
              </a:ext>
            </a:extLst>
          </p:cNvPr>
          <p:cNvSpPr>
            <a:spLocks noGrp="1"/>
          </p:cNvSpPr>
          <p:nvPr/>
        </p:nvSpPr>
        <p:spPr>
          <a:xfrm>
            <a:off x="5536406" y="3393281"/>
            <a:ext cx="83344" cy="83344"/>
          </a:xfrm>
          <a:prstGeom prst="ellipse">
            <a:avLst/>
          </a:prstGeom>
          <a:solidFill>
            <a:srgbClr val="172B4D"/>
          </a:solidFill>
          <a:ln w="11906">
            <a:solidFill>
              <a:srgbClr val="172B4D"/>
            </a:solidFill>
          </a:ln>
        </p:spPr>
      </p:sp>
      <p:sp>
        <p:nvSpPr>
          <p:cNvPr id="16" name="object-16">
            <a:extLst>
              <a:ext uri="{FF2B5EF4-FFF2-40B4-BE49-F238E27FC236}">
                <a16:creationId xmlns:a16="http://schemas.microsoft.com/office/drawing/2014/main" id="{382A31F5-EA6F-4EF2-80E6-9D2B14030E31}"/>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7" name="object-17">
            <a:extLst>
              <a:ext uri="{FF2B5EF4-FFF2-40B4-BE49-F238E27FC236}">
                <a16:creationId xmlns:a16="http://schemas.microsoft.com/office/drawing/2014/main" id="{28EE34E3-EE34-47EE-A080-21006AE2370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28: 3 times</a:t>
            </a:r>
          </a:p>
        </p:txBody>
      </p:sp>
      <p:sp>
        <p:nvSpPr>
          <p:cNvPr id="18" name="object-18">
            <a:extLst>
              <a:ext uri="{FF2B5EF4-FFF2-40B4-BE49-F238E27FC236}">
                <a16:creationId xmlns:a16="http://schemas.microsoft.com/office/drawing/2014/main" id="{B05F1EC2-DA0C-4301-8533-A1824E4F6F5D}"/>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28 − 24 = 4</a:t>
            </a:r>
          </a:p>
        </p:txBody>
      </p:sp>
      <p:sp>
        <p:nvSpPr>
          <p:cNvPr id="19" name="object-19">
            <a:extLst>
              <a:ext uri="{FF2B5EF4-FFF2-40B4-BE49-F238E27FC236}">
                <a16:creationId xmlns:a16="http://schemas.microsoft.com/office/drawing/2014/main" id="{7B3DDF95-7321-4F5C-91AF-7F785754A289}"/>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20" name="object-20">
            <a:extLst>
              <a:ext uri="{FF2B5EF4-FFF2-40B4-BE49-F238E27FC236}">
                <a16:creationId xmlns:a16="http://schemas.microsoft.com/office/drawing/2014/main" id="{3C253C99-19AB-4D4F-B823-BA4B1DAFD50E}"/>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1" name="object-21">
            <a:extLst>
              <a:ext uri="{FF2B5EF4-FFF2-40B4-BE49-F238E27FC236}">
                <a16:creationId xmlns:a16="http://schemas.microsoft.com/office/drawing/2014/main" id="{CC4676EE-5FBE-4E0C-8827-8ACB0E126689}"/>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45: 5 times</a:t>
            </a:r>
          </a:p>
        </p:txBody>
      </p:sp>
      <p:sp>
        <p:nvSpPr>
          <p:cNvPr id="22" name="object-22">
            <a:extLst>
              <a:ext uri="{FF2B5EF4-FFF2-40B4-BE49-F238E27FC236}">
                <a16:creationId xmlns:a16="http://schemas.microsoft.com/office/drawing/2014/main" id="{60400BA6-E709-48FF-991A-CA8D4C539D1F}"/>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45 − 40 = 5</a:t>
            </a:r>
          </a:p>
        </p:txBody>
      </p:sp>
      <p:sp>
        <p:nvSpPr>
          <p:cNvPr id="23" name="object-23">
            <a:extLst>
              <a:ext uri="{FF2B5EF4-FFF2-40B4-BE49-F238E27FC236}">
                <a16:creationId xmlns:a16="http://schemas.microsoft.com/office/drawing/2014/main" id="{D6F9E28E-0F80-404C-AC21-267555438D8D}"/>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24" name="object-24">
            <a:extLst>
              <a:ext uri="{FF2B5EF4-FFF2-40B4-BE49-F238E27FC236}">
                <a16:creationId xmlns:a16="http://schemas.microsoft.com/office/drawing/2014/main" id="{D2F382AA-D74D-465E-A976-5E06E786F849}"/>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25" name="object-25">
            <a:extLst>
              <a:ext uri="{FF2B5EF4-FFF2-40B4-BE49-F238E27FC236}">
                <a16:creationId xmlns:a16="http://schemas.microsoft.com/office/drawing/2014/main" id="{8E0DA49D-0C86-4189-B5DA-51DF5EA3C98E}"/>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56: 7 times</a:t>
            </a:r>
          </a:p>
        </p:txBody>
      </p:sp>
      <p:sp>
        <p:nvSpPr>
          <p:cNvPr id="26" name="object-26">
            <a:extLst>
              <a:ext uri="{FF2B5EF4-FFF2-40B4-BE49-F238E27FC236}">
                <a16:creationId xmlns:a16="http://schemas.microsoft.com/office/drawing/2014/main" id="{304E97FD-238F-4B65-9FE1-222F13B78D2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56 − 56 = 0</a:t>
            </a:r>
          </a:p>
        </p:txBody>
      </p:sp>
      <p:sp>
        <p:nvSpPr>
          <p:cNvPr id="27" name="object-27">
            <a:extLst>
              <a:ext uri="{FF2B5EF4-FFF2-40B4-BE49-F238E27FC236}">
                <a16:creationId xmlns:a16="http://schemas.microsoft.com/office/drawing/2014/main" id="{C8AD389E-EBDE-4FEE-98A8-600BF1140EB7}"/>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28" name="object-28">
            <a:extLst>
              <a:ext uri="{FF2B5EF4-FFF2-40B4-BE49-F238E27FC236}">
                <a16:creationId xmlns:a16="http://schemas.microsoft.com/office/drawing/2014/main" id="{DBD220F7-FD47-4246-A589-DD17D670F6F3}"/>
              </a:ext>
            </a:extLst>
          </p:cNvPr>
          <p:cNvSpPr>
            <a:spLocks noGrp="1"/>
          </p:cNvSpPr>
          <p:nvPr/>
        </p:nvSpPr>
        <p:spPr>
          <a:xfrm>
            <a:off x="7381875"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9" name="object-29">
            <a:extLst>
              <a:ext uri="{FF2B5EF4-FFF2-40B4-BE49-F238E27FC236}">
                <a16:creationId xmlns:a16="http://schemas.microsoft.com/office/drawing/2014/main" id="{37B4FA73-DBB0-4852-B72D-6C87E7EC8F55}"/>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0: 0 times</a:t>
            </a:r>
          </a:p>
        </p:txBody>
      </p:sp>
      <p:sp>
        <p:nvSpPr>
          <p:cNvPr id="30" name="object-30">
            <a:extLst>
              <a:ext uri="{FF2B5EF4-FFF2-40B4-BE49-F238E27FC236}">
                <a16:creationId xmlns:a16="http://schemas.microsoft.com/office/drawing/2014/main" id="{1E97593E-A08E-4DB2-81AD-5F3EAE7821ED}"/>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31" name="object-31">
            <a:extLst>
              <a:ext uri="{FF2B5EF4-FFF2-40B4-BE49-F238E27FC236}">
                <a16:creationId xmlns:a16="http://schemas.microsoft.com/office/drawing/2014/main" id="{E2D56643-E6AF-42F4-AF08-DC8B23F28C6C}"/>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28.56 ÷ 8 = 3.57</a:t>
            </a:r>
          </a:p>
        </p:txBody>
      </p:sp>
    </p:spTree>
    <p:extLst>
      <p:ext uri="{BB962C8B-B14F-4D97-AF65-F5344CB8AC3E}">
        <p14:creationId xmlns:p14="http://schemas.microsoft.com/office/powerpoint/2010/main" val="82071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9"/>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7"/>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8"/>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9"/>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3"/>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par>
                          <p:cTn id="51" fill="hold">
                            <p:stCondLst>
                              <p:cond delay="0"/>
                            </p:stCondLst>
                            <p:childTnLst>
                              <p:par>
                                <p:cTn id="52" presetID="63" presetClass="path" presetSubtype="0" accel="50000" decel="50000" fill="hold" grpId="1" nodeType="afterEffect">
                                  <p:stCondLst>
                                    <p:cond delay="0"/>
                                  </p:stCondLst>
                                  <p:childTnLst>
                                    <p:animMotion origin="layout" path="M 0 0 L 0.1796875 0.27083333 E" pathEditMode="relative" ptsTypes="">
                                      <p:cBhvr>
                                        <p:cTn id="53" dur="800" fill="hold"/>
                                        <p:tgtEl>
                                          <p:spTgt spid="27"/>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par>
                                <p:cTn id="58" presetID="1" presetClass="exit" presetSubtype="0" fill="hold" grpId="1" nodeType="withEffect">
                                  <p:stCondLst>
                                    <p:cond delay="0"/>
                                  </p:stCondLst>
                                  <p:childTnLst>
                                    <p:set>
                                      <p:cBhvr>
                                        <p:cTn id="59" dur="1" fill="hold">
                                          <p:stCondLst>
                                            <p:cond delay="0"/>
                                          </p:stCondLst>
                                        </p:cTn>
                                        <p:tgtEl>
                                          <p:spTgt spid="25"/>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26"/>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27"/>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8" grpId="0"/>
      <p:bldP spid="18" grpId="1"/>
      <p:bldP spid="19" grpId="0"/>
      <p:bldP spid="19" grpId="1"/>
      <p:bldP spid="19" grpId="2"/>
      <p:bldP spid="20" grpId="0"/>
      <p:bldP spid="21" grpId="0"/>
      <p:bldP spid="21" grpId="1"/>
      <p:bldP spid="22" grpId="0"/>
      <p:bldP spid="22" grpId="1"/>
      <p:bldP spid="23" grpId="0"/>
      <p:bldP spid="23" grpId="1"/>
      <p:bldP spid="23" grpId="2"/>
      <p:bldP spid="24" grpId="0"/>
      <p:bldP spid="25" grpId="0"/>
      <p:bldP spid="25" grpId="1"/>
      <p:bldP spid="26" grpId="0"/>
      <p:bldP spid="26" grpId="1"/>
      <p:bldP spid="27" grpId="0"/>
      <p:bldP spid="27" grpId="1"/>
      <p:bldP spid="27" grpId="2"/>
      <p:bldP spid="28" grpId="0"/>
      <p:bldP spid="29" grpId="0"/>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object-1">
            <a:extLst>
              <a:ext uri="{FF2B5EF4-FFF2-40B4-BE49-F238E27FC236}">
                <a16:creationId xmlns:a16="http://schemas.microsoft.com/office/drawing/2014/main" id="{B64E9432-BA09-47F9-BCD7-5B16B479EC2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253CFB2-F35A-4C8E-8031-0F6B6D48FCE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881B8A7-F2EF-41E5-A8A7-34615FE095E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116.56 ÷ 8.</a:t>
            </a:r>
          </a:p>
        </p:txBody>
      </p:sp>
      <p:sp>
        <p:nvSpPr>
          <p:cNvPr id="4" name="object-4">
            <a:extLst>
              <a:ext uri="{FF2B5EF4-FFF2-40B4-BE49-F238E27FC236}">
                <a16:creationId xmlns:a16="http://schemas.microsoft.com/office/drawing/2014/main" id="{F1671C74-E5F4-4321-8301-A464C4A7137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7A3BB2D-3162-4580-AB61-EB0E9434B07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6" name="object-6">
            <a:extLst>
              <a:ext uri="{FF2B5EF4-FFF2-40B4-BE49-F238E27FC236}">
                <a16:creationId xmlns:a16="http://schemas.microsoft.com/office/drawing/2014/main" id="{B6046D89-8F45-46B2-B946-A00FCF10106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393A9449-C6BA-4E5C-9B4C-B1661DD6E15E}"/>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8</a:t>
            </a:r>
          </a:p>
        </p:txBody>
      </p:sp>
      <p:sp>
        <p:nvSpPr>
          <p:cNvPr id="8" name="object-8">
            <a:extLst>
              <a:ext uri="{FF2B5EF4-FFF2-40B4-BE49-F238E27FC236}">
                <a16:creationId xmlns:a16="http://schemas.microsoft.com/office/drawing/2014/main" id="{9F1A7574-5631-4669-BA99-824F99FD112C}"/>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34DDE1FE-86CB-4931-81A3-87F516C0918C}"/>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58B6D585-42FE-4283-AEF4-7892385CDE8F}"/>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1" name="object-11">
            <a:extLst>
              <a:ext uri="{FF2B5EF4-FFF2-40B4-BE49-F238E27FC236}">
                <a16:creationId xmlns:a16="http://schemas.microsoft.com/office/drawing/2014/main" id="{F9C5EE5F-5B3D-4DC3-88FC-44426B320B3C}"/>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2" name="object-12">
            <a:extLst>
              <a:ext uri="{FF2B5EF4-FFF2-40B4-BE49-F238E27FC236}">
                <a16:creationId xmlns:a16="http://schemas.microsoft.com/office/drawing/2014/main" id="{C7848037-969D-4A5B-8050-6CD027E089AD}"/>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3" name="object-13">
            <a:extLst>
              <a:ext uri="{FF2B5EF4-FFF2-40B4-BE49-F238E27FC236}">
                <a16:creationId xmlns:a16="http://schemas.microsoft.com/office/drawing/2014/main" id="{2CD99885-3BD6-40FD-894C-AC941AE67BB3}"/>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4" name="object-14">
            <a:extLst>
              <a:ext uri="{FF2B5EF4-FFF2-40B4-BE49-F238E27FC236}">
                <a16:creationId xmlns:a16="http://schemas.microsoft.com/office/drawing/2014/main" id="{C0F9DE27-75E5-4D33-8692-379A902858F0}"/>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5" name="object-15">
            <a:extLst>
              <a:ext uri="{FF2B5EF4-FFF2-40B4-BE49-F238E27FC236}">
                <a16:creationId xmlns:a16="http://schemas.microsoft.com/office/drawing/2014/main" id="{98437CCA-0E1A-4EC1-8BF1-2520156DB29B}"/>
              </a:ext>
            </a:extLst>
          </p:cNvPr>
          <p:cNvSpPr>
            <a:spLocks noGrp="1"/>
          </p:cNvSpPr>
          <p:nvPr/>
        </p:nvSpPr>
        <p:spPr>
          <a:xfrm>
            <a:off x="8274844"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5C011581-6372-41A0-B93C-5541B0187698}"/>
              </a:ext>
            </a:extLst>
          </p:cNvPr>
          <p:cNvSpPr>
            <a:spLocks noGrp="1"/>
          </p:cNvSpPr>
          <p:nvPr/>
        </p:nvSpPr>
        <p:spPr>
          <a:xfrm>
            <a:off x="6429375" y="4548188"/>
            <a:ext cx="83344" cy="83344"/>
          </a:xfrm>
          <a:prstGeom prst="ellipse">
            <a:avLst/>
          </a:prstGeom>
          <a:solidFill>
            <a:srgbClr val="172B4D"/>
          </a:solidFill>
          <a:ln w="11906">
            <a:solidFill>
              <a:srgbClr val="172B4D"/>
            </a:solidFill>
          </a:ln>
        </p:spPr>
      </p:sp>
      <p:sp>
        <p:nvSpPr>
          <p:cNvPr id="17" name="object-17">
            <a:extLst>
              <a:ext uri="{FF2B5EF4-FFF2-40B4-BE49-F238E27FC236}">
                <a16:creationId xmlns:a16="http://schemas.microsoft.com/office/drawing/2014/main" id="{935D66EE-80C2-4DE8-8E61-0FD1AF96FBAF}"/>
              </a:ext>
            </a:extLst>
          </p:cNvPr>
          <p:cNvSpPr>
            <a:spLocks noGrp="1"/>
          </p:cNvSpPr>
          <p:nvPr/>
        </p:nvSpPr>
        <p:spPr>
          <a:xfrm>
            <a:off x="6429375" y="3393281"/>
            <a:ext cx="83344" cy="83344"/>
          </a:xfrm>
          <a:prstGeom prst="ellipse">
            <a:avLst/>
          </a:prstGeom>
          <a:solidFill>
            <a:srgbClr val="172B4D"/>
          </a:solidFill>
          <a:ln w="11906">
            <a:solidFill>
              <a:srgbClr val="172B4D"/>
            </a:solidFill>
          </a:ln>
        </p:spPr>
      </p:sp>
      <p:sp>
        <p:nvSpPr>
          <p:cNvPr id="18" name="object-18">
            <a:extLst>
              <a:ext uri="{FF2B5EF4-FFF2-40B4-BE49-F238E27FC236}">
                <a16:creationId xmlns:a16="http://schemas.microsoft.com/office/drawing/2014/main" id="{D7D37A92-68AE-47FB-B059-1E2833FBFF26}"/>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19" name="object-19">
            <a:extLst>
              <a:ext uri="{FF2B5EF4-FFF2-40B4-BE49-F238E27FC236}">
                <a16:creationId xmlns:a16="http://schemas.microsoft.com/office/drawing/2014/main" id="{9EA77435-F631-4004-84A6-AC6186B545C7}"/>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11: 1 times</a:t>
            </a:r>
          </a:p>
        </p:txBody>
      </p:sp>
      <p:sp>
        <p:nvSpPr>
          <p:cNvPr id="20" name="object-20">
            <a:extLst>
              <a:ext uri="{FF2B5EF4-FFF2-40B4-BE49-F238E27FC236}">
                <a16:creationId xmlns:a16="http://schemas.microsoft.com/office/drawing/2014/main" id="{D2656965-3F15-4EF7-9155-80AF46CD9942}"/>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11 − 8 = 3</a:t>
            </a:r>
          </a:p>
        </p:txBody>
      </p:sp>
      <p:sp>
        <p:nvSpPr>
          <p:cNvPr id="21" name="object-21">
            <a:extLst>
              <a:ext uri="{FF2B5EF4-FFF2-40B4-BE49-F238E27FC236}">
                <a16:creationId xmlns:a16="http://schemas.microsoft.com/office/drawing/2014/main" id="{416E7786-6F5F-47AA-8391-AA0327AE0FF7}"/>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22" name="object-22">
            <a:extLst>
              <a:ext uri="{FF2B5EF4-FFF2-40B4-BE49-F238E27FC236}">
                <a16:creationId xmlns:a16="http://schemas.microsoft.com/office/drawing/2014/main" id="{479116E5-5D43-42E2-A482-7680DB11CB85}"/>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23" name="object-23">
            <a:extLst>
              <a:ext uri="{FF2B5EF4-FFF2-40B4-BE49-F238E27FC236}">
                <a16:creationId xmlns:a16="http://schemas.microsoft.com/office/drawing/2014/main" id="{316D926C-DE95-4ECE-988E-93A3BCD2A828}"/>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36: 4 times</a:t>
            </a:r>
          </a:p>
        </p:txBody>
      </p:sp>
      <p:sp>
        <p:nvSpPr>
          <p:cNvPr id="24" name="object-24">
            <a:extLst>
              <a:ext uri="{FF2B5EF4-FFF2-40B4-BE49-F238E27FC236}">
                <a16:creationId xmlns:a16="http://schemas.microsoft.com/office/drawing/2014/main" id="{4C6DE8EB-E977-43F5-80C5-BF8C86A343FE}"/>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36 − 32 = 4</a:t>
            </a:r>
          </a:p>
        </p:txBody>
      </p:sp>
      <p:sp>
        <p:nvSpPr>
          <p:cNvPr id="25" name="object-25">
            <a:extLst>
              <a:ext uri="{FF2B5EF4-FFF2-40B4-BE49-F238E27FC236}">
                <a16:creationId xmlns:a16="http://schemas.microsoft.com/office/drawing/2014/main" id="{33508F97-062D-4497-8BB6-384D54F9E472}"/>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26" name="object-26">
            <a:extLst>
              <a:ext uri="{FF2B5EF4-FFF2-40B4-BE49-F238E27FC236}">
                <a16:creationId xmlns:a16="http://schemas.microsoft.com/office/drawing/2014/main" id="{7F8C1093-8024-4ADD-B53A-5CAB4B43F7DB}"/>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7" name="object-27">
            <a:extLst>
              <a:ext uri="{FF2B5EF4-FFF2-40B4-BE49-F238E27FC236}">
                <a16:creationId xmlns:a16="http://schemas.microsoft.com/office/drawing/2014/main" id="{82766ADD-BD8C-41F1-8501-139D87082FB2}"/>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45: 5 times</a:t>
            </a:r>
          </a:p>
        </p:txBody>
      </p:sp>
      <p:sp>
        <p:nvSpPr>
          <p:cNvPr id="28" name="object-28">
            <a:extLst>
              <a:ext uri="{FF2B5EF4-FFF2-40B4-BE49-F238E27FC236}">
                <a16:creationId xmlns:a16="http://schemas.microsoft.com/office/drawing/2014/main" id="{C2D8B0F8-66B7-4C4E-8948-E1D9935AE87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45 − 40 = 5</a:t>
            </a:r>
          </a:p>
        </p:txBody>
      </p:sp>
      <p:sp>
        <p:nvSpPr>
          <p:cNvPr id="29" name="object-29">
            <a:extLst>
              <a:ext uri="{FF2B5EF4-FFF2-40B4-BE49-F238E27FC236}">
                <a16:creationId xmlns:a16="http://schemas.microsoft.com/office/drawing/2014/main" id="{26DFE5E2-62A3-4BE4-8C90-282BBEB190BA}"/>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30" name="object-30">
            <a:extLst>
              <a:ext uri="{FF2B5EF4-FFF2-40B4-BE49-F238E27FC236}">
                <a16:creationId xmlns:a16="http://schemas.microsoft.com/office/drawing/2014/main" id="{C89B896F-A418-4258-B72F-1E1BAF724514}"/>
              </a:ext>
            </a:extLst>
          </p:cNvPr>
          <p:cNvSpPr>
            <a:spLocks noGrp="1"/>
          </p:cNvSpPr>
          <p:nvPr/>
        </p:nvSpPr>
        <p:spPr>
          <a:xfrm>
            <a:off x="7381875"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1" name="object-31">
            <a:extLst>
              <a:ext uri="{FF2B5EF4-FFF2-40B4-BE49-F238E27FC236}">
                <a16:creationId xmlns:a16="http://schemas.microsoft.com/office/drawing/2014/main" id="{90FDE02C-0840-4DD7-B4A4-37CC51BFF368}"/>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56: 7 times</a:t>
            </a:r>
          </a:p>
        </p:txBody>
      </p:sp>
      <p:sp>
        <p:nvSpPr>
          <p:cNvPr id="32" name="object-32">
            <a:extLst>
              <a:ext uri="{FF2B5EF4-FFF2-40B4-BE49-F238E27FC236}">
                <a16:creationId xmlns:a16="http://schemas.microsoft.com/office/drawing/2014/main" id="{31247811-600A-4CB3-82C0-D39D80F828DE}"/>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56 − 56 = 0</a:t>
            </a:r>
          </a:p>
        </p:txBody>
      </p:sp>
      <p:sp>
        <p:nvSpPr>
          <p:cNvPr id="33" name="object-33">
            <a:extLst>
              <a:ext uri="{FF2B5EF4-FFF2-40B4-BE49-F238E27FC236}">
                <a16:creationId xmlns:a16="http://schemas.microsoft.com/office/drawing/2014/main" id="{7F4BFF79-5435-4472-B486-6D9BEAF2261E}"/>
              </a:ext>
            </a:extLst>
          </p:cNvPr>
          <p:cNvSpPr>
            <a:spLocks noGrp="1"/>
          </p:cNvSpPr>
          <p:nvPr/>
        </p:nvSpPr>
        <p:spPr>
          <a:xfrm>
            <a:off x="8274844"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34" name="object-34">
            <a:extLst>
              <a:ext uri="{FF2B5EF4-FFF2-40B4-BE49-F238E27FC236}">
                <a16:creationId xmlns:a16="http://schemas.microsoft.com/office/drawing/2014/main" id="{83F1E8EF-82BE-454D-AC97-BFDFA21828A0}"/>
              </a:ext>
            </a:extLst>
          </p:cNvPr>
          <p:cNvSpPr>
            <a:spLocks noGrp="1"/>
          </p:cNvSpPr>
          <p:nvPr/>
        </p:nvSpPr>
        <p:spPr>
          <a:xfrm>
            <a:off x="8274844"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35" name="object-35">
            <a:extLst>
              <a:ext uri="{FF2B5EF4-FFF2-40B4-BE49-F238E27FC236}">
                <a16:creationId xmlns:a16="http://schemas.microsoft.com/office/drawing/2014/main" id="{0C87FF28-F6C1-4B7B-9A48-995D73E93738}"/>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0: 0 times</a:t>
            </a:r>
          </a:p>
        </p:txBody>
      </p:sp>
      <p:sp>
        <p:nvSpPr>
          <p:cNvPr id="36" name="object-36">
            <a:extLst>
              <a:ext uri="{FF2B5EF4-FFF2-40B4-BE49-F238E27FC236}">
                <a16:creationId xmlns:a16="http://schemas.microsoft.com/office/drawing/2014/main" id="{A9DE8424-7ADA-4FDC-A330-5185EB2ECD6F}"/>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37" name="object-37">
            <a:extLst>
              <a:ext uri="{FF2B5EF4-FFF2-40B4-BE49-F238E27FC236}">
                <a16:creationId xmlns:a16="http://schemas.microsoft.com/office/drawing/2014/main" id="{D136E193-4F12-4EC3-92FA-345FE45DACA2}"/>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116.56 ÷ 8 = 14.57</a:t>
            </a:r>
          </a:p>
        </p:txBody>
      </p:sp>
    </p:spTree>
    <p:extLst>
      <p:ext uri="{BB962C8B-B14F-4D97-AF65-F5344CB8AC3E}">
        <p14:creationId xmlns:p14="http://schemas.microsoft.com/office/powerpoint/2010/main" val="61191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21"/>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9"/>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20"/>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21"/>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5"/>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3"/>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4"/>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5"/>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par>
                          <p:cTn id="51" fill="hold">
                            <p:stCondLst>
                              <p:cond delay="0"/>
                            </p:stCondLst>
                            <p:childTnLst>
                              <p:par>
                                <p:cTn id="52" presetID="63" presetClass="path" presetSubtype="0" accel="50000" decel="50000" fill="hold" grpId="1" nodeType="afterEffect">
                                  <p:stCondLst>
                                    <p:cond delay="0"/>
                                  </p:stCondLst>
                                  <p:childTnLst>
                                    <p:animMotion origin="layout" path="M 0 0 L 0.1796875 0.27083333 E" pathEditMode="relative" ptsTypes="">
                                      <p:cBhvr>
                                        <p:cTn id="53" dur="800" fill="hold"/>
                                        <p:tgtEl>
                                          <p:spTgt spid="29"/>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par>
                                <p:cTn id="58" presetID="1" presetClass="exit" presetSubtype="0" fill="hold" grpId="1" nodeType="withEffect">
                                  <p:stCondLst>
                                    <p:cond delay="0"/>
                                  </p:stCondLst>
                                  <p:childTnLst>
                                    <p:set>
                                      <p:cBhvr>
                                        <p:cTn id="59" dur="1" fill="hold">
                                          <p:stCondLst>
                                            <p:cond delay="0"/>
                                          </p:stCondLst>
                                        </p:cTn>
                                        <p:tgtEl>
                                          <p:spTgt spid="27"/>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28"/>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29"/>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childTnLst>
                          </p:cTn>
                        </p:par>
                        <p:par>
                          <p:cTn id="70" fill="hold">
                            <p:stCondLst>
                              <p:cond delay="0"/>
                            </p:stCondLst>
                            <p:childTnLst>
                              <p:par>
                                <p:cTn id="71" presetID="63" presetClass="path" presetSubtype="0" accel="50000" decel="50000" fill="hold" grpId="1" nodeType="afterEffect">
                                  <p:stCondLst>
                                    <p:cond delay="0"/>
                                  </p:stCondLst>
                                  <p:childTnLst>
                                    <p:animMotion origin="layout" path="M 0 0 L 0.12109375 0.27083333 E" pathEditMode="relative" ptsTypes="">
                                      <p:cBhvr>
                                        <p:cTn id="72" dur="800" fill="hold"/>
                                        <p:tgtEl>
                                          <p:spTgt spid="33"/>
                                        </p:tgtEl>
                                        <p:attrNameLst>
                                          <p:attrName>ppt_x</p:attrName>
                                          <p:attrName>ppt_y</p:attrName>
                                        </p:attrNameLst>
                                      </p:cBhvr>
                                    </p:animMotion>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31"/>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2"/>
                                        </p:tgtEl>
                                        <p:attrNameLst>
                                          <p:attrName>style.visibility</p:attrName>
                                        </p:attrNameLst>
                                      </p:cBhvr>
                                      <p:to>
                                        <p:strVal val="hidden"/>
                                      </p:to>
                                    </p:set>
                                  </p:childTnLst>
                                </p:cTn>
                              </p:par>
                              <p:par>
                                <p:cTn id="81" presetID="1" presetClass="exit" presetSubtype="0" fill="hold" grpId="2" nodeType="withEffect">
                                  <p:stCondLst>
                                    <p:cond delay="0"/>
                                  </p:stCondLst>
                                  <p:childTnLst>
                                    <p:set>
                                      <p:cBhvr>
                                        <p:cTn id="82" dur="1" fill="hold">
                                          <p:stCondLst>
                                            <p:cond delay="0"/>
                                          </p:stCondLst>
                                        </p:cTn>
                                        <p:tgtEl>
                                          <p:spTgt spid="33"/>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9" grpId="1"/>
      <p:bldP spid="20" grpId="0"/>
      <p:bldP spid="20" grpId="1"/>
      <p:bldP spid="21" grpId="0"/>
      <p:bldP spid="21" grpId="1"/>
      <p:bldP spid="21" grpId="2"/>
      <p:bldP spid="22" grpId="0"/>
      <p:bldP spid="23" grpId="0"/>
      <p:bldP spid="23" grpId="1"/>
      <p:bldP spid="24" grpId="0"/>
      <p:bldP spid="24" grpId="1"/>
      <p:bldP spid="25" grpId="0"/>
      <p:bldP spid="25" grpId="1"/>
      <p:bldP spid="25" grpId="2"/>
      <p:bldP spid="26" grpId="0"/>
      <p:bldP spid="27" grpId="0"/>
      <p:bldP spid="27" grpId="1"/>
      <p:bldP spid="28" grpId="0"/>
      <p:bldP spid="28" grpId="1"/>
      <p:bldP spid="29" grpId="0"/>
      <p:bldP spid="29" grpId="1"/>
      <p:bldP spid="29" grpId="2"/>
      <p:bldP spid="30" grpId="0"/>
      <p:bldP spid="31" grpId="0"/>
      <p:bldP spid="31" grpId="1"/>
      <p:bldP spid="32" grpId="0"/>
      <p:bldP spid="32" grpId="1"/>
      <p:bldP spid="33" grpId="0"/>
      <p:bldP spid="33" grpId="1"/>
      <p:bldP spid="33" grpId="2"/>
      <p:bldP spid="34" grpId="0"/>
      <p:bldP spid="35" grpId="0"/>
      <p:bldP spid="3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object-1">
            <a:extLst>
              <a:ext uri="{FF2B5EF4-FFF2-40B4-BE49-F238E27FC236}">
                <a16:creationId xmlns:a16="http://schemas.microsoft.com/office/drawing/2014/main" id="{5B820664-FF76-4D3C-BFDB-16BB2CAE7C3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C37E0B8-2D53-4009-B2FD-8AB3200FA1E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204.56 ÷ 8.</a:t>
            </a:r>
          </a:p>
        </p:txBody>
      </p:sp>
      <p:sp>
        <p:nvSpPr>
          <p:cNvPr id="3" name="object-3">
            <a:extLst>
              <a:ext uri="{FF2B5EF4-FFF2-40B4-BE49-F238E27FC236}">
                <a16:creationId xmlns:a16="http://schemas.microsoft.com/office/drawing/2014/main" id="{A2ABBA17-909B-403D-8A9A-5428A4ED27D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754E280-5216-4818-A106-B04821D413A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5" name="object-5">
            <a:extLst>
              <a:ext uri="{FF2B5EF4-FFF2-40B4-BE49-F238E27FC236}">
                <a16:creationId xmlns:a16="http://schemas.microsoft.com/office/drawing/2014/main" id="{25D8E27B-5BE4-4543-9C2E-90F3655E383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30E10E12-285A-4C91-B27B-DBBFFD19FAE7}"/>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8</a:t>
            </a:r>
          </a:p>
        </p:txBody>
      </p:sp>
      <p:sp>
        <p:nvSpPr>
          <p:cNvPr id="7" name="object-7">
            <a:extLst>
              <a:ext uri="{FF2B5EF4-FFF2-40B4-BE49-F238E27FC236}">
                <a16:creationId xmlns:a16="http://schemas.microsoft.com/office/drawing/2014/main" id="{6B13FC0C-E8B2-41E1-9B7C-8CBF98837010}"/>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A3016011-4D02-4960-A5F2-3DA17169D2DB}"/>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F70D0EC3-B5FE-4A40-8BEC-1AD2D0CA88DA}"/>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5853E479-C498-44D3-B437-0C22098F2399}"/>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1" name="object-11">
            <a:extLst>
              <a:ext uri="{FF2B5EF4-FFF2-40B4-BE49-F238E27FC236}">
                <a16:creationId xmlns:a16="http://schemas.microsoft.com/office/drawing/2014/main" id="{60C633C4-82DD-40FB-8F65-0547C8B798A8}"/>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2" name="object-12">
            <a:extLst>
              <a:ext uri="{FF2B5EF4-FFF2-40B4-BE49-F238E27FC236}">
                <a16:creationId xmlns:a16="http://schemas.microsoft.com/office/drawing/2014/main" id="{9C4E796C-79C6-4EBD-90AF-2E305E78D151}"/>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3" name="object-13">
            <a:extLst>
              <a:ext uri="{FF2B5EF4-FFF2-40B4-BE49-F238E27FC236}">
                <a16:creationId xmlns:a16="http://schemas.microsoft.com/office/drawing/2014/main" id="{ACAD1370-407C-4EF7-BC26-9B7F71F9FEEC}"/>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4" name="object-14">
            <a:extLst>
              <a:ext uri="{FF2B5EF4-FFF2-40B4-BE49-F238E27FC236}">
                <a16:creationId xmlns:a16="http://schemas.microsoft.com/office/drawing/2014/main" id="{736B9CEC-401F-48CE-B9A2-8896500954DF}"/>
              </a:ext>
            </a:extLst>
          </p:cNvPr>
          <p:cNvSpPr>
            <a:spLocks noGrp="1"/>
          </p:cNvSpPr>
          <p:nvPr/>
        </p:nvSpPr>
        <p:spPr>
          <a:xfrm>
            <a:off x="8274844"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5" name="object-15">
            <a:extLst>
              <a:ext uri="{FF2B5EF4-FFF2-40B4-BE49-F238E27FC236}">
                <a16:creationId xmlns:a16="http://schemas.microsoft.com/office/drawing/2014/main" id="{0CCEF466-AD37-43B2-888B-1D62F65136BD}"/>
              </a:ext>
            </a:extLst>
          </p:cNvPr>
          <p:cNvSpPr>
            <a:spLocks noGrp="1"/>
          </p:cNvSpPr>
          <p:nvPr/>
        </p:nvSpPr>
        <p:spPr>
          <a:xfrm>
            <a:off x="6429375" y="4548188"/>
            <a:ext cx="83344" cy="83344"/>
          </a:xfrm>
          <a:prstGeom prst="ellipse">
            <a:avLst/>
          </a:prstGeom>
          <a:solidFill>
            <a:srgbClr val="172B4D"/>
          </a:solidFill>
          <a:ln w="11906">
            <a:solidFill>
              <a:srgbClr val="172B4D"/>
            </a:solidFill>
          </a:ln>
        </p:spPr>
      </p:sp>
      <p:sp>
        <p:nvSpPr>
          <p:cNvPr id="16" name="object-16">
            <a:extLst>
              <a:ext uri="{FF2B5EF4-FFF2-40B4-BE49-F238E27FC236}">
                <a16:creationId xmlns:a16="http://schemas.microsoft.com/office/drawing/2014/main" id="{E8FF4D2A-95CE-476A-A7D5-1742C0312AEB}"/>
              </a:ext>
            </a:extLst>
          </p:cNvPr>
          <p:cNvSpPr>
            <a:spLocks noGrp="1"/>
          </p:cNvSpPr>
          <p:nvPr/>
        </p:nvSpPr>
        <p:spPr>
          <a:xfrm>
            <a:off x="6429375" y="3393281"/>
            <a:ext cx="83344" cy="83344"/>
          </a:xfrm>
          <a:prstGeom prst="ellipse">
            <a:avLst/>
          </a:prstGeom>
          <a:solidFill>
            <a:srgbClr val="172B4D"/>
          </a:solidFill>
          <a:ln w="11906">
            <a:solidFill>
              <a:srgbClr val="172B4D"/>
            </a:solidFill>
          </a:ln>
        </p:spPr>
      </p:sp>
      <p:sp>
        <p:nvSpPr>
          <p:cNvPr id="17" name="object-17">
            <a:extLst>
              <a:ext uri="{FF2B5EF4-FFF2-40B4-BE49-F238E27FC236}">
                <a16:creationId xmlns:a16="http://schemas.microsoft.com/office/drawing/2014/main" id="{8D8A3298-C366-4B5B-A757-35DCA634E47B}"/>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8" name="object-18">
            <a:extLst>
              <a:ext uri="{FF2B5EF4-FFF2-40B4-BE49-F238E27FC236}">
                <a16:creationId xmlns:a16="http://schemas.microsoft.com/office/drawing/2014/main" id="{3FD0ED12-E1E3-44C2-A4E6-DFE325E7AD27}"/>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20: 2 times</a:t>
            </a:r>
          </a:p>
        </p:txBody>
      </p:sp>
      <p:sp>
        <p:nvSpPr>
          <p:cNvPr id="19" name="object-19">
            <a:extLst>
              <a:ext uri="{FF2B5EF4-FFF2-40B4-BE49-F238E27FC236}">
                <a16:creationId xmlns:a16="http://schemas.microsoft.com/office/drawing/2014/main" id="{84AD5084-784E-4160-96C2-981B3C24E1B2}"/>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20 − 16 = 4</a:t>
            </a:r>
          </a:p>
        </p:txBody>
      </p:sp>
      <p:sp>
        <p:nvSpPr>
          <p:cNvPr id="20" name="object-20">
            <a:extLst>
              <a:ext uri="{FF2B5EF4-FFF2-40B4-BE49-F238E27FC236}">
                <a16:creationId xmlns:a16="http://schemas.microsoft.com/office/drawing/2014/main" id="{219A4FDF-5778-462A-8277-1C4648ACE962}"/>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4</a:t>
            </a:r>
          </a:p>
        </p:txBody>
      </p:sp>
      <p:sp>
        <p:nvSpPr>
          <p:cNvPr id="21" name="object-21">
            <a:extLst>
              <a:ext uri="{FF2B5EF4-FFF2-40B4-BE49-F238E27FC236}">
                <a16:creationId xmlns:a16="http://schemas.microsoft.com/office/drawing/2014/main" id="{37C1C4A0-86EF-4E95-BD8B-7672194474F9}"/>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2" name="object-22">
            <a:extLst>
              <a:ext uri="{FF2B5EF4-FFF2-40B4-BE49-F238E27FC236}">
                <a16:creationId xmlns:a16="http://schemas.microsoft.com/office/drawing/2014/main" id="{EB5A5385-A380-4C71-963D-684906ECF574}"/>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44: 5 times</a:t>
            </a:r>
          </a:p>
        </p:txBody>
      </p:sp>
      <p:sp>
        <p:nvSpPr>
          <p:cNvPr id="23" name="object-23">
            <a:extLst>
              <a:ext uri="{FF2B5EF4-FFF2-40B4-BE49-F238E27FC236}">
                <a16:creationId xmlns:a16="http://schemas.microsoft.com/office/drawing/2014/main" id="{FC1C225C-C8AF-476B-B77A-3C113EF19631}"/>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44 − 40 = 4</a:t>
            </a:r>
          </a:p>
        </p:txBody>
      </p:sp>
      <p:sp>
        <p:nvSpPr>
          <p:cNvPr id="24" name="object-24">
            <a:extLst>
              <a:ext uri="{FF2B5EF4-FFF2-40B4-BE49-F238E27FC236}">
                <a16:creationId xmlns:a16="http://schemas.microsoft.com/office/drawing/2014/main" id="{42B15C26-76B1-42FA-ACA9-147AA59FB362}"/>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25" name="object-25">
            <a:extLst>
              <a:ext uri="{FF2B5EF4-FFF2-40B4-BE49-F238E27FC236}">
                <a16:creationId xmlns:a16="http://schemas.microsoft.com/office/drawing/2014/main" id="{C10C7C4A-25C1-43F7-8AAE-3AE3A2C5C70D}"/>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6" name="object-26">
            <a:extLst>
              <a:ext uri="{FF2B5EF4-FFF2-40B4-BE49-F238E27FC236}">
                <a16:creationId xmlns:a16="http://schemas.microsoft.com/office/drawing/2014/main" id="{D3D16913-ABA8-4539-A712-A7A8052D3636}"/>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45: 5 times</a:t>
            </a:r>
          </a:p>
        </p:txBody>
      </p:sp>
      <p:sp>
        <p:nvSpPr>
          <p:cNvPr id="27" name="object-27">
            <a:extLst>
              <a:ext uri="{FF2B5EF4-FFF2-40B4-BE49-F238E27FC236}">
                <a16:creationId xmlns:a16="http://schemas.microsoft.com/office/drawing/2014/main" id="{6ADA5AFC-8812-4193-9581-92524C826C3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45 − 40 = 5</a:t>
            </a:r>
          </a:p>
        </p:txBody>
      </p:sp>
      <p:sp>
        <p:nvSpPr>
          <p:cNvPr id="28" name="object-28">
            <a:extLst>
              <a:ext uri="{FF2B5EF4-FFF2-40B4-BE49-F238E27FC236}">
                <a16:creationId xmlns:a16="http://schemas.microsoft.com/office/drawing/2014/main" id="{6115B702-2D2A-4818-A4BA-B2654ED1A560}"/>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29" name="object-29">
            <a:extLst>
              <a:ext uri="{FF2B5EF4-FFF2-40B4-BE49-F238E27FC236}">
                <a16:creationId xmlns:a16="http://schemas.microsoft.com/office/drawing/2014/main" id="{82EE3E83-7571-4C9F-9F80-43092F8D0806}"/>
              </a:ext>
            </a:extLst>
          </p:cNvPr>
          <p:cNvSpPr>
            <a:spLocks noGrp="1"/>
          </p:cNvSpPr>
          <p:nvPr/>
        </p:nvSpPr>
        <p:spPr>
          <a:xfrm>
            <a:off x="7381875"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0" name="object-30">
            <a:extLst>
              <a:ext uri="{FF2B5EF4-FFF2-40B4-BE49-F238E27FC236}">
                <a16:creationId xmlns:a16="http://schemas.microsoft.com/office/drawing/2014/main" id="{3ABC5BC7-3348-49F5-8205-FF1BBC00F78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56: 7 times</a:t>
            </a:r>
          </a:p>
        </p:txBody>
      </p:sp>
      <p:sp>
        <p:nvSpPr>
          <p:cNvPr id="31" name="object-31">
            <a:extLst>
              <a:ext uri="{FF2B5EF4-FFF2-40B4-BE49-F238E27FC236}">
                <a16:creationId xmlns:a16="http://schemas.microsoft.com/office/drawing/2014/main" id="{0C3A1EA5-2F4B-4F28-A0CC-887071E0E927}"/>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56 − 56 = 0</a:t>
            </a:r>
          </a:p>
        </p:txBody>
      </p:sp>
      <p:sp>
        <p:nvSpPr>
          <p:cNvPr id="32" name="object-32">
            <a:extLst>
              <a:ext uri="{FF2B5EF4-FFF2-40B4-BE49-F238E27FC236}">
                <a16:creationId xmlns:a16="http://schemas.microsoft.com/office/drawing/2014/main" id="{628ED273-C414-449E-8E79-139E0251E37F}"/>
              </a:ext>
            </a:extLst>
          </p:cNvPr>
          <p:cNvSpPr>
            <a:spLocks noGrp="1"/>
          </p:cNvSpPr>
          <p:nvPr/>
        </p:nvSpPr>
        <p:spPr>
          <a:xfrm>
            <a:off x="8274844"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33" name="object-33">
            <a:extLst>
              <a:ext uri="{FF2B5EF4-FFF2-40B4-BE49-F238E27FC236}">
                <a16:creationId xmlns:a16="http://schemas.microsoft.com/office/drawing/2014/main" id="{D9B0B1B2-E2DD-4C20-9425-16C6B6BA12F1}"/>
              </a:ext>
            </a:extLst>
          </p:cNvPr>
          <p:cNvSpPr>
            <a:spLocks noGrp="1"/>
          </p:cNvSpPr>
          <p:nvPr/>
        </p:nvSpPr>
        <p:spPr>
          <a:xfrm>
            <a:off x="8274844"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34" name="object-34">
            <a:extLst>
              <a:ext uri="{FF2B5EF4-FFF2-40B4-BE49-F238E27FC236}">
                <a16:creationId xmlns:a16="http://schemas.microsoft.com/office/drawing/2014/main" id="{77C26197-D808-415A-BF35-557C99F37E81}"/>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0: 0 times</a:t>
            </a:r>
          </a:p>
        </p:txBody>
      </p:sp>
      <p:sp>
        <p:nvSpPr>
          <p:cNvPr id="35" name="object-35">
            <a:extLst>
              <a:ext uri="{FF2B5EF4-FFF2-40B4-BE49-F238E27FC236}">
                <a16:creationId xmlns:a16="http://schemas.microsoft.com/office/drawing/2014/main" id="{B27B428B-5A33-4E96-9CFD-206D013A20D6}"/>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36" name="object-36">
            <a:extLst>
              <a:ext uri="{FF2B5EF4-FFF2-40B4-BE49-F238E27FC236}">
                <a16:creationId xmlns:a16="http://schemas.microsoft.com/office/drawing/2014/main" id="{E02D2179-09C8-4058-B9EA-1DABF2A96993}"/>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204.56 ÷ 8 = 25.57</a:t>
            </a:r>
          </a:p>
        </p:txBody>
      </p:sp>
    </p:spTree>
    <p:extLst>
      <p:ext uri="{BB962C8B-B14F-4D97-AF65-F5344CB8AC3E}">
        <p14:creationId xmlns:p14="http://schemas.microsoft.com/office/powerpoint/2010/main" val="183441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20"/>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8"/>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9"/>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20"/>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4"/>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2"/>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3"/>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par>
                          <p:cTn id="51" fill="hold">
                            <p:stCondLst>
                              <p:cond delay="0"/>
                            </p:stCondLst>
                            <p:childTnLst>
                              <p:par>
                                <p:cTn id="52" presetID="63" presetClass="path" presetSubtype="0" accel="50000" decel="50000" fill="hold" grpId="1" nodeType="afterEffect">
                                  <p:stCondLst>
                                    <p:cond delay="0"/>
                                  </p:stCondLst>
                                  <p:childTnLst>
                                    <p:animMotion origin="layout" path="M 0 0 L 0.1796875 0.27083333 E" pathEditMode="relative" ptsTypes="">
                                      <p:cBhvr>
                                        <p:cTn id="53" dur="800" fill="hold"/>
                                        <p:tgtEl>
                                          <p:spTgt spid="28"/>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xit" presetSubtype="0" fill="hold" grpId="1" nodeType="withEffect">
                                  <p:stCondLst>
                                    <p:cond delay="0"/>
                                  </p:stCondLst>
                                  <p:childTnLst>
                                    <p:set>
                                      <p:cBhvr>
                                        <p:cTn id="59" dur="1" fill="hold">
                                          <p:stCondLst>
                                            <p:cond delay="0"/>
                                          </p:stCondLst>
                                        </p:cTn>
                                        <p:tgtEl>
                                          <p:spTgt spid="26"/>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27"/>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28"/>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childTnLst>
                                </p:cTn>
                              </p:par>
                            </p:childTnLst>
                          </p:cTn>
                        </p:par>
                        <p:par>
                          <p:cTn id="70" fill="hold">
                            <p:stCondLst>
                              <p:cond delay="0"/>
                            </p:stCondLst>
                            <p:childTnLst>
                              <p:par>
                                <p:cTn id="71" presetID="63" presetClass="path" presetSubtype="0" accel="50000" decel="50000" fill="hold" grpId="1" nodeType="afterEffect">
                                  <p:stCondLst>
                                    <p:cond delay="0"/>
                                  </p:stCondLst>
                                  <p:childTnLst>
                                    <p:animMotion origin="layout" path="M 0 0 L 0.12109375 0.27083333 E" pathEditMode="relative" ptsTypes="">
                                      <p:cBhvr>
                                        <p:cTn id="72" dur="800" fill="hold"/>
                                        <p:tgtEl>
                                          <p:spTgt spid="32"/>
                                        </p:tgtEl>
                                        <p:attrNameLst>
                                          <p:attrName>ppt_x</p:attrName>
                                          <p:attrName>ppt_y</p:attrName>
                                        </p:attrNameLst>
                                      </p:cBhvr>
                                    </p:animMotion>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1"/>
                                        </p:tgtEl>
                                        <p:attrNameLst>
                                          <p:attrName>style.visibility</p:attrName>
                                        </p:attrNameLst>
                                      </p:cBhvr>
                                      <p:to>
                                        <p:strVal val="hidden"/>
                                      </p:to>
                                    </p:set>
                                  </p:childTnLst>
                                </p:cTn>
                              </p:par>
                              <p:par>
                                <p:cTn id="81" presetID="1" presetClass="exit" presetSubtype="0" fill="hold" grpId="2" nodeType="withEffect">
                                  <p:stCondLst>
                                    <p:cond delay="0"/>
                                  </p:stCondLst>
                                  <p:childTnLst>
                                    <p:set>
                                      <p:cBhvr>
                                        <p:cTn id="82" dur="1" fill="hold">
                                          <p:stCondLst>
                                            <p:cond delay="0"/>
                                          </p:stCondLst>
                                        </p:cTn>
                                        <p:tgtEl>
                                          <p:spTgt spid="32"/>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8" grpId="1"/>
      <p:bldP spid="19" grpId="0"/>
      <p:bldP spid="19" grpId="1"/>
      <p:bldP spid="20" grpId="0"/>
      <p:bldP spid="20" grpId="1"/>
      <p:bldP spid="20" grpId="2"/>
      <p:bldP spid="21" grpId="0"/>
      <p:bldP spid="22" grpId="0"/>
      <p:bldP spid="22" grpId="1"/>
      <p:bldP spid="23" grpId="0"/>
      <p:bldP spid="23" grpId="1"/>
      <p:bldP spid="24" grpId="0"/>
      <p:bldP spid="24" grpId="1"/>
      <p:bldP spid="24" grpId="2"/>
      <p:bldP spid="25" grpId="0"/>
      <p:bldP spid="26" grpId="0"/>
      <p:bldP spid="26" grpId="1"/>
      <p:bldP spid="27" grpId="0"/>
      <p:bldP spid="27" grpId="1"/>
      <p:bldP spid="28" grpId="0"/>
      <p:bldP spid="28" grpId="1"/>
      <p:bldP spid="28" grpId="2"/>
      <p:bldP spid="29" grpId="0"/>
      <p:bldP spid="30" grpId="0"/>
      <p:bldP spid="30" grpId="1"/>
      <p:bldP spid="31" grpId="0"/>
      <p:bldP spid="31" grpId="1"/>
      <p:bldP spid="32" grpId="0"/>
      <p:bldP spid="32" grpId="1"/>
      <p:bldP spid="32" grpId="2"/>
      <p:bldP spid="33" grpId="0"/>
      <p:bldP spid="34" grpId="0"/>
      <p:bldP spid="35"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object-1">
            <a:extLst>
              <a:ext uri="{FF2B5EF4-FFF2-40B4-BE49-F238E27FC236}">
                <a16:creationId xmlns:a16="http://schemas.microsoft.com/office/drawing/2014/main" id="{4DC6108D-AC44-42DA-A797-2F41A9B96C6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5C0C6375-96DE-4CA6-82BE-DD32171D3898}"/>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A42F2CF3-1A25-46DB-8ED4-81BD1766A84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292.56 ÷ 8.</a:t>
            </a:r>
          </a:p>
        </p:txBody>
      </p:sp>
      <p:sp>
        <p:nvSpPr>
          <p:cNvPr id="4" name="object-4">
            <a:extLst>
              <a:ext uri="{FF2B5EF4-FFF2-40B4-BE49-F238E27FC236}">
                <a16:creationId xmlns:a16="http://schemas.microsoft.com/office/drawing/2014/main" id="{8AB5230B-B38B-45C2-BA8D-8E445271D69A}"/>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72A7EA9-EA40-43E1-B3B6-6FA9B32FB23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6" name="object-6">
            <a:extLst>
              <a:ext uri="{FF2B5EF4-FFF2-40B4-BE49-F238E27FC236}">
                <a16:creationId xmlns:a16="http://schemas.microsoft.com/office/drawing/2014/main" id="{4CD008FE-0719-4624-899B-235881DE38F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483D5ECE-9958-405B-9F40-9456357406B6}"/>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8</a:t>
            </a:r>
          </a:p>
        </p:txBody>
      </p:sp>
      <p:sp>
        <p:nvSpPr>
          <p:cNvPr id="8" name="object-8">
            <a:extLst>
              <a:ext uri="{FF2B5EF4-FFF2-40B4-BE49-F238E27FC236}">
                <a16:creationId xmlns:a16="http://schemas.microsoft.com/office/drawing/2014/main" id="{5D999260-A3CA-43D6-8322-ABAF32109521}"/>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1CD120E2-7E54-4A8D-A862-EC435503A489}"/>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17946866-BDF1-4FE4-A759-10EAF745CAFE}"/>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1" name="object-11">
            <a:extLst>
              <a:ext uri="{FF2B5EF4-FFF2-40B4-BE49-F238E27FC236}">
                <a16:creationId xmlns:a16="http://schemas.microsoft.com/office/drawing/2014/main" id="{FE46E1EE-75ED-4102-8C0F-9F69073BC5E2}"/>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9</a:t>
            </a:r>
          </a:p>
        </p:txBody>
      </p:sp>
      <p:sp>
        <p:nvSpPr>
          <p:cNvPr id="12" name="object-12">
            <a:extLst>
              <a:ext uri="{FF2B5EF4-FFF2-40B4-BE49-F238E27FC236}">
                <a16:creationId xmlns:a16="http://schemas.microsoft.com/office/drawing/2014/main" id="{E26FA7B6-731C-4B92-B540-94A88DFD9FD4}"/>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3" name="object-13">
            <a:extLst>
              <a:ext uri="{FF2B5EF4-FFF2-40B4-BE49-F238E27FC236}">
                <a16:creationId xmlns:a16="http://schemas.microsoft.com/office/drawing/2014/main" id="{5D1C5FDC-57FC-4004-8276-3F5F81AD54DF}"/>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4" name="object-14">
            <a:extLst>
              <a:ext uri="{FF2B5EF4-FFF2-40B4-BE49-F238E27FC236}">
                <a16:creationId xmlns:a16="http://schemas.microsoft.com/office/drawing/2014/main" id="{89DC78F0-6B3E-4055-A8DD-7DA54A99FF9F}"/>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5" name="object-15">
            <a:extLst>
              <a:ext uri="{FF2B5EF4-FFF2-40B4-BE49-F238E27FC236}">
                <a16:creationId xmlns:a16="http://schemas.microsoft.com/office/drawing/2014/main" id="{B602FD1D-152A-4495-A250-DEFEDC5ABB30}"/>
              </a:ext>
            </a:extLst>
          </p:cNvPr>
          <p:cNvSpPr>
            <a:spLocks noGrp="1"/>
          </p:cNvSpPr>
          <p:nvPr/>
        </p:nvSpPr>
        <p:spPr>
          <a:xfrm>
            <a:off x="8274844"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94507CF4-ECC7-4E4A-AB9D-51191E6B0697}"/>
              </a:ext>
            </a:extLst>
          </p:cNvPr>
          <p:cNvSpPr>
            <a:spLocks noGrp="1"/>
          </p:cNvSpPr>
          <p:nvPr/>
        </p:nvSpPr>
        <p:spPr>
          <a:xfrm>
            <a:off x="6429375" y="4548188"/>
            <a:ext cx="83344" cy="83344"/>
          </a:xfrm>
          <a:prstGeom prst="ellipse">
            <a:avLst/>
          </a:prstGeom>
          <a:solidFill>
            <a:srgbClr val="172B4D"/>
          </a:solidFill>
          <a:ln w="11906">
            <a:solidFill>
              <a:srgbClr val="172B4D"/>
            </a:solidFill>
          </a:ln>
        </p:spPr>
      </p:sp>
      <p:sp>
        <p:nvSpPr>
          <p:cNvPr id="17" name="object-17">
            <a:extLst>
              <a:ext uri="{FF2B5EF4-FFF2-40B4-BE49-F238E27FC236}">
                <a16:creationId xmlns:a16="http://schemas.microsoft.com/office/drawing/2014/main" id="{E1110E44-656C-42DD-ABE8-0022D1118684}"/>
              </a:ext>
            </a:extLst>
          </p:cNvPr>
          <p:cNvSpPr>
            <a:spLocks noGrp="1"/>
          </p:cNvSpPr>
          <p:nvPr/>
        </p:nvSpPr>
        <p:spPr>
          <a:xfrm>
            <a:off x="6429375" y="3393281"/>
            <a:ext cx="83344" cy="83344"/>
          </a:xfrm>
          <a:prstGeom prst="ellipse">
            <a:avLst/>
          </a:prstGeom>
          <a:solidFill>
            <a:srgbClr val="172B4D"/>
          </a:solidFill>
          <a:ln w="11906">
            <a:solidFill>
              <a:srgbClr val="172B4D"/>
            </a:solidFill>
          </a:ln>
        </p:spPr>
      </p:sp>
      <p:sp>
        <p:nvSpPr>
          <p:cNvPr id="18" name="object-18">
            <a:extLst>
              <a:ext uri="{FF2B5EF4-FFF2-40B4-BE49-F238E27FC236}">
                <a16:creationId xmlns:a16="http://schemas.microsoft.com/office/drawing/2014/main" id="{3034B9D9-5E59-4F62-86E9-C03DC8B1E872}"/>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9" name="object-19">
            <a:extLst>
              <a:ext uri="{FF2B5EF4-FFF2-40B4-BE49-F238E27FC236}">
                <a16:creationId xmlns:a16="http://schemas.microsoft.com/office/drawing/2014/main" id="{3E32152E-4C9D-442B-8CB5-9FC6FC35704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29: 3 times</a:t>
            </a:r>
          </a:p>
        </p:txBody>
      </p:sp>
      <p:sp>
        <p:nvSpPr>
          <p:cNvPr id="20" name="object-20">
            <a:extLst>
              <a:ext uri="{FF2B5EF4-FFF2-40B4-BE49-F238E27FC236}">
                <a16:creationId xmlns:a16="http://schemas.microsoft.com/office/drawing/2014/main" id="{1F635EB1-027B-46FB-A04A-8BEBCF91A60D}"/>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29 − 24 = 5</a:t>
            </a:r>
          </a:p>
        </p:txBody>
      </p:sp>
      <p:sp>
        <p:nvSpPr>
          <p:cNvPr id="21" name="object-21">
            <a:extLst>
              <a:ext uri="{FF2B5EF4-FFF2-40B4-BE49-F238E27FC236}">
                <a16:creationId xmlns:a16="http://schemas.microsoft.com/office/drawing/2014/main" id="{5068C5C0-D835-4EE6-9C0A-9D8324C2768C}"/>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2</a:t>
            </a:r>
          </a:p>
        </p:txBody>
      </p:sp>
      <p:sp>
        <p:nvSpPr>
          <p:cNvPr id="22" name="object-22">
            <a:extLst>
              <a:ext uri="{FF2B5EF4-FFF2-40B4-BE49-F238E27FC236}">
                <a16:creationId xmlns:a16="http://schemas.microsoft.com/office/drawing/2014/main" id="{0AC330AC-59D6-4E94-8F13-208167C76F1C}"/>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6</a:t>
            </a:r>
          </a:p>
        </p:txBody>
      </p:sp>
      <p:sp>
        <p:nvSpPr>
          <p:cNvPr id="23" name="object-23">
            <a:extLst>
              <a:ext uri="{FF2B5EF4-FFF2-40B4-BE49-F238E27FC236}">
                <a16:creationId xmlns:a16="http://schemas.microsoft.com/office/drawing/2014/main" id="{0BFECACB-77BA-426A-B28F-676BD8722E31}"/>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52: 6 times</a:t>
            </a:r>
          </a:p>
        </p:txBody>
      </p:sp>
      <p:sp>
        <p:nvSpPr>
          <p:cNvPr id="24" name="object-24">
            <a:extLst>
              <a:ext uri="{FF2B5EF4-FFF2-40B4-BE49-F238E27FC236}">
                <a16:creationId xmlns:a16="http://schemas.microsoft.com/office/drawing/2014/main" id="{541B8A3C-75AF-49BF-8434-DC533C99302E}"/>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52 − 48 = 4</a:t>
            </a:r>
          </a:p>
        </p:txBody>
      </p:sp>
      <p:sp>
        <p:nvSpPr>
          <p:cNvPr id="25" name="object-25">
            <a:extLst>
              <a:ext uri="{FF2B5EF4-FFF2-40B4-BE49-F238E27FC236}">
                <a16:creationId xmlns:a16="http://schemas.microsoft.com/office/drawing/2014/main" id="{D668AF5C-DB74-4172-B8BB-A9C860F11356}"/>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26" name="object-26">
            <a:extLst>
              <a:ext uri="{FF2B5EF4-FFF2-40B4-BE49-F238E27FC236}">
                <a16:creationId xmlns:a16="http://schemas.microsoft.com/office/drawing/2014/main" id="{E16C5AB0-4353-4028-BFE5-70755DB30F76}"/>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7" name="object-27">
            <a:extLst>
              <a:ext uri="{FF2B5EF4-FFF2-40B4-BE49-F238E27FC236}">
                <a16:creationId xmlns:a16="http://schemas.microsoft.com/office/drawing/2014/main" id="{921A5BA0-E301-48F3-9FE5-1319F0952A50}"/>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45: 5 times</a:t>
            </a:r>
          </a:p>
        </p:txBody>
      </p:sp>
      <p:sp>
        <p:nvSpPr>
          <p:cNvPr id="28" name="object-28">
            <a:extLst>
              <a:ext uri="{FF2B5EF4-FFF2-40B4-BE49-F238E27FC236}">
                <a16:creationId xmlns:a16="http://schemas.microsoft.com/office/drawing/2014/main" id="{38CB509B-2F70-4987-B8B4-CBD56F230027}"/>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45 − 40 = 5</a:t>
            </a:r>
          </a:p>
        </p:txBody>
      </p:sp>
      <p:sp>
        <p:nvSpPr>
          <p:cNvPr id="29" name="object-29">
            <a:extLst>
              <a:ext uri="{FF2B5EF4-FFF2-40B4-BE49-F238E27FC236}">
                <a16:creationId xmlns:a16="http://schemas.microsoft.com/office/drawing/2014/main" id="{3C6A7E40-D3DA-4316-AC25-BDB30BC182EB}"/>
              </a:ext>
            </a:extLst>
          </p:cNvPr>
          <p:cNvSpPr>
            <a:spLocks noGrp="1"/>
          </p:cNvSpPr>
          <p:nvPr/>
        </p:nvSpPr>
        <p:spPr>
          <a:xfrm>
            <a:off x="7381875"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30" name="object-30">
            <a:extLst>
              <a:ext uri="{FF2B5EF4-FFF2-40B4-BE49-F238E27FC236}">
                <a16:creationId xmlns:a16="http://schemas.microsoft.com/office/drawing/2014/main" id="{9947C5B4-8794-4DD0-A011-9CB7570B4C20}"/>
              </a:ext>
            </a:extLst>
          </p:cNvPr>
          <p:cNvSpPr>
            <a:spLocks noGrp="1"/>
          </p:cNvSpPr>
          <p:nvPr/>
        </p:nvSpPr>
        <p:spPr>
          <a:xfrm>
            <a:off x="7381875"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1" name="object-31">
            <a:extLst>
              <a:ext uri="{FF2B5EF4-FFF2-40B4-BE49-F238E27FC236}">
                <a16:creationId xmlns:a16="http://schemas.microsoft.com/office/drawing/2014/main" id="{01C4EC2D-FB70-4477-9EF8-1EFF9A052607}"/>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56: 7 times</a:t>
            </a:r>
          </a:p>
        </p:txBody>
      </p:sp>
      <p:sp>
        <p:nvSpPr>
          <p:cNvPr id="32" name="object-32">
            <a:extLst>
              <a:ext uri="{FF2B5EF4-FFF2-40B4-BE49-F238E27FC236}">
                <a16:creationId xmlns:a16="http://schemas.microsoft.com/office/drawing/2014/main" id="{C65CC139-2948-4535-A5BD-97F176C6D78E}"/>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56 − 56 = 0</a:t>
            </a:r>
          </a:p>
        </p:txBody>
      </p:sp>
      <p:sp>
        <p:nvSpPr>
          <p:cNvPr id="33" name="object-33">
            <a:extLst>
              <a:ext uri="{FF2B5EF4-FFF2-40B4-BE49-F238E27FC236}">
                <a16:creationId xmlns:a16="http://schemas.microsoft.com/office/drawing/2014/main" id="{B682A650-DCD7-49A1-897C-B63851B6D1BC}"/>
              </a:ext>
            </a:extLst>
          </p:cNvPr>
          <p:cNvSpPr>
            <a:spLocks noGrp="1"/>
          </p:cNvSpPr>
          <p:nvPr/>
        </p:nvSpPr>
        <p:spPr>
          <a:xfrm>
            <a:off x="8274844"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34" name="object-34">
            <a:extLst>
              <a:ext uri="{FF2B5EF4-FFF2-40B4-BE49-F238E27FC236}">
                <a16:creationId xmlns:a16="http://schemas.microsoft.com/office/drawing/2014/main" id="{3BAAE493-A353-4AF4-8E2A-3E0C45D3E662}"/>
              </a:ext>
            </a:extLst>
          </p:cNvPr>
          <p:cNvSpPr>
            <a:spLocks noGrp="1"/>
          </p:cNvSpPr>
          <p:nvPr/>
        </p:nvSpPr>
        <p:spPr>
          <a:xfrm>
            <a:off x="8274844"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35" name="object-35">
            <a:extLst>
              <a:ext uri="{FF2B5EF4-FFF2-40B4-BE49-F238E27FC236}">
                <a16:creationId xmlns:a16="http://schemas.microsoft.com/office/drawing/2014/main" id="{5CE50041-E72E-482A-BF07-3B8B83CAAC5D}"/>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 fits into 0: 0 times</a:t>
            </a:r>
          </a:p>
        </p:txBody>
      </p:sp>
      <p:sp>
        <p:nvSpPr>
          <p:cNvPr id="36" name="object-36">
            <a:extLst>
              <a:ext uri="{FF2B5EF4-FFF2-40B4-BE49-F238E27FC236}">
                <a16:creationId xmlns:a16="http://schemas.microsoft.com/office/drawing/2014/main" id="{1F08CE28-D32F-4D54-88E5-82EA58789072}"/>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37" name="object-37">
            <a:extLst>
              <a:ext uri="{FF2B5EF4-FFF2-40B4-BE49-F238E27FC236}">
                <a16:creationId xmlns:a16="http://schemas.microsoft.com/office/drawing/2014/main" id="{B227DA43-B219-4633-AD7A-0882166F9A3B}"/>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292.56 ÷ 8 = 36.57</a:t>
            </a:r>
          </a:p>
        </p:txBody>
      </p:sp>
    </p:spTree>
    <p:extLst>
      <p:ext uri="{BB962C8B-B14F-4D97-AF65-F5344CB8AC3E}">
        <p14:creationId xmlns:p14="http://schemas.microsoft.com/office/powerpoint/2010/main" val="16006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21"/>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9"/>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20"/>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21"/>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5"/>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3"/>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4"/>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5"/>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par>
                          <p:cTn id="51" fill="hold">
                            <p:stCondLst>
                              <p:cond delay="0"/>
                            </p:stCondLst>
                            <p:childTnLst>
                              <p:par>
                                <p:cTn id="52" presetID="63" presetClass="path" presetSubtype="0" accel="50000" decel="50000" fill="hold" grpId="1" nodeType="afterEffect">
                                  <p:stCondLst>
                                    <p:cond delay="0"/>
                                  </p:stCondLst>
                                  <p:childTnLst>
                                    <p:animMotion origin="layout" path="M 0 0 L 0.1796875 0.27083333 E" pathEditMode="relative" ptsTypes="">
                                      <p:cBhvr>
                                        <p:cTn id="53" dur="800" fill="hold"/>
                                        <p:tgtEl>
                                          <p:spTgt spid="29"/>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par>
                                <p:cTn id="58" presetID="1" presetClass="exit" presetSubtype="0" fill="hold" grpId="1" nodeType="withEffect">
                                  <p:stCondLst>
                                    <p:cond delay="0"/>
                                  </p:stCondLst>
                                  <p:childTnLst>
                                    <p:set>
                                      <p:cBhvr>
                                        <p:cTn id="59" dur="1" fill="hold">
                                          <p:stCondLst>
                                            <p:cond delay="0"/>
                                          </p:stCondLst>
                                        </p:cTn>
                                        <p:tgtEl>
                                          <p:spTgt spid="27"/>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28"/>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29"/>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childTnLst>
                          </p:cTn>
                        </p:par>
                        <p:par>
                          <p:cTn id="70" fill="hold">
                            <p:stCondLst>
                              <p:cond delay="0"/>
                            </p:stCondLst>
                            <p:childTnLst>
                              <p:par>
                                <p:cTn id="71" presetID="63" presetClass="path" presetSubtype="0" accel="50000" decel="50000" fill="hold" grpId="1" nodeType="afterEffect">
                                  <p:stCondLst>
                                    <p:cond delay="0"/>
                                  </p:stCondLst>
                                  <p:childTnLst>
                                    <p:animMotion origin="layout" path="M 0 0 L 0.12109375 0.27083333 E" pathEditMode="relative" ptsTypes="">
                                      <p:cBhvr>
                                        <p:cTn id="72" dur="800" fill="hold"/>
                                        <p:tgtEl>
                                          <p:spTgt spid="33"/>
                                        </p:tgtEl>
                                        <p:attrNameLst>
                                          <p:attrName>ppt_x</p:attrName>
                                          <p:attrName>ppt_y</p:attrName>
                                        </p:attrNameLst>
                                      </p:cBhvr>
                                    </p:animMotion>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31"/>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2"/>
                                        </p:tgtEl>
                                        <p:attrNameLst>
                                          <p:attrName>style.visibility</p:attrName>
                                        </p:attrNameLst>
                                      </p:cBhvr>
                                      <p:to>
                                        <p:strVal val="hidden"/>
                                      </p:to>
                                    </p:set>
                                  </p:childTnLst>
                                </p:cTn>
                              </p:par>
                              <p:par>
                                <p:cTn id="81" presetID="1" presetClass="exit" presetSubtype="0" fill="hold" grpId="2" nodeType="withEffect">
                                  <p:stCondLst>
                                    <p:cond delay="0"/>
                                  </p:stCondLst>
                                  <p:childTnLst>
                                    <p:set>
                                      <p:cBhvr>
                                        <p:cTn id="82" dur="1" fill="hold">
                                          <p:stCondLst>
                                            <p:cond delay="0"/>
                                          </p:stCondLst>
                                        </p:cTn>
                                        <p:tgtEl>
                                          <p:spTgt spid="33"/>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9" grpId="1"/>
      <p:bldP spid="20" grpId="0"/>
      <p:bldP spid="20" grpId="1"/>
      <p:bldP spid="21" grpId="0"/>
      <p:bldP spid="21" grpId="1"/>
      <p:bldP spid="21" grpId="2"/>
      <p:bldP spid="22" grpId="0"/>
      <p:bldP spid="23" grpId="0"/>
      <p:bldP spid="23" grpId="1"/>
      <p:bldP spid="24" grpId="0"/>
      <p:bldP spid="24" grpId="1"/>
      <p:bldP spid="25" grpId="0"/>
      <p:bldP spid="25" grpId="1"/>
      <p:bldP spid="25" grpId="2"/>
      <p:bldP spid="26" grpId="0"/>
      <p:bldP spid="27" grpId="0"/>
      <p:bldP spid="27" grpId="1"/>
      <p:bldP spid="28" grpId="0"/>
      <p:bldP spid="28" grpId="1"/>
      <p:bldP spid="29" grpId="0"/>
      <p:bldP spid="29" grpId="1"/>
      <p:bldP spid="29" grpId="2"/>
      <p:bldP spid="30" grpId="0"/>
      <p:bldP spid="31" grpId="0"/>
      <p:bldP spid="31" grpId="1"/>
      <p:bldP spid="32" grpId="0"/>
      <p:bldP spid="32" grpId="1"/>
      <p:bldP spid="33" grpId="0"/>
      <p:bldP spid="33" grpId="1"/>
      <p:bldP spid="33" grpId="2"/>
      <p:bldP spid="34" grpId="0"/>
      <p:bldP spid="35" grpId="0"/>
      <p:bldP spid="36" grpId="0"/>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28FD6246-327B-4CB5-ACC5-163A13C3847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E491E73F-0BB9-45F2-8A6A-541D56A77EEE}"/>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A244AAE-FB2F-4540-80D0-B5AC6E11A1A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55F97044-AB25-4B84-93AF-30901A29406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662D69F-275A-4956-B9AE-FB541FE51C4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6" name="object-6">
            <a:extLst>
              <a:ext uri="{FF2B5EF4-FFF2-40B4-BE49-F238E27FC236}">
                <a16:creationId xmlns:a16="http://schemas.microsoft.com/office/drawing/2014/main" id="{AAE2E4F0-D76D-4FA6-B5E8-28E1940384A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75FD7BCC-2833-4F6A-B983-11F92D31408C}"/>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3B9D9745-7D54-4AEB-9394-175D60AFEC97}"/>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28.56 divided by 8.</a:t>
            </a:r>
          </a:p>
        </p:txBody>
      </p:sp>
      <p:sp>
        <p:nvSpPr>
          <p:cNvPr id="9" name="object-9">
            <a:extLst>
              <a:ext uri="{FF2B5EF4-FFF2-40B4-BE49-F238E27FC236}">
                <a16:creationId xmlns:a16="http://schemas.microsoft.com/office/drawing/2014/main" id="{754380BF-E102-43E4-8313-9C0E1E7DF3EB}"/>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AA7F1805-88D9-4291-B5E3-C87BDA29C4DC}"/>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runner completes 3 laps of 2.375 km and then 1.85 km. How far altogether?</a:t>
            </a:r>
          </a:p>
        </p:txBody>
      </p:sp>
      <p:sp>
        <p:nvSpPr>
          <p:cNvPr id="11" name="object-11">
            <a:extLst>
              <a:ext uri="{FF2B5EF4-FFF2-40B4-BE49-F238E27FC236}">
                <a16:creationId xmlns:a16="http://schemas.microsoft.com/office/drawing/2014/main" id="{C829FCE3-089D-471A-93D6-E4E3E301C550}"/>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F9ECAD8F-14A1-4DCC-8255-2904E63AC2BF}"/>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34.75 + 8.906.</a:t>
            </a:r>
          </a:p>
        </p:txBody>
      </p:sp>
      <p:sp>
        <p:nvSpPr>
          <p:cNvPr id="13" name="object-13">
            <a:extLst>
              <a:ext uri="{FF2B5EF4-FFF2-40B4-BE49-F238E27FC236}">
                <a16:creationId xmlns:a16="http://schemas.microsoft.com/office/drawing/2014/main" id="{40583862-9E99-4788-B75D-F1D33EF0BAC8}"/>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B6B2AAF7-6AE0-44F2-B074-0A32A117BE74}"/>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Calculate 28.56 divided by 8.</a:t>
            </a:r>
          </a:p>
        </p:txBody>
      </p:sp>
      <p:sp>
        <p:nvSpPr>
          <p:cNvPr id="15" name="object-15">
            <a:extLst>
              <a:ext uri="{FF2B5EF4-FFF2-40B4-BE49-F238E27FC236}">
                <a16:creationId xmlns:a16="http://schemas.microsoft.com/office/drawing/2014/main" id="{2F31AF9A-6485-4D62-A534-DB15CF02BBB5}"/>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53A1345A-25CD-405F-831C-42D63C83985B}"/>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runner completes 3 laps of 2.375 km and then 1.85 km. How far altogether?</a:t>
            </a:r>
          </a:p>
        </p:txBody>
      </p:sp>
      <p:sp>
        <p:nvSpPr>
          <p:cNvPr id="17" name="object-17">
            <a:extLst>
              <a:ext uri="{FF2B5EF4-FFF2-40B4-BE49-F238E27FC236}">
                <a16:creationId xmlns:a16="http://schemas.microsoft.com/office/drawing/2014/main" id="{4A73EC80-4A3A-47CC-84AB-48ECEF567E3C}"/>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5A5E8189-824A-4F15-B896-C62C32E20755}"/>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Calculate 34.75 + 8.906.</a:t>
            </a:r>
          </a:p>
        </p:txBody>
      </p:sp>
      <p:sp>
        <p:nvSpPr>
          <p:cNvPr id="19" name="object-19">
            <a:extLst>
              <a:ext uri="{FF2B5EF4-FFF2-40B4-BE49-F238E27FC236}">
                <a16:creationId xmlns:a16="http://schemas.microsoft.com/office/drawing/2014/main" id="{9D0E37BD-F015-4700-B422-B65312D46053}"/>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B6FCB4FF-D391-4D6E-BA2E-898CF1654015}"/>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Calculate 50 - 17.485.</a:t>
            </a:r>
          </a:p>
        </p:txBody>
      </p:sp>
      <p:sp>
        <p:nvSpPr>
          <p:cNvPr id="21" name="object-21">
            <a:extLst>
              <a:ext uri="{FF2B5EF4-FFF2-40B4-BE49-F238E27FC236}">
                <a16:creationId xmlns:a16="http://schemas.microsoft.com/office/drawing/2014/main" id="{512F949A-B8E7-4B0B-B608-BAD93CAFFD46}"/>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86EB7D80-F449-44DE-9D88-33E03F5F77DE}"/>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lines up the final digits instead of the decimal points.</a:t>
            </a:r>
          </a:p>
        </p:txBody>
      </p:sp>
      <p:sp>
        <p:nvSpPr>
          <p:cNvPr id="23" name="object-23">
            <a:extLst>
              <a:ext uri="{FF2B5EF4-FFF2-40B4-BE49-F238E27FC236}">
                <a16:creationId xmlns:a16="http://schemas.microsoft.com/office/drawing/2014/main" id="{B0463A0F-BF22-484A-8D94-829EABD005BF}"/>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4D32D04C-1C12-4917-93C5-81C72E3C618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0924EA88-18A7-406E-AE53-FCF294BC2EAD}"/>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295D0091-8778-4681-97F5-D2C32D938193}"/>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Calculate 34.75 + 8.906.</a:t>
            </a:r>
          </a:p>
        </p:txBody>
      </p:sp>
    </p:spTree>
    <p:extLst>
      <p:ext uri="{BB962C8B-B14F-4D97-AF65-F5344CB8AC3E}">
        <p14:creationId xmlns:p14="http://schemas.microsoft.com/office/powerpoint/2010/main" val="59991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E9E219F1-5A4B-429B-8539-73CC59A5CB0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2FEEB158-4E30-42C1-B844-5741D50C96A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1A8A8D91-2E5E-40D6-A778-A6C18D5A5A4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A66DAE8-364C-4D77-9AF2-976B2F316F0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Divide decimals by whole numbers</a:t>
            </a:r>
          </a:p>
        </p:txBody>
      </p:sp>
      <p:sp>
        <p:nvSpPr>
          <p:cNvPr id="5" name="object-5">
            <a:extLst>
              <a:ext uri="{FF2B5EF4-FFF2-40B4-BE49-F238E27FC236}">
                <a16:creationId xmlns:a16="http://schemas.microsoft.com/office/drawing/2014/main" id="{DB3C4D08-320A-42AF-B2EA-01DB9E0E5DA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1B9517FA-4D2C-4BE5-96B5-75B551B890AC}"/>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674102F8-7AA4-4E9D-9F55-F6305EBC5119}"/>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3.57.</a:t>
            </a:r>
          </a:p>
        </p:txBody>
      </p:sp>
      <p:sp>
        <p:nvSpPr>
          <p:cNvPr id="8" name="object-8">
            <a:extLst>
              <a:ext uri="{FF2B5EF4-FFF2-40B4-BE49-F238E27FC236}">
                <a16:creationId xmlns:a16="http://schemas.microsoft.com/office/drawing/2014/main" id="{34313EB0-8365-4B39-9A93-AB2D5F12AC5D}"/>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A8465E78-2580-4BB0-9D03-015A75092960}"/>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8.975 km.</a:t>
            </a:r>
          </a:p>
        </p:txBody>
      </p:sp>
      <p:sp>
        <p:nvSpPr>
          <p:cNvPr id="10" name="object-10">
            <a:extLst>
              <a:ext uri="{FF2B5EF4-FFF2-40B4-BE49-F238E27FC236}">
                <a16:creationId xmlns:a16="http://schemas.microsoft.com/office/drawing/2014/main" id="{D2FCAC66-EF8C-4FE2-88BD-B1919A1F897F}"/>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3CABD05C-6813-4119-B70F-40EE93111E0D}"/>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43.656.</a:t>
            </a:r>
          </a:p>
        </p:txBody>
      </p:sp>
      <p:sp>
        <p:nvSpPr>
          <p:cNvPr id="12" name="object-12">
            <a:extLst>
              <a:ext uri="{FF2B5EF4-FFF2-40B4-BE49-F238E27FC236}">
                <a16:creationId xmlns:a16="http://schemas.microsoft.com/office/drawing/2014/main" id="{479CA8CE-BBD5-4C3E-A3E8-581F279F4E00}"/>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C8B6A843-D583-4D7A-B57C-A6C344BF77FC}"/>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3.57.</a:t>
            </a:r>
          </a:p>
        </p:txBody>
      </p:sp>
      <p:sp>
        <p:nvSpPr>
          <p:cNvPr id="14" name="object-14">
            <a:extLst>
              <a:ext uri="{FF2B5EF4-FFF2-40B4-BE49-F238E27FC236}">
                <a16:creationId xmlns:a16="http://schemas.microsoft.com/office/drawing/2014/main" id="{7A0A31DF-641B-4578-9648-60639402F5C5}"/>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A2012C30-13D4-4AD0-BB70-B6B673E66CF8}"/>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8.975 km. Method or representation may vary.</a:t>
            </a:r>
          </a:p>
        </p:txBody>
      </p:sp>
      <p:sp>
        <p:nvSpPr>
          <p:cNvPr id="16" name="object-16">
            <a:extLst>
              <a:ext uri="{FF2B5EF4-FFF2-40B4-BE49-F238E27FC236}">
                <a16:creationId xmlns:a16="http://schemas.microsoft.com/office/drawing/2014/main" id="{0E097B93-9219-4AA2-B4F0-4EB2A6B12DC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F77D81EA-F66E-46EE-AFB2-436988B257ED}"/>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43.656. A valid check must be shown.</a:t>
            </a:r>
          </a:p>
        </p:txBody>
      </p:sp>
      <p:sp>
        <p:nvSpPr>
          <p:cNvPr id="18" name="object-18">
            <a:extLst>
              <a:ext uri="{FF2B5EF4-FFF2-40B4-BE49-F238E27FC236}">
                <a16:creationId xmlns:a16="http://schemas.microsoft.com/office/drawing/2014/main" id="{7A903366-4B0A-417C-90E2-1A1B94A4FC52}"/>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6BA86A3C-6043-4E48-851B-8FD37C52A212}"/>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32.515. The explanation must show why the method works.</a:t>
            </a:r>
          </a:p>
        </p:txBody>
      </p:sp>
      <p:sp>
        <p:nvSpPr>
          <p:cNvPr id="20" name="object-20">
            <a:extLst>
              <a:ext uri="{FF2B5EF4-FFF2-40B4-BE49-F238E27FC236}">
                <a16:creationId xmlns:a16="http://schemas.microsoft.com/office/drawing/2014/main" id="{12E3D487-84F3-4F8D-8E57-5970A1EE336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E41525E5-4B1A-42B4-9DF3-32147098B80E}"/>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Align ones with ones and decimal points vertically so each place-value column stays correct.</a:t>
            </a:r>
          </a:p>
        </p:txBody>
      </p:sp>
      <p:sp>
        <p:nvSpPr>
          <p:cNvPr id="22" name="object-22">
            <a:extLst>
              <a:ext uri="{FF2B5EF4-FFF2-40B4-BE49-F238E27FC236}">
                <a16:creationId xmlns:a16="http://schemas.microsoft.com/office/drawing/2014/main" id="{7B66E040-49FD-4637-B44F-64F0AC2C1C66}"/>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65073ADC-F786-49C4-9CDD-AFCDFDD34DC8}"/>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574D7FCF-C7B6-4EB2-90A2-295413496898}"/>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E7E6FD7D-C4B8-4974-8CC1-D036F68F1BA7}"/>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21232651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1233</Words>
  <Application>Microsoft Office PowerPoint</Application>
  <DocSecurity>0</DocSecurity>
  <PresentationFormat>Custom</PresentationFormat>
  <Paragraphs>189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2026-09-14T13:14:27Z</dcterms:created>
  <dcterms:modified xsi:type="dcterms:W3CDTF">2026-09-14T13:16:02Z</dcterms:modified>
</cp:coreProperties>
</file>