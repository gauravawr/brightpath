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f7c55031044c01" /><Relationship Type="http://schemas.openxmlformats.org/officeDocument/2006/relationships/extended-properties" Target="/docProps/app.xml" Id="Ra672309407c44697" /><Relationship Type="http://schemas.openxmlformats.org/officeDocument/2006/relationships/officeDocument" Target="/ppt/presentation.xml" Id="Rdced84587d254f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be1a4616034363"/>
  </p:sldMasterIdLst>
  <p:notesMasterIdLst>
    <p:notesMasterId xmlns:r="http://schemas.openxmlformats.org/officeDocument/2006/relationships" r:id="Re990b6a9174e474d"/>
  </p:notesMasterIdLst>
  <p:sldIdLst>
    <p:sldId xmlns:r="http://schemas.openxmlformats.org/officeDocument/2006/relationships" id="256" r:id="R1415fb7a9ae644f2"/>
    <p:sldId xmlns:r="http://schemas.openxmlformats.org/officeDocument/2006/relationships" id="257" r:id="R5c678d827863468a"/>
    <p:sldId xmlns:r="http://schemas.openxmlformats.org/officeDocument/2006/relationships" id="258" r:id="R33fe42397ce34490"/>
    <p:sldId xmlns:r="http://schemas.openxmlformats.org/officeDocument/2006/relationships" id="259" r:id="R593f8d4092b04b48"/>
    <p:sldId xmlns:r="http://schemas.openxmlformats.org/officeDocument/2006/relationships" id="260" r:id="R7ec8938c146546c0"/>
    <p:sldId xmlns:r="http://schemas.openxmlformats.org/officeDocument/2006/relationships" id="261" r:id="R0a43158f25a34ed6"/>
    <p:sldId xmlns:r="http://schemas.openxmlformats.org/officeDocument/2006/relationships" id="262" r:id="R6adfb28c043146de"/>
    <p:sldId xmlns:r="http://schemas.openxmlformats.org/officeDocument/2006/relationships" id="263" r:id="Rbc880d86ccef4e97"/>
    <p:sldId xmlns:r="http://schemas.openxmlformats.org/officeDocument/2006/relationships" id="264" r:id="R127c48cfb15245f1"/>
    <p:sldId xmlns:r="http://schemas.openxmlformats.org/officeDocument/2006/relationships" id="265" r:id="R9a1ae6de80304746"/>
    <p:sldId xmlns:r="http://schemas.openxmlformats.org/officeDocument/2006/relationships" id="266" r:id="R0b1a1edced604bbc"/>
    <p:sldId xmlns:r="http://schemas.openxmlformats.org/officeDocument/2006/relationships" id="267" r:id="R40c430595c0a45f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6a1ac483104c66" /><Relationship Type="http://schemas.openxmlformats.org/officeDocument/2006/relationships/slideMaster" Target="/ppt/slideMasters/slideMaster1.xml" Id="R67be1a4616034363" /><Relationship Type="http://schemas.openxmlformats.org/officeDocument/2006/relationships/notesMaster" Target="/ppt/notesMasters/notesMaster1.xml" Id="Re990b6a9174e474d" /><Relationship Type="http://schemas.openxmlformats.org/officeDocument/2006/relationships/presProps" Target="/ppt/presProps.xml" Id="R7ab9ba69d68c4405" /><Relationship Type="http://schemas.openxmlformats.org/officeDocument/2006/relationships/tableStyles" Target="/ppt/tableStyles.xml" Id="R27df678dbd3a4094" /><Relationship Type="http://schemas.openxmlformats.org/officeDocument/2006/relationships/slide" Target="/ppt/slides/slide1.xml" Id="R1415fb7a9ae644f2" /><Relationship Type="http://schemas.openxmlformats.org/officeDocument/2006/relationships/slide" Target="/ppt/slides/slide2.xml" Id="R5c678d827863468a" /><Relationship Type="http://schemas.openxmlformats.org/officeDocument/2006/relationships/slide" Target="/ppt/slides/slide3.xml" Id="R33fe42397ce34490" /><Relationship Type="http://schemas.openxmlformats.org/officeDocument/2006/relationships/slide" Target="/ppt/slides/slide4.xml" Id="R593f8d4092b04b48" /><Relationship Type="http://schemas.openxmlformats.org/officeDocument/2006/relationships/slide" Target="/ppt/slides/slide5.xml" Id="R7ec8938c146546c0" /><Relationship Type="http://schemas.openxmlformats.org/officeDocument/2006/relationships/slide" Target="/ppt/slides/slide6.xml" Id="R0a43158f25a34ed6" /><Relationship Type="http://schemas.openxmlformats.org/officeDocument/2006/relationships/slide" Target="/ppt/slides/slide7.xml" Id="R6adfb28c043146de" /><Relationship Type="http://schemas.openxmlformats.org/officeDocument/2006/relationships/slide" Target="/ppt/slides/slide8.xml" Id="Rbc880d86ccef4e97" /><Relationship Type="http://schemas.openxmlformats.org/officeDocument/2006/relationships/slide" Target="/ppt/slides/slide9.xml" Id="R127c48cfb15245f1" /><Relationship Type="http://schemas.openxmlformats.org/officeDocument/2006/relationships/slide" Target="/ppt/slides/slide10.xml" Id="R9a1ae6de80304746" /><Relationship Type="http://schemas.openxmlformats.org/officeDocument/2006/relationships/slide" Target="/ppt/slides/slide11.xml" Id="R0b1a1edced604bbc" /><Relationship Type="http://schemas.openxmlformats.org/officeDocument/2006/relationships/slide" Target="/ppt/slides/slide12.xml" Id="R40c430595c0a45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dda1c9e7ea64d0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58d20c29b44105" /><Relationship Type="http://schemas.openxmlformats.org/officeDocument/2006/relationships/notesMaster" Target="/ppt/notesMasters/notesMaster1.xml" Id="Rca32dfc5018844c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4e85128506c46da" /><Relationship Type="http://schemas.openxmlformats.org/officeDocument/2006/relationships/notesMaster" Target="/ppt/notesMasters/notesMaster1.xml" Id="Rd9f3894a7e1d40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f42bfc2af54ac2" /><Relationship Type="http://schemas.openxmlformats.org/officeDocument/2006/relationships/notesMaster" Target="/ppt/notesMasters/notesMaster1.xml" Id="R69d09fd5c806473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0de9b5244f74852" /><Relationship Type="http://schemas.openxmlformats.org/officeDocument/2006/relationships/notesMaster" Target="/ppt/notesMasters/notesMaster1.xml" Id="R7e2199fd3acf48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5c8d6af50e74719" /><Relationship Type="http://schemas.openxmlformats.org/officeDocument/2006/relationships/notesMaster" Target="/ppt/notesMasters/notesMaster1.xml" Id="Re70d5dc9ab964d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cd3c1346fbb4b8f" /><Relationship Type="http://schemas.openxmlformats.org/officeDocument/2006/relationships/notesMaster" Target="/ppt/notesMasters/notesMaster1.xml" Id="Rdfb4273db79d418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b863b19c35741cb" /><Relationship Type="http://schemas.openxmlformats.org/officeDocument/2006/relationships/notesMaster" Target="/ppt/notesMasters/notesMaster1.xml" Id="R800442643d4d49a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7fd0933438645c5" /><Relationship Type="http://schemas.openxmlformats.org/officeDocument/2006/relationships/notesMaster" Target="/ppt/notesMasters/notesMaster1.xml" Id="R7950add93026438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be55ce123f54c87" /><Relationship Type="http://schemas.openxmlformats.org/officeDocument/2006/relationships/notesMaster" Target="/ppt/notesMasters/notesMaster1.xml" Id="R09f732d0073d490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f869a9caac4e98" /><Relationship Type="http://schemas.openxmlformats.org/officeDocument/2006/relationships/notesMaster" Target="/ppt/notesMasters/notesMaster1.xml" Id="R384fa3ed01eb4e9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92585b980b647b9" /><Relationship Type="http://schemas.openxmlformats.org/officeDocument/2006/relationships/notesMaster" Target="/ppt/notesMasters/notesMaster1.xml" Id="R32961d967d4e474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a534c16fb504599" /><Relationship Type="http://schemas.openxmlformats.org/officeDocument/2006/relationships/notesMaster" Target="/ppt/notesMasters/notesMaster1.xml" Id="Ra014c86d17084f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Decimal place-value chart, base-ten representations, squared paper, money and measure contexts.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8.975 km. | Align digits by place value and include placeholder zeros. | Align ones with ones and decimal points vertically so each place-value column stays correct.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decimal point, place value, tenths, hundredths, thousandths, exchange.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3.57.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8.975 km.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Align ones with ones and decimal points vertically so each place-value column stays correct.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8.975 km..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43.656..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32.515.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43.656.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43.656. | Align ones with ones and decimal points vertically so each place-value column stays correct.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e764f841c54c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d0c9e6312194712" /><Relationship Type="http://schemas.openxmlformats.org/officeDocument/2006/relationships/slideLayout" Target="/ppt/slideLayouts/slideLayout1.xml" Id="R87a8c246bb7945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a8c246bb7945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7fd0e0405f40b1" /><Relationship Type="http://schemas.openxmlformats.org/officeDocument/2006/relationships/notesSlide" Target="/ppt/notesSlides/notesSlide1.xml" Id="R2b07e0a38f574a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969cc286484e38" /><Relationship Type="http://schemas.openxmlformats.org/officeDocument/2006/relationships/notesSlide" Target="/ppt/notesSlides/notesSlide2.xml" Id="Rdfe3e5de63ae40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47e1057f1447d9" /><Relationship Type="http://schemas.openxmlformats.org/officeDocument/2006/relationships/notesSlide" Target="/ppt/notesSlides/notesSlide3.xml" Id="R95197e89cf3446b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bdf95da05e4b34" /><Relationship Type="http://schemas.openxmlformats.org/officeDocument/2006/relationships/notesSlide" Target="/ppt/notesSlides/notesSlide4.xml" Id="R7bb58acb0328471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0516bebb4b4d73" /><Relationship Type="http://schemas.openxmlformats.org/officeDocument/2006/relationships/notesSlide" Target="/ppt/notesSlides/notesSlide5.xml" Id="R86411b0240494b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bb6c9a5b534721" /><Relationship Type="http://schemas.openxmlformats.org/officeDocument/2006/relationships/notesSlide" Target="/ppt/notesSlides/notesSlide6.xml" Id="R61b4b3e0dd8842d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a4801459494fac" /><Relationship Type="http://schemas.openxmlformats.org/officeDocument/2006/relationships/image" Target="/ppt/media/image.png" Id="R88d6fef66eea4fcc" /><Relationship Type="http://schemas.openxmlformats.org/officeDocument/2006/relationships/notesSlide" Target="/ppt/notesSlides/notesSlide7.xml" Id="Ra35b64e8ebc9488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c13d90947e4cae" /><Relationship Type="http://schemas.openxmlformats.org/officeDocument/2006/relationships/notesSlide" Target="/ppt/notesSlides/notesSlide8.xml" Id="R0e179ee4ccf0440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3389efd2f04bf4" /><Relationship Type="http://schemas.openxmlformats.org/officeDocument/2006/relationships/notesSlide" Target="/ppt/notesSlides/notesSlide9.xml" Id="Rd36487c3abdc481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b097740a2247b7" /><Relationship Type="http://schemas.openxmlformats.org/officeDocument/2006/relationships/notesSlide" Target="/ppt/notesSlides/notesSlide10.xml" Id="R83c73ab284b34c0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7247679514488d" /><Relationship Type="http://schemas.openxmlformats.org/officeDocument/2006/relationships/notesSlide" Target="/ppt/notesSlides/notesSlide11.xml" Id="R90f7cc96a878434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07291cb1314280" /><Relationship Type="http://schemas.openxmlformats.org/officeDocument/2006/relationships/notesSlide" Target="/ppt/notesSlides/notesSlide12.xml" Id="R0a4f79ff4bba4d2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44B2C2-8B9B-4E3C-AEDF-DEAE1ECE5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749F45-71E0-4400-91CF-E1393962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E2D331-A3BC-4C4B-8C26-F3A7EF7E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CBC6BF-D144-4FB9-A39A-A995399A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35F376-227D-4FC6-BB22-87C562FE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A3F379-BAC4-40A7-A666-D3AE5CBF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63D51E-DC83-4230-B312-F1495C83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782421-EDFB-4366-ACF9-D7361869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decimals by whole numbers.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2A9E4A-8CCB-4F53-BB59-605FD6BF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3A40A0-727C-4FE0-AB33-6177DE01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Decimal place-value chart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19560A-A133-4891-9505-9D60A11C1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299530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FE4C68-B496-43C3-A83E-31FDF19C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11A27B-E22A-424C-8F04-AEFDBD2DF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A0FC4B-1C52-43E4-9BB0-732842B5A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E7C04F-D584-459C-B47B-BCB70D70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0DD705-A7A7-4991-AF5D-3B17F472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FBE0CB-CFBE-484D-A387-58698A4BC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E332C6-2F41-4F8A-98CA-1DB4AE79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CB4ABA-3BD8-44B6-B817-6AFE50853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64C60A-4A6D-4DA2-8A85-0B73B913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2810FA-1D3C-4B35-B460-F3BE38EDA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F6ADC3-1E72-4C59-93D4-9AFCC2A5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C396C7-B10A-4A37-8B3C-2FF2E40C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F1C301-ADFE-4E8F-880F-3AA3ED8DD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compare and calculate with decimals to three decimal places.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DC9D82-74CF-4D7C-B409-160E300F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2F7603-E517-48DB-8B0F-3EAAD27D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6A7BA7-78E6-4D47-B573-F1205054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D63F51-F09A-40DF-A8A4-6ECD0E36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runner completes 3 laps of 2.375 km and then 1.85 km. How far altogether?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B01451-9260-4D5B-B769-DCEB6EE2C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D241AD-84E2-4C0C-B709-CF5AE993C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A346E4-EA15-40CF-9F69-4AC77D1C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D9E12B-0175-46DC-AA15-2739A079C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28.56 divided by 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FB36B5-A718-44FF-A6C8-9FFE58836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593812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6AF6B8-0C75-4A68-8EA9-E77A750B3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E66B6-819E-43BF-AB51-5422075B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7025C4-5232-4427-817F-234537731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9B0EDF-0ABE-4A18-B68C-385503007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5C41B9-BFD0-4085-B29E-59D29BAB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A4E788-F8CF-46F7-8D82-D75FF639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D9AB5C-F5AF-4A57-BA1C-F2E87A9AB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620DDD-BE41-4615-9DD9-50F3BB83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0F714B-6162-4011-AF32-69E6FAC2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C3A997-EBF8-4EA0-922B-EDB15F70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decimals by whole numbers.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FA9BB-FBF7-46BB-B404-FD1DF241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71C66C-D4FA-42E6-89A9-0F54D1C0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Align digits by place value and include placeholder zeros.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7EF7DB-D896-4D5A-BC74-BFA4BD75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Calculate using the chosen mental or written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177970-35EC-45E2-9A90-B2323B0D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Estimate and check that the decimal point is reasonable.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AD0EDD-4BBD-4539-AA87-A8FCAA98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decimal point  |  place value  |  tenths  |  hundredths  |  thousandths  |  exchange</a:t>
            </a:r>
          </a:p>
        </p:txBody>
      </p:sp>
    </p:spTree>
    <p:extLst>
      <p:ext uri="{BB962C8B-B14F-4D97-AF65-F5344CB8AC3E}">
        <p14:creationId xmlns:p14="http://schemas.microsoft.com/office/powerpoint/2010/main" val="9903771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31F1A0-8410-496F-9CFB-2801AC23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078B52-867B-414F-B71F-D91C9F3FE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500986-DF20-42FC-8832-E67A23C9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71C055-021C-4CFD-9877-AB0A358DC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7C3944-5CDA-4DD8-BD2E-2E2114043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A1C98B-778E-4F1A-AE5B-3AB9D162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DCA4B3-AB6D-4736-8651-615705C9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7FEFB-0230-474E-A096-B50F9B1B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A088CC-DF7C-4145-ADEB-0D9DFC9E4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FD5A81-A99D-4C40-97D9-9454FAA85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28.56 divided by 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EACC46-F5F8-4089-97F5-52B01DF5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9EEB5D-0DE9-4EC4-A5BE-0CEDE449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9E61CC-6326-4BE0-A87A-E7087C0B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Align digits by place value and include placeholder zeros.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30AFE7-81FD-4C99-83FE-90C1751C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B0AE4F-89EF-48C4-934B-DDDBE837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53BD3D-3EEF-4059-B7C2-B4F37F38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Calculate using the chosen mental or written method.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0FF525-DE49-4EEA-B0AE-5663570C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98319E-BA88-4DA2-A321-34CA7F3B4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5903B5-0E7A-468F-BAFD-D8DE7299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3.57.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1B9470-A342-4F77-8825-8203FAAB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B8871A-3A19-44B8-977A-77FD67366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219701-9B6A-484B-A363-247A7D58F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Estimate and check that the decimal point is reasonable.</a:t>
            </a:r>
          </a:p>
        </p:txBody>
      </p:sp>
    </p:spTree>
    <p:extLst>
      <p:ext uri="{BB962C8B-B14F-4D97-AF65-F5344CB8AC3E}">
        <p14:creationId xmlns:p14="http://schemas.microsoft.com/office/powerpoint/2010/main" val="1981986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264CDD-6332-4661-8581-7D1D4483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0212CF-6D25-4534-AD72-412856A2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01AED5-7AD1-4C58-BDE9-22A7B3F7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00F4B4-150B-4902-BEEA-C241B0B9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6E66BD-0EEB-4146-8FF6-B2AC86ACE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D7013-31A8-4587-ACE2-B178057D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CCAAE3-76BB-4732-9157-B492D9CD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7C50A6-5F75-470D-B097-153628AC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7CDCCA-16B2-4BC0-A912-25064CA7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A4245A-85F4-48BE-B7A4-50D2AAD1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744CEC-232C-49C3-83F2-CA8A9920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3.57.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F7E269-7D92-4235-AFA6-F78D26F4F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5BDD31-8F38-459C-A04C-AEADC862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Estimate and check that the decimal point is reasonable.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277917-9730-4C19-8DFA-25B6B589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774651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5CD5A5-E2E6-415D-82CD-5DA979A2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6F597F-332D-4E95-B338-26000E51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D66EB8-364D-4B0C-AD85-6A6C572F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9A5CA6-D1B0-43B1-8C95-AA4F1A42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049DDE-19E8-4065-9BE6-63ABE9E3F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9E489C-7E8D-4496-9C0F-62028D9C0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8A1FF3-31DB-4002-B860-94EA7A39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73DBF7-680F-48EA-BD60-81A46C33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29F564-B8BD-4BAD-91F8-161BA9A6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71A071-7D3D-4B9E-A0F3-FF457934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runner completes 3 laps of 2.375 km and then 1.85 km. How far altogether?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52EBD1-25D7-45B2-852A-7DDEDB2B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02332F-AD34-4B5A-917D-9C93DA12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965499-E65E-4F90-B031-803B279B1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8FF5C7-7000-490F-816E-26F15C23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77D195-A9D8-4520-A447-930446B1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8.975 km.</a:t>
            </a:r>
          </a:p>
        </p:txBody>
      </p:sp>
    </p:spTree>
    <p:extLst>
      <p:ext uri="{BB962C8B-B14F-4D97-AF65-F5344CB8AC3E}">
        <p14:creationId xmlns:p14="http://schemas.microsoft.com/office/powerpoint/2010/main" val="5654577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88E2E5-84AC-4EF0-985A-C1576B6E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9B260C-AEBB-47B5-982D-F0C98B0E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98F227-0B7F-4124-B13E-88BB2AE9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FB7DEC-7A09-4CD6-9FD4-099261F7E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61A9E6-784E-4444-B911-F3BEBD7C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F639A4-BC77-4963-9F25-A2B3039B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5F50BC-FA6F-406A-A175-061521453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F380F0-A2B7-459E-9920-04A8FFB1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0687A7-0E72-4955-B4D6-2472337E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d6fef66eea4fcc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5B0C78-56A1-4EB1-8AE1-9ABDAEFCF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9E3DFA-7DD1-4435-808E-E9631DBCC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lines up the final digits instead of the decimal points.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E49123-7923-4CE4-869D-A47630BC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9A5EDE-E3CB-42B4-86AD-4A1452D5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067FB3-D2B6-455E-9673-16470836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Align ones with ones and decimal points vertically so each place-value column stays correct.</a:t>
            </a:r>
          </a:p>
        </p:txBody>
      </p:sp>
    </p:spTree>
    <p:extLst>
      <p:ext uri="{BB962C8B-B14F-4D97-AF65-F5344CB8AC3E}">
        <p14:creationId xmlns:p14="http://schemas.microsoft.com/office/powerpoint/2010/main" val="6483638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3D7597-B0FC-4D58-9C62-3437D915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CE5900-1FC0-45C9-A5E3-F9BE732B4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804658-515A-4BC0-B58E-3982813D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B4C5E9-A6FD-410D-B523-A7F101B2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D57B6A-2486-46C4-A51B-00A68D845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35AE85-AA53-4B3D-B7D4-755C0436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867FBD-3DD9-4D6F-BD25-AE621128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528361-BE3B-45E4-AC4C-5CA917A4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7C71A7-ADFF-43F0-8E67-720A279E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FE0086-341C-4175-94FA-8D095924B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BE5E43-8E81-44BD-826F-8CF94F52A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D276ED-6F12-4E86-8A50-F1FB6DB0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D56811-EE20-4452-8C79-D61275E4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runner completes 3 laps of 2.375 km and then 1.85 km. How far altogether?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60210C-34B0-4DF2-8B77-89E9CBCD7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C647C0-11C5-483E-9B22-04509227F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E84A9E-ECFB-4225-A1CE-8530B9B9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C28529-C05E-4822-BEB9-2594B2E9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90DBA4-B070-4794-AB4F-C1AFE312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018A03-70AC-4934-854D-4270BB50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193547-E91B-4B33-B867-A80B1B2D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35A563-5917-4B90-8929-8757B59C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8.975 km.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5D09AC-2F5D-4AAA-99D7-6A58950E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9746312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2D7933-DC73-4156-81ED-867DB6D4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4B1347-1151-481A-8223-458106AAB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13BD7D-BDC7-41AA-8C9B-21CDE7445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5027BD-0AD2-4F37-A7BC-73B54605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DA9EB4-1874-46DD-87FB-D729EBC5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75DAEA-AEC1-4FE9-A0CE-0B0E798E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E14663-517E-4EA9-B519-341FE11B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3DC686-33FD-4A0E-841A-2CB314EC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84A435-09AC-4CD9-A907-A3DA08A32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812ED5-F974-458B-8341-BA3113844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058D85-71A2-41A1-8C35-32D50387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FAB05-24A5-43B2-A8D1-5FB33DAD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A32CE2-0BF5-404A-907F-1B039528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34.75 + 8.906.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D94717-B131-41A0-A878-5D87F181D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2662B2-931F-493D-BC63-EA28601D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30E0C1-A5F0-473B-BEF1-96D177DE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80FD39-67E2-40CE-A68A-40020895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E0AB86-F13A-4933-908D-8B792647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B03E04-13B7-42B7-B2CF-055D94488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D2F42C-BE2A-435B-AA1E-CA6A3BC9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7FA224-200E-40BF-8274-29663F53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1373170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527D0E-4AA5-4ECA-9F4F-333F35F2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DC35B3-6C80-4DCB-8FC6-394E0CDD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CE74E8-9681-49D9-9E95-F8E770AC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60453A-97D9-40E8-A627-17FA8C770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CBD29A-23A4-4CB0-A4C1-797E1369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94C517-1E32-4963-B3FE-AD39E648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3C445E-2486-4ED2-9C6B-0B0C590F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7EECF-8B1F-447B-9B21-2425A8AB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B82A60-C66B-4DD9-AE11-71AC7C75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74165C-43EE-4F3F-BB1A-2163BB7B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50 - 17.485.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B54B92-8E58-4FA9-9D88-A2D2C04E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92C1DA-58C6-4EF8-A86E-72075FFD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E11352-E32B-49B5-9C8F-1A19AB3A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32.515.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20464760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086D3F-77F0-4C62-943C-1CED14CF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6E5AFE-ABA4-4039-9187-7441DC110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B89F66-FDC0-4F4E-B7C2-9AE73507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7524E6-B025-41A9-AE8D-461D8051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3C2F71-0D8E-427A-9DA7-E7C15206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494867-832A-42C6-A91A-20BBB02A6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88011B-B5FD-41CA-BE9E-932126EF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1AD36B-CB37-4A5D-BD46-1F30DB94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EB4C07-AD5D-4A32-9F6D-9FF53342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5A0B12-ED55-4FB0-9F8C-50BB25AF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FEAE43-FC99-4E50-8C13-3FFBEE873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24798-FA74-4381-BA59-B7AAE250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34.75 + 8.906.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0A99A7-0406-40BC-B53F-5E055AA93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D37663-C7F5-429D-BC18-5D964C3E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35F633-0FBF-4712-8618-0734A7AE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55AC51-DB3F-4194-B008-58A4D3FC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43.656.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59A464-FF4B-41FC-BAFA-1F136D622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EAAF19-93E0-43D1-8822-61C24973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1813432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2A3FC4-AB56-40AF-8B34-704EDD23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429F4-A2EF-4AD3-A772-39C4B8F2E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752E9F-2A08-4839-8DD2-DB746BE7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D562F6-CC58-415D-AA68-C4341F35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8EED33-4528-467A-800B-FA2AFC18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7C9A28-C0E6-490E-BD90-800C0C7F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D9095A-69F5-4BFB-93F9-EF2D0A49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E0A2CB-5EAA-4FDD-9AD1-15B766FA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DF3B93-3A33-450F-B364-52FF05D79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92BCD-4EEB-441D-A98B-A28F6BD1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62D3FC-48BD-4655-988C-0FC622D9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8C38EA-8EE8-4CC3-B0B0-724EF864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6701B0-5283-41EE-B9F8-E368D102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34.75 + 8.906.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DBF4E6-92F9-48ED-BD81-250EF5BA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EB40CE-536D-4CFD-A945-F62B0429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9FDBB4-1084-4B2D-9481-18A6510D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AB754A-5888-4520-9FBC-90DA1143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lines up the final digits instead of the decimal points.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F08830-4E57-4921-AF9D-C5B44BF32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C7E772-F6B6-4613-A846-17BE411F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1588A6-13A4-4A55-9CF7-E3533E9E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88F08A-3974-4F09-BEE8-8AC50C68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8005CC-CB9F-44DE-B4E9-AF8F6542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455858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2026-09-09T20:46:52.7090000Z</dcterms:created>
  <dcterms:modified xsi:type="dcterms:W3CDTF">2026-09-09T20:46:52.7090000Z</dcterms:modified>
</coreProperties>
</file>