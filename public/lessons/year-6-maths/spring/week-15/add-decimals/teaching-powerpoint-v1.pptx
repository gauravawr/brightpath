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71c3b9bbe143c3" /><Relationship Type="http://schemas.openxmlformats.org/officeDocument/2006/relationships/extended-properties" Target="/docProps/app.xml" Id="Rcd0c72f8f9534286" /><Relationship Type="http://schemas.openxmlformats.org/officeDocument/2006/relationships/officeDocument" Target="/ppt/presentation.xml" Id="R0c406462e58e43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2b9525adc64a37"/>
  </p:sldMasterIdLst>
  <p:notesMasterIdLst>
    <p:notesMasterId xmlns:r="http://schemas.openxmlformats.org/officeDocument/2006/relationships" r:id="R761090596cc5460f"/>
  </p:notesMasterIdLst>
  <p:sldIdLst>
    <p:sldId xmlns:r="http://schemas.openxmlformats.org/officeDocument/2006/relationships" id="256" r:id="Rf977ae3cb53b48a4"/>
    <p:sldId xmlns:r="http://schemas.openxmlformats.org/officeDocument/2006/relationships" id="257" r:id="R44859342e8564e2f"/>
    <p:sldId xmlns:r="http://schemas.openxmlformats.org/officeDocument/2006/relationships" id="258" r:id="R7ce20b3a09174c32"/>
    <p:sldId xmlns:r="http://schemas.openxmlformats.org/officeDocument/2006/relationships" id="259" r:id="Rfeea10b545bd4822"/>
    <p:sldId xmlns:r="http://schemas.openxmlformats.org/officeDocument/2006/relationships" id="260" r:id="Rcfed9eaead3d4c41"/>
    <p:sldId xmlns:r="http://schemas.openxmlformats.org/officeDocument/2006/relationships" id="261" r:id="Rb6eef2dd8eb54c45"/>
    <p:sldId xmlns:r="http://schemas.openxmlformats.org/officeDocument/2006/relationships" id="262" r:id="Rb4b1c1a128214d42"/>
    <p:sldId xmlns:r="http://schemas.openxmlformats.org/officeDocument/2006/relationships" id="263" r:id="R884927c63cec4cbc"/>
    <p:sldId xmlns:r="http://schemas.openxmlformats.org/officeDocument/2006/relationships" id="264" r:id="R282f9169280b460f"/>
    <p:sldId xmlns:r="http://schemas.openxmlformats.org/officeDocument/2006/relationships" id="265" r:id="R43a47a982c7d4de2"/>
    <p:sldId xmlns:r="http://schemas.openxmlformats.org/officeDocument/2006/relationships" id="266" r:id="R01f8d578397f411d"/>
    <p:sldId xmlns:r="http://schemas.openxmlformats.org/officeDocument/2006/relationships" id="267" r:id="Rc2b1c901187346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6018bebea949b6" /><Relationship Type="http://schemas.openxmlformats.org/officeDocument/2006/relationships/slideMaster" Target="/ppt/slideMasters/slideMaster1.xml" Id="R1d2b9525adc64a37" /><Relationship Type="http://schemas.openxmlformats.org/officeDocument/2006/relationships/notesMaster" Target="/ppt/notesMasters/notesMaster1.xml" Id="R761090596cc5460f" /><Relationship Type="http://schemas.openxmlformats.org/officeDocument/2006/relationships/presProps" Target="/ppt/presProps.xml" Id="Rcc7e2795c5ac4e59" /><Relationship Type="http://schemas.openxmlformats.org/officeDocument/2006/relationships/tableStyles" Target="/ppt/tableStyles.xml" Id="Rf922d1ebc7074204" /><Relationship Type="http://schemas.openxmlformats.org/officeDocument/2006/relationships/slide" Target="/ppt/slides/slide1.xml" Id="Rf977ae3cb53b48a4" /><Relationship Type="http://schemas.openxmlformats.org/officeDocument/2006/relationships/slide" Target="/ppt/slides/slide2.xml" Id="R44859342e8564e2f" /><Relationship Type="http://schemas.openxmlformats.org/officeDocument/2006/relationships/slide" Target="/ppt/slides/slide3.xml" Id="R7ce20b3a09174c32" /><Relationship Type="http://schemas.openxmlformats.org/officeDocument/2006/relationships/slide" Target="/ppt/slides/slide4.xml" Id="Rfeea10b545bd4822" /><Relationship Type="http://schemas.openxmlformats.org/officeDocument/2006/relationships/slide" Target="/ppt/slides/slide5.xml" Id="Rcfed9eaead3d4c41" /><Relationship Type="http://schemas.openxmlformats.org/officeDocument/2006/relationships/slide" Target="/ppt/slides/slide6.xml" Id="Rb6eef2dd8eb54c45" /><Relationship Type="http://schemas.openxmlformats.org/officeDocument/2006/relationships/slide" Target="/ppt/slides/slide7.xml" Id="Rb4b1c1a128214d42" /><Relationship Type="http://schemas.openxmlformats.org/officeDocument/2006/relationships/slide" Target="/ppt/slides/slide8.xml" Id="R884927c63cec4cbc" /><Relationship Type="http://schemas.openxmlformats.org/officeDocument/2006/relationships/slide" Target="/ppt/slides/slide9.xml" Id="R282f9169280b460f" /><Relationship Type="http://schemas.openxmlformats.org/officeDocument/2006/relationships/slide" Target="/ppt/slides/slide10.xml" Id="R43a47a982c7d4de2" /><Relationship Type="http://schemas.openxmlformats.org/officeDocument/2006/relationships/slide" Target="/ppt/slides/slide11.xml" Id="R01f8d578397f411d" /><Relationship Type="http://schemas.openxmlformats.org/officeDocument/2006/relationships/slide" Target="/ppt/slides/slide12.xml" Id="Rc2b1c901187346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acdce77bbe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c9550750bc448a" /><Relationship Type="http://schemas.openxmlformats.org/officeDocument/2006/relationships/notesMaster" Target="/ppt/notesMasters/notesMaster1.xml" Id="Rd695faa0f1d44e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6905a620204b37" /><Relationship Type="http://schemas.openxmlformats.org/officeDocument/2006/relationships/notesMaster" Target="/ppt/notesMasters/notesMaster1.xml" Id="Rde7d1f1e1be545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5307365920448f" /><Relationship Type="http://schemas.openxmlformats.org/officeDocument/2006/relationships/notesMaster" Target="/ppt/notesMasters/notesMaster1.xml" Id="Rb3e05e41cf3541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287229063c41e6" /><Relationship Type="http://schemas.openxmlformats.org/officeDocument/2006/relationships/notesMaster" Target="/ppt/notesMasters/notesMaster1.xml" Id="R25e222a818a749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e866fe879a4577" /><Relationship Type="http://schemas.openxmlformats.org/officeDocument/2006/relationships/notesMaster" Target="/ppt/notesMasters/notesMaster1.xml" Id="Ra59121fb6cb4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98c0165854890" /><Relationship Type="http://schemas.openxmlformats.org/officeDocument/2006/relationships/notesMaster" Target="/ppt/notesMasters/notesMaster1.xml" Id="R496c703a734746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754ad55559458b" /><Relationship Type="http://schemas.openxmlformats.org/officeDocument/2006/relationships/notesMaster" Target="/ppt/notesMasters/notesMaster1.xml" Id="R6387b170d01345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3061bb073942c6" /><Relationship Type="http://schemas.openxmlformats.org/officeDocument/2006/relationships/notesMaster" Target="/ppt/notesMasters/notesMaster1.xml" Id="Rf884fe9afef047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d57ad3f45b4115" /><Relationship Type="http://schemas.openxmlformats.org/officeDocument/2006/relationships/notesMaster" Target="/ppt/notesMasters/notesMaster1.xml" Id="Rf2661cea3c4640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2b8a898726492e" /><Relationship Type="http://schemas.openxmlformats.org/officeDocument/2006/relationships/notesMaster" Target="/ppt/notesMasters/notesMaster1.xml" Id="R29ce3df9adf441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87a7586e2b4f4f" /><Relationship Type="http://schemas.openxmlformats.org/officeDocument/2006/relationships/notesMaster" Target="/ppt/notesMasters/notesMaster1.xml" Id="R267901e6e70d46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95590d852f4df4" /><Relationship Type="http://schemas.openxmlformats.org/officeDocument/2006/relationships/notesMaster" Target="/ppt/notesMasters/notesMaster1.xml" Id="R6c9d5fcbcf974e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Decimal place-value chart, base-ten representations, squared paper, money and measure contexts.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32.515. | Align digits by place value and include placeholder zeros. | Align ones with ones and decimal points vertically so each place-value column stays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decimal point, place value, tenths, hundredths, thousandths, exchange.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43.656.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32.515.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Align ones with ones and decimal points vertically so each place-value column stays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32.515..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44.856..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3.57.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44.856.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44.856. | Align ones with ones and decimal points vertically so each place-value column stays correct.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499c559344c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0e6b14791744b8" /><Relationship Type="http://schemas.openxmlformats.org/officeDocument/2006/relationships/slideLayout" Target="/ppt/slideLayouts/slideLayout1.xml" Id="R810fc4d5c6b045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fc4d5c6b045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20ee0ef884748" /><Relationship Type="http://schemas.openxmlformats.org/officeDocument/2006/relationships/notesSlide" Target="/ppt/notesSlides/notesSlide1.xml" Id="R7c2c368516474d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72b839da940c1" /><Relationship Type="http://schemas.openxmlformats.org/officeDocument/2006/relationships/notesSlide" Target="/ppt/notesSlides/notesSlide2.xml" Id="R63c23023afb242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c418a00984fbc" /><Relationship Type="http://schemas.openxmlformats.org/officeDocument/2006/relationships/notesSlide" Target="/ppt/notesSlides/notesSlide3.xml" Id="Rdeb4629c2eee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851f95861478a" /><Relationship Type="http://schemas.openxmlformats.org/officeDocument/2006/relationships/notesSlide" Target="/ppt/notesSlides/notesSlide4.xml" Id="Rcb813554aa984a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ba37fe2694ac0" /><Relationship Type="http://schemas.openxmlformats.org/officeDocument/2006/relationships/notesSlide" Target="/ppt/notesSlides/notesSlide5.xml" Id="Rcffdcd91662f40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45144bd704cc3" /><Relationship Type="http://schemas.openxmlformats.org/officeDocument/2006/relationships/notesSlide" Target="/ppt/notesSlides/notesSlide6.xml" Id="R4ac814c892d445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44e3e6967404a" /><Relationship Type="http://schemas.openxmlformats.org/officeDocument/2006/relationships/image" Target="/ppt/media/image.png" Id="R26c2b1ec07c94220" /><Relationship Type="http://schemas.openxmlformats.org/officeDocument/2006/relationships/notesSlide" Target="/ppt/notesSlides/notesSlide7.xml" Id="Rc26c26e4d6734f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cdae91a984e93" /><Relationship Type="http://schemas.openxmlformats.org/officeDocument/2006/relationships/notesSlide" Target="/ppt/notesSlides/notesSlide8.xml" Id="R9498b31ea8594f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9fa4e760a4d81" /><Relationship Type="http://schemas.openxmlformats.org/officeDocument/2006/relationships/notesSlide" Target="/ppt/notesSlides/notesSlide9.xml" Id="Rdd75d113cd6b46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1b4426672462a" /><Relationship Type="http://schemas.openxmlformats.org/officeDocument/2006/relationships/notesSlide" Target="/ppt/notesSlides/notesSlide10.xml" Id="R0319ca3018af43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ef23642714f78" /><Relationship Type="http://schemas.openxmlformats.org/officeDocument/2006/relationships/notesSlide" Target="/ppt/notesSlides/notesSlide11.xml" Id="R7e74900059804c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b70ff3d1b4978" /><Relationship Type="http://schemas.openxmlformats.org/officeDocument/2006/relationships/notesSlide" Target="/ppt/notesSlides/notesSlide12.xml" Id="Rf640222728e5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0B3B5-59B8-42C6-BFFF-96741276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FCFB9-0620-4941-B066-EA15D54B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C03B3-72C1-483F-876C-421C147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FAA73-6B8C-48B8-9206-0FF7091D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15522-CEAC-4C2B-A251-C3664FB1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0F860-72C6-4F57-A8B1-99C4ACF7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0168C-456E-4483-9A60-FF2D9F58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C51CB-1935-4872-9698-09E6F1AA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add decimals with different numbers of decimal places.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846A7-B66B-470D-93B7-C62D27C4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C33AF-AC9E-4003-8964-2E7E488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Decimal place-value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E276E-28D5-4601-8700-624A8652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983155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E5242-7E5C-44E4-98FE-8D077AE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3415B-BE43-4248-A068-747B97C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78B9E-80FA-4ECE-9D70-E21BE248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FD001-32C3-4B99-AECE-FB2B60D1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FEC98-933B-4429-8BAE-E2EE91F7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F8D91-D1E3-4F37-87D3-DDA57AA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14B7C-CC0F-4659-A6EC-6508E83C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FFF6A-F37C-426F-8A9E-A2239E0B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78B34-AC98-4D04-928E-5A03B488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59610-DEC4-4BB5-8DC6-DC8992FB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5EC53-8D8F-4A28-BD8B-7556144C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D8ECE-41CC-4462-899B-4C32DB9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AAEF0-F633-4369-B379-D61565E0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Read, write, compare and calculate with decimals to three decimal places.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7D89F-DB9D-4AA7-9F37-2AB6B227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5636F-51D8-4BAD-A13F-69D1B0C1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9F430-82F1-4834-93F1-86A4896B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D44E6-4F8E-4FEE-8868-3078665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50 - 17.485.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40EEA-01C5-4F3A-BC2B-F414107E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C00A8-2738-447C-BF25-9C6A7962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41624-4602-4A29-AA7D-17657BE0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F1E38-5585-446D-BF19-FEF761E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34.75 + 8.906.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9BAE1-0A46-421D-AA8E-54AE6A8A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3490709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88B91-7429-4354-A693-4280CB19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EEDA8-5789-4F2D-8282-733F2B6F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90B12-90BC-4BA5-A268-BA2856B6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34DF4-6AB6-41E7-8723-D3C01E8B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E9B0F-8A8F-4183-9433-EB14EA7A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026CA-22B6-42E7-B622-31DD65E5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6A72B-0F34-476B-9FF7-3F2CD5D8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1D031-88F3-488D-9AE8-5C5C122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817B6-DD8C-422A-9382-1845A954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C38D7-BB07-4B08-9BF8-AC9C6EF8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add decimals with different numbers of decimal places.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139E6-7ABD-4837-B38B-7D53C7B5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C2323-7208-4746-AD15-3B850976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Align digits by place value and include placeholder zeros.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77CB1-ABB1-412F-A572-441F2119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Calculate using the chosen mental or written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3B0A0-4303-41B7-A7B2-52271813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Estimate and check that the decimal point is reasonable.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483D8-FFF0-47F1-B1D5-9CFA9DEC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decimal point  |  place value  |  tenths  |  hundredths  |  thousandths  |  exchange</a:t>
            </a:r>
          </a:p>
        </p:txBody>
      </p:sp>
    </p:spTree>
    <p:extLst>
      <p:ext uri="{BB962C8B-B14F-4D97-AF65-F5344CB8AC3E}">
        <p14:creationId xmlns:p14="http://schemas.microsoft.com/office/powerpoint/2010/main" val="17824421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8D66F1-3F2E-41DB-9818-EF0131D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10927-93F2-4E4A-A2A4-63DFD0B4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E6423-5FC5-4A12-931A-B4ADEAE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4E019-5C92-419D-BAEC-DC476E6E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10595-FB9E-4376-B5D0-E1112F71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BE080-DB07-407F-88A7-592F5E1F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49057-9295-486E-9CC0-2DADE18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C222D-531A-4050-BAB3-DE1216C0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FC3A6-1934-438A-A4C4-D8D4487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775F7-74C8-499F-9E9D-6C8CDFB6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34.75 + 8.906.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4C0CD-229E-4673-A2E1-D245A556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FBFF5-5283-40E5-BAE0-07CB94C5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928BE-622E-4172-B362-6F014480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34.750 + 8.906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2797B-7351-4094-8974-80E65009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7099F-8B6F-43E8-8163-DA2C764F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36205-9921-4B0B-A037-0CB574CA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Thousandths: 0 + 6 =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A6166-C1EC-43D5-ADF2-A56CD0A7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4B921-619C-4327-9858-D8C07275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A2EC8-0F29-496C-A42A-C2AC8F6F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Hundredths and tenths: 5 + 0 = 5; 7 + 9 = 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58421-6F8C-441C-9A16-299853FC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3BBE1-2C93-4ABB-86DC-D96ECEC8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BFBFE-284D-4F71-90FA-ADD933F3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Ones and tens with exchange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7EB23F-7021-48FD-B08F-76A3B03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F52CB-A949-4E58-A7F0-9781A307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C87A27-6ACC-47B1-A31C-3155CEA6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43.656</a:t>
            </a:r>
          </a:p>
        </p:txBody>
      </p:sp>
    </p:spTree>
    <p:extLst>
      <p:ext uri="{BB962C8B-B14F-4D97-AF65-F5344CB8AC3E}">
        <p14:creationId xmlns:p14="http://schemas.microsoft.com/office/powerpoint/2010/main" val="20615070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2754B-27EE-4BEC-B6C8-64AEE99F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18B83-D5C9-4CF5-82D9-9101F78B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391BB-08C0-47F3-900F-6D22F2E9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3E771-87A9-4EF9-A004-1C43066C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017DE-2C65-4061-9C32-9C477D36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195FB-B46D-42B1-8CA2-730DDB3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DC953-E94B-44DE-A72E-AD974F95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71FC4-67C4-4CFB-A051-31C9E61D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9430A-2780-432E-9BCF-875D2779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1E14B-4D49-4FCA-AC9C-8EF62711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9FB73-F9A4-4D70-8389-4D128B33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43.656.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49F23-C7BC-4967-A5B7-1565B6E2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A764D-6E4A-4A94-9D6F-B3911534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Estimate and check that the decimal point is reasonable.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4AC58-7D4C-4999-B81D-564918BB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91499206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D5B44-9F78-40ED-98E9-683F3F7D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33D92-ED6E-4A6C-B267-D1EAA11A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3FF43-586B-4BE1-86C4-B007DE83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3F2B1-0025-4BBA-8552-C7EC1324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F6CAC-1B80-4828-BA57-69622850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F8AB3-6F89-454F-A5F9-664F47E9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926C8-C0EB-49E9-A284-17CDC100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2D311-1D54-4947-8E9C-D21FBBBC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615AA-CDB6-42DB-B155-D8946F43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614FB-444E-49BB-A837-25B9EF6C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50 - 17.485.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82320-3F3A-4B7C-9D2A-4D0B6878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84272-E1DD-4BFE-9EE9-9140E76D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33E9F-AE6F-402E-90F8-ADFA456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DD3A3-1147-4B32-B58B-D6C0AF54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F27E0-6675-4DAB-AA6D-4DC5CEB6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32.515.</a:t>
            </a:r>
          </a:p>
        </p:txBody>
      </p:sp>
    </p:spTree>
    <p:extLst>
      <p:ext uri="{BB962C8B-B14F-4D97-AF65-F5344CB8AC3E}">
        <p14:creationId xmlns:p14="http://schemas.microsoft.com/office/powerpoint/2010/main" val="9159919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3AF22-19E3-435A-BC0F-C382722F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A7DEA-2131-43A2-A29A-C2332FAB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C6130-3B86-479A-977F-EB7E7B01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98A61-785E-4B2E-84A1-6BE4561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84BE-7DEF-4B41-AC67-455EFB5A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F7C2A-9F05-499B-A2D4-8B573BB4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1C49E-EC8F-4034-A279-A1C9E5AB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51CED-CBC5-4C50-A5EC-FDA76C95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FD2A2-4552-4D42-B46F-AC176DAD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2b1ec07c94220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68343-A077-44CF-A29B-492CD67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026A1-3CC6-4F59-A4E6-07297A89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lines up the final digits instead of the decimal points.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47D2C-234C-4BB2-A815-B4F489C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431F4-737B-46CC-A776-229F6B09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40329-233F-4D5E-9B98-E911C5BD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Align ones with ones and decimal points vertically so each place-value column stays correct.</a:t>
            </a:r>
          </a:p>
        </p:txBody>
      </p:sp>
    </p:spTree>
    <p:extLst>
      <p:ext uri="{BB962C8B-B14F-4D97-AF65-F5344CB8AC3E}">
        <p14:creationId xmlns:p14="http://schemas.microsoft.com/office/powerpoint/2010/main" val="12969707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2D2A7-3DE8-45BE-AFDE-E6D42A91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4B104-A60F-4AD5-BF4B-C5DF97E2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BECD0-ABAB-45CD-A789-65013863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7D864-07C7-493F-8374-C8790C76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EB62D-8870-446E-B651-D2E8E8C1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FA486-6036-4C62-B8A7-9992FD15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907BF-6EC1-43CC-B9FD-31FE82F5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CD656-9585-4B48-A7DD-FF6FB93F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AD5F2-BC4A-4F14-AB8F-91D796A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35CA5-BF48-4FAA-B4AD-AE8BBE46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DF03C-AA3E-4F0E-8209-1E370729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AA50A-46FC-43FC-AE58-0BACE5A1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A5718-35E9-43CB-90E1-88C98911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50 - 17.485.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FE5F2-3F80-44B6-A4BD-2DB89115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ADA5C-B05A-45C7-95FA-A99D7505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41392-EEAC-4FDD-8DE3-DF6FD66D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59DAE-009C-40F5-B760-D04C8F42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E763B-BA95-465F-8536-F280D580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DED24-5E2D-4E23-8A95-C2378E51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729C0-F7F2-47F8-9A56-232162D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A8303-9156-4706-B310-DBDEF05D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32.515.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234EB-D78E-4C51-A723-B61558EC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953180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4F247C-9BDF-46D6-8459-742D16B2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13F4D-8A79-4527-B6BB-707465D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AC468-0B6E-4D90-B384-B9E5E037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3E608-EA9D-4014-8565-51A9F73D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73D07-F618-4317-8EDC-232B20DA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6D664-A2B3-47C3-93A5-A9A1C619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8A9EB-AD39-4DD4-B12F-7F3C2110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B741B-4F14-423E-9779-366FD37D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06B7D-7750-464A-B0CA-CEF4376D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58DD1-E4DD-48A7-8350-0856CA86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6D49F-2ED8-4452-8B6F-A2DA1B6E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7EB5E-B092-4BAC-B24B-9B19CD1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BBD38-4861-42D0-BF73-49513BBE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6.408 x 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E75CC-EFC9-4B69-87C6-955CD31D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98C6C-6407-4DA2-B362-C75B384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52FC8-63AF-4F16-B004-6936624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BBF30-C41F-41E3-BFA5-D759EA60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2C21C-032F-4ABE-A08B-AF756A70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13BEA-EF38-44CD-B65E-FE40B209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72F92-3F12-41C5-959E-2FA76C6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FF2D1-194D-45B7-B39B-8094B659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03692041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46E12-FB10-4F23-9D17-0CD7169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7082F-334F-44BC-9AED-BF47495E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62E98-44D2-4F1A-AE9E-8D4A79CA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96354-442B-41D0-8284-4B57B1A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87A63-DC9D-47A8-9549-BCBDD41C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06929-0A13-4258-9174-987E66D0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20D3F-9303-4024-A2D3-ECFB38C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B78AA-1ABB-4B72-939D-1F24802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030A7-A2E0-4B90-8FE5-98950391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A1EBD-2CE8-490C-9E3D-598E9C4F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28.56 divided by 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BD803-E3AC-44DF-AFD4-BEDCD22E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9303D-D74D-4808-A8E9-38E3AA36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03CE1-A482-4310-892A-06414E7F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3.57.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4983694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94A4D-3D72-4ADA-AB9D-29A0D194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ECB75-0149-40AC-B873-E8C8818C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80ED4-FBFC-41A6-ADDA-1C5B3BD2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79AC2-BAB3-43A4-A366-0D0FF3D5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B6F67-E00B-43C5-A193-8763B838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BAE22-AA57-4140-B623-01906913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A68EA-BCE0-410D-9C93-7B817DB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2EBAC-E77A-4196-B583-6509878A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41E5B-568C-45AC-9C2A-4B66004B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59868-DCE5-4D61-9A29-DF79C97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7BDA6-C8F0-4ACA-B33D-D70FEE5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0A367-6044-4FDA-9000-82DCC232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6.408 x 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D0448-ECC5-43D7-AEAC-449762DF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8294D-B47F-45A0-87B4-30A202B0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76A0F-3FF2-427D-BC6A-9DCB5064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A8F53-FDE8-42BD-A86E-2CAA6CC1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44.856.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4524D-54A7-4BA3-9854-AA9C9912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AF16D-4DB6-459A-A0DE-9D9BA8ED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15882758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8084A-B968-40D1-8875-3CED1C6D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EE429-9E3E-45D5-B1AB-B79CAFF5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BC51D-CB6E-4585-B938-3CF0C386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173BD-7E84-4F46-8CE3-702CCF77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86E78-DB50-46F2-8A84-D2B14C1B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87BB2-C8BB-48D1-BAA8-6788182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73615-CCC3-43D5-BB42-219D4AC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2887E-DB1A-4EDD-9306-E1C7D61D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7A8B1-AA49-4855-AC3E-01415512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85C75-4BE9-4A08-980C-B59A3D99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EC071-CC87-4AA8-9F6C-24F0AAF4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95577-E7C8-4CC8-A8F3-029DD34E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BA4A1-2E45-4A09-8449-1F0112F7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6.408 x 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8C0CF-BC6D-471B-B11E-4E5E0378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8ABAA-A28E-4848-B5F1-B2C5671B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C488B-390C-4A34-A74A-68FEE9B3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05572-777D-4887-A379-9ED4B984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lines up the final digits instead of the decimal 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2AA3C-D77E-41AD-AA94-92F37EA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05D1D-E442-4662-82BC-F6B24EA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1C820-8382-4D64-B777-3A9B89B4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8D30F-94A3-4061-B968-1AAA243A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A02ED-0225-4810-AC4A-07BCBA7C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63008241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2026-09-09T22:13:53.1440000Z</dcterms:created>
  <dcterms:modified xsi:type="dcterms:W3CDTF">2026-09-09T22:13:53.1440000Z</dcterms:modified>
</coreProperties>
</file>