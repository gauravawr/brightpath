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929ee8d13d4580" /><Relationship Type="http://schemas.openxmlformats.org/officeDocument/2006/relationships/extended-properties" Target="/docProps/app.xml" Id="R2331f2639fc44dcc" /><Relationship Type="http://schemas.openxmlformats.org/officeDocument/2006/relationships/officeDocument" Target="/ppt/presentation.xml" Id="R07e4a919b90c45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408a875cebd4bfa"/>
  </p:sldMasterIdLst>
  <p:notesMasterIdLst>
    <p:notesMasterId xmlns:r="http://schemas.openxmlformats.org/officeDocument/2006/relationships" r:id="R50daa7be5ee6451c"/>
  </p:notesMasterIdLst>
  <p:sldIdLst>
    <p:sldId xmlns:r="http://schemas.openxmlformats.org/officeDocument/2006/relationships" id="256" r:id="R297d717458994e29"/>
    <p:sldId xmlns:r="http://schemas.openxmlformats.org/officeDocument/2006/relationships" id="257" r:id="R33c03b7780a74893"/>
    <p:sldId xmlns:r="http://schemas.openxmlformats.org/officeDocument/2006/relationships" id="258" r:id="R300c1f00e5234db5"/>
    <p:sldId xmlns:r="http://schemas.openxmlformats.org/officeDocument/2006/relationships" id="259" r:id="R4658fac61a0749c7"/>
    <p:sldId xmlns:r="http://schemas.openxmlformats.org/officeDocument/2006/relationships" id="260" r:id="Re49053e5c0ac416c"/>
    <p:sldId xmlns:r="http://schemas.openxmlformats.org/officeDocument/2006/relationships" id="261" r:id="R9cebc555377c4129"/>
    <p:sldId xmlns:r="http://schemas.openxmlformats.org/officeDocument/2006/relationships" id="262" r:id="R787bbf9a348049ea"/>
    <p:sldId xmlns:r="http://schemas.openxmlformats.org/officeDocument/2006/relationships" id="263" r:id="R2a7195af2c2c405c"/>
    <p:sldId xmlns:r="http://schemas.openxmlformats.org/officeDocument/2006/relationships" id="264" r:id="R908328e8b6f549d5"/>
    <p:sldId xmlns:r="http://schemas.openxmlformats.org/officeDocument/2006/relationships" id="265" r:id="Rcdaab517ecf64e40"/>
    <p:sldId xmlns:r="http://schemas.openxmlformats.org/officeDocument/2006/relationships" id="266" r:id="R346e3912cd58441a"/>
    <p:sldId xmlns:r="http://schemas.openxmlformats.org/officeDocument/2006/relationships" id="267" r:id="R61841c9b09c54e2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39056d04724f2e" /><Relationship Type="http://schemas.openxmlformats.org/officeDocument/2006/relationships/slideMaster" Target="/ppt/slideMasters/slideMaster1.xml" Id="R9408a875cebd4bfa" /><Relationship Type="http://schemas.openxmlformats.org/officeDocument/2006/relationships/notesMaster" Target="/ppt/notesMasters/notesMaster1.xml" Id="R50daa7be5ee6451c" /><Relationship Type="http://schemas.openxmlformats.org/officeDocument/2006/relationships/presProps" Target="/ppt/presProps.xml" Id="R8a8e4d8cf88c4558" /><Relationship Type="http://schemas.openxmlformats.org/officeDocument/2006/relationships/tableStyles" Target="/ppt/tableStyles.xml" Id="R934299641d04410d" /><Relationship Type="http://schemas.openxmlformats.org/officeDocument/2006/relationships/slide" Target="/ppt/slides/slide1.xml" Id="R297d717458994e29" /><Relationship Type="http://schemas.openxmlformats.org/officeDocument/2006/relationships/slide" Target="/ppt/slides/slide2.xml" Id="R33c03b7780a74893" /><Relationship Type="http://schemas.openxmlformats.org/officeDocument/2006/relationships/slide" Target="/ppt/slides/slide3.xml" Id="R300c1f00e5234db5" /><Relationship Type="http://schemas.openxmlformats.org/officeDocument/2006/relationships/slide" Target="/ppt/slides/slide4.xml" Id="R4658fac61a0749c7" /><Relationship Type="http://schemas.openxmlformats.org/officeDocument/2006/relationships/slide" Target="/ppt/slides/slide5.xml" Id="Re49053e5c0ac416c" /><Relationship Type="http://schemas.openxmlformats.org/officeDocument/2006/relationships/slide" Target="/ppt/slides/slide6.xml" Id="R9cebc555377c4129" /><Relationship Type="http://schemas.openxmlformats.org/officeDocument/2006/relationships/slide" Target="/ppt/slides/slide7.xml" Id="R787bbf9a348049ea" /><Relationship Type="http://schemas.openxmlformats.org/officeDocument/2006/relationships/slide" Target="/ppt/slides/slide8.xml" Id="R2a7195af2c2c405c" /><Relationship Type="http://schemas.openxmlformats.org/officeDocument/2006/relationships/slide" Target="/ppt/slides/slide9.xml" Id="R908328e8b6f549d5" /><Relationship Type="http://schemas.openxmlformats.org/officeDocument/2006/relationships/slide" Target="/ppt/slides/slide10.xml" Id="Rcdaab517ecf64e40" /><Relationship Type="http://schemas.openxmlformats.org/officeDocument/2006/relationships/slide" Target="/ppt/slides/slide11.xml" Id="R346e3912cd58441a" /><Relationship Type="http://schemas.openxmlformats.org/officeDocument/2006/relationships/slide" Target="/ppt/slides/slide12.xml" Id="R61841c9b09c54e2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a39725772b4a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06e3d14e137404d" /><Relationship Type="http://schemas.openxmlformats.org/officeDocument/2006/relationships/notesMaster" Target="/ppt/notesMasters/notesMaster1.xml" Id="R9c35f115d2db4d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a3af5a29334d30" /><Relationship Type="http://schemas.openxmlformats.org/officeDocument/2006/relationships/notesMaster" Target="/ppt/notesMasters/notesMaster1.xml" Id="R599738ef4c3b48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d22bccf16944bd4" /><Relationship Type="http://schemas.openxmlformats.org/officeDocument/2006/relationships/notesMaster" Target="/ppt/notesMasters/notesMaster1.xml" Id="Rf31fa37e23c34eb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d4ffedd349246bd" /><Relationship Type="http://schemas.openxmlformats.org/officeDocument/2006/relationships/notesMaster" Target="/ppt/notesMasters/notesMaster1.xml" Id="Raee458dea23040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e65592b4474438" /><Relationship Type="http://schemas.openxmlformats.org/officeDocument/2006/relationships/notesMaster" Target="/ppt/notesMasters/notesMaster1.xml" Id="Re2550248c43e4a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aec609adcb94e37" /><Relationship Type="http://schemas.openxmlformats.org/officeDocument/2006/relationships/notesMaster" Target="/ppt/notesMasters/notesMaster1.xml" Id="R29749b9c421c46b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34f8ef58bf49ce" /><Relationship Type="http://schemas.openxmlformats.org/officeDocument/2006/relationships/notesMaster" Target="/ppt/notesMasters/notesMaster1.xml" Id="R27c885b573ea43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9609dcf8b00461c" /><Relationship Type="http://schemas.openxmlformats.org/officeDocument/2006/relationships/notesMaster" Target="/ppt/notesMasters/notesMaster1.xml" Id="R29a42d3cd4d240e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44315615994d00" /><Relationship Type="http://schemas.openxmlformats.org/officeDocument/2006/relationships/notesMaster" Target="/ppt/notesMasters/notesMaster1.xml" Id="R43b5aead4fa442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d5b87e7120d44ee" /><Relationship Type="http://schemas.openxmlformats.org/officeDocument/2006/relationships/notesMaster" Target="/ppt/notesMasters/notesMaster1.xml" Id="R2519c4e525c248b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df214c1b12a4277" /><Relationship Type="http://schemas.openxmlformats.org/officeDocument/2006/relationships/notesMaster" Target="/ppt/notesMasters/notesMaster1.xml" Id="Rbd171ddc7ded403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3aff76ae3554c23" /><Relationship Type="http://schemas.openxmlformats.org/officeDocument/2006/relationships/notesMaster" Target="/ppt/notesMasters/notesMaster1.xml" Id="R3190f063cf9440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Decimal place-value chart, base-ten representations, squared paper, money and measure contexts.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32.515. | Align digits by place value and include placeholder zeros. | Align ones with ones and decimal points vertically so each place-value column stays correct.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decimal point, place value, tenths, hundredths, thousandths, exchange.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43.656.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32.515.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Align ones with ones and decimal points vertically so each place-value column stays correct.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32.515..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44.856..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3.57.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44.856.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44.856. | Align ones with ones and decimal points vertically so each place-value column stays correct.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51c39b9bb544b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1e018898884439" /><Relationship Type="http://schemas.openxmlformats.org/officeDocument/2006/relationships/slideLayout" Target="/ppt/slideLayouts/slideLayout1.xml" Id="R0d96baa1a1a9434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96baa1a1a9434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01df422424514" /><Relationship Type="http://schemas.openxmlformats.org/officeDocument/2006/relationships/notesSlide" Target="/ppt/notesSlides/notesSlide1.xml" Id="R832d647f518f484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309993ac0b4811" /><Relationship Type="http://schemas.openxmlformats.org/officeDocument/2006/relationships/notesSlide" Target="/ppt/notesSlides/notesSlide2.xml" Id="R4b347504da3649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1feb5bd7b242dc" /><Relationship Type="http://schemas.openxmlformats.org/officeDocument/2006/relationships/notesSlide" Target="/ppt/notesSlides/notesSlide3.xml" Id="R1f5a73edb10d4d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9c8860cc9540ef" /><Relationship Type="http://schemas.openxmlformats.org/officeDocument/2006/relationships/notesSlide" Target="/ppt/notesSlides/notesSlide4.xml" Id="R075cfc05202e46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7fe8dd889412b" /><Relationship Type="http://schemas.openxmlformats.org/officeDocument/2006/relationships/notesSlide" Target="/ppt/notesSlides/notesSlide5.xml" Id="Rfc57b07450b64f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24071c2f814ce9" /><Relationship Type="http://schemas.openxmlformats.org/officeDocument/2006/relationships/notesSlide" Target="/ppt/notesSlides/notesSlide6.xml" Id="R85b1fe973a3e45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b0fafe9bcb4364" /><Relationship Type="http://schemas.openxmlformats.org/officeDocument/2006/relationships/image" Target="/ppt/media/image.png" Id="R120e2748aa82425b" /><Relationship Type="http://schemas.openxmlformats.org/officeDocument/2006/relationships/notesSlide" Target="/ppt/notesSlides/notesSlide7.xml" Id="R01a50e227c7641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f99ce164c941c8" /><Relationship Type="http://schemas.openxmlformats.org/officeDocument/2006/relationships/notesSlide" Target="/ppt/notesSlides/notesSlide8.xml" Id="Re65f730300c54e5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efbdccc5d4d07" /><Relationship Type="http://schemas.openxmlformats.org/officeDocument/2006/relationships/notesSlide" Target="/ppt/notesSlides/notesSlide9.xml" Id="Recd4ab3b3e6c493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b8e021af24156" /><Relationship Type="http://schemas.openxmlformats.org/officeDocument/2006/relationships/notesSlide" Target="/ppt/notesSlides/notesSlide10.xml" Id="R7bd63f0e03a8442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e3a38a98f846ec" /><Relationship Type="http://schemas.openxmlformats.org/officeDocument/2006/relationships/notesSlide" Target="/ppt/notesSlides/notesSlide11.xml" Id="Raee6e4086b69474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d775a71a3e464c" /><Relationship Type="http://schemas.openxmlformats.org/officeDocument/2006/relationships/notesSlide" Target="/ppt/notesSlides/notesSlide12.xml" Id="R62daf8cd25944d2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ADEA78-3BE4-4B12-B63E-FCDD466D0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C38B36-E06B-4863-8F0B-F1A995C03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291467-3295-4F71-BF34-32741344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D7555-CBC1-407C-9FF8-4DB1426E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E91A21-426A-46C3-B1F2-B55FC9CC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Add decimals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0FF0E3-1A6F-4337-AC7F-4311BD180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08DE38-69DF-46A1-BCEE-2448379E8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368C82-C77E-4406-AB82-2DD5C7645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add decimals with different numbers of decimal places.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5252E6-A993-4F63-B2A5-47FF9D7E6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277D1F-7EEB-49BA-BBF3-461ABB02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Decimal place-value chart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2DCB66-DC85-4B7C-9F57-AFBE4761C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353302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79F0BE-C138-4762-AC40-7F5790B6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694056-9732-420D-ACD6-8F5E5514C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2DB60-1F0E-4861-A85A-537EF372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A86F3A-4075-476F-8AAD-9CCD2AF7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372C50-925F-48F6-B6A8-CB1C249B7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7FF85-5E85-4A44-9648-5F3B6326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8425AA-B626-4BD6-AA07-2A82C460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B10C15-1D71-4062-8898-0958F6889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92739A-0D11-4474-A7D7-2001A08B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69C75C-F12D-4AEF-8B1C-9514EF55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73F608-05BE-42CB-80D5-CE39FD88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AB0727-5827-4DEC-86CB-8881F0E9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540ADD-5DFC-49A3-9960-812A538E5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compare and calculate with decimals to three decimal places.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E3B84F-7273-4283-AC26-C7D295C1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A25E71-0278-425F-9686-22EFEBB3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0E5C45-2972-470F-AC6F-A9A332F34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5E5F2C-3124-4181-A7B1-AD8D85753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07681A-BF65-41FB-B60B-96AC5F997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ED9B86-A872-40C0-8112-4A5563C20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9FE3B1-0E8F-4CE0-BBEC-DC4FD767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1404FE-948E-4054-9FD1-3A137E742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34.75 + 8.906.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7CC729-2148-4C41-A21D-30F064B8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1026817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F85DE0-1717-4893-9E63-583EFBDA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EC5AA0-6E77-4F6E-9B0F-75FB89F58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44BEE1-65C4-40B3-972A-8C6E6C5D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7B18B5-6A42-443C-A696-8ACC7106C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D9C8C5-7FC1-4833-A268-6E0A8D18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CB9801-5169-4B77-BA08-928EEF58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25CF76-4C42-40CA-8409-4EC37788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276010-65AD-43B1-A082-FD3C7F7C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BF8687-B2F9-47CA-A414-AD8C236D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E2F0B7-CD64-403B-AE14-A4577FCA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add decimals with different numbers of decimal places.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72E765-6B84-4D40-8488-2FBC7D0D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760DEE-20F1-41E0-A3FF-1498D62B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Align digits by place value and include placeholder zeros.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62884E-CCE8-49AB-9D4D-151E6113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Calculate using the chosen mental or written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7BC835-F2BB-44EB-A514-D5B38B166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Estimate and check that the decimal point is reasonable.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0D9428-817A-4FF8-8F35-29901419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decimal point  |  place value  |  tenths  |  hundredths  |  thousandths  |  exchange</a:t>
            </a:r>
          </a:p>
        </p:txBody>
      </p:sp>
    </p:spTree>
    <p:extLst>
      <p:ext uri="{BB962C8B-B14F-4D97-AF65-F5344CB8AC3E}">
        <p14:creationId xmlns:p14="http://schemas.microsoft.com/office/powerpoint/2010/main" val="15227782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41E682-8F69-4526-A49A-DEA00FD7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512DB9-BB0B-4CEE-B675-503CD0F4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1F9F03-7E53-4C06-A5C9-53121AA63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A58769-5240-42A9-A0E1-81C817885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7D176-9F17-4F42-A723-8830870C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A345FD-D526-48D5-8260-B7015A3C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AA6FA3-9FBF-4220-B70C-46A3C095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6628FF-71AE-46FF-9010-1E2FBA32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5DA81A-2382-4BA2-88CC-3C1DB2D5B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E657AC-16B3-44E8-BF3B-5D46603AB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34.75 + 8.906.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F410E7-F434-4F9A-911E-2E351F95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9DC3B5-918F-4514-A9ED-1CF4CB46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A8422D-740D-4095-8A10-2715F712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Align digits by place value and include placeholder zeros.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71453B-0203-4F44-92DA-8ED2318D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679513-76EA-4D74-ABCD-62F4815F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AD44F0-A774-43C7-A491-1FD1B55E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Calculate using the chosen mental or written method.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E15BFE-CBDD-4FBA-8702-F1E45C0E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28FB27-A5EF-4ABF-81BB-DD1126CB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CDA35E-C484-435A-8A35-9A2B7BAF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43.656.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1401DB-1A24-490F-99F1-44651999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5DCF04-175B-40CE-A1F2-B0DED5F9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88FF8D-F2D1-4C1D-AF54-1A9DDCA3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Estimate and check that the decimal point is reasonable.</a:t>
            </a:r>
          </a:p>
        </p:txBody>
      </p:sp>
    </p:spTree>
    <p:extLst>
      <p:ext uri="{BB962C8B-B14F-4D97-AF65-F5344CB8AC3E}">
        <p14:creationId xmlns:p14="http://schemas.microsoft.com/office/powerpoint/2010/main" val="107791969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1A4A77-6C9F-4522-B9E9-996CCAE1C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4C1A9E-F368-41CE-9111-3CBA386F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960FBE-F613-4BCF-ABD6-8F054BCD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0626D0-CE62-4CC2-8022-0507A7C1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1688BA-6104-4D9C-AF9D-96EF856C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3AE0BF-0AFC-404E-BCF6-B493E31BC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BE01E1-89CD-4804-9838-02FA98397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FB914C-1C08-42FC-A9E2-65B0495D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E5A301-12F6-4E2E-9023-3EF0414D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C2E370-35DD-41B0-AFE6-E3369791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29BE0C-8D40-4EAE-9396-43C77E957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43.656.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3E0C5C-7408-48BE-9452-45FF0ADE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B056E3-4941-41C7-AE74-CCCDD919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Estimate and check that the decimal point is reasonable.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F434D1-2953-4EAE-ABBC-E88A4466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5002626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5EBEBC-AD68-4FCA-8DC1-6CDF1107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2ABE10-4555-4C1D-9E48-1E080F4A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3FF8C-3284-4322-AA17-B7AF155A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A67273-FCF9-4EBD-9A63-DA98801F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8B0B06-2534-41B3-9472-E184A4CB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427762-797F-4059-AECB-145F6B13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A380CD-806B-4DEC-ADBF-D5F95A53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AF50CD-8D70-42DA-8E1C-58B70D40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942555-F5C2-458A-B317-9299B76D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895B89-F62E-4FA8-B2F4-C5D30D9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3676E9-B322-4916-B126-C5296317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FF5D57-2A64-4FF1-8458-9D345EF3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75DAB0-6478-4C28-85DB-F10F1D8D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21E2DE-7736-44CC-8D8F-CA47ED11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E8D091-AC10-4CF1-809F-F49FF80E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32.515.</a:t>
            </a:r>
          </a:p>
        </p:txBody>
      </p:sp>
    </p:spTree>
    <p:extLst>
      <p:ext uri="{BB962C8B-B14F-4D97-AF65-F5344CB8AC3E}">
        <p14:creationId xmlns:p14="http://schemas.microsoft.com/office/powerpoint/2010/main" val="4468693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AA2E49-E154-4A51-B98D-FF816A6D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0911EA-4458-4647-809B-ADCE3778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C2E91A-115F-4A94-8EE7-922101AF2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76650-B3A9-4BED-8359-F151FFF3E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0FB0F7-1DE8-4FB9-80DF-D418DB8F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729D92-3ABE-467A-92A1-E6708FD6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DF504F-4FC1-4BD5-A456-24F7EA31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F1B6DA-BD6A-4EC4-A3C5-22AB481E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C3A8AD-FB0B-441F-BE26-42AE1854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decimals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0e2748aa82425b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EECF4F-05A8-4B08-8F97-20372D19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B4A8AF-0011-4158-80EF-598A731B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lines up the final digits instead of the decimal points.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86AD9E-2FC7-4311-9BDF-8EADD6BD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A4C196-CA76-4D35-9ECD-3C54EE78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33E54B-AB44-4ABC-A371-C7F8A5BE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Align ones with ones and decimal points vertically so each place-value column stays correct.</a:t>
            </a:r>
          </a:p>
        </p:txBody>
      </p:sp>
    </p:spTree>
    <p:extLst>
      <p:ext uri="{BB962C8B-B14F-4D97-AF65-F5344CB8AC3E}">
        <p14:creationId xmlns:p14="http://schemas.microsoft.com/office/powerpoint/2010/main" val="129537576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07D83C-9C2A-4514-B12E-174DCB2B3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EA0D3B-E813-4AA6-B6A3-B87E8D21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BDDB0D-FE9A-4F48-8559-D337E1C1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029386-5F0E-4D7D-9B3B-394432C6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530AF8-E331-4B51-BFED-3AE85E32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B6E40E-E470-4B3F-86BE-2576E699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AFDDC4-4174-42FE-9615-C82850A9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0D5E67-154D-4605-A586-D47B07ABC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4F3550-6522-4E00-92EE-13724BBF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8F835B-84F5-4D30-9681-437AE6CC2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2ACAA2-6074-41F2-B8F1-E3AA0F87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B10AF9-8F66-4971-8945-DA01B9FA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BEA626-CEF0-4A04-90DF-E420A70BB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E15DB0-95B8-492C-9A36-306CE90A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78FD39-7EA1-46F9-A113-D9C871F6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705EEB-BA53-45D7-A1FF-A383C04B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8E8A6D-D5E2-4EFC-9D6E-098C68179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D3B249-39E6-481C-8FDB-8BC66D1F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46DA59-6545-40EB-94FB-62B83BAB1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C7FDBD-813B-487D-A9E1-8C0BC647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CE2857-FB01-4BF3-8DBD-21017E4D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32.515.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1DCFD9-DE22-4C1F-8B25-37BD9E686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99478677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F0A6B0-6E46-4106-B0DB-9793A2111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01F2C5-DCC9-4CB2-A019-54F60743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12AAFB-C1C8-4D0C-85F3-F4F96400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4D269B-82C1-4AB5-AFF9-821FF10E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7D2822-689F-4A49-9ED7-81B41260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F8390-AB47-4B1D-B115-1E6D2BB0B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0F2911-E064-4F69-A107-EEA07EB1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AF487A-5F01-40B0-83BF-33DBE8D9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EFA0B9-42A3-461E-9314-45EF2CC4D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894D71-3758-45F4-9615-D1642C33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5D889C-0BCB-4651-A659-BFFFD0614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D2D841-9EE5-4BB1-B5C6-9F4CAB52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D37A4E-DF90-4A8B-8761-9F4EAF13A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6.408 x 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3C1793-0F2E-4835-9B56-88DDBFACA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D76BE0-09DD-4D4C-846F-C0229429A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29258D-279C-4B95-88EB-455CC51A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4AB781-50FD-4E83-968C-E6B2694C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325C06-7B90-4BF7-BA64-FBC6072E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5D9A99-EAE6-46C1-9FC0-0CDCA09F6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372BF0-E4E5-4C60-9DEB-922B853A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7DE54F-1C13-4A94-AC8C-547FAE52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5595728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92B835-C41A-4414-B3CE-F601F2723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15FA58-6556-479A-B36D-CA54D7454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ADB5AF-4AE1-4036-9CAB-8AE661227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C8F9B6-EFF3-4C47-9A7E-83FB725E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4F020E-DB4A-4AF9-9709-11B082503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821CE4-6E78-4926-977E-3B3D96FA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1C969-4AE6-41EB-B5CB-1D7C904C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3FFC52-79CB-4F65-8826-135F1D1A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55F314-6F0B-4FF1-B6E6-CDD38D7EE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290B0E-4E28-4862-B33A-86407BE87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28.56 divided by 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4106FD-5758-48E1-BF27-0A4BF496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596C38-8F12-4F55-82BF-C969A396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805CD-4851-4A85-AC17-6EDF6F47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3.57.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4847279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63E3E8-CEC1-42D6-AE56-979F2982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DBCF61-B13E-4394-83CB-F33BA483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C93C0E-1710-41DD-8192-4BAA4248B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40E872-8AB7-4535-A333-744F28A2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F49364-A717-41CB-A31F-A2F652C4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1D28CB-0FE5-4641-A6A3-81387D4C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D1426E-A037-41CE-8E22-6B6289A6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CDC821-9470-43E9-986B-24A4A939F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676436-5492-4FD7-8FDC-11F03A6F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FB1158-A5D6-4A7E-97C3-85A8F9CD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7D8B6C-504D-4C75-8B09-C46B508B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2016A0-1DA7-40E3-AF44-14C17DD2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6.408 x 7.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1D7D8-C1ED-4663-865E-FEF6B86CB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E41BBD-4529-4A16-8572-88926FC3E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CC602D-D5AC-45F6-9EE8-80AE1F218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9ED31F-6875-457F-A308-3FE698C0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44.856.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624BEF-908F-4396-8CEA-2037AA13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DD9264-1A18-4E40-AB1D-183BC10A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7266024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9F4E93-35E6-40D0-8411-DA9BBE782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427175-8B0D-4EE9-8FA3-B8DC5C200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8FA9C8-AF2C-415D-B894-E4676194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88945B-2236-498C-80E8-BBB8ED635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05A666-36AE-43B5-B232-7686A715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990EC6-D8CE-486C-A6A1-8950A8FE9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1A41CF-27CE-4274-B27B-D4618D9C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A91744-3948-45B3-B92A-BE88F38F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35D1AD-16DF-46CB-9592-DCD493BC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Add decimals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3C3AA6-A488-468E-A3A6-744CAF360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3F273F-6323-4F4F-959C-F8717F09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2360AB-2AA2-44C6-9E31-BE868CB8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C4D27A-2AB2-4413-9CC2-6250DCA4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6.408 x 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858324-2171-4F3E-A4D3-29CFC548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CFFD3F-58AA-4F65-BB50-ABBD47CE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E1F130-F2E6-49F2-8E92-CEEC16E6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74D52D-0D5C-42DB-B1CC-4A0E790A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lines up the final digits instead of the decimal points.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A8D17E-DFC0-40B1-8B3A-53D4DC3F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B58AED-1D9D-48A6-B532-2DA9C21A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ED2A92-2AC5-462E-B13F-770CFE45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8EE11E-743E-45D1-82E2-3FC795F1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76825F-0C79-4E44-86F0-AEB157E5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9563941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2026-09-09T20:46:49.7520000Z</dcterms:created>
  <dcterms:modified xsi:type="dcterms:W3CDTF">2026-09-09T20:46:49.7520000Z</dcterms:modified>
</coreProperties>
</file>