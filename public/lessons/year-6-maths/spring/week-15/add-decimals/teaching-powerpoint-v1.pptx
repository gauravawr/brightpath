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decimals. Add decimals.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decimals.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decimals.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decimals.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decimals.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decimals.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decimals.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086660AF-4655-48E8-BA74-07A585CFE17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FBA95EC-D9E1-43FF-A3BC-159F1C500A84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9DA09CC-3804-4D24-9EC2-77C18C1C848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A046C2C-0ED0-470B-9E08-531513FDC1D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7149FBD-EC46-4FD6-8477-E9C5F9BFDA7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F233F5C-8C40-498F-A512-B1A946C460A1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add decimals with different numbers of decimal places.</a:t>
            </a:r>
          </a:p>
        </p:txBody>
      </p:sp>
    </p:spTree>
    <p:extLst>
      <p:ext uri="{BB962C8B-B14F-4D97-AF65-F5344CB8AC3E}">
        <p14:creationId xmlns:p14="http://schemas.microsoft.com/office/powerpoint/2010/main" val="1482803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object-1">
            <a:extLst>
              <a:ext uri="{FF2B5EF4-FFF2-40B4-BE49-F238E27FC236}">
                <a16:creationId xmlns:a16="http://schemas.microsoft.com/office/drawing/2014/main" id="{166A9897-088B-4596-BA04-3904CE1688B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D4681C8-DE53-4E2E-BE67-049FF9267D9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DD5C6E4-C60A-43A8-B2F9-E63E40FC95B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44B0ED2-3943-41BC-BCE9-7A4CDBDA584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4A2DCB7-A730-4184-A000-ED48D774D44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F015E04-82B7-4001-88EA-FD036A89D014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82C2F07-0F03-4E73-A21A-5E2CEF0065FB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049164C-DE14-4793-8ED3-5C4FBC6F3266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73B8528-1AD7-44ED-812C-0E49B035984E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451EFA3-8329-40BA-AEEB-3D6E52ACDBA7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F4CB465-7138-4B8C-A167-CDC4A4124849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E8248E2-1814-4C01-9D3D-8048F0FDEA73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F9BF56A-4A0F-48A6-834D-360BA73E0ED3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7DFA7BA-E3E6-4272-B609-B10FFC608BA7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BD19B9C-1BAA-4E66-BF23-8B303BF7BB50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61AC5D9-71B3-4B71-8D90-E5B55DB4B352}"/>
              </a:ext>
            </a:extLst>
          </p:cNvPr>
          <p:cNvSpPr>
            <a:spLocks noGrp="1"/>
          </p:cNvSpPr>
          <p:nvPr/>
        </p:nvSpPr>
        <p:spPr>
          <a:xfrm>
            <a:off x="4643438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11699F4-EA50-41A9-A847-E7654D642820}"/>
              </a:ext>
            </a:extLst>
          </p:cNvPr>
          <p:cNvSpPr>
            <a:spLocks noGrp="1"/>
          </p:cNvSpPr>
          <p:nvPr/>
        </p:nvSpPr>
        <p:spPr>
          <a:xfrm>
            <a:off x="5238750" y="5036344"/>
            <a:ext cx="50601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E00C1C9-A400-4CFF-9D96-7527A709862B}"/>
              </a:ext>
            </a:extLst>
          </p:cNvPr>
          <p:cNvSpPr>
            <a:spLocks noGrp="1"/>
          </p:cNvSpPr>
          <p:nvPr/>
        </p:nvSpPr>
        <p:spPr>
          <a:xfrm>
            <a:off x="7215188" y="3548063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05A6339-38D0-42B5-9775-B241D8CE67A0}"/>
              </a:ext>
            </a:extLst>
          </p:cNvPr>
          <p:cNvSpPr>
            <a:spLocks noGrp="1"/>
          </p:cNvSpPr>
          <p:nvPr/>
        </p:nvSpPr>
        <p:spPr>
          <a:xfrm>
            <a:off x="7215188" y="4583906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35F7FDC-0268-428B-8318-ED9B4F760B65}"/>
              </a:ext>
            </a:extLst>
          </p:cNvPr>
          <p:cNvSpPr>
            <a:spLocks noGrp="1"/>
          </p:cNvSpPr>
          <p:nvPr/>
        </p:nvSpPr>
        <p:spPr>
          <a:xfrm>
            <a:off x="7215188" y="5691188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D570CBA4-83BA-45F1-9889-75C7B570B0A3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67449C9-75DE-431D-ADDE-83667ED7CA25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+ 6 = 6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F657B48-4952-469C-B4DA-CDE305968685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C1F45CE-6B9C-4177-85A2-810262F9326A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6D59E1E-6D2E-4D02-B173-B8766DF9884C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+ 0 = 5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951EE5DC-07A9-42A2-9C23-06DCBA0CAC1F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596E9FD2-CE89-44E2-A7E8-FF8063A0EF5B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22EE5190-3BBD-49AF-B978-D786DD3F0EBE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3092D684-D2AD-4E2C-A218-EE3E86C69F78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+ 9 = 16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529256C7-CBE4-440F-9E24-980DA84EDAA5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FAA2071D-21ED-4775-A73E-CD3F2A4A9CC6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5C9271C3-C082-44BC-B336-F20D78845767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55535263-9BB2-49A2-AEA4-FF009661338C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+ 8 + 1 = 13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51913342-AAC9-4A25-898F-CB7DC4533B90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04F3C069-7856-421E-A1B4-D0894092E553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19B6FC6-74C8-4982-BD95-ABCDAA0E12A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+ 0 + 1 = 4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5311C6C-7D47-4DFC-83C9-58927BBFFE08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79F0AD1F-653D-4A79-B447-453D3F4F8E77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34.75 + 8.906 = 43.656</a:t>
            </a:r>
          </a:p>
        </p:txBody>
      </p:sp>
    </p:spTree>
    <p:extLst>
      <p:ext uri="{BB962C8B-B14F-4D97-AF65-F5344CB8AC3E}">
        <p14:creationId xmlns:p14="http://schemas.microsoft.com/office/powerpoint/2010/main" val="136008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37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55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800"/>
                            </p:stCondLst>
                            <p:childTnLst>
                              <p:par>
                                <p:cTn id="5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2" grpId="1"/>
      <p:bldP spid="23" grpId="0"/>
      <p:bldP spid="25" grpId="0"/>
      <p:bldP spid="25" grpId="1"/>
      <p:bldP spid="26" grpId="0"/>
      <p:bldP spid="28" grpId="0"/>
      <p:bldP spid="28" grpId="1"/>
      <p:bldP spid="29" grpId="0"/>
      <p:bldP spid="29" grpId="1"/>
      <p:bldP spid="30" grpId="0"/>
      <p:bldP spid="32" grpId="0"/>
      <p:bldP spid="32" grpId="1"/>
      <p:bldP spid="33" grpId="0"/>
      <p:bldP spid="33" grpId="1"/>
      <p:bldP spid="34" grpId="0"/>
      <p:bldP spid="36" grpId="0"/>
      <p:bldP spid="37" grpId="0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object-1">
            <a:extLst>
              <a:ext uri="{FF2B5EF4-FFF2-40B4-BE49-F238E27FC236}">
                <a16:creationId xmlns:a16="http://schemas.microsoft.com/office/drawing/2014/main" id="{8AED375D-316B-4708-9A76-802ECE7C13F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362E33C-9651-4F76-B890-15605E15D8F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084E77E-E54A-4C8D-B842-80F2A4FA096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36 + 8.906.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D1268FF-6392-49AC-8E5C-20B55F993CD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3E1D130-2007-42F9-A297-C22D7FF11CC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decimals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1E7DD9C-2596-494A-B2AF-ACCA6AA86F6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6139B92-54B3-4869-A0CA-98444452C99E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A4B1089-C52A-4F8F-9CE6-65F13F9D7813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993E19A-E4D9-4024-B255-E62399E10BBB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F8D8ACD-C810-4180-B9F0-C093FBF2E3BC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B1BCF9E-94C6-4871-8F79-D48F7F92EE7B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34C49D6-6DC5-4B19-BFD7-C7DBD3AC20D4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B696A5F-1994-4717-8EEC-454B717968DD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DF974B0-49CF-4C57-BFF9-9232A231420C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5004B65-9BDE-4B62-A09C-47EF54740E21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C7B84E5-947C-4583-925C-782E320EE098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31AA19B-2C09-486F-960F-9C5134F1011E}"/>
              </a:ext>
            </a:extLst>
          </p:cNvPr>
          <p:cNvSpPr>
            <a:spLocks noGrp="1"/>
          </p:cNvSpPr>
          <p:nvPr/>
        </p:nvSpPr>
        <p:spPr>
          <a:xfrm>
            <a:off x="4643438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0CEBE0F-2301-4E19-A619-877A8DDC29DA}"/>
              </a:ext>
            </a:extLst>
          </p:cNvPr>
          <p:cNvSpPr>
            <a:spLocks noGrp="1"/>
          </p:cNvSpPr>
          <p:nvPr/>
        </p:nvSpPr>
        <p:spPr>
          <a:xfrm>
            <a:off x="5238750" y="5036344"/>
            <a:ext cx="50601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A37C91E-A609-47F9-8CCE-5D583DD4F6A3}"/>
              </a:ext>
            </a:extLst>
          </p:cNvPr>
          <p:cNvSpPr>
            <a:spLocks noGrp="1"/>
          </p:cNvSpPr>
          <p:nvPr/>
        </p:nvSpPr>
        <p:spPr>
          <a:xfrm>
            <a:off x="7215188" y="3548063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39B41F7-483A-4C5F-A5CA-311F03DFA544}"/>
              </a:ext>
            </a:extLst>
          </p:cNvPr>
          <p:cNvSpPr>
            <a:spLocks noGrp="1"/>
          </p:cNvSpPr>
          <p:nvPr/>
        </p:nvSpPr>
        <p:spPr>
          <a:xfrm>
            <a:off x="7215188" y="4583906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93275FC-0513-40C9-850E-E28736DAFA58}"/>
              </a:ext>
            </a:extLst>
          </p:cNvPr>
          <p:cNvSpPr>
            <a:spLocks noGrp="1"/>
          </p:cNvSpPr>
          <p:nvPr/>
        </p:nvSpPr>
        <p:spPr>
          <a:xfrm>
            <a:off x="7215188" y="5691188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034CBD1-A7BD-4F21-A63F-405EC91C234A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E014D28-315C-4D5E-AEA8-A662E6DE032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+ 6 = 6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6F6605B-66A1-4A48-B176-9A0ECF2F9CD4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EEFEBC7-ACE7-4BE7-9F01-413842B2D853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43536AA8-9EDC-43C9-9957-E2736C141C9A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+ 0 = 0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5D78AC0D-4790-43DE-9CF9-21B90213F6C9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CDCE72BE-5571-4113-BCC8-4100E428625F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5A93BC4D-3EE6-42B0-A6A7-D66235C40071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+ 9 = 9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02F3262F-2266-4A01-8CA0-CF0054565F7B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BC655D61-B719-4685-804E-C62033355E66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ED920241-6EAC-4C9E-AA82-BB3577D4866F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C3E5A50E-74A0-4CCC-A867-B5A5349E6341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+ 8 = 14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16B113EB-7509-41B1-9331-59C2611FF62C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D90C8349-085E-4593-8DF1-1C6467844766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A0543131-E270-4E85-955C-74A0887AB256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+ 0 + 1 = 4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0B4751A3-65A0-4267-B700-027076729039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9A10BC36-4AF9-44D4-95E1-C7F60C5CE994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36 + 8.906 = 44.906</a:t>
            </a:r>
          </a:p>
        </p:txBody>
      </p:sp>
    </p:spTree>
    <p:extLst>
      <p:ext uri="{BB962C8B-B14F-4D97-AF65-F5344CB8AC3E}">
        <p14:creationId xmlns:p14="http://schemas.microsoft.com/office/powerpoint/2010/main" val="1013909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50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80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3" grpId="1"/>
      <p:bldP spid="24" grpId="0"/>
      <p:bldP spid="26" grpId="0"/>
      <p:bldP spid="26" grpId="1"/>
      <p:bldP spid="27" grpId="0"/>
      <p:bldP spid="29" grpId="0"/>
      <p:bldP spid="29" grpId="1"/>
      <p:bldP spid="30" grpId="0"/>
      <p:bldP spid="32" grpId="0"/>
      <p:bldP spid="32" grpId="1"/>
      <p:bldP spid="33" grpId="0"/>
      <p:bldP spid="33" grpId="1"/>
      <p:bldP spid="34" grpId="0"/>
      <p:bldP spid="36" grpId="0"/>
      <p:bldP spid="37" grpId="0"/>
      <p:bldP spid="3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object-1">
            <a:extLst>
              <a:ext uri="{FF2B5EF4-FFF2-40B4-BE49-F238E27FC236}">
                <a16:creationId xmlns:a16="http://schemas.microsoft.com/office/drawing/2014/main" id="{D4EDB6B8-8A08-41A2-99C6-1007396331A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92C5496-A8F0-42C0-82EE-05093E2B078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37.25 + 8.906.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E701AED-10A9-40E9-8DC6-0772E1BA3E6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BCC9FBD-369F-485A-93EB-D39B59A490F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D879DEE-8A31-448B-83F2-AB8E4E597EC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4AE9452-C063-4B61-8B6E-7812DB8BBC40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1EFC27B-E82B-4143-BAF7-C64AEAB2CFD9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BDCFCF8-6A7D-4BDC-BB9B-C516EA948ECE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F1E540E-D748-43F5-A223-1D45AEB22307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11F5EC1-3AED-4021-ABFD-1B77100436BA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08688D8-9A76-4D0B-AE75-3363619DFA1E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AD0A091-4112-476D-BBFD-362B9F5BC15F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5B27C6A-26C6-485F-8FAF-5A44AE86811C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FD851C6-E985-4988-BF52-8933C51A49D3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0AE48D0-DBD7-4BC3-9E53-6BB48D3E391A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27552C0-B109-4868-9E11-EE28CFD7A4EB}"/>
              </a:ext>
            </a:extLst>
          </p:cNvPr>
          <p:cNvSpPr>
            <a:spLocks noGrp="1"/>
          </p:cNvSpPr>
          <p:nvPr/>
        </p:nvSpPr>
        <p:spPr>
          <a:xfrm>
            <a:off x="4643438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FD0A859-75BE-405F-9945-7C25D184A0E7}"/>
              </a:ext>
            </a:extLst>
          </p:cNvPr>
          <p:cNvSpPr>
            <a:spLocks noGrp="1"/>
          </p:cNvSpPr>
          <p:nvPr/>
        </p:nvSpPr>
        <p:spPr>
          <a:xfrm>
            <a:off x="5238750" y="5036344"/>
            <a:ext cx="50601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0EA019C-D712-4815-8540-DC4450DF182B}"/>
              </a:ext>
            </a:extLst>
          </p:cNvPr>
          <p:cNvSpPr>
            <a:spLocks noGrp="1"/>
          </p:cNvSpPr>
          <p:nvPr/>
        </p:nvSpPr>
        <p:spPr>
          <a:xfrm>
            <a:off x="7215188" y="3548063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4843261-FB3F-4E7A-A478-5437086DF961}"/>
              </a:ext>
            </a:extLst>
          </p:cNvPr>
          <p:cNvSpPr>
            <a:spLocks noGrp="1"/>
          </p:cNvSpPr>
          <p:nvPr/>
        </p:nvSpPr>
        <p:spPr>
          <a:xfrm>
            <a:off x="7215188" y="4583906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85B0BEB-9D04-4E3E-A10E-D0DC9F29CEC4}"/>
              </a:ext>
            </a:extLst>
          </p:cNvPr>
          <p:cNvSpPr>
            <a:spLocks noGrp="1"/>
          </p:cNvSpPr>
          <p:nvPr/>
        </p:nvSpPr>
        <p:spPr>
          <a:xfrm>
            <a:off x="7215188" y="5691188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C924B11-BB90-4632-A963-8607B169DAD4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D42D7AB-84FB-4FB6-9B77-553E618EFC87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+ 6 = 6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BBF7F0E-0D94-4A9D-ACBC-F48EBE774CB8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5718E50-3981-483A-AC08-00229D5B4945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C2BB535E-9A2D-46A2-B2BE-8F4CA7FB86DD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+ 0 = 5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6D12F55-85D2-40E9-BCFE-D84E01369A40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E5228D99-2A7F-4B82-9C7A-3698B40E7858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04117108-4AC8-4DB1-9931-7E10626A08B8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1412AEBF-0C74-4C2A-AFAB-939CC57D3331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+ 9 = 11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82A36212-F7EA-4883-B170-29B2757F6F1B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4A55A512-DBFD-4B02-A976-904221DC27F5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EC888505-94FE-4163-BD87-F48C7A5C4D32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4570212C-94C8-4F0D-9755-E33285106F69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+ 8 + 1 = 16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D68A896D-B99C-41CA-8B1C-6902D4279FEC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53410991-F80A-4F2B-AB2E-20B0DEE183FD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E2569791-F544-4B7F-B44C-20177ADB0EEB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+ 0 + 1 = 4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2ACFDCB3-09C3-4EFD-B3F6-BF6CD0668437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DBF9C649-4950-49AC-B4CE-2868584AA261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37.25 + 8.906 = 46.156</a:t>
            </a:r>
          </a:p>
        </p:txBody>
      </p:sp>
    </p:spTree>
    <p:extLst>
      <p:ext uri="{BB962C8B-B14F-4D97-AF65-F5344CB8AC3E}">
        <p14:creationId xmlns:p14="http://schemas.microsoft.com/office/powerpoint/2010/main" val="737714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37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55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800"/>
                            </p:stCondLst>
                            <p:childTnLst>
                              <p:par>
                                <p:cTn id="5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2" grpId="1"/>
      <p:bldP spid="23" grpId="0"/>
      <p:bldP spid="25" grpId="0"/>
      <p:bldP spid="25" grpId="1"/>
      <p:bldP spid="26" grpId="0"/>
      <p:bldP spid="28" grpId="0"/>
      <p:bldP spid="28" grpId="1"/>
      <p:bldP spid="29" grpId="0"/>
      <p:bldP spid="29" grpId="1"/>
      <p:bldP spid="30" grpId="0"/>
      <p:bldP spid="32" grpId="0"/>
      <p:bldP spid="32" grpId="1"/>
      <p:bldP spid="33" grpId="0"/>
      <p:bldP spid="33" grpId="1"/>
      <p:bldP spid="34" grpId="0"/>
      <p:bldP spid="36" grpId="0"/>
      <p:bldP spid="37" grpId="0"/>
      <p:bldP spid="3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object-1">
            <a:extLst>
              <a:ext uri="{FF2B5EF4-FFF2-40B4-BE49-F238E27FC236}">
                <a16:creationId xmlns:a16="http://schemas.microsoft.com/office/drawing/2014/main" id="{00B412C4-2B07-4D25-B628-7E991356CD3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2C2C58E-0157-400F-9049-E8D283688BE4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F652188-FC40-4F20-A75E-CFCB050EA2A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38.5 + 8.906.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1671DF9-476D-43F2-83E8-271733924A4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208AB70-3CD2-4B7E-A63C-A61AD22EE7C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decimals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7125D0A-2319-4960-9AD5-7C916BC557C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9E91A8D-D8EE-41B3-93C1-60AFDF6DD6B3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0889028-F48F-46C5-8C20-5B23D2AA58A9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1F8226B-9125-44A7-9DCC-98B3839222EB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9DE2B96-0DB6-4A38-94B4-AE04D79546BE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5541190-402C-4195-B366-D10939E605E2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DD439A7-4529-416B-95CF-E2F7508AF703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08B083F-2457-40B4-B4C4-4459B39EDACE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C403773-09CC-4F3C-81F9-7DB6E35F4FF7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24161BF-7335-4563-8FB2-285F5D4FA22B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6594ED7-D9E0-49AB-951A-DB3AA3C8A5C4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398CC46-D45C-4A01-9DE3-3C79D4BD04F7}"/>
              </a:ext>
            </a:extLst>
          </p:cNvPr>
          <p:cNvSpPr>
            <a:spLocks noGrp="1"/>
          </p:cNvSpPr>
          <p:nvPr/>
        </p:nvSpPr>
        <p:spPr>
          <a:xfrm>
            <a:off x="4643438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1682ADA-024D-43D3-9655-A559A44CFFC4}"/>
              </a:ext>
            </a:extLst>
          </p:cNvPr>
          <p:cNvSpPr>
            <a:spLocks noGrp="1"/>
          </p:cNvSpPr>
          <p:nvPr/>
        </p:nvSpPr>
        <p:spPr>
          <a:xfrm>
            <a:off x="5238750" y="5036344"/>
            <a:ext cx="50601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44DA64B-611D-493C-848E-1898EA8CD53D}"/>
              </a:ext>
            </a:extLst>
          </p:cNvPr>
          <p:cNvSpPr>
            <a:spLocks noGrp="1"/>
          </p:cNvSpPr>
          <p:nvPr/>
        </p:nvSpPr>
        <p:spPr>
          <a:xfrm>
            <a:off x="7215188" y="3548063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7E667EF-37C4-4428-BAF1-AE76AE605003}"/>
              </a:ext>
            </a:extLst>
          </p:cNvPr>
          <p:cNvSpPr>
            <a:spLocks noGrp="1"/>
          </p:cNvSpPr>
          <p:nvPr/>
        </p:nvSpPr>
        <p:spPr>
          <a:xfrm>
            <a:off x="7215188" y="4583906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2C1EE16-5CFE-4296-B1B1-B598AF05E278}"/>
              </a:ext>
            </a:extLst>
          </p:cNvPr>
          <p:cNvSpPr>
            <a:spLocks noGrp="1"/>
          </p:cNvSpPr>
          <p:nvPr/>
        </p:nvSpPr>
        <p:spPr>
          <a:xfrm>
            <a:off x="7215188" y="5691188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9554DEE-EA41-4369-BF3D-A35F9AAB0D01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4FC3972-FE97-4296-99AE-540E10344AF7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+ 6 = 6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3D2823D-F13B-4877-B222-9890D171A7B0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697DBBB-6C5F-4E8F-A9EF-925602B92DD8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FAAAF1D-B372-46E4-8EBF-AD32501691E6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+ 0 = 0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DCD1276E-AB94-43C1-9DEE-3E75FC14EBD8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5DD6F0E6-879A-4862-AA98-7E4ECECC54FD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E3F08040-460B-4779-9D19-AD62A8626E39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7765B1DE-4536-4356-9740-2C089CD4CABA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+ 9 = 14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502E07D3-1915-4FCD-B951-A0ADC3AB0755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F75F7824-8DE1-4AD3-93AA-331AA7FDD433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D933995E-C8BF-438B-8AE8-97712CA9BDC4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B8CAA9B5-A09D-4A58-ACFE-A4BE39795C8C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+ 8 + 1 = 17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AC225730-184F-4321-9308-405424014402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F5E1FDB1-160D-453C-ADA9-EBBEF7A810CB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10ECFCA-49DF-4DEB-8D71-05ABD13FDED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+ 0 + 1 = 4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D2254916-C43B-49A6-9309-BDB13F0585C0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A96225D5-1010-4A0B-8C5E-2E78E9A458F9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38.5 + 8.906 = 47.406</a:t>
            </a:r>
          </a:p>
        </p:txBody>
      </p:sp>
    </p:spTree>
    <p:extLst>
      <p:ext uri="{BB962C8B-B14F-4D97-AF65-F5344CB8AC3E}">
        <p14:creationId xmlns:p14="http://schemas.microsoft.com/office/powerpoint/2010/main" val="129784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37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55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800"/>
                            </p:stCondLst>
                            <p:childTnLst>
                              <p:par>
                                <p:cTn id="5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3" grpId="1"/>
      <p:bldP spid="24" grpId="0"/>
      <p:bldP spid="26" grpId="0"/>
      <p:bldP spid="26" grpId="1"/>
      <p:bldP spid="27" grpId="0"/>
      <p:bldP spid="29" grpId="0"/>
      <p:bldP spid="29" grpId="1"/>
      <p:bldP spid="30" grpId="0"/>
      <p:bldP spid="30" grpId="1"/>
      <p:bldP spid="31" grpId="0"/>
      <p:bldP spid="33" grpId="0"/>
      <p:bldP spid="33" grpId="1"/>
      <p:bldP spid="34" grpId="0"/>
      <p:bldP spid="34" grpId="1"/>
      <p:bldP spid="35" grpId="0"/>
      <p:bldP spid="37" grpId="0"/>
      <p:bldP spid="38" grpId="0"/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99802A74-59BD-4B26-8DEF-BC43E252F1E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8C19434-4EF7-4037-9905-669C3FA04A7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A57212B-3BB6-4C36-9F95-5231325D898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FF37B9B-0B21-4C4F-A49B-7037EB50738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F236B02-B61F-49BA-B8D3-8AC5F65A758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decimals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79D09B8-6BCF-446D-A0F8-10CBA87A0AE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430701B-C269-429F-A6EB-724194C22CF8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84F55E5-5ED6-45C6-9CF8-79E225DDDDB9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19022FB-AB6D-47B5-ACCC-762B20603904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60A1227-78C3-4AE3-956F-D6DD300230EC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2732FF0-B98D-418C-B709-1BAE7CD850B1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1625F68-6ECE-4E70-B67C-49975C9F07EC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37C25C7-1A66-4BE7-935F-51CA22505A23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1CAC294-B2BF-462D-AED6-76F1C68819F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34.75 + 8.906.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F8B49E5-E76B-49AE-A522-28357768ADB9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E6B4006-F890-4B47-B97B-59EC706D2686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50 - 17.485.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356AEF5D-0BBC-44FB-A9F8-257E9F0F110E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89E46C7-EC9F-4F57-A54D-8BCC02C3909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6.408 x 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A13561A-2E10-4DAC-A3E0-89F230C5D129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0F071C3-8CA0-4A0D-BB5D-3018F393EF2E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28.56 divided by 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089BACED-2764-4162-9673-BA5A81BCB60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728A663-B666-486B-86E5-D1981769B0A4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lines up the final digits instead of the decimal points.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9BF8745-C503-4D65-A4F5-E8B0199DE3E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7446955-AB67-4EAA-98C5-C66BA3F11D63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EDCAE36-77C0-403E-A718-46E2E9739442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1F37771-D8BD-4753-A1F9-D24F706A204B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6.408 x 7.</a:t>
            </a:r>
          </a:p>
        </p:txBody>
      </p:sp>
    </p:spTree>
    <p:extLst>
      <p:ext uri="{BB962C8B-B14F-4D97-AF65-F5344CB8AC3E}">
        <p14:creationId xmlns:p14="http://schemas.microsoft.com/office/powerpoint/2010/main" val="90781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AD304137-9280-45C5-B86C-B6E51E909EB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0A36B63-C12D-47DB-9FC5-2441EC7916E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086AD98-2A3F-4FF3-B7D6-0F4AC9A17EA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172ED0D-CDB2-466D-8B15-753102DF077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152DB8B-4BBF-4933-BB99-EC0F1AA382C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5381050-DBD6-45FF-83D7-89BCAC448893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A052F22-DD41-4D7D-8D4F-5E10C53A1BB2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43.656.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F4D7B1B-9BFB-4562-916C-DA8E92DA95C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275A3F6-4CC4-44F1-B8DE-8B86533F0232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32.515.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E1FD479-3C7C-410B-A36F-B471A15485AB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63C5310-E7D6-47C8-8E8B-05AFF7545BF7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44.856.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19D03EE-ABB7-4E04-9373-B60A52591AA4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8BE04CA-9FF9-47B2-8EA7-DD4F3EA3C8F7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43.656.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822228F-18FF-4857-8D20-6C0210747314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36DC823-53C4-4E9F-B217-CC012C494B6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32.515.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5ACC689-B3FE-4B36-A1AF-1FD6DBB63525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F772695-6FD8-4A08-9B15-0F07E44344A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44.856.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04FDE5B-0536-4ABF-8896-1C4DE7072938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B4E1EF0-EEB9-455C-9DAD-3C21895143AA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3.57.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58AE7A7-A2A2-4531-B2BE-0296DB94FDF9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11B3FB1-A911-47E7-9097-E7329B118AC4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3076725-1EAA-4F79-AE43-951410A4BDA4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64297BAC-D44A-432B-8BA6-A11565E88B2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F6A1145-DA13-4F67-8CC7-AA6CCE8E04BE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CFFC69E-3BC6-46C5-A4AF-6436DA7F701C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8846130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973</Words>
  <Application>Microsoft Office PowerPoint</Application>
  <DocSecurity>0</DocSecurity>
  <PresentationFormat>Custom</PresentationFormat>
  <Paragraphs>181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2026-09-14T13:14:27Z</dcterms:created>
  <dcterms:modified xsi:type="dcterms:W3CDTF">2026-09-14T13:15:58Z</dcterms:modified>
</cp:coreProperties>
</file>