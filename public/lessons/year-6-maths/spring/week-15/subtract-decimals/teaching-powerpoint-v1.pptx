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0fd0857a1064650" /><Relationship Type="http://schemas.openxmlformats.org/officeDocument/2006/relationships/extended-properties" Target="/docProps/app.xml" Id="R270636a66f51435e" /><Relationship Type="http://schemas.openxmlformats.org/officeDocument/2006/relationships/officeDocument" Target="/ppt/presentation.xml" Id="R236c36c8622d460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dca4c84882d47c1"/>
  </p:sldMasterIdLst>
  <p:notesMasterIdLst>
    <p:notesMasterId xmlns:r="http://schemas.openxmlformats.org/officeDocument/2006/relationships" r:id="R20a0cc2a69744f46"/>
  </p:notesMasterIdLst>
  <p:sldIdLst>
    <p:sldId xmlns:r="http://schemas.openxmlformats.org/officeDocument/2006/relationships" id="256" r:id="R1ac3cb724764488d"/>
    <p:sldId xmlns:r="http://schemas.openxmlformats.org/officeDocument/2006/relationships" id="257" r:id="R14091849603c46e0"/>
    <p:sldId xmlns:r="http://schemas.openxmlformats.org/officeDocument/2006/relationships" id="258" r:id="R79303032c94c49cb"/>
    <p:sldId xmlns:r="http://schemas.openxmlformats.org/officeDocument/2006/relationships" id="259" r:id="R45546025f13f41df"/>
    <p:sldId xmlns:r="http://schemas.openxmlformats.org/officeDocument/2006/relationships" id="260" r:id="R8d30d71b570e4b92"/>
    <p:sldId xmlns:r="http://schemas.openxmlformats.org/officeDocument/2006/relationships" id="261" r:id="R06f95b1eb71946eb"/>
    <p:sldId xmlns:r="http://schemas.openxmlformats.org/officeDocument/2006/relationships" id="262" r:id="R7bad8e90fce148b2"/>
    <p:sldId xmlns:r="http://schemas.openxmlformats.org/officeDocument/2006/relationships" id="263" r:id="R1fac07641cb34dab"/>
    <p:sldId xmlns:r="http://schemas.openxmlformats.org/officeDocument/2006/relationships" id="264" r:id="R8636c5f53b034e85"/>
    <p:sldId xmlns:r="http://schemas.openxmlformats.org/officeDocument/2006/relationships" id="265" r:id="Re975652e4a4d4484"/>
    <p:sldId xmlns:r="http://schemas.openxmlformats.org/officeDocument/2006/relationships" id="266" r:id="R89f73b4513d3499e"/>
    <p:sldId xmlns:r="http://schemas.openxmlformats.org/officeDocument/2006/relationships" id="267" r:id="R8ed3224433594cb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76b195ad22a47ed" /><Relationship Type="http://schemas.openxmlformats.org/officeDocument/2006/relationships/slideMaster" Target="/ppt/slideMasters/slideMaster1.xml" Id="R8dca4c84882d47c1" /><Relationship Type="http://schemas.openxmlformats.org/officeDocument/2006/relationships/notesMaster" Target="/ppt/notesMasters/notesMaster1.xml" Id="R20a0cc2a69744f46" /><Relationship Type="http://schemas.openxmlformats.org/officeDocument/2006/relationships/presProps" Target="/ppt/presProps.xml" Id="R4acd660e05f64b42" /><Relationship Type="http://schemas.openxmlformats.org/officeDocument/2006/relationships/tableStyles" Target="/ppt/tableStyles.xml" Id="R1ad374f4be2749b0" /><Relationship Type="http://schemas.openxmlformats.org/officeDocument/2006/relationships/slide" Target="/ppt/slides/slide1.xml" Id="R1ac3cb724764488d" /><Relationship Type="http://schemas.openxmlformats.org/officeDocument/2006/relationships/slide" Target="/ppt/slides/slide2.xml" Id="R14091849603c46e0" /><Relationship Type="http://schemas.openxmlformats.org/officeDocument/2006/relationships/slide" Target="/ppt/slides/slide3.xml" Id="R79303032c94c49cb" /><Relationship Type="http://schemas.openxmlformats.org/officeDocument/2006/relationships/slide" Target="/ppt/slides/slide4.xml" Id="R45546025f13f41df" /><Relationship Type="http://schemas.openxmlformats.org/officeDocument/2006/relationships/slide" Target="/ppt/slides/slide5.xml" Id="R8d30d71b570e4b92" /><Relationship Type="http://schemas.openxmlformats.org/officeDocument/2006/relationships/slide" Target="/ppt/slides/slide6.xml" Id="R06f95b1eb71946eb" /><Relationship Type="http://schemas.openxmlformats.org/officeDocument/2006/relationships/slide" Target="/ppt/slides/slide7.xml" Id="R7bad8e90fce148b2" /><Relationship Type="http://schemas.openxmlformats.org/officeDocument/2006/relationships/slide" Target="/ppt/slides/slide8.xml" Id="R1fac07641cb34dab" /><Relationship Type="http://schemas.openxmlformats.org/officeDocument/2006/relationships/slide" Target="/ppt/slides/slide9.xml" Id="R8636c5f53b034e85" /><Relationship Type="http://schemas.openxmlformats.org/officeDocument/2006/relationships/slide" Target="/ppt/slides/slide10.xml" Id="Re975652e4a4d4484" /><Relationship Type="http://schemas.openxmlformats.org/officeDocument/2006/relationships/slide" Target="/ppt/slides/slide11.xml" Id="R89f73b4513d3499e" /><Relationship Type="http://schemas.openxmlformats.org/officeDocument/2006/relationships/slide" Target="/ppt/slides/slide12.xml" Id="R8ed3224433594cb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686e78e862c435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95a5cf5eaf74a30" /><Relationship Type="http://schemas.openxmlformats.org/officeDocument/2006/relationships/notesMaster" Target="/ppt/notesMasters/notesMaster1.xml" Id="Rb011dd1ca9944b7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654337cb54d4287" /><Relationship Type="http://schemas.openxmlformats.org/officeDocument/2006/relationships/notesMaster" Target="/ppt/notesMasters/notesMaster1.xml" Id="R6c20074de59c481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87b162958134f4b" /><Relationship Type="http://schemas.openxmlformats.org/officeDocument/2006/relationships/notesMaster" Target="/ppt/notesMasters/notesMaster1.xml" Id="R66438d79cc6f4a2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dde973cca574a71" /><Relationship Type="http://schemas.openxmlformats.org/officeDocument/2006/relationships/notesMaster" Target="/ppt/notesMasters/notesMaster1.xml" Id="Rdb121a594d8f47e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0bcfab47bec4178" /><Relationship Type="http://schemas.openxmlformats.org/officeDocument/2006/relationships/notesMaster" Target="/ppt/notesMasters/notesMaster1.xml" Id="Ra945466e17ed451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662511ea306429a" /><Relationship Type="http://schemas.openxmlformats.org/officeDocument/2006/relationships/notesMaster" Target="/ppt/notesMasters/notesMaster1.xml" Id="R45021272ddcf46f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fd2e5b8aea14ca0" /><Relationship Type="http://schemas.openxmlformats.org/officeDocument/2006/relationships/notesMaster" Target="/ppt/notesMasters/notesMaster1.xml" Id="R599af25c9d584ad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90abcf44926486f" /><Relationship Type="http://schemas.openxmlformats.org/officeDocument/2006/relationships/notesMaster" Target="/ppt/notesMasters/notesMaster1.xml" Id="R24e02d00d00244b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b8e728d93f644f2" /><Relationship Type="http://schemas.openxmlformats.org/officeDocument/2006/relationships/notesMaster" Target="/ppt/notesMasters/notesMaster1.xml" Id="R795230341cfd476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f2a87eef5814db3" /><Relationship Type="http://schemas.openxmlformats.org/officeDocument/2006/relationships/notesMaster" Target="/ppt/notesMasters/notesMaster1.xml" Id="Rd5eadf082d7b4f2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36428be73584067" /><Relationship Type="http://schemas.openxmlformats.org/officeDocument/2006/relationships/notesMaster" Target="/ppt/notesMasters/notesMaster1.xml" Id="Re80bed8504ec4e7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ef162f65ad5497e" /><Relationship Type="http://schemas.openxmlformats.org/officeDocument/2006/relationships/notesMaster" Target="/ppt/notesMasters/notesMaster1.xml" Id="Rcb973bfa89b84ee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Decimal place-value chart, base-ten representations, squared paper, money and measure contexts.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44.856. | Align digits by place value and include placeholder zeros. | Align ones with ones and decimal points vertically so each place-value column stays correct.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decimal point, place value, tenths, hundredths, thousandths, exchange.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32.515.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44.856.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Align ones with ones and decimal points vertically so each place-value column stays correct.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44.856..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3.57..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8.975 km.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3.57.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3.57. | Align ones with ones and decimal points vertically so each place-value column stays correct.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670ae59c4f40f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722e6f0efe44e3c" /><Relationship Type="http://schemas.openxmlformats.org/officeDocument/2006/relationships/slideLayout" Target="/ppt/slideLayouts/slideLayout1.xml" Id="Rb2d7fb3c8fdd414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2d7fb3c8fdd414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c7bdab753647af" /><Relationship Type="http://schemas.openxmlformats.org/officeDocument/2006/relationships/notesSlide" Target="/ppt/notesSlides/notesSlide1.xml" Id="Rd6293aab6d474ba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6310fd4f8a4be8" /><Relationship Type="http://schemas.openxmlformats.org/officeDocument/2006/relationships/notesSlide" Target="/ppt/notesSlides/notesSlide2.xml" Id="R429737c6671549d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6141eba57c4039" /><Relationship Type="http://schemas.openxmlformats.org/officeDocument/2006/relationships/notesSlide" Target="/ppt/notesSlides/notesSlide3.xml" Id="R9cbdaee1f7a9457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e55afddc424b19" /><Relationship Type="http://schemas.openxmlformats.org/officeDocument/2006/relationships/notesSlide" Target="/ppt/notesSlides/notesSlide4.xml" Id="R5c05a1902af748d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1cd6178e3c446f" /><Relationship Type="http://schemas.openxmlformats.org/officeDocument/2006/relationships/notesSlide" Target="/ppt/notesSlides/notesSlide5.xml" Id="Rfef7599e5dae40e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27e93a1ec04210" /><Relationship Type="http://schemas.openxmlformats.org/officeDocument/2006/relationships/notesSlide" Target="/ppt/notesSlides/notesSlide6.xml" Id="Rf317875934c54c1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12e37318c247c6" /><Relationship Type="http://schemas.openxmlformats.org/officeDocument/2006/relationships/image" Target="/ppt/media/image.png" Id="Rc104c9e8b3cb4a60" /><Relationship Type="http://schemas.openxmlformats.org/officeDocument/2006/relationships/notesSlide" Target="/ppt/notesSlides/notesSlide7.xml" Id="R6913f29c082640c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4e366ce1764acb" /><Relationship Type="http://schemas.openxmlformats.org/officeDocument/2006/relationships/notesSlide" Target="/ppt/notesSlides/notesSlide8.xml" Id="Rd9630c42fef845d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06a3e91d0c4c7d" /><Relationship Type="http://schemas.openxmlformats.org/officeDocument/2006/relationships/notesSlide" Target="/ppt/notesSlides/notesSlide9.xml" Id="Rdcd76655a49b40c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dc2db7a2a245fa" /><Relationship Type="http://schemas.openxmlformats.org/officeDocument/2006/relationships/notesSlide" Target="/ppt/notesSlides/notesSlide10.xml" Id="R714773bc75924ce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6f07b00d2e4da9" /><Relationship Type="http://schemas.openxmlformats.org/officeDocument/2006/relationships/notesSlide" Target="/ppt/notesSlides/notesSlide11.xml" Id="Rcaa3aa163482497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6e0b8def4246f9" /><Relationship Type="http://schemas.openxmlformats.org/officeDocument/2006/relationships/notesSlide" Target="/ppt/notesSlides/notesSlide12.xml" Id="Rb172e72d2d274b2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AE76C4-B4AA-468C-ABA1-B881EF9FF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D884E0-48A7-4EA9-94D3-B590F5790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5E2F47-3B20-445A-80D6-4281E8CBD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EBA54F-7ABE-4AB1-8E86-045A048BE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542C36-52C8-4667-BCE8-CCE1EF2F5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Subtract decimals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36288B-85ED-4C6C-A60D-B6F48CA07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65891A-0C21-4F91-A229-54A3319EE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714C68-BA8A-4C99-BF5E-A0A7B2A0A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subtract decimals using exchange.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9D86C5-5B3D-4142-9185-F3C81E9CE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BAE7AB-4E19-47BA-A529-3FBEAD4FD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Decimal place-value chart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B8A79D-EE58-45B0-A388-F63635227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61751113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C46B4A-1E11-43F6-A63D-91885A7FA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81FF8A-E421-4D2D-B9E4-3B4B98B36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3BF860-C0C1-458C-854D-3D14458A7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90DFCB-8672-4D23-946A-D5274D06E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C640B0-263D-4CE8-874D-EB5660020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2175DE-E08E-4C32-BD4B-2E84D8997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C605CF-DBEA-4922-AFD3-7C5783791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5A8638-C2F3-4732-B03F-4861BE700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77CC3A-F5B4-463D-BFE8-7CBCBC8FA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Subtract decimals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8CF1FA-007D-4AF4-9E66-31801271E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A299EA-C94E-4E77-B87E-AADDE8090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0E2581-E798-4420-92AE-7AC3F55AE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70A732-6086-4FBD-9DF8-B250984D1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Read, write, compare and calculate with decimals to three decimal places.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E45400-3061-4208-9F47-D2CB5DF0A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20C2E7-0C9D-41CA-87B5-AAB84578E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EDA826-F6AF-4A07-AFE0-182C5C888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92EDB6-137D-4172-8E75-7029D1127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6.408 x 7.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09AAA2-766A-48DF-81B5-9D2797A31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F9BFD3-F2A3-4317-82DB-A2D5B9F57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6973E3-4060-4861-9A30-FA45EEA6B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B57BD6-6D2B-401F-902A-200C831BC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50 - 17.485.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814658-9EE8-4CEA-8B84-1C0D0BD56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36431513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59F6AE-2E02-45BE-9230-80EFCB527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244E38-A225-47E5-B72A-333D0F1A9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0ED9DE-A905-4F59-85EA-2CBED7DF6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BBEED7-A687-4612-ADE5-548D949C1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786070-9E13-461E-A5F6-EA343BC3F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B5F1D3-1A1B-4557-BCB8-97FB0D9E6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1F0CA8-C799-422E-8D38-66424A93F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3F68DA-2A25-48C9-8BBB-225AC003D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36FC36-B371-4B95-B2F2-905834239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Subtract decimals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C03657-B1A0-43C3-9098-093960247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subtract decimals using exchange.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AC8560-CAC2-4837-9138-5CB8B3314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51DD65-9023-4A64-831A-B82C846D6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Align digits by place value and include placeholder zeros.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4DE027-F7EA-45F9-9FBB-F8B8E9148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Calculate using the chosen mental or written method.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D3B62A-3288-4B2A-848E-A540B283F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Estimate and check that the decimal point is reasonable.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9A957C-EC40-4C76-A6BE-193B72A9C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decimal point  |  place value  |  tenths  |  hundredths  |  thousandths  |  exchange</a:t>
            </a:r>
          </a:p>
        </p:txBody>
      </p:sp>
    </p:spTree>
    <p:extLst>
      <p:ext uri="{BB962C8B-B14F-4D97-AF65-F5344CB8AC3E}">
        <p14:creationId xmlns:p14="http://schemas.microsoft.com/office/powerpoint/2010/main" val="26367717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AE29F9-7621-4B9F-9962-EEB3FAA4A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4CB4C6-E11D-4844-BEA8-1EC91FEE5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6B7361-6BCF-459C-8DA8-2B190B19D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6E8D58-3E84-4E2F-A130-44C88EDE5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2EDE0E-E10B-4AD5-8262-7B83176F8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8D514F-434D-4406-B055-237EED13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7AB5D4-8866-462A-A0E2-38A98BADD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B0F6C0-0F4C-4933-AB70-89561E376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AC3F00-F3B3-4323-A6ED-CD4266DB5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Subtract decimals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BCE5F9-F5EE-4410-90F9-FDE7B4C39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50 - 17.485.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66C8E7-235A-4907-BE61-6C864CB86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CFCBF6-AC35-490D-A1B9-86481E213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D4D804-948F-475B-9B1E-B5DC8FFBC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Align digits by place value and include placeholder zeros.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7D4B56-8515-4484-A060-B40F11991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6B422B-5474-4646-A12A-2FC6E4481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A035A8-D0E1-4EB8-84D0-C48848C40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Calculate using the chosen mental or written method.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4724A3-ADF2-4563-938F-8846E6390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5A60F6-3152-42FF-8C82-954374070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BC62A8-CB93-4ABA-83E8-B82BC0A2E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32.515.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3A182E-F451-4D30-B381-A35EFCF0A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83F283-5D69-4D36-AC61-FDB350903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55D48C-C7D4-4CA5-8040-6C2C16148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Estimate and check that the decimal point is reasonable.</a:t>
            </a:r>
          </a:p>
        </p:txBody>
      </p:sp>
    </p:spTree>
    <p:extLst>
      <p:ext uri="{BB962C8B-B14F-4D97-AF65-F5344CB8AC3E}">
        <p14:creationId xmlns:p14="http://schemas.microsoft.com/office/powerpoint/2010/main" val="178362646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5EC37B-5CA3-409F-A2F7-1519F1A7F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211ABB-9A9F-42C3-8B0D-C55E7C987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0DA54B-97D3-4776-B861-7103C4722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D81CA9-C781-4713-B80C-9D9B8AFAE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41C562-35B7-404C-98B7-7789139F8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9459F0-2845-4845-8EF6-614710F87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56C6FE-CC08-4438-8E8E-9DBD83D54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3BF126-8977-4407-B190-58459A3F2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47C593-90E7-4856-95A0-A5AD5E456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Subtract decimals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431BE6-AB71-4FCA-A2C0-4154E012D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21B3B0-9A5C-4168-9621-AEE27D384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32.515.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0E271F-9E4B-4CAC-88AD-5815FFF6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A45A34-7C28-4BE2-A542-9F3B18EE9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Estimate and check that the decimal point is reasonable.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E012BD-D05C-45FA-B871-8A231CBA0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35554940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8D45D2-071E-49B2-B788-747BF1073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8FE474-5877-40D2-9861-8E29C6756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3B5218-BD94-4EDD-A264-52FC19AF0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1C39AA-D3D0-4D69-B126-69ADAF701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E13BC0-03CB-4C21-B158-49005BBA8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29C298-568E-4F9B-A7DB-9F443FE18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BAB2DF-4A44-46C4-8FE2-68F236EF7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DDE5B6-637D-4749-BD4F-1E09BFD50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339729-150B-44D9-BABA-677773CA0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Subtract decimals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520F8F-4E16-4751-BA97-CF2085EB6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6.408 x 7.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450F41-777B-4B4D-8FE1-E97931993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20B954-9A2F-40AC-B5DF-1B40C2860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31016E-62C8-4908-B048-1D0CE5836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4BAC8F-D95A-4100-8F6C-BF54F0DD7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3DD604-5497-4A2A-A02B-5452B2E88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44.856.</a:t>
            </a:r>
          </a:p>
        </p:txBody>
      </p:sp>
    </p:spTree>
    <p:extLst>
      <p:ext uri="{BB962C8B-B14F-4D97-AF65-F5344CB8AC3E}">
        <p14:creationId xmlns:p14="http://schemas.microsoft.com/office/powerpoint/2010/main" val="133675376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06B36E-1FB7-40C2-8DD8-3B907D1F2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A491E1-7801-4932-A461-219A4FEFC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657EE8-F734-4F01-A110-917D450D6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1F1EBC-337D-4EC7-83CB-5797CDB75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386476-133E-4975-A934-5F8FE0BAB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20587C-DB10-4975-9D71-283772FEF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A89D3F-098D-43C5-94B2-4CC11AD28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7564E9-9166-41DD-961F-E5EC06E60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B4CA6C-74D1-48FC-AD92-98BE0BFCE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Subtract decimals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04c9e8b3cb4a60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320C78-40E7-4C49-87AB-1EBC5F64E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910EA9-5E9C-45D2-B386-016313D50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lines up the final digits instead of the decimal points.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85DE61-D494-44EE-BEFE-1AF3A687E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B8187B-BB52-4F52-A0B6-DD3BD415C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481AF2-C8E9-4D66-B7D1-12DC3C9FE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Align ones with ones and decimal points vertically so each place-value column stays correct.</a:t>
            </a:r>
          </a:p>
        </p:txBody>
      </p:sp>
    </p:spTree>
    <p:extLst>
      <p:ext uri="{BB962C8B-B14F-4D97-AF65-F5344CB8AC3E}">
        <p14:creationId xmlns:p14="http://schemas.microsoft.com/office/powerpoint/2010/main" val="14076022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7DE4C08-72F2-4197-9D93-2767DE207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23B1D9-ECED-4211-B54F-22DEC4070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9D5880-2E4E-4F08-A22D-C73806A6E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DFB225-129E-4233-983C-882561482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2A388E-7702-4B39-887F-597835513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A90907-8905-4619-85A8-C9ACC9861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F42E24-49FF-4F35-817B-8A5BE75B6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8DB0FB-DBA8-435A-80B5-13F8D5DC2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AA330F-66FB-4A60-8CE8-438B6E5F4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Subtract decimals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5B4BD0-C964-4C09-A148-B2A931717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FF5903-47F6-48B8-A666-FAA4AAAED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45A4CF-B938-4F34-83C7-6C9DF50F5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CA190D-EB0C-46D0-B735-629925158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6.408 x 7.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7D7F03-0921-4E36-AFE5-571D51E0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C726B9-4AF0-4A35-87E7-EA6733FE3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93305D-1392-4484-8BA3-3A006C9B2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308E73-B1E6-48D3-84AC-F34B4F2CC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CCE4B0-D0D5-4D03-980B-B10A0F2E6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71BCDE-67CE-4197-9135-E91C9C105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27748C-8014-43B6-94EB-7014A4983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113959-89B9-42AF-877F-5F152E75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44.856.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2D2EBE-E158-4DB9-85DB-4819E7B6A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75889801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0B5938-ED88-48C4-A30E-BFAE09C07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26EE15-806F-4CA5-8BD4-1CEF08787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98CB61-97F4-4F2B-979F-7DB7B7D51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512349-B72C-4005-9BFE-287241216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C3907E-B020-4AF6-9844-204525EE4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E03085-75C8-4D10-9C2F-01A47B125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EB05AC-9947-4E69-BFE4-4E4B3FE49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B4A42E-261A-43BB-B546-544FD0AAB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F61F78-CE52-49F2-9BE6-1786BB579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Subtract decimals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BC69D2-0E9A-4330-B9F8-5EDF60597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FEBA3A-EEB3-4788-A58A-8A72BEB06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A4F93F-5DEB-4BFE-A2F5-3D9B381E9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1A076E-3F69-45DD-9C52-13E3B0793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28.56 divided by 8.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0254D1-0396-497A-85A9-C5126BCEE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F8A103-E6E0-4EA5-BC58-47D0E5123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A5BC55-4B79-433D-8F3A-B827B1D6B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82EB48-BB0B-45ED-BF3D-7238FA595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BA9232-8819-49D3-B2C5-046283228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4FF654-B366-4C88-8F18-6BD100244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19630A-7048-46DB-B2F2-27AA3ADB0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7CD2AC-BE26-4816-A2EE-BC4ED4086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53698163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CBA150-D848-4A91-A5B7-88563397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7A536C-F3A2-45B9-9C4F-877442B1E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D16D07-A513-43E0-A09C-A443BCF0F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804DA1-5A8E-421B-8A3C-51EE62FE4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5FEE7F-24FF-493C-87E2-297F780CF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1DEFAC-1840-49D7-91CB-F476EC006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631951-8F07-48A3-80C7-A6292C93D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16A936-5780-482B-BBE4-D50D5A72B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DA743E-B1B9-4A8D-9BE0-58A9F361D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Subtract decimals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AE4F31-8CAF-4DB1-9760-EED502C8C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A runner completes 3 laps of 2.375 km and then 1.85 km. How far altogether?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00644E-F047-4687-BC1F-2AFE10E9E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75C626-510E-4057-B1D8-4A758C43F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8D12F9-C69E-45FB-9D09-D1588D9FD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8.975 km.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60632060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F83023-ED81-405E-A89E-89567ED1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613AD0-E703-4E21-A409-1A7957CA4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72D337-6F5D-4C8B-A5CF-B16A3A86A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E08B27-D4A7-4FAE-A626-0723DC376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EE82F1-48DD-4181-87DF-D85D2F524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66360D-F5DF-42A6-8D95-DB631D27D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6470C3-B0E7-431C-9C14-9CE41A325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103D63-DF66-461B-8996-638C963C8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90222F-B7B0-49EC-A778-E3F322126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Subtract decimals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BF8C1D-1918-4BA4-989A-902860556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F0ADEE-E23D-4921-92DF-234FBE383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F12E4A-A3CB-4A7A-A8E2-F5FE4C841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28.56 divided by 8.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91EFE5-4061-448C-88F2-3B8E04C15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BA3AD6-44E1-4179-B5B5-66C208EC1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32A521-6884-49E4-A429-BB7F898CF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F1E574-A9FF-4E38-BBCD-87FD66BE6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3.57.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C165C6-226A-42E3-8DC8-A39181142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D5E303-959A-4A00-AC06-82A1D633F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73017210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951B39-42FF-427E-ACFA-EA93EC32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99E0D9-E58A-4A95-AD0F-A4228A90F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3DE45D-A6E9-4176-96CB-878472FC2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288F9B-3595-4485-97A0-05229F438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6053D4-5F82-4A7E-B276-A434AEF94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FDC962-DF82-42CD-9E8F-1011524B6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B5190B-1452-4786-92EE-42BF2946B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41C6CD-8F11-4718-9881-4FA618371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F21837-2539-4B09-8CF1-79DD1AB0E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Subtract decimals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8E15CB-CE9C-4A11-B98A-605F19875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296713-C0E8-42B9-98E1-801375AE8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CE7DE2-C7BA-4FC8-BC78-E8C39241C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3E2F2B-AC82-4BBB-BDC9-C1148EA16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28.56 divided by 8.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AA48C2-74F9-4BF5-948E-21C377D5A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6B40C2-2C94-4175-BE42-5DBC0C801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664748-5479-413B-ACF1-194A32C16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DA91A8-DC93-4216-9C98-332ED6348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lines up the final digits instead of the decimal points.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601A3C-EADE-4056-B727-D6829DA37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E7F00C-8860-4C8F-A434-4A74D111C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DF8B73-552A-46F8-9534-7453D5DDB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AEFE6D-3A2B-40A6-AAFD-89AD40FE4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256F23-2AB3-4CE2-8932-90DA0DA11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17110273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2026-09-09T20:46:50.7710000Z</dcterms:created>
  <dcterms:modified xsi:type="dcterms:W3CDTF">2026-09-09T20:46:50.7710000Z</dcterms:modified>
</coreProperties>
</file>