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Subtract decimals.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Subtract decimals.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4F24A0F5-5A04-4F70-A3E2-6C4FA09D512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Subtract decimals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EAE24EA-180D-4CC8-A816-50D7818B67EE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E0F47A6-FED1-433B-8AA2-9EEFB012B31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7428222-C79E-4E44-8293-A7FBA60C14A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B43A4B7-ED7B-4BA5-8DBD-F96D9A24521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4954285-B1A4-420C-A8A0-14010E566A39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subtract decimals using exchange.</a:t>
            </a:r>
          </a:p>
        </p:txBody>
      </p:sp>
    </p:spTree>
    <p:extLst>
      <p:ext uri="{BB962C8B-B14F-4D97-AF65-F5344CB8AC3E}">
        <p14:creationId xmlns:p14="http://schemas.microsoft.com/office/powerpoint/2010/main" val="523587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bject-1">
            <a:extLst>
              <a:ext uri="{FF2B5EF4-FFF2-40B4-BE49-F238E27FC236}">
                <a16:creationId xmlns:a16="http://schemas.microsoft.com/office/drawing/2014/main" id="{E02BC2AB-A98E-4097-A7C3-52E0E25016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52A09C4-2153-4295-8B8F-FC754C4187C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50 − 17.485.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E7AD589-C139-4020-86B6-BB815C3A748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BB81F82-59D6-4B65-BDEF-7F7E81A3D26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682B511-5B34-42C5-9AD9-EA6D1500561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455C6F2-8DCC-4482-B8CD-28957534B653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306AE88-8546-4C66-85AF-F12F2D4EC750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E1C482B-6EB1-4780-9E26-D28AEB5D9894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2EA87E4-7872-4110-A814-BEC4022C1715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BAF8912-9E13-4CF8-AAD0-9378037DEF42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982C167-B2F1-4AFD-AFDF-D1E98641A13C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377D2D3-94C0-4352-9FC3-742B280B5AA4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DCFEFDD-BC1A-4D1B-B65C-4C295735AE4D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E7F3B05-57B7-4759-A52B-343DCE42398F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ED8A584-441F-49DE-B017-59D0B714F36D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59B762C-C789-498C-BF79-976171B33625}"/>
              </a:ext>
            </a:extLst>
          </p:cNvPr>
          <p:cNvSpPr>
            <a:spLocks noGrp="1"/>
          </p:cNvSpPr>
          <p:nvPr/>
        </p:nvSpPr>
        <p:spPr>
          <a:xfrm>
            <a:off x="4643438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1208F1F-D463-4586-9058-F1CF262A2522}"/>
              </a:ext>
            </a:extLst>
          </p:cNvPr>
          <p:cNvSpPr>
            <a:spLocks noGrp="1"/>
          </p:cNvSpPr>
          <p:nvPr/>
        </p:nvSpPr>
        <p:spPr>
          <a:xfrm>
            <a:off x="5238750" y="5036344"/>
            <a:ext cx="5060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B3DAE17-8B80-400C-B508-A41B216159FE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3D7103F-D58A-4552-8060-EAE3A06369DE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F1110BF-EB1C-44C9-A5B0-6613EBD63145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F80C3FB-DA42-4842-B1BD-05E83A77DF5B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622FB93-1A00-41AA-A69F-7A0CB3745307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EE4D6C6D-9085-4223-AF4B-8C313C1D75FF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376134C-8F6F-4F3F-A525-B169A9740DDA}"/>
              </a:ext>
            </a:extLst>
          </p:cNvPr>
          <p:cNvSpPr>
            <a:spLocks noGrp="1"/>
          </p:cNvSpPr>
          <p:nvPr/>
        </p:nvSpPr>
        <p:spPr>
          <a:xfrm>
            <a:off x="7334250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6189FBF-9A39-4734-84EA-38199AB2AA6C}"/>
              </a:ext>
            </a:extLst>
          </p:cNvPr>
          <p:cNvSpPr>
            <a:spLocks noGrp="1"/>
          </p:cNvSpPr>
          <p:nvPr/>
        </p:nvSpPr>
        <p:spPr>
          <a:xfrm>
            <a:off x="826293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1E8B573-04CE-4DEB-8617-1EEC59F68F8B}"/>
              </a:ext>
            </a:extLst>
          </p:cNvPr>
          <p:cNvSpPr>
            <a:spLocks noGrp="1"/>
          </p:cNvSpPr>
          <p:nvPr/>
        </p:nvSpPr>
        <p:spPr>
          <a:xfrm>
            <a:off x="5476875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E28FB52-C654-4BD5-99F3-A0CBB627BB6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10 − 5 = 5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F94E706D-53FC-4280-9176-52BCCB2D1A84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9D2BE49E-AF85-4740-9938-2F98405A289E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FB08F6D5-A166-4081-AB14-F88358BF62F9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9 − 8 = 1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E32759C3-A705-4B2E-B215-B5A0E2DC7D59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DB0777B2-9E45-4988-A147-F1170052D2E9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E44F275E-00FC-47B8-8461-DA07CC36541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9 − 4 = 5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44624CC-E943-4D91-A78B-55406640F3BB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B3DE69FF-AF15-4B58-84EC-6EB03C5DCA1E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CEC25A6-9C52-4D05-B719-6C70D02CABF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9 − 7 = 2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84F1171A-B993-43D6-9CBD-D05A8185F370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E13E0364-66B7-46C2-8C61-5F93D1EA152E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CF8431DA-4237-450F-B58C-974B595D1EE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4 − 1 = 3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F826E6A-578F-42A2-8A0B-14F41A0E1043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87183BB-F28B-41D9-8B7E-3E21D66ADD0F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50 − 17.485 = 32.515</a:t>
            </a:r>
          </a:p>
        </p:txBody>
      </p:sp>
    </p:spTree>
    <p:extLst>
      <p:ext uri="{BB962C8B-B14F-4D97-AF65-F5344CB8AC3E}">
        <p14:creationId xmlns:p14="http://schemas.microsoft.com/office/powerpoint/2010/main" val="44733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4375 0 E" pathEditMode="relative" ptsTypes="">
                                      <p:cBhvr>
                                        <p:cTn id="19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6" grpId="1"/>
      <p:bldP spid="27" grpId="0"/>
      <p:bldP spid="27" grpId="1"/>
      <p:bldP spid="28" grpId="0"/>
      <p:bldP spid="30" grpId="0"/>
      <p:bldP spid="30" grpId="1"/>
      <p:bldP spid="31" grpId="0"/>
      <p:bldP spid="33" grpId="0"/>
      <p:bldP spid="33" grpId="1"/>
      <p:bldP spid="34" grpId="0"/>
      <p:bldP spid="36" grpId="0"/>
      <p:bldP spid="36" grpId="1"/>
      <p:bldP spid="37" grpId="0"/>
      <p:bldP spid="39" grpId="0"/>
      <p:bldP spid="40" grpId="0"/>
      <p:bldP spid="4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object-1">
            <a:extLst>
              <a:ext uri="{FF2B5EF4-FFF2-40B4-BE49-F238E27FC236}">
                <a16:creationId xmlns:a16="http://schemas.microsoft.com/office/drawing/2014/main" id="{411196C0-24B4-4677-8156-BB561344F0B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234A78D-44CD-4E3F-8062-006B55B8101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DC5F498-9EE8-457C-82AC-AF8735B58E1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173 − 17.485.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54E76B7-3751-4C88-B4B4-8CED6976F10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74F9D51-E500-4979-A237-3117D0AD9D1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7B0DBA2-F317-42B3-AC92-2A4C648FCEA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F371072-0899-4CE7-9A00-B1D2E5BFC6FB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2E0A10D-AB11-4D3C-9DB6-968707C72AE0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BD72803-5667-4570-AB49-5F331A01620B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A569A5C-9E97-456B-A19C-159206BB871F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4331A8B-008C-422D-8BDD-32FD14AB943A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C45D2F6-A376-475A-A864-6C9634461881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287901F-F194-4F99-9721-0548A9EC50D3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AFC8238-BC3A-4888-814B-9F7BF04E9155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AFBEAC8-9D6E-49F1-B41D-65E0653A6451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2802185-C53A-4411-A27B-4DAA0F31C4A2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AACAF9A-2AC7-4B08-8E8A-00565F13F1E3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7CBBF71-A446-4E61-B556-E1BD55B8FC73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31EFF40-EB98-4DE2-816B-FB53A46005FE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3FDE92E-EF8D-44FF-B0F9-400F9694A809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ED06677-B768-470B-81BF-13DD6B16575F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6F2FC0E3-E562-4352-B850-A656F3846DD5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E38FB1CA-57A1-413D-BB81-D3077C9F7210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AC4E9BA-3EF3-469A-8935-7D6516447929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DC55863-835A-4DAC-8DFF-CFEE98AC6633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8452B9DE-5A59-4A4F-8F84-5D4855E7357F}"/>
              </a:ext>
            </a:extLst>
          </p:cNvPr>
          <p:cNvSpPr>
            <a:spLocks noGrp="1"/>
          </p:cNvSpPr>
          <p:nvPr/>
        </p:nvSpPr>
        <p:spPr>
          <a:xfrm>
            <a:off x="7334250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1A43D2C-8B65-489E-A1F7-EE7C322203D8}"/>
              </a:ext>
            </a:extLst>
          </p:cNvPr>
          <p:cNvSpPr>
            <a:spLocks noGrp="1"/>
          </p:cNvSpPr>
          <p:nvPr/>
        </p:nvSpPr>
        <p:spPr>
          <a:xfrm>
            <a:off x="826293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B812144-C26C-4879-86EF-2D0020690585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31A02FB3-9058-4410-841A-F06DD1FD77C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10 − 5 = 5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E4A2E3D3-5415-4F09-90D7-BF0FE0D14B6A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1985536-B1E6-4A19-B5F1-2A559EF69762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2FFCF1C7-3478-437E-B5B5-E0C03A52E379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9 − 8 = 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1CF53BE9-92E9-4CA1-BAD1-AC9849AE431A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DFBCE1CE-42B7-4EE4-9BA6-2A8B669FE187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F8311FC2-D0B9-4327-8DBC-6613849B2A1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9 − 4 = 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CEECC86D-0AE7-4B74-85E3-82CA3255B1E7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C6FBAD26-F68C-4058-BD76-0E3FEED63244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319005B-8DD0-439B-B7EE-C47912A6725E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F8A42ABC-2A45-4142-86E0-16A0FD1E0208}"/>
              </a:ext>
            </a:extLst>
          </p:cNvPr>
          <p:cNvSpPr>
            <a:spLocks noGrp="1"/>
          </p:cNvSpPr>
          <p:nvPr/>
        </p:nvSpPr>
        <p:spPr>
          <a:xfrm>
            <a:off x="5476875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8239C4B9-C1B0-4C9E-B8A0-AAEE9B345A7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12 − 7 = 5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F3DE7BF4-F413-4215-B9BD-7351FC5AC4A2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2D5EC831-3816-4D8A-B19F-3A2202324093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1E1C59DE-D036-4F6A-845B-AD35A19D583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6 − 1 = 5</a:t>
            </a:r>
          </a:p>
        </p:txBody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F9C3B8DE-0993-4BD4-A953-10C73ECC9B0D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B25F8FA-F649-4BA3-972C-F184AB5FCF28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DDE189A8-611E-46CC-8C2B-65CADE7748D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1 − 0 = 1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743E79EE-21A5-497A-84C3-FC868C5DE71B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5ED79DEE-83CF-4193-B4B5-D8FF24297110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173 − 17.485 = 155.515</a:t>
            </a:r>
          </a:p>
        </p:txBody>
      </p:sp>
    </p:spTree>
    <p:extLst>
      <p:ext uri="{BB962C8B-B14F-4D97-AF65-F5344CB8AC3E}">
        <p14:creationId xmlns:p14="http://schemas.microsoft.com/office/powerpoint/2010/main" val="42354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828125 0 E" pathEditMode="relative" ptsTypes="">
                                      <p:cBhvr>
                                        <p:cTn id="17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63" dur="8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8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  <p:bldP spid="28" grpId="0"/>
      <p:bldP spid="28" grpId="1"/>
      <p:bldP spid="29" grpId="0"/>
      <p:bldP spid="29" grpId="1"/>
      <p:bldP spid="30" grpId="0"/>
      <p:bldP spid="32" grpId="0"/>
      <p:bldP spid="32" grpId="1"/>
      <p:bldP spid="33" grpId="0"/>
      <p:bldP spid="35" grpId="0"/>
      <p:bldP spid="35" grpId="1"/>
      <p:bldP spid="36" grpId="0"/>
      <p:bldP spid="38" grpId="0"/>
      <p:bldP spid="39" grpId="0"/>
      <p:bldP spid="39" grpId="1"/>
      <p:bldP spid="40" grpId="0"/>
      <p:bldP spid="40" grpId="1"/>
      <p:bldP spid="41" grpId="0"/>
      <p:bldP spid="43" grpId="0"/>
      <p:bldP spid="43" grpId="1"/>
      <p:bldP spid="44" grpId="0"/>
      <p:bldP spid="46" grpId="0"/>
      <p:bldP spid="47" grpId="0"/>
      <p:bldP spid="4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object-1">
            <a:extLst>
              <a:ext uri="{FF2B5EF4-FFF2-40B4-BE49-F238E27FC236}">
                <a16:creationId xmlns:a16="http://schemas.microsoft.com/office/drawing/2014/main" id="{638F0D80-B130-4AEA-9776-751C124640A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3C91368-7898-43B8-9991-AFE831D2D9C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296 − 17.485.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2BEC354-D8C8-4241-A11F-453F66E472F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3A6DCEF-5381-4C57-88B8-2F9FACFDF6A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1997A8D-0E37-4B59-9330-03626E74832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9951EFA-C218-4E65-A852-510160BC9E1C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C1ADB46-C34D-4C17-BA35-E245886FE8A9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D6F62FE-A0C9-4D0E-9258-AE79C9B64484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148AF2E-F859-486B-8563-3969EEACEA71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2E04710-D9AA-4C28-B030-C123C149E74A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6F82E0A-2DC9-4BC9-AA42-7E916DF9C4FA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69AD44B-A3E8-443F-8CF7-B786595B2116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E687A64-C161-41F0-A3C4-C2373C5A80FF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CAAFC0A-E3CD-4668-B37A-A7AEEDE5B3B3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446A73F-3F7E-47AF-902B-E78C48FCE187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A493E07-3BA1-4522-BDB2-F14A4AB526DE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FA0E471-C8AA-4EF4-A90A-12CBE8A7BF60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47A494C-F47D-48AD-AD2A-678DFD9EDE66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CB9A55A-9904-4DDE-8747-4E538481FCB5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6A7D772-91E7-4060-AD46-7A46F9C0C567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607E48D-02A6-4810-A9F3-0BDA374AB24B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7F9C9C1-2B9C-4C51-8083-D5DD486E0BFF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7E53990-5AE3-40B9-8940-90AE03F4D39A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50A5177-9B5F-4E4C-BA7A-9C4F054E61E7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20A7877-69C7-45A0-83DA-31CFA22D7D12}"/>
              </a:ext>
            </a:extLst>
          </p:cNvPr>
          <p:cNvSpPr>
            <a:spLocks noGrp="1"/>
          </p:cNvSpPr>
          <p:nvPr/>
        </p:nvSpPr>
        <p:spPr>
          <a:xfrm>
            <a:off x="7334250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8A0BB78-7951-461F-8614-D47702090325}"/>
              </a:ext>
            </a:extLst>
          </p:cNvPr>
          <p:cNvSpPr>
            <a:spLocks noGrp="1"/>
          </p:cNvSpPr>
          <p:nvPr/>
        </p:nvSpPr>
        <p:spPr>
          <a:xfrm>
            <a:off x="826293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6C62C776-A41B-4367-A3EA-803BBEC46B82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2AC48F9-E107-4F15-8D0E-31048FFD4DF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10 − 5 = 5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CAB1F474-BD55-4602-B537-089B2B0A3FDF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04F75A4E-655E-41BD-9316-310FE974A8CD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9B0320BE-F2E8-4628-A9C6-F2B0C457761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9 − 8 = 1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C89A444-7C5D-456F-AF31-46B513320868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E427025-7DC1-4E35-AA93-9E2F65B82293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E5C20AF6-1B52-41CA-86BD-72A17C64098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9 − 4 = 5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6E6F280-E578-4020-A517-770250B06A90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F85AD4AD-B20B-4CE5-978B-1BCE0DA92ED6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1D4894D7-0708-42B8-9F11-F3E751806D62}"/>
              </a:ext>
            </a:extLst>
          </p:cNvPr>
          <p:cNvSpPr>
            <a:spLocks noGrp="1"/>
          </p:cNvSpPr>
          <p:nvPr/>
        </p:nvSpPr>
        <p:spPr>
          <a:xfrm>
            <a:off x="5476875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512070A-EA6B-4F50-A999-9F03AE4D715F}"/>
              </a:ext>
            </a:extLst>
          </p:cNvPr>
          <p:cNvSpPr>
            <a:spLocks noGrp="1"/>
          </p:cNvSpPr>
          <p:nvPr/>
        </p:nvSpPr>
        <p:spPr>
          <a:xfrm>
            <a:off x="5476875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98ED63A1-55C1-48BB-8394-C1E3928AA3B7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15 − 7 = 8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CEDEB26-9070-41FB-BABE-28DC8848F5C7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D48A0D88-83DF-419E-8428-CDCB68EAB651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5F72AEA9-ABFB-42F3-9B70-293B78D8316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8 − 1 = 7</a:t>
            </a:r>
          </a:p>
        </p:txBody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858A9677-6605-48FF-8EC9-5CB9C1040342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5D26A45A-4831-41AA-92EB-7F06CC63C43A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9C9F12E0-E71D-42CB-B5C4-13E4BF8055E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2 − 0 = 2</a:t>
            </a:r>
          </a:p>
        </p:txBody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F9FC5553-74E0-4FF3-941C-EA5F9A4BF39A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00917E2D-353F-4D81-AD0E-8E4330CCFE17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296 − 17.485 = 278.515</a:t>
            </a:r>
          </a:p>
        </p:txBody>
      </p:sp>
    </p:spTree>
    <p:extLst>
      <p:ext uri="{BB962C8B-B14F-4D97-AF65-F5344CB8AC3E}">
        <p14:creationId xmlns:p14="http://schemas.microsoft.com/office/powerpoint/2010/main" val="805348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828125 0 E" pathEditMode="relative" ptsTypes="">
                                      <p:cBhvr>
                                        <p:cTn id="17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09375 0 E" pathEditMode="relative" ptsTypes="">
                                      <p:cBhvr>
                                        <p:cTn id="63" dur="8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8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/>
      <p:bldP spid="27" grpId="1"/>
      <p:bldP spid="28" grpId="0"/>
      <p:bldP spid="28" grpId="1"/>
      <p:bldP spid="29" grpId="0"/>
      <p:bldP spid="31" grpId="0"/>
      <p:bldP spid="31" grpId="1"/>
      <p:bldP spid="32" grpId="0"/>
      <p:bldP spid="34" grpId="0"/>
      <p:bldP spid="34" grpId="1"/>
      <p:bldP spid="35" grpId="0"/>
      <p:bldP spid="37" grpId="0"/>
      <p:bldP spid="38" grpId="0"/>
      <p:bldP spid="38" grpId="1"/>
      <p:bldP spid="39" grpId="0"/>
      <p:bldP spid="39" grpId="1"/>
      <p:bldP spid="40" grpId="0"/>
      <p:bldP spid="42" grpId="0"/>
      <p:bldP spid="42" grpId="1"/>
      <p:bldP spid="43" grpId="0"/>
      <p:bldP spid="45" grpId="0"/>
      <p:bldP spid="46" grpId="0"/>
      <p:bldP spid="4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bject-1">
            <a:extLst>
              <a:ext uri="{FF2B5EF4-FFF2-40B4-BE49-F238E27FC236}">
                <a16:creationId xmlns:a16="http://schemas.microsoft.com/office/drawing/2014/main" id="{0D645688-6C1F-4BE6-BEFD-1A94EE4F62A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7C26CDC-1DDD-4240-BBF4-569B276208E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054E31D-1BB6-4784-BFCF-B5AF57EBE74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419 − 17.485.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F536A70-5E1D-4274-BD68-39CAECF0DB2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3AC5D41-78BD-4D44-BD56-F499BC7C25F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7640E9C-F44D-4F45-9B97-C63C45BB36A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8383321-4114-427E-B3A8-D7A5E2C6CB8E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C15498D-E915-44E5-9FFF-F8EC2DAD2666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C214E8D-1B54-4FB0-B516-9B7454192D25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E538E45-328A-4888-A03B-A27BBB528C49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C413594-9ECC-4D87-BCB5-02FC1441FE23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ECBD06E-CCA4-4BB3-8F8C-AAA7F459CF53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3FE8762-4B3F-43C2-8EA9-988F1C6185E1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858EB85-7D49-4D3E-8D61-2FEA7BBBF2DB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C9CE720-F297-4DEA-B23C-91479417F77B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BE00467-59D4-4F3A-85E3-1BA97868A077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4A332CD-9246-4B7B-8EF5-1AA1ED4E2CC9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03DA4B2-320A-4F0B-9733-EA3B22480C6D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F976367-995B-4D9D-B3DF-E98D60BCF012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−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3CDFAB0-0443-4C10-BA77-A1680F3CB253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D83CBEE-2B1B-42C2-BBDD-8BBA739D6E8E}"/>
              </a:ext>
            </a:extLst>
          </p:cNvPr>
          <p:cNvSpPr>
            <a:spLocks noGrp="1"/>
          </p:cNvSpPr>
          <p:nvPr/>
        </p:nvSpPr>
        <p:spPr>
          <a:xfrm>
            <a:off x="7215188" y="3548063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E90B839-5901-43CE-BECF-48B57C691649}"/>
              </a:ext>
            </a:extLst>
          </p:cNvPr>
          <p:cNvSpPr>
            <a:spLocks noGrp="1"/>
          </p:cNvSpPr>
          <p:nvPr/>
        </p:nvSpPr>
        <p:spPr>
          <a:xfrm>
            <a:off x="7215188" y="4583906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DF8E55D-03AB-4E46-8A30-ACA56059BD1E}"/>
              </a:ext>
            </a:extLst>
          </p:cNvPr>
          <p:cNvSpPr>
            <a:spLocks noGrp="1"/>
          </p:cNvSpPr>
          <p:nvPr/>
        </p:nvSpPr>
        <p:spPr>
          <a:xfrm>
            <a:off x="7215188" y="5691188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5826CB6-7A5F-4DF3-AFA0-FF8024D17902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0AAF619-5113-4B06-85CC-8F40C8F41361}"/>
              </a:ext>
            </a:extLst>
          </p:cNvPr>
          <p:cNvSpPr>
            <a:spLocks noGrp="1"/>
          </p:cNvSpPr>
          <p:nvPr/>
        </p:nvSpPr>
        <p:spPr>
          <a:xfrm>
            <a:off x="6405563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82DFE2F7-8197-480B-8EAF-9DF61E4C476C}"/>
              </a:ext>
            </a:extLst>
          </p:cNvPr>
          <p:cNvSpPr>
            <a:spLocks noGrp="1"/>
          </p:cNvSpPr>
          <p:nvPr/>
        </p:nvSpPr>
        <p:spPr>
          <a:xfrm>
            <a:off x="7334250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35CD610E-BFCD-40EB-89E0-C5DAD055987B}"/>
              </a:ext>
            </a:extLst>
          </p:cNvPr>
          <p:cNvSpPr>
            <a:spLocks noGrp="1"/>
          </p:cNvSpPr>
          <p:nvPr/>
        </p:nvSpPr>
        <p:spPr>
          <a:xfrm>
            <a:off x="8262938" y="2500313"/>
            <a:ext cx="833438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09932FEC-A607-40FC-8A49-E6E7948A8D05}"/>
              </a:ext>
            </a:extLst>
          </p:cNvPr>
          <p:cNvSpPr>
            <a:spLocks noGrp="1"/>
          </p:cNvSpPr>
          <p:nvPr/>
        </p:nvSpPr>
        <p:spPr>
          <a:xfrm>
            <a:off x="6405563" y="2559844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5B263AE-0F34-46B3-A92D-E2E6CE0572C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10 − 5 = 5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F430EB6B-60B7-47B1-BA82-27CBC82D5CC3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1A167EF-9113-44E2-A7A6-E5010220D3E9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8890F53-6B9E-48A7-A4B6-3E89D659708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9 − 8 = 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D4058531-41C3-46C6-8E99-9569092687D4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BF591948-64D2-4162-AAD0-86186A30F852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F9C49AB1-4F69-4199-89AD-4D93F768A50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9 − 4 = 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619013A-F0E5-4A71-9991-9911EBE0A24F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4F358E6-916E-4E65-901D-5E31593DBEFC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4C504B8-A0F3-46F9-A93F-913A18B0699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8 − 7 = 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A4832A24-9D57-4B6A-BA8C-6B7556056924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64D6EEF4-C410-45D8-9829-BFAEBC8EDBC7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4416931-080A-4E82-864E-CF376F7887A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1 − 1 = 0</a:t>
            </a:r>
          </a:p>
        </p:txBody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5856AE8-37A3-4A61-8662-DF41FFAFCE2C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EDD925D5-3387-43A9-B136-C7A85D45915A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9D36A4B2-4C57-48A3-849E-FC6C2781500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4 − 0 = 4</a:t>
            </a:r>
          </a:p>
        </p:txBody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0F51F28-9BA1-4158-B191-4A6276A8639A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292A0721-6CC7-48CC-B493-12088F28F576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419 − 17.485 = 401.515</a:t>
            </a:r>
          </a:p>
        </p:txBody>
      </p:sp>
    </p:spTree>
    <p:extLst>
      <p:ext uri="{BB962C8B-B14F-4D97-AF65-F5344CB8AC3E}">
        <p14:creationId xmlns:p14="http://schemas.microsoft.com/office/powerpoint/2010/main" val="37334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828125 0 E" pathEditMode="relative" ptsTypes="">
                                      <p:cBhvr>
                                        <p:cTn id="17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  <p:bldP spid="28" grpId="0"/>
      <p:bldP spid="28" grpId="1"/>
      <p:bldP spid="29" grpId="0"/>
      <p:bldP spid="29" grpId="1"/>
      <p:bldP spid="30" grpId="0"/>
      <p:bldP spid="32" grpId="0"/>
      <p:bldP spid="32" grpId="1"/>
      <p:bldP spid="33" grpId="0"/>
      <p:bldP spid="35" grpId="0"/>
      <p:bldP spid="35" grpId="1"/>
      <p:bldP spid="36" grpId="0"/>
      <p:bldP spid="38" grpId="0"/>
      <p:bldP spid="38" grpId="1"/>
      <p:bldP spid="39" grpId="0"/>
      <p:bldP spid="41" grpId="0"/>
      <p:bldP spid="41" grpId="1"/>
      <p:bldP spid="42" grpId="0"/>
      <p:bldP spid="44" grpId="0"/>
      <p:bldP spid="45" grpId="0"/>
      <p:bldP spid="4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B4A0A8C9-6F97-48B7-A813-70A360F6DEA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99A0CBE-F0B8-48A0-8BC1-16DEAB3C139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C111311-1930-46B7-95DC-1DF5F1C4D2B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C778BBF-CB96-4435-BD3C-FB48766B40A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1555E15-AD1D-427F-82DC-C7C34362901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15C2F15-C2AA-4687-BDC4-661382AC8EC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C137431-8C0A-4D56-A4FF-9A20FCFCB37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2343970-8A39-47A5-B71C-0C93580C1C9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6541301-16C2-43ED-B36C-11BAA327823E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C384297-E7BC-4B3C-BDB0-B4046B885CA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028305E-44C3-480E-B5B2-6B0B126B259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CB933F3-CD83-42C3-986B-F94E22A0338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2685703-5217-4275-88A1-67AD930000C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528E2A2-69EC-4A83-8EDA-A61434C1CCE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50 - 17.485.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136A368-3B39-436B-86D4-25FDB1E41D4C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424488B-5F78-423E-9FDC-401855C41A1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6.408 x 7.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2E1CDAF-7A3B-4328-8D27-D3EDF9E1C50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63C0D93-1AC9-4826-BA74-ECF9D959378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28.56 divided by 8.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5CCB38E-58D8-403F-8078-A08B0835289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FDF89EE-2440-4159-A97C-23A979919A53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runner completes 3 laps of 2.375 km and then 1.85 km. How far altogether?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D136C49-CBAE-4668-877C-37EF35EE64A1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09C2C6E-33AB-4093-BBFB-3E4565878BD1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lines up the final digits instead of the decimal points.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6258362-080E-4FB5-836B-5605F9A2043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29B921A-0450-4A07-85EF-3A20C9D2192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CC3355E-5FDB-4597-96DE-DC53D9FD97D3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DB428D9-BCBE-4C14-B605-F5F55D28A1D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28.56 divided by 8.</a:t>
            </a:r>
          </a:p>
        </p:txBody>
      </p:sp>
    </p:spTree>
    <p:extLst>
      <p:ext uri="{BB962C8B-B14F-4D97-AF65-F5344CB8AC3E}">
        <p14:creationId xmlns:p14="http://schemas.microsoft.com/office/powerpoint/2010/main" val="1087628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0EB1EC14-8B22-4867-AE0F-3BDD37AA4C9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B75FDE8-42C7-4EBC-A218-93191F5D8D4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ACEC18A-12CB-4D89-89BF-864B1453A05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9FA5678-BDAE-480F-A3F3-E17A9300148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Subtract decimals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8EE1091-0A97-4BA6-9C40-DF8AD3D382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486570C-9601-4D9B-9514-A8BE0FA9E342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91DE9A9-184F-45BB-ABE7-DCA64003A855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32.515.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962D680-8CD9-457B-851D-29099FA6684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A93C2B1-3268-4A96-A182-E9DB8F5C105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44.856.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2E69835-51F4-45ED-ABEC-E5F9AB09A96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2208A47-CF24-443D-B3CF-643382F0C90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3.57.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61FA15B-ACFF-471F-B708-911381A414D5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C7017AF-212B-4DF7-8DAE-3C8AFB519F2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32.515.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EB0165E-33FF-496E-AC70-A6A8EC8D36B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76DFBA5-FA73-4BFC-80A4-C8E2FB9B27C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44.856.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A67F1E1-CE75-454E-8187-A2632649AD6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DF02962-66BF-4AE4-9C94-5B3CF8F51DB5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3.57.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742614B-3710-4952-8015-496CAE4A0F4F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4E01DCF-DF89-48E8-A741-836FD292817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8.975 km.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38D168C-A4C3-4E31-9C80-693DFA70473F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2B9B91F-CCF7-4014-934D-8A16226F109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F104670-16FB-4090-A3E6-ADF6ECC462D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5CB2DA5-17A0-4FE9-8FB0-81121E58344A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2468390-1C5B-4C1B-BB58-BEA3A5F57D0B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53A3673-28B3-4965-A5F7-75C423896C74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745827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1008</Words>
  <Application>Microsoft Office PowerPoint</Application>
  <DocSecurity>0</DocSecurity>
  <PresentationFormat>Custom</PresentationFormat>
  <Paragraphs>207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2026-09-14T13:14:27Z</dcterms:created>
  <dcterms:modified xsi:type="dcterms:W3CDTF">2026-09-14T13:15:59Z</dcterms:modified>
</cp:coreProperties>
</file>