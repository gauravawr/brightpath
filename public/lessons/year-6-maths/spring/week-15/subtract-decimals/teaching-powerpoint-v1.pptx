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9cfbbc272b416c" /><Relationship Type="http://schemas.openxmlformats.org/officeDocument/2006/relationships/extended-properties" Target="/docProps/app.xml" Id="R05a48bcc674e42d4" /><Relationship Type="http://schemas.openxmlformats.org/officeDocument/2006/relationships/officeDocument" Target="/ppt/presentation.xml" Id="R09b2bb56dd7344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378779f95843ba"/>
  </p:sldMasterIdLst>
  <p:notesMasterIdLst>
    <p:notesMasterId xmlns:r="http://schemas.openxmlformats.org/officeDocument/2006/relationships" r:id="Rd17a0257be234d34"/>
  </p:notesMasterIdLst>
  <p:sldIdLst>
    <p:sldId xmlns:r="http://schemas.openxmlformats.org/officeDocument/2006/relationships" id="256" r:id="R7e853d7d2b7043fe"/>
    <p:sldId xmlns:r="http://schemas.openxmlformats.org/officeDocument/2006/relationships" id="257" r:id="R69d83b46e9174ad7"/>
    <p:sldId xmlns:r="http://schemas.openxmlformats.org/officeDocument/2006/relationships" id="258" r:id="R8d1e0e8ff2284506"/>
    <p:sldId xmlns:r="http://schemas.openxmlformats.org/officeDocument/2006/relationships" id="259" r:id="R959334d089e7486d"/>
    <p:sldId xmlns:r="http://schemas.openxmlformats.org/officeDocument/2006/relationships" id="260" r:id="Rb07403920543432c"/>
    <p:sldId xmlns:r="http://schemas.openxmlformats.org/officeDocument/2006/relationships" id="261" r:id="Rae7c86cd9c5d43ca"/>
    <p:sldId xmlns:r="http://schemas.openxmlformats.org/officeDocument/2006/relationships" id="262" r:id="R4d4eb54a855c42b0"/>
    <p:sldId xmlns:r="http://schemas.openxmlformats.org/officeDocument/2006/relationships" id="263" r:id="R2a22a8940cd540e2"/>
    <p:sldId xmlns:r="http://schemas.openxmlformats.org/officeDocument/2006/relationships" id="264" r:id="Raa95d6ba41bf464f"/>
    <p:sldId xmlns:r="http://schemas.openxmlformats.org/officeDocument/2006/relationships" id="265" r:id="R3e5b38bdcba84b40"/>
    <p:sldId xmlns:r="http://schemas.openxmlformats.org/officeDocument/2006/relationships" id="266" r:id="R17715e11478b48b5"/>
    <p:sldId xmlns:r="http://schemas.openxmlformats.org/officeDocument/2006/relationships" id="267" r:id="Rb75f4c9b4c9244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c820723f6d41a7" /><Relationship Type="http://schemas.openxmlformats.org/officeDocument/2006/relationships/slideMaster" Target="/ppt/slideMasters/slideMaster1.xml" Id="Re1378779f95843ba" /><Relationship Type="http://schemas.openxmlformats.org/officeDocument/2006/relationships/notesMaster" Target="/ppt/notesMasters/notesMaster1.xml" Id="Rd17a0257be234d34" /><Relationship Type="http://schemas.openxmlformats.org/officeDocument/2006/relationships/presProps" Target="/ppt/presProps.xml" Id="Rd00c88e8d1144d95" /><Relationship Type="http://schemas.openxmlformats.org/officeDocument/2006/relationships/tableStyles" Target="/ppt/tableStyles.xml" Id="R08f641940c3d4422" /><Relationship Type="http://schemas.openxmlformats.org/officeDocument/2006/relationships/slide" Target="/ppt/slides/slide1.xml" Id="R7e853d7d2b7043fe" /><Relationship Type="http://schemas.openxmlformats.org/officeDocument/2006/relationships/slide" Target="/ppt/slides/slide2.xml" Id="R69d83b46e9174ad7" /><Relationship Type="http://schemas.openxmlformats.org/officeDocument/2006/relationships/slide" Target="/ppt/slides/slide3.xml" Id="R8d1e0e8ff2284506" /><Relationship Type="http://schemas.openxmlformats.org/officeDocument/2006/relationships/slide" Target="/ppt/slides/slide4.xml" Id="R959334d089e7486d" /><Relationship Type="http://schemas.openxmlformats.org/officeDocument/2006/relationships/slide" Target="/ppt/slides/slide5.xml" Id="Rb07403920543432c" /><Relationship Type="http://schemas.openxmlformats.org/officeDocument/2006/relationships/slide" Target="/ppt/slides/slide6.xml" Id="Rae7c86cd9c5d43ca" /><Relationship Type="http://schemas.openxmlformats.org/officeDocument/2006/relationships/slide" Target="/ppt/slides/slide7.xml" Id="R4d4eb54a855c42b0" /><Relationship Type="http://schemas.openxmlformats.org/officeDocument/2006/relationships/slide" Target="/ppt/slides/slide8.xml" Id="R2a22a8940cd540e2" /><Relationship Type="http://schemas.openxmlformats.org/officeDocument/2006/relationships/slide" Target="/ppt/slides/slide9.xml" Id="Raa95d6ba41bf464f" /><Relationship Type="http://schemas.openxmlformats.org/officeDocument/2006/relationships/slide" Target="/ppt/slides/slide10.xml" Id="R3e5b38bdcba84b40" /><Relationship Type="http://schemas.openxmlformats.org/officeDocument/2006/relationships/slide" Target="/ppt/slides/slide11.xml" Id="R17715e11478b48b5" /><Relationship Type="http://schemas.openxmlformats.org/officeDocument/2006/relationships/slide" Target="/ppt/slides/slide12.xml" Id="Rb75f4c9b4c9244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d50207dbc846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cc40eaebab4610" /><Relationship Type="http://schemas.openxmlformats.org/officeDocument/2006/relationships/notesMaster" Target="/ppt/notesMasters/notesMaster1.xml" Id="R5c3ed237c4c24f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6e8e4cb9b64e3d" /><Relationship Type="http://schemas.openxmlformats.org/officeDocument/2006/relationships/notesMaster" Target="/ppt/notesMasters/notesMaster1.xml" Id="Rc90cd1e9998a4b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9bba6037a24752" /><Relationship Type="http://schemas.openxmlformats.org/officeDocument/2006/relationships/notesMaster" Target="/ppt/notesMasters/notesMaster1.xml" Id="R148d90af395b47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3c660d538f4b5d" /><Relationship Type="http://schemas.openxmlformats.org/officeDocument/2006/relationships/notesMaster" Target="/ppt/notesMasters/notesMaster1.xml" Id="R8d7c5e08be3449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578594f145465f" /><Relationship Type="http://schemas.openxmlformats.org/officeDocument/2006/relationships/notesMaster" Target="/ppt/notesMasters/notesMaster1.xml" Id="R66767cc4296a49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1d8a1041d34f80" /><Relationship Type="http://schemas.openxmlformats.org/officeDocument/2006/relationships/notesMaster" Target="/ppt/notesMasters/notesMaster1.xml" Id="Rf584a7af739e4d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de28a9a53a4fb6" /><Relationship Type="http://schemas.openxmlformats.org/officeDocument/2006/relationships/notesMaster" Target="/ppt/notesMasters/notesMaster1.xml" Id="Rd2775fde403741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124ab916574992" /><Relationship Type="http://schemas.openxmlformats.org/officeDocument/2006/relationships/notesMaster" Target="/ppt/notesMasters/notesMaster1.xml" Id="Rc8e9b5baf61848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68ad06c07a47ee" /><Relationship Type="http://schemas.openxmlformats.org/officeDocument/2006/relationships/notesMaster" Target="/ppt/notesMasters/notesMaster1.xml" Id="R053725e2742e46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16ddbc88074828" /><Relationship Type="http://schemas.openxmlformats.org/officeDocument/2006/relationships/notesMaster" Target="/ppt/notesMasters/notesMaster1.xml" Id="R2e25c74dfbe549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bbccd6dfcf54a76" /><Relationship Type="http://schemas.openxmlformats.org/officeDocument/2006/relationships/notesMaster" Target="/ppt/notesMasters/notesMaster1.xml" Id="Re2ad4e77ec78455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a9df7ef2d284481" /><Relationship Type="http://schemas.openxmlformats.org/officeDocument/2006/relationships/notesMaster" Target="/ppt/notesMasters/notesMaster1.xml" Id="R339117d2ccbb46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Decimal place-value chart, base-ten representations, squared paper, money and measure contexts.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44.856. | Align digits by place value and include placeholder zeros. | Align ones with ones and decimal points vertically so each place-value column stays correct.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decimal point, place value, tenths, hundredths, thousandths, exchange.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32.515.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44.856.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Align ones with ones and decimal points vertically so each place-value column stays correct.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44.856..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3.57..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8.975 km.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3.57.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3.57. | Align ones with ones and decimal points vertically so each place-value column stays correct.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0b6b39160e4a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82fd70ba78481e" /><Relationship Type="http://schemas.openxmlformats.org/officeDocument/2006/relationships/slideLayout" Target="/ppt/slideLayouts/slideLayout1.xml" Id="Reff456505c9941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f456505c9941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917b6dad4416e" /><Relationship Type="http://schemas.openxmlformats.org/officeDocument/2006/relationships/notesSlide" Target="/ppt/notesSlides/notesSlide1.xml" Id="Re3306916a9d445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311594ef24a36" /><Relationship Type="http://schemas.openxmlformats.org/officeDocument/2006/relationships/notesSlide" Target="/ppt/notesSlides/notesSlide2.xml" Id="R93ee86e20d8841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67d2e00704101" /><Relationship Type="http://schemas.openxmlformats.org/officeDocument/2006/relationships/notesSlide" Target="/ppt/notesSlides/notesSlide3.xml" Id="Rf915381218414f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8b4f8adb24b65" /><Relationship Type="http://schemas.openxmlformats.org/officeDocument/2006/relationships/notesSlide" Target="/ppt/notesSlides/notesSlide4.xml" Id="Rb0a5089d1ffd48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4ac419fc04a68" /><Relationship Type="http://schemas.openxmlformats.org/officeDocument/2006/relationships/notesSlide" Target="/ppt/notesSlides/notesSlide5.xml" Id="R0a7c42a164684b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6c2d5e35d49a6" /><Relationship Type="http://schemas.openxmlformats.org/officeDocument/2006/relationships/notesSlide" Target="/ppt/notesSlides/notesSlide6.xml" Id="R73f81508c7d649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4636248924d5d" /><Relationship Type="http://schemas.openxmlformats.org/officeDocument/2006/relationships/image" Target="/ppt/media/image.png" Id="Raa302b48eda647a7" /><Relationship Type="http://schemas.openxmlformats.org/officeDocument/2006/relationships/notesSlide" Target="/ppt/notesSlides/notesSlide7.xml" Id="R320a817be3dd4f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a20605af64a2f" /><Relationship Type="http://schemas.openxmlformats.org/officeDocument/2006/relationships/notesSlide" Target="/ppt/notesSlides/notesSlide8.xml" Id="Rd701ccdfd24448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705a4d6894444" /><Relationship Type="http://schemas.openxmlformats.org/officeDocument/2006/relationships/notesSlide" Target="/ppt/notesSlides/notesSlide9.xml" Id="Rd480d226c7044b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5c3ceb20c48fa" /><Relationship Type="http://schemas.openxmlformats.org/officeDocument/2006/relationships/notesSlide" Target="/ppt/notesSlides/notesSlide10.xml" Id="R8f04b2fc03cf4b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b806ac86a4119" /><Relationship Type="http://schemas.openxmlformats.org/officeDocument/2006/relationships/notesSlide" Target="/ppt/notesSlides/notesSlide11.xml" Id="R29b18e1b56874f9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3a509976414759" /><Relationship Type="http://schemas.openxmlformats.org/officeDocument/2006/relationships/notesSlide" Target="/ppt/notesSlides/notesSlide12.xml" Id="R92aea34a314a48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BE05DC-C1A4-4111-8E54-8830F803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754E18-4DA5-4B89-BE36-F5DBF43F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69207-33B1-437A-B743-9E4B496F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48A6E-C2F9-4032-B219-78EB70BB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C00A13-A871-4644-851E-8E8EED54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Subtract decimals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6D67C5-2D91-4F09-974A-06300F65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48AEDD-CA96-4F8C-ABA1-CEBDC0F4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FD9084-509B-4719-8455-E263D7F1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subtract decimals using exchange.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2D621C-96D3-4235-AC83-FDD93D46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C60679-8122-4DF5-AB55-6FEF7EC2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Decimal place-value chart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F721D6-C862-43B7-B4C7-9C4FC7F8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15038376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8F2B09-90F0-4A52-AC42-3F93C50F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8FFFD-1B6D-42BD-8E70-2748161B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5CF209-9965-4074-A0C2-3E16EE79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56F0A-F7E9-43C8-B6CE-86DC7776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11056B-B536-4901-904E-30ACFB95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27DA73-D2DC-46B0-A686-7475DC64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A15187-D7F0-4C4E-9587-E4B0A9F6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76CCD0-67B0-4D18-9CFE-529F5F52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DE8A8-1AF0-4315-89B3-7556D8DC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Subtract decimals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881CCD-9E9A-44A3-BEF2-15BB13FE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FCDD30-E986-4847-BEFA-C1DDB12C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32A398-173B-4348-94FC-2AF0FF93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AB85E2-46CC-4769-BCF3-B4F486B2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Read, write, compare and calculate with decimals to three decimal places.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06EF89-6F15-4E08-99CE-C480CF40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22BA0D-B58C-423E-A4C3-900A5D1A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C3E0B2-A53D-4B43-A9AD-A0873AAD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142B79-5E39-4F67-8753-9246635F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6.408 x 7.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18A619-6D1F-40EC-9482-15D1425D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24B586-C311-40AF-B816-236EEFC8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983424-62D0-4BD4-9029-D393DDD5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D31C98-61D3-4EBB-8A3C-44C12C91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Calculate 50 - 17.485.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F7B18C-F49B-491E-9BAD-04C15817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17710591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6ED704-4FCA-45F8-82C7-D1FC88D8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46092E-4D12-4BD1-9644-D4588F68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84237C-BD34-49A1-A044-46C71C6A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59BBF3-9565-4B44-9F5E-F64EA8D4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9EE833-2C41-45C4-B79A-39025F1E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4AF75E-C210-4592-9A7D-1E681CC5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A4A17-7DBA-4800-A3E8-096F39D1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A78BB-986F-47C1-A2CE-4847C7BC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8196C2-88EF-409A-BBEC-23625463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Subtract decimals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8C25BD-7466-4E4F-9AB6-51287AF1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subtract decimals using exchange.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3056A-6E9F-4670-90A0-4E44B816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5BB346-8DC3-40CE-AD35-7C5E284A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Align digits by place value and include placeholder zeros.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FDC803-21BB-4AF8-8684-0109DCD0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Calculate using the chosen mental or written method.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597EE6-33A1-4BCD-AC6E-35141C15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Estimate and check that the decimal point is reasonable.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10FE96-7EEC-4D9D-BC16-1F617299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decimal point  |  place value  |  tenths  |  hundredths  |  thousandths  |  exchange</a:t>
            </a:r>
          </a:p>
        </p:txBody>
      </p:sp>
    </p:spTree>
    <p:extLst>
      <p:ext uri="{BB962C8B-B14F-4D97-AF65-F5344CB8AC3E}">
        <p14:creationId xmlns:p14="http://schemas.microsoft.com/office/powerpoint/2010/main" val="45160858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EAEFB9-5166-4754-9C5F-3AAE2656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D35EF0-DF0F-4887-80CD-36326EC3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A8858C-1AAF-484D-8A64-6972FBC5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90C1F-39B5-44B8-B0C8-A6552AE9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D24778-D560-4108-AFCB-417E2FE9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E8232-CA27-4F99-B039-BBF8166B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4EA13-3B0C-4C52-B14E-18D05A7F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CD3F2E-FB5C-48E9-9E7E-D15D703D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3B2078-2B8D-4B07-BF81-257241C2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Subtract decimals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06691C-93BF-4883-8705-E8A2D270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50 - 17.485.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EAC335-AAA7-4257-92DA-9B4EB171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E23729-C5AD-4B44-AF4D-04545756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A5339F-A7E3-422E-9BDF-D120DFC4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50.000 - 17.485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D76DB2-24E9-4484-AB17-34A1B2FF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717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B00D7B-BDA8-412F-8C7A-2E67240C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05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A49D18-6D5D-49AB-A9EC-769D9A3D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50.000 = 49.000 + 1.000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AFBF80-4FFC-4C24-80D8-5BD91CDD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6008F0-070F-4A47-BD51-D12506A1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99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0F00A4-FDE5-4DFA-AE0F-3D8DEC9D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1.000 - 0.485 = 0.515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0235ED-38B1-4D7D-985E-F1BAA78E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814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161DAE-C5EE-4A4B-A1E9-418D6E46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DF9227-4C28-410C-A14D-B7776743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291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49 - 17 = 32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7BAF26-2F7A-4F44-A283-7B806CB6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863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2FD18D-D1CE-4B42-A16B-2CA0F214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9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F5AD15-24EC-4E2D-88EF-3F4E20C8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339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32 + 0.515 = 32.515</a:t>
            </a:r>
          </a:p>
        </p:txBody>
      </p:sp>
    </p:spTree>
    <p:extLst>
      <p:ext uri="{BB962C8B-B14F-4D97-AF65-F5344CB8AC3E}">
        <p14:creationId xmlns:p14="http://schemas.microsoft.com/office/powerpoint/2010/main" val="182910806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  <p:bldP spid="25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1BD27C-5EF5-4CA4-9821-C2A350C0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7C20E5-9988-480A-AB24-77DB1929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C715DC-C9E1-4DBF-B4CD-AA818771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E40E7-FF23-4BF8-98DA-1F9A35EE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78C20-7D90-43A1-B979-6CA3D15C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C785D3-BC53-4468-820E-B456B3C3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5D13D1-5106-47E4-A9D1-459A443E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BDCF68-A25E-45A0-95BF-9DE2293A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2C3E5C-AA31-4911-8DDA-B6D50211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Subtract decimals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F94E5-8A84-477F-A0D6-4C5EA29F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9E831E-B5B5-4736-AF7A-9B1D79ED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32.515.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51F1F1-A1E0-4610-960E-65AC8F59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B8E467-1E7C-4161-AD83-549ACA4C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Estimate and check that the decimal point is reasonable.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190898-2862-42A7-9AB3-F9372970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45500668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D5D28F-E3F4-4F5F-9C4B-A403A9B3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0C2000-8DED-49E0-BB18-5BD96090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2AA2E-2F39-4E07-BB50-AED3F5C6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3D107-795F-48A1-88EC-BA34E7D7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2D0C49-9971-4F2E-B665-8C3F553E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C4D811-0ED8-42CB-8F4C-020F9323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141C4-4741-4821-A3DB-5468F48E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84C05-6A4B-4E93-99DF-1AF76167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3F3E5C-A0B4-4185-8DE5-2800BDB0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Subtract decimals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1FC005-20BC-4669-98CB-26889D04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6.408 x 7.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D8A4A-3200-42E8-98F9-23399BF5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E5FC97-F98D-4C88-B2C5-ADCCE9BE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CC186F-B4EA-4E47-8003-A4F51506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F6F300-90CF-4779-8D64-2744AFEA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D12A03-483A-4964-BD9C-D3DDED87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44.856.</a:t>
            </a:r>
          </a:p>
        </p:txBody>
      </p:sp>
    </p:spTree>
    <p:extLst>
      <p:ext uri="{BB962C8B-B14F-4D97-AF65-F5344CB8AC3E}">
        <p14:creationId xmlns:p14="http://schemas.microsoft.com/office/powerpoint/2010/main" val="107776957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876A1C-89DF-4463-ABA7-98FA3D53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0970C-BAF6-441A-8245-5B96F1CD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C43BCF-9E7A-47CB-8E12-336A09AC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D6203-72D9-4F6F-9DC2-407662B2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294640-84D6-4367-A889-CEE4100A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EF5DE1-6238-4F60-AE86-8D76746A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C0F518-FDE8-4052-B965-BFBE39D4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F2CBA5-B8D7-496A-9D81-8D6DBE6B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DF8B1-AB25-4BBA-AD96-29CE330A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Subtract decimals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302b48eda647a7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7EED2E-776E-4D96-8155-81127449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08FFC8-52BA-49A9-8369-151199A1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lines up the final digits instead of the decimal points.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598634-25BA-45C1-A140-20E51461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60E133-833B-4B2F-972E-FE421034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0613B5-C749-4613-89BA-9A084622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Align ones with ones and decimal points vertically so each place-value column stays correct.</a:t>
            </a:r>
          </a:p>
        </p:txBody>
      </p:sp>
    </p:spTree>
    <p:extLst>
      <p:ext uri="{BB962C8B-B14F-4D97-AF65-F5344CB8AC3E}">
        <p14:creationId xmlns:p14="http://schemas.microsoft.com/office/powerpoint/2010/main" val="153095961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7944EA-6F84-43F7-9B44-00CA0DCE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60FE4D-93AF-49AE-8F98-69790DBF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95362-8C2A-41B4-95EE-00F4207D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417A4-0A28-4CF0-BF91-E0CCF5A9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E6C5B-7C13-4E6C-A453-55A33ED3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CAD8E-D13C-4E2E-A3E3-144DD0C0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157C53-CDB2-49FD-9895-3E8F9FF7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FBCB0E-0E84-437F-9A3B-D9013C9E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4DA7C-9720-4DC0-BF19-BB63B51B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Subtract decimals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E32F51-E7E1-4F5F-8E2A-22855633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46596A-CC44-4DBE-8C18-93A45948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2E2411-0E3D-48FF-9218-CFA8C8E8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BA3961-A3DC-48A2-BC31-4D3CEE9E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6.408 x 7.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C38EBA-89E9-4111-ADCA-F39A11B3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B17C14-02EF-4896-A658-6E14B2E0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6AA141-649E-4238-A347-59260E72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264DF8-5F92-443E-9B3E-9879BC72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7637D0-C21C-4D27-9860-9ABA8DFA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7DF0DA-755E-45C8-97E5-E8ABF7E8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41A3F8-37F5-42D7-9D36-BACF66A2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5444FC-B9D3-4A99-9E06-A51BD289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44.856.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21F4CD-3556-4C9E-96CE-E89FC10E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75164336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65383B-0743-4AD7-944B-80D64927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F85659-C269-4D00-BD5A-68434578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6F4F25-F748-4893-85F2-75A5E213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9C347-8EB2-41C2-97FD-5DF7E5CD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626B9C-1E07-4658-BE1B-FB15A3AD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544B9C-D0BF-434E-80AA-EBE57EE8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A9C68-4413-4976-B211-93B88243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94F27-26A6-4AF0-BED2-AD072F85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E7CE41-2E9C-4247-96F4-27FBD20E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Subtract decimals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F03DB8-4538-478C-8A8B-C5588309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B782C0-9FA1-4820-9509-97137F59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0C1D86-71FC-42BC-9E85-E0B3E19F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9865DC-8BC0-4FE4-B2B7-8BD4EB36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28.56 divided by 8.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DBBFBE-DEC2-4283-9B3C-DE5A11C5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BB5ABF-613E-4EE4-B6BF-CD6C3F4D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0C9A25-35AF-4CC2-8B00-D59249E8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DBF532-2556-4D82-BD20-A497050E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31B6EF-B988-4261-B698-32766CAE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FBF715-5591-4138-A0D0-9FE212D7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72E070-AB2A-4848-A307-C8982FF3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DED40D-C5EE-47A3-9862-744B4220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72425937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4BB0D6-2EE0-4017-A0F5-79312D83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4517B5-B48E-490D-BB0D-5D492160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FC00B-4982-4274-A6CB-3570241A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DE325F-4DEA-4430-90D3-D609D259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AA6F4-AFF5-4144-A8D8-B9C5D475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31B0A-8099-44D4-8DC5-ECBF74F7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8AF7D5-3868-4CE4-9336-80D4033D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DE449E-B8F8-4A72-A088-650F3EA6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E72BB9-AB53-42AA-80F1-D98421C2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Subtract decimals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0DA463-9DB8-4F96-9A6E-5925F47C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A runner completes 3 laps of 2.375 km and then 1.85 km. How far altogether?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1230BC-6B0B-4EA0-8D8E-332D8863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D57336-04DE-4204-8DFD-42F5C4C3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58CE6F-E73B-463F-8DBC-86FC663F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8.975 km.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92835863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78CAAA-F07D-413A-80DF-CF5A8C2F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F13564-5BD8-4F1F-B074-CF53DDDB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1285B-EE27-44CC-86CD-5F6B6431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DC441D-2D40-4282-A968-38AB4413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3FD4DF-55E4-4850-BD5C-BDB4D6F7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478DCE-B0B6-475C-B1CB-2F798123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665E38-BA19-4295-97F0-15A9B376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6EAE2B-3A3F-49EA-A49C-57D52AEA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9B1561-7931-4165-B506-EF8F10DE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Subtract decimals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51A15E-517F-47D4-979F-FCB898A6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9099F6-AD98-4D2B-ADEF-78439C05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46A931-DED9-4B37-AD4D-C8E0E4ED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28.56 divided by 8.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CE41E2-CACD-4142-97C2-3302777F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D8BF07-A532-4211-A0E9-BBE51E25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5EAA27-5A2B-4B7F-848E-634BEB96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49B89C-750A-4266-B468-8F3E4C75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3.57.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809361-4427-45EB-8171-8275DC68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191086-B539-4C09-B16E-04E06C9D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136642498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21126D-4E4C-4FBB-9B39-768F0EB0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4C7F5-E5F3-4B27-9C64-7F56B3D6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564C5F-FEE3-4C66-92BD-5E4DF9D6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02AAB0-2D2A-42AE-8AB3-4DE36087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49B2B8-8686-4EC0-A349-65D0A47C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C5AE10-DFC6-484F-A4B0-C9541871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34DEFA-5F8E-4F39-8607-4E763B34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A771DA-9E6D-450B-B409-3A2B47C3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A9B5A3-A8C3-461C-BD02-FE8B2796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Subtract decimals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A545B9-8C8D-4B0B-9787-C55E296B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C8179F-C3CC-4D4D-A601-48FC4BE5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5C149B-872D-44E9-BDC9-0A5E45C0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356641-F035-4AEA-8FC1-E2324DFB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28.56 divided by 8.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43996B-C002-47EC-A0BC-A630255D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A261F2-1F86-4A97-8951-91DFBAFB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3CFF8E-AEEA-40FD-A96A-4EF27703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7169E7-B439-42A1-A675-D126BB06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lines up the final digits instead of the decimal points.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AC0D5D-9E04-4452-BEDA-C735423C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ABB813-5038-47E5-AFF6-314B5651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4C5CCC-D943-4501-8D4D-6AD78703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5EA395-2565-4548-AA21-9E58055E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678A11-5B83-4969-ABC6-62EED926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208477649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2026-09-09T22:13:54.4300000Z</dcterms:created>
  <dcterms:modified xsi:type="dcterms:W3CDTF">2026-09-09T22:13:54.4300000Z</dcterms:modified>
</coreProperties>
</file>