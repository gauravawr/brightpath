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feec7e6129c4153" /><Relationship Type="http://schemas.openxmlformats.org/officeDocument/2006/relationships/extended-properties" Target="/docProps/app.xml" Id="R7fe01de8726245f9" /><Relationship Type="http://schemas.openxmlformats.org/officeDocument/2006/relationships/officeDocument" Target="/ppt/presentation.xml" Id="R64a328ec2b4544c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f581b98926c46f8"/>
  </p:sldMasterIdLst>
  <p:notesMasterIdLst>
    <p:notesMasterId xmlns:r="http://schemas.openxmlformats.org/officeDocument/2006/relationships" r:id="Rd9ad4716c2224ab7"/>
  </p:notesMasterIdLst>
  <p:sldIdLst>
    <p:sldId xmlns:r="http://schemas.openxmlformats.org/officeDocument/2006/relationships" id="256" r:id="R65a440d221ea40aa"/>
    <p:sldId xmlns:r="http://schemas.openxmlformats.org/officeDocument/2006/relationships" id="257" r:id="Rb0c55dd81a154911"/>
    <p:sldId xmlns:r="http://schemas.openxmlformats.org/officeDocument/2006/relationships" id="258" r:id="R5143e32bd12348cc"/>
    <p:sldId xmlns:r="http://schemas.openxmlformats.org/officeDocument/2006/relationships" id="259" r:id="R1e3ca52118194fc5"/>
    <p:sldId xmlns:r="http://schemas.openxmlformats.org/officeDocument/2006/relationships" id="260" r:id="R3b1a1a63b1fd4ef7"/>
    <p:sldId xmlns:r="http://schemas.openxmlformats.org/officeDocument/2006/relationships" id="261" r:id="Rf85552092835426e"/>
    <p:sldId xmlns:r="http://schemas.openxmlformats.org/officeDocument/2006/relationships" id="262" r:id="R2ac740bac53549d2"/>
    <p:sldId xmlns:r="http://schemas.openxmlformats.org/officeDocument/2006/relationships" id="263" r:id="R6499d401f4a54f84"/>
    <p:sldId xmlns:r="http://schemas.openxmlformats.org/officeDocument/2006/relationships" id="264" r:id="R919da72e6ff7416e"/>
    <p:sldId xmlns:r="http://schemas.openxmlformats.org/officeDocument/2006/relationships" id="265" r:id="Re4a1db1e54d5451e"/>
    <p:sldId xmlns:r="http://schemas.openxmlformats.org/officeDocument/2006/relationships" id="266" r:id="R2f5a0b3e5c8145b9"/>
    <p:sldId xmlns:r="http://schemas.openxmlformats.org/officeDocument/2006/relationships" id="267" r:id="Raf79b867af4f43b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e9972665aab47e3" /><Relationship Type="http://schemas.openxmlformats.org/officeDocument/2006/relationships/slideMaster" Target="/ppt/slideMasters/slideMaster1.xml" Id="R5f581b98926c46f8" /><Relationship Type="http://schemas.openxmlformats.org/officeDocument/2006/relationships/notesMaster" Target="/ppt/notesMasters/notesMaster1.xml" Id="Rd9ad4716c2224ab7" /><Relationship Type="http://schemas.openxmlformats.org/officeDocument/2006/relationships/presProps" Target="/ppt/presProps.xml" Id="Re8e709eeceee410d" /><Relationship Type="http://schemas.openxmlformats.org/officeDocument/2006/relationships/tableStyles" Target="/ppt/tableStyles.xml" Id="Rc16c44cbfe2a45cc" /><Relationship Type="http://schemas.openxmlformats.org/officeDocument/2006/relationships/slide" Target="/ppt/slides/slide1.xml" Id="R65a440d221ea40aa" /><Relationship Type="http://schemas.openxmlformats.org/officeDocument/2006/relationships/slide" Target="/ppt/slides/slide2.xml" Id="Rb0c55dd81a154911" /><Relationship Type="http://schemas.openxmlformats.org/officeDocument/2006/relationships/slide" Target="/ppt/slides/slide3.xml" Id="R5143e32bd12348cc" /><Relationship Type="http://schemas.openxmlformats.org/officeDocument/2006/relationships/slide" Target="/ppt/slides/slide4.xml" Id="R1e3ca52118194fc5" /><Relationship Type="http://schemas.openxmlformats.org/officeDocument/2006/relationships/slide" Target="/ppt/slides/slide5.xml" Id="R3b1a1a63b1fd4ef7" /><Relationship Type="http://schemas.openxmlformats.org/officeDocument/2006/relationships/slide" Target="/ppt/slides/slide6.xml" Id="Rf85552092835426e" /><Relationship Type="http://schemas.openxmlformats.org/officeDocument/2006/relationships/slide" Target="/ppt/slides/slide7.xml" Id="R2ac740bac53549d2" /><Relationship Type="http://schemas.openxmlformats.org/officeDocument/2006/relationships/slide" Target="/ppt/slides/slide8.xml" Id="R6499d401f4a54f84" /><Relationship Type="http://schemas.openxmlformats.org/officeDocument/2006/relationships/slide" Target="/ppt/slides/slide9.xml" Id="R919da72e6ff7416e" /><Relationship Type="http://schemas.openxmlformats.org/officeDocument/2006/relationships/slide" Target="/ppt/slides/slide10.xml" Id="Re4a1db1e54d5451e" /><Relationship Type="http://schemas.openxmlformats.org/officeDocument/2006/relationships/slide" Target="/ppt/slides/slide11.xml" Id="R2f5a0b3e5c8145b9" /><Relationship Type="http://schemas.openxmlformats.org/officeDocument/2006/relationships/slide" Target="/ppt/slides/slide12.xml" Id="Raf79b867af4f43b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b6f99bca3e4c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0b0cb109bb42be" /><Relationship Type="http://schemas.openxmlformats.org/officeDocument/2006/relationships/notesMaster" Target="/ppt/notesMasters/notesMaster1.xml" Id="R80accdbfde384d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d4b01c136384a6d" /><Relationship Type="http://schemas.openxmlformats.org/officeDocument/2006/relationships/notesMaster" Target="/ppt/notesMasters/notesMaster1.xml" Id="R60647f20986a41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1d790fbafe41c6" /><Relationship Type="http://schemas.openxmlformats.org/officeDocument/2006/relationships/notesMaster" Target="/ppt/notesMasters/notesMaster1.xml" Id="R312868c66cc74d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3f3d4d014940c5" /><Relationship Type="http://schemas.openxmlformats.org/officeDocument/2006/relationships/notesMaster" Target="/ppt/notesMasters/notesMaster1.xml" Id="Ree2b335cf2224ac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67b5861548a42fb" /><Relationship Type="http://schemas.openxmlformats.org/officeDocument/2006/relationships/notesMaster" Target="/ppt/notesMasters/notesMaster1.xml" Id="Rd8e2f740159e434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5d1a7c4b494d2e" /><Relationship Type="http://schemas.openxmlformats.org/officeDocument/2006/relationships/notesMaster" Target="/ppt/notesMasters/notesMaster1.xml" Id="R16f1c8f657ee42c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b8bac46ce3b426a" /><Relationship Type="http://schemas.openxmlformats.org/officeDocument/2006/relationships/notesMaster" Target="/ppt/notesMasters/notesMaster1.xml" Id="R54acaa22cb184e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a75b193b96542fd" /><Relationship Type="http://schemas.openxmlformats.org/officeDocument/2006/relationships/notesMaster" Target="/ppt/notesMasters/notesMaster1.xml" Id="R62d848cb6c8b427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fa0fc3f55f4d7f" /><Relationship Type="http://schemas.openxmlformats.org/officeDocument/2006/relationships/notesMaster" Target="/ppt/notesMasters/notesMaster1.xml" Id="Rc4f4509808764f2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2b842fa70314041" /><Relationship Type="http://schemas.openxmlformats.org/officeDocument/2006/relationships/notesMaster" Target="/ppt/notesMasters/notesMaster1.xml" Id="R9f2fa8e2f585458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549f81974d04a93" /><Relationship Type="http://schemas.openxmlformats.org/officeDocument/2006/relationships/notesMaster" Target="/ppt/notesMasters/notesMaster1.xml" Id="R2c24f4a1c44f469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c21bcf32d6a4061" /><Relationship Type="http://schemas.openxmlformats.org/officeDocument/2006/relationships/notesMaster" Target="/ppt/notesMasters/notesMaster1.xml" Id="R4f067e0b9b69429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Decimal place-value chart, base-ten representations, squared paper, money and measure contexts.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43.656. | Align digits by place value and include placeholder zeros. | Align ones with ones and decimal points vertically so each place-value column stays correct.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decimal point, place value, tenths, hundredths, thousandths, exchange.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8.975 km.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43.656.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Align ones with ones and decimal points vertically so each place-value column stays correct.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43.656..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32.515..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44.856.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32.515.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32.515. | Align ones with ones and decimal points vertically so each place-value column stays correct.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a5a2f16298417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7aa20aade34fc3" /><Relationship Type="http://schemas.openxmlformats.org/officeDocument/2006/relationships/slideLayout" Target="/ppt/slideLayouts/slideLayout1.xml" Id="Redf8d88d9af2467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df8d88d9af2467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285fc859554d44" /><Relationship Type="http://schemas.openxmlformats.org/officeDocument/2006/relationships/notesSlide" Target="/ppt/notesSlides/notesSlide1.xml" Id="Rd413d37a702b4e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bb173d8af4d56" /><Relationship Type="http://schemas.openxmlformats.org/officeDocument/2006/relationships/notesSlide" Target="/ppt/notesSlides/notesSlide2.xml" Id="R759f189049a649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ae74f78e7c4d77" /><Relationship Type="http://schemas.openxmlformats.org/officeDocument/2006/relationships/notesSlide" Target="/ppt/notesSlides/notesSlide3.xml" Id="Rde740f00e6814c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4024c643a4411d" /><Relationship Type="http://schemas.openxmlformats.org/officeDocument/2006/relationships/notesSlide" Target="/ppt/notesSlides/notesSlide4.xml" Id="R91eea854ca07442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7b97b1b66f434c" /><Relationship Type="http://schemas.openxmlformats.org/officeDocument/2006/relationships/notesSlide" Target="/ppt/notesSlides/notesSlide5.xml" Id="Rad83e03244ef456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a1b8c958a44c8a" /><Relationship Type="http://schemas.openxmlformats.org/officeDocument/2006/relationships/notesSlide" Target="/ppt/notesSlides/notesSlide6.xml" Id="R0659369196f94e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71026783c04095" /><Relationship Type="http://schemas.openxmlformats.org/officeDocument/2006/relationships/image" Target="/ppt/media/image.png" Id="Rdb2dc4f64fe249ac" /><Relationship Type="http://schemas.openxmlformats.org/officeDocument/2006/relationships/notesSlide" Target="/ppt/notesSlides/notesSlide7.xml" Id="R000d61414999468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ac53c3b38c4367" /><Relationship Type="http://schemas.openxmlformats.org/officeDocument/2006/relationships/notesSlide" Target="/ppt/notesSlides/notesSlide8.xml" Id="Rf1ff0e9be26941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139e9f07584cd9" /><Relationship Type="http://schemas.openxmlformats.org/officeDocument/2006/relationships/notesSlide" Target="/ppt/notesSlides/notesSlide9.xml" Id="R104b893c9fd6437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907af19cbe4456" /><Relationship Type="http://schemas.openxmlformats.org/officeDocument/2006/relationships/notesSlide" Target="/ppt/notesSlides/notesSlide10.xml" Id="R88b97695ad0b49b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d604065e654c0b" /><Relationship Type="http://schemas.openxmlformats.org/officeDocument/2006/relationships/notesSlide" Target="/ppt/notesSlides/notesSlide11.xml" Id="Rc5d1a893b38346d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442124c7cf4d98" /><Relationship Type="http://schemas.openxmlformats.org/officeDocument/2006/relationships/notesSlide" Target="/ppt/notesSlides/notesSlide12.xml" Id="R99bc33dc08f24e3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7B3970-0FB8-4242-9AF3-3AF985FB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6FE82E-BB24-47BA-9620-8737C153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2658B6-7072-441B-8EE3-58BC66DC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6785B3-2F94-4C74-81E5-8F8FE914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583FB3-94C1-432C-A48E-5F82C54B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decimal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BCC19F-70D0-4EE5-AF71-57B7AA53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27408D-53CE-40A6-9219-9D32F05E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84DC10-40E8-4050-98AF-41B70896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involving decimals and measures.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B5B2CB-FD66-4178-85F1-0F4635B58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1E6508-D2C8-481A-A917-8068AA91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Decimal place-value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08D6A4-5A4A-4C8C-A525-59819816F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8271442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E8C2C3-A908-41B3-8BE4-889293CC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3FB96E-F139-49DB-9301-8480B64B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E6227A-698C-4CFD-A432-3681ABFB5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9C2362-BF4A-45CA-8E78-E9ADC693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B6C24B-D75F-4FEC-B729-D092F342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A51643-9787-4176-A605-2C29BD41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32373F-090B-44A8-92B4-5393E25B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83DEF4-7B58-4B56-AE38-83CBCFB97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FCF8A6-0424-4DFD-B0C2-4BCD82590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decimal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2303A6-391B-4FBE-AA8B-3D85BE1AC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D17624-092C-42B3-B6BF-46BF8424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281FB8-9BFD-4D00-A0FC-EB4D138A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0F35B8-F188-4928-B411-C61150E5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compare and calculate with decimals to three decimal places.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C69C3B-6240-41C2-B79A-063C9FFFD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1A860F-5C60-4648-BA7E-1316444A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A70699-AAC5-4797-A142-9432EFE52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C1F988-15B8-4C8C-9BB5-C495AE56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8E43C5-45F7-4600-974D-75C6C53C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53D9CD-5C6E-478F-91CF-3CDF9C18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E20583-BB07-4F87-84E2-EB17A77B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0D9CE3-1C9C-4ECD-9A6A-59228C2BE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runner completes 3 laps of 2.375 km and then 1.85 km. How far altogether?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7504AF-0F58-4B56-85C8-2923FA63C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2435180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5B9CEA-82E3-4EED-91CA-06569BC9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53EB91-76B5-4E47-9A6D-3E6B8358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C1FE31-51F4-46D0-BCD1-EC5ACB25E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C42F40-733F-47C4-8C35-5745E22BC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C5E0A-F583-4B3F-B2FA-32F3E871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E97CE3-8160-4504-AE73-1BD4B8939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9E60A5-8B45-40A0-AB4C-B39DCFF97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54585A-1BF1-4DBA-BFE7-7AFC2A29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84C2FF-6CA7-468F-A395-93F2676B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decimal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AB0F8F-6B5A-4E87-AD79-8D850FC5E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multi-step problems involving decimals and measures.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BB6948-890F-4C8C-8926-6485ED4A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ED3FE1-E89E-41FC-BA9B-0BDAA98C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Align digits by place value and include placeholder zeros.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19FEDE-8A73-475D-B5AE-3BA4C97D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Calculate using the chosen mental or written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4DE547-C0D9-45E2-A921-1E7FE819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Estimate and check that the decimal point is reasonable.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E48683-D92F-47E0-A412-D5776D09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decimal point  |  place value  |  tenths  |  hundredths  |  thousandths  |  exchange</a:t>
            </a:r>
          </a:p>
        </p:txBody>
      </p:sp>
    </p:spTree>
    <p:extLst>
      <p:ext uri="{BB962C8B-B14F-4D97-AF65-F5344CB8AC3E}">
        <p14:creationId xmlns:p14="http://schemas.microsoft.com/office/powerpoint/2010/main" val="26673815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944C8B-9FAC-4882-B266-73E77437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33437D-5FCF-4150-ADA2-09F4033DC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545C08-C377-465F-8896-F0FAD9A77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EF14FE-6920-4519-8CBD-D6B1B820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306F25-05DD-47FE-9883-98ADF7F2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0221FD-F26B-4CDC-99AB-CCF47110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FCCEC2-B302-40B4-B3E8-88AA6925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047DE9-4A23-43C1-B191-6A0B7CE5C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BD02DB-6054-4D74-B735-9051CF0F7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decimal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AC2E73-6418-4D50-9090-B5AB00EF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runner completes 3 laps of 2.375 km and then 1.85 km. How far altogether?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0138E3-4D2E-432D-A88F-49BF0E0A7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436381-5001-45E7-A954-F94DFA6E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135F0F-F467-439A-9F86-6F02720D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Align digits by place value and include placeholder zeros.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1A226C-3CA9-4B33-BB63-9A229249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651702-BF6F-48C1-AF4D-E6306CDC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C4AAFD-AA1E-4C8E-A45F-A1305CE5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Calculate using the chosen mental or written method.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7E111A-0A8E-4D17-94D0-A5AC549C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5681A9-2A62-4DD9-AC8F-72728289A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53356E-639E-4447-A9F0-050D7282E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8.975 km.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C530AB-15F4-4635-9E6A-0FDA0538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E4B4E6-6182-4745-8592-7D04E9148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66DFC-94B9-4413-B342-16FE6979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Estimate and check that the decimal point is reasonable.</a:t>
            </a:r>
          </a:p>
        </p:txBody>
      </p:sp>
    </p:spTree>
    <p:extLst>
      <p:ext uri="{BB962C8B-B14F-4D97-AF65-F5344CB8AC3E}">
        <p14:creationId xmlns:p14="http://schemas.microsoft.com/office/powerpoint/2010/main" val="16937726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52CFDA-D2A5-40B2-BF7A-FD4E415F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19C48-AF9F-43FA-A89F-D02E8556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02A9B7-4C9F-41AE-B08B-B53BB1E6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208AAA-0CBD-4AB9-8EB1-0A507B2B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A4CEBC-0373-4602-A8C5-B3B706C2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C56B1A-CCF2-46EF-99F4-ED8AD0A9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B54C0C-9238-4222-A2D5-C727948C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3A48E4-67BC-4B99-AF41-6AE9CEB8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51A4DB-07C2-4CEE-BE61-051E87B9B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decimal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C743A1-611C-4D88-B966-7AB4E4CA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CA12D2-D307-4A48-9069-BED118D7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8.975 km.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58A173-46B3-4079-A706-2BF5AD92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9D1B29-DD45-4C7F-A3F4-15DAFA4C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Estimate and check that the decimal point is reasonable.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3D7F8C-C408-4338-89D6-22011F7C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914782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CF1599-E0DA-470D-B25F-4D3A6104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3F4A71-A135-48F2-AD67-BB4AB3D3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BBA559-1928-4842-8688-BB763E8AB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F8DCF6-1794-40CE-9A06-0592A75A3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931D19-A567-4609-9DA7-CA0F48D1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C3A8CD-F5D9-41D5-88F8-1C2C3C60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309F9-02A4-445E-A9D1-3C6B23DE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A1FB4E-D342-424C-AC38-AFF124317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D0F817-452B-43FB-9284-D7704CA0D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decimal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DB8635-EC12-40B8-8810-7EB3BEC8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EE5B03-2C40-40AD-81A4-AE756831E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B42E55-0883-4EDD-8CC2-5AC91670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D9237B-E301-4C0E-9271-6681F05DD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E8999F-15C4-47A9-AD97-72D61D16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1635CD-DC6B-472D-AAF3-3CBCCA9C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43.656.</a:t>
            </a:r>
          </a:p>
        </p:txBody>
      </p:sp>
    </p:spTree>
    <p:extLst>
      <p:ext uri="{BB962C8B-B14F-4D97-AF65-F5344CB8AC3E}">
        <p14:creationId xmlns:p14="http://schemas.microsoft.com/office/powerpoint/2010/main" val="91161105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28267E-8CFF-4DAE-B859-38EE76EAB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6D5A4A-0075-4120-B26A-4E2030CD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5D842D-9EF0-44AA-8448-903DD225C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252E37-909E-4357-9457-BBD13ED8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E01B24-F4FC-4A17-9261-0436DFCD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AA1F73-6144-44E3-86DD-6AB2AAFF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A13101-9017-4929-B953-05E898F1C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8F7763-9BF8-4A8F-A374-79ECC7B8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8AADAD-0363-420D-BD7E-0CC8DC49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decimal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2dc4f64fe249ac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412D74-0197-4693-8716-E0CFC5C5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84855F-4760-4D07-86AA-28F006E5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lines up the final digits instead of the decimal points.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8E0E4C-314C-42DF-9113-469B3E77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06273B-1821-4A72-B331-90D0A036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EE5CFD-4607-4C5D-BDC0-BB3942B3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Align ones with ones and decimal points vertically so each place-value column stays correct.</a:t>
            </a:r>
          </a:p>
        </p:txBody>
      </p:sp>
    </p:spTree>
    <p:extLst>
      <p:ext uri="{BB962C8B-B14F-4D97-AF65-F5344CB8AC3E}">
        <p14:creationId xmlns:p14="http://schemas.microsoft.com/office/powerpoint/2010/main" val="1023192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F46B1D-D00E-4DC6-BA61-DFBEF610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E496EA-64FF-4A77-BAF6-F4DDF95E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BF9540-D978-4A21-ACDB-7520964A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CBCAD0-99DB-4633-83C8-1FDC2B3D9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48FDAD-3CD1-4B1F-B0D4-B71135F5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97428A-8BE9-498F-BB1C-63F8BCC4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715258-C02C-47E3-BC6D-A679B134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8485DA-28B9-45D9-A3EF-16654644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D1FF07-1E35-42DE-9F5A-C52AB5C27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decimal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269180-17B7-4257-B929-AB5F1043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E10F94-8513-44C0-8235-EAC6004E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A6AD17-F60A-407E-B093-8AF69DD3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FFA873-1157-44DC-A32D-CF573A538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34.75 + 8.906.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909E7D-F2E4-47B9-93B0-70BF25BAB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D2BA8F-2C68-4B23-A5A4-7283ADBFF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5F375E-2CD4-4AE4-B702-87E23F65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6BF3D0-B586-4867-821F-F7743CA2B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DBB445-21D5-4A79-82E5-8A9DB0392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84C704-E1B8-40F8-8E29-C59DFA94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808254-0423-4378-8FC4-EB4EFE79A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63FF0A-1B02-4128-9BCC-D3030D9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43.656.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FB732C-3E9D-4A85-9A77-6B487D63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209356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22C049-FB25-480F-81F2-C9741518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725EFA-778D-40F6-A772-A7EC65BD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F9AE95-2132-47C1-9869-6FF58EBB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C9A853-B007-4C87-91F3-402D854F0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2F30B-BB94-4227-9E0A-B2D8513E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EEDC6-F08F-4482-A47E-BADA10E3E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AF48F9-0C1A-46B6-ADE6-807ADFA18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EE9E4F-2710-4809-B28A-A9151CF5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C3B7D8-4475-42B3-AC28-772A7D24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decimal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40A37B-F433-4F75-BE30-2303B03A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57848E-7C00-4AC2-A4BC-E97AFBE6F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7B6621-67B4-4894-BE27-EA03390F5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458967-72EE-4F68-8DC2-C9F0AB0B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648F48-72B7-483B-A017-B7065ADBE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F687A1-1E60-43B1-9164-6B8E16BB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C00DDE-27B5-46ED-B3F0-5F5F5721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30B0B1-35C8-4EEA-89C8-E9E02E8F7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0DEBA8-797C-46EF-8EDA-863E7E8F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D6B36F-CD33-40A2-9D6C-A59BC13E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AB9797-4DB2-4ABF-9DD0-B1B245B58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F4C031-65C7-4F2C-B1EE-1E117F24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1235718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BA4B-1718-4681-B875-44A5B54ED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46DA0E-18FA-45ED-8404-50F9BCE5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6EF7F2-F958-49E0-A078-66DF32A7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2961CA-1925-45C2-B353-EE7B58CC3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C52957-B887-4D58-833F-91A332975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21D156-7445-47F9-9C60-C64DBF6D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FBBE46-A053-4C7F-85EF-15875E07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93A03B-D3E0-46A2-BAEB-B44CD29B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E9850F-859D-4FFC-8414-F683DBB2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decimal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3531F9-8D1C-46E7-AC3F-29E70C24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6.408 x 7.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228D24-FF6B-4C98-808D-A5DA8E6FD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3404D7-B19D-425B-8732-3C3C0CEE9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1C8C8D-4FB9-4891-9CFE-8407AA27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44.856.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1428309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720AAE-B2F2-4E47-8A1B-98B0941A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F1887C-5EA2-44B6-ADDF-DDDCEBCA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406D9A-4397-4F27-9951-43C389B5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7C84C0-5AA4-4C80-9D33-5C0752B3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5DE435-3ADA-4F12-9495-3884F95C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81F9C-24A5-40D0-991D-BFED0C43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82D37B-F506-4FCB-A6A9-3CDFD6AB1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E3814A-1B81-4BFE-AD0F-0226C5FC3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FF0583-668C-487E-B4FD-2C6CA68E5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decimal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F8C328-F48C-434E-AD57-55718A51D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B86010-686C-4F90-B841-39E9B242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3BBD16-407E-4014-9646-06CC48F6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654109-E75B-4C94-82F3-C340D1EA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6FC0AD-D535-41B6-9513-30FA4E619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114133-60E0-40A7-AFF5-B3691E68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8D4696-2C7A-4A5B-AB72-2D5FC279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32.515.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E927BE-0C33-41C6-9804-C5C5EC00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59B2B8-03C5-4468-BC7A-3B837C306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1022675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D26B07-4E70-4544-90C9-306957108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F0A096-B9D1-491E-9E8E-07553DED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86A966-CC12-4020-89CD-A757D543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C92BB0-724C-478D-A84C-9D7899F6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ACA364-CF06-4C83-9792-AD2C77961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97B505-5112-4CF1-A925-3C7744EC5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9EB831-C715-40C2-ABA8-A5939FECB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F5FAD7-7FCA-46C5-BBCD-5E292B44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099E5E-4FD7-4201-8B06-32BE1156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decimal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F42347-C754-44E3-BD37-54D183E4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97EA78-F1B6-421B-84C5-F2189493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493573-C6A2-4A8B-AD2E-62671054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4659AC-2EB0-4103-B0FF-A7639E66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50 - 17.485.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B11774-EE93-40AC-B738-D3373A69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2D3EF8-33E4-4C68-9BE9-F2950C653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377B94-7A00-43B6-A49D-008A3497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075DB2-0FEA-4628-B82C-00308873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lines up the final digits instead of the decimal points.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D2E5FD-0036-4AC3-9E1A-D57A69E54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582DDD-4754-440B-97FC-28BBA55FC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D3DE3B-6D7F-4DD6-A105-DCC3C8D4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006568-F286-4C2B-B244-9945FF24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D62656-CAE3-4E75-8888-2760DFEE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7335548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2026-09-09T20:46:53.6600000Z</dcterms:created>
  <dcterms:modified xsi:type="dcterms:W3CDTF">2026-09-09T20:46:53.6600000Z</dcterms:modified>
</coreProperties>
</file>