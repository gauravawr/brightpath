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Solve decimal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decimal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A8AF5672-3D95-4255-9802-85C923DEBBF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E222D23-C51C-4D49-A56B-51773A284FCD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055974C-4F8D-4C4B-AECD-F313DD6BF04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65689F9-A5DC-4726-9234-F6FDEC52929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6570B24-F9A7-4078-AC81-C5876C02F8B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362C822-2A12-414D-8C31-BC47490AB9D3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multi-step problems involving decimals and measures.</a:t>
            </a:r>
          </a:p>
        </p:txBody>
      </p:sp>
    </p:spTree>
    <p:extLst>
      <p:ext uri="{BB962C8B-B14F-4D97-AF65-F5344CB8AC3E}">
        <p14:creationId xmlns:p14="http://schemas.microsoft.com/office/powerpoint/2010/main" val="308795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C3EBEDAE-4B83-4F22-9E83-5244E608D93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BDF815F-6437-4778-9EE7-8201878459B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2.375 × 3 + 1.85.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D1E8BA0-FF58-420C-A20A-2BAC2EAEEA4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FF0C8D1-DF03-4157-89FC-3155A4E00A9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C79171D-047C-47FF-ABA5-EE1B992AEF3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8BD9BBD-A9ED-4B45-9B72-498DC5AD8924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2.375 × 3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D407A3B-7ACC-4CE0-8848-51DC91B900AC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7.125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AAB7231-64F8-473A-9260-2C62F621AA0A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7.125 + 1.85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C94543E-407F-4CED-BE8D-63AACE619524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8.975</a:t>
            </a:r>
          </a:p>
        </p:txBody>
      </p:sp>
    </p:spTree>
    <p:extLst>
      <p:ext uri="{BB962C8B-B14F-4D97-AF65-F5344CB8AC3E}">
        <p14:creationId xmlns:p14="http://schemas.microsoft.com/office/powerpoint/2010/main" val="4911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AF88F89E-D960-450B-9FFC-982E086A978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23207DD-B5B9-4054-811C-BDB29AA8401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F3BC5AF-D902-4495-85C8-D9C483D3120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2.375 × 3 + 11.85.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844F96B-100E-4841-A9B1-E48CC9D76E7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85D3CC8-7016-4568-A9CD-20F1AAE9CE2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60681FE-6962-430A-A587-3C0170A612A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E09408A-FECB-4911-BCAC-4304AED8DA0D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2.375 × 3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1AE24BB-1BB1-4AFE-A933-3036BAEEA454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7.125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23EB9FB-2F0D-49CF-9469-767058DE474D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7.125 + 11.85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05AFC1F-B077-4190-9D86-1F36D582A473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18.975</a:t>
            </a:r>
          </a:p>
        </p:txBody>
      </p:sp>
    </p:spTree>
    <p:extLst>
      <p:ext uri="{BB962C8B-B14F-4D97-AF65-F5344CB8AC3E}">
        <p14:creationId xmlns:p14="http://schemas.microsoft.com/office/powerpoint/2010/main" val="168445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29A77DE0-DB4F-4C7D-978D-D7128E5DEB7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4C0191D-8204-4D94-8DBB-6DE642D04E9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2.375 × 3 + 21.85.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7D28248-7B83-4A43-8D76-529C281E03F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6701E47-07BC-47DA-85A2-5F58CC2681F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3203007-AAA0-458B-B818-93D2C0BA61A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B29F206-0290-4030-A0DE-1206D71AF2A8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2.375 × 3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2CE8D3E-C6B5-4147-B0D3-00A775C29486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7.125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73367E1-5D57-4538-B38D-055A6EE42469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7.125 + 21.85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406D276-E2E7-4134-9E7A-90D5216E7077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28.975</a:t>
            </a:r>
          </a:p>
        </p:txBody>
      </p:sp>
    </p:spTree>
    <p:extLst>
      <p:ext uri="{BB962C8B-B14F-4D97-AF65-F5344CB8AC3E}">
        <p14:creationId xmlns:p14="http://schemas.microsoft.com/office/powerpoint/2010/main" val="1183153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155817D5-1B02-44C3-8B68-C10F08D0CA4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AD4EE66-9063-4736-9C76-9DA6C355428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26E0DAF-21E5-4B22-A1ED-0A64B1AF9A1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2.375 × 3 + 31.85.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D597103-40FC-4CF8-85CB-94A0348A284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87B2FFF-0911-44EE-82C0-22DFDA6B560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B7EFEE6-5FA4-41A7-930A-E2625C41AC1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E544D72-B732-437F-8963-B04BB926470C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2.375 × 3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08752C7-0514-4064-AE49-A69FE56D2966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7.125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C12DB78-1B45-4AB6-81C5-1C394AF74FD2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7.125 + 31.85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19A10AA-8784-4242-9FE6-3A6F5B33945B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38.975</a:t>
            </a:r>
          </a:p>
        </p:txBody>
      </p:sp>
    </p:spTree>
    <p:extLst>
      <p:ext uri="{BB962C8B-B14F-4D97-AF65-F5344CB8AC3E}">
        <p14:creationId xmlns:p14="http://schemas.microsoft.com/office/powerpoint/2010/main" val="2004314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8D70E327-68A0-44F1-AB1F-2CDBF4BFC7C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EAB45B4-9DFE-4762-BD3E-075CA2214B0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3236EC9-32C8-439C-8FC6-F3E266F9A03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EE2FF6A-824F-4750-821A-68CBC3D0B42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79FCDCB-6FBD-40C0-B169-31859D75358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1338C68-58A8-45DA-B339-E3802F719BC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AE65E14-9F5A-4B66-9468-F4F69E4A45A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F0A0AB2-C145-433B-B361-403D26FB5C41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785754E-AC24-4DAB-8EBE-7AB0DFAF78E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9FF79EC-7668-4360-BC87-3229EEF644BD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EC4ACC4-48A8-43CA-92E5-5AEAC0305EC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83412EB-3F86-47FD-9A6F-A34DA76236BF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C4F9F78-6A13-41F1-97C1-04D90666717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024E04C-F7E6-4F39-AB7C-A385B86B0C4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runner completes 3 laps of 2.375 km and then 1.85 km. How far altogether?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B99FD84-B896-4D28-9668-88568DCA5A4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69B7F24-F612-4112-A881-6F03F87F53C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34.75 + 8.906.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9C0E15F-8D21-415F-BE92-87A69802138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A92FBCD-5505-476E-9EAB-9E6B5EABF05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50 - 17.485.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108E965-835E-45DF-8346-095A0FF3964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8447C87-B365-4ECD-A3A7-528639E4AE2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6.408 x 7.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3093FC2-2990-405C-A23D-A1BD9AD450D7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F25AEF4-CF1B-4D92-8BC8-F8FBB4FC7293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lines up the final digits instead of the decimal points.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4EE6E00-52C3-4DDE-9883-B3D59F786F5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70ECCDB-3A13-4F9A-A226-0E7AC792A60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C5ED5D4-353A-4202-B060-7F5A11E8AC5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9CC9ACF-BD45-4860-8AC8-01B6B2382FE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50 - 17.485.</a:t>
            </a:r>
          </a:p>
        </p:txBody>
      </p:sp>
    </p:spTree>
    <p:extLst>
      <p:ext uri="{BB962C8B-B14F-4D97-AF65-F5344CB8AC3E}">
        <p14:creationId xmlns:p14="http://schemas.microsoft.com/office/powerpoint/2010/main" val="1688571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976B65BA-BFEF-4D6B-80CD-576CC0FA0CE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44F1764-AC81-4F1C-8C75-8762C274A42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70CF579-0559-4646-ADE4-D04841FC0B0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E7A2B2D-970E-458C-8BA4-E73AFCC7FB9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decimal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23BC5A6-8E5B-47DB-8A31-CDA0965D11D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AEA4E15-B7BF-4AFE-B874-6B584592D56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1E19212-425A-4910-A942-40489103EFE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8.975 km.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21AC35C-107F-4E05-92AC-9F836E5DD7C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516DDC9-B072-47DA-BB72-EBFEAA4F55F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97DA20D-7B68-41E9-AB4F-C35532C6576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E46A2E3-D342-4D41-84A4-E961DD334DD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5726597-911C-479B-8024-AD5F85D2950C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B198D20-9A41-4B80-A753-461B2F92100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8.975 km.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B29A502-CE47-4247-8DF2-4C3BAB97EC9B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6FC8505-5441-47D8-95A7-BE07000F62F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43.656.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4FDCC67-2AB0-40FB-8250-70DD5D8B551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A836233-CF0E-4858-B01B-D292B3E799FA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32.515.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E02AA0D-7888-4F7C-A418-EAD5CA98053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8DB8501-1AC4-481C-BC81-58B90F47448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44.856.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7BACE672-AD75-489E-AD6B-C28E786BA58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BF57799-5745-41A6-81A4-309B95BC8A5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12F922F-8F80-424D-9336-CC4AE54EA884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B636C98-FA7B-4C9A-845A-34FC54E5F68F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1ECE4DC-B078-478C-9DF5-1172F2B5D5A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A5312CE-333F-481C-97DA-B9F57FFCEE1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50125301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880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2026-09-14T13:14:28Z</dcterms:created>
  <dcterms:modified xsi:type="dcterms:W3CDTF">2026-09-14T13:16:03Z</dcterms:modified>
</cp:coreProperties>
</file>