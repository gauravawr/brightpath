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7a7e3fee9a45f3" /><Relationship Type="http://schemas.openxmlformats.org/officeDocument/2006/relationships/extended-properties" Target="/docProps/app.xml" Id="Re3dfd0a795764040" /><Relationship Type="http://schemas.openxmlformats.org/officeDocument/2006/relationships/officeDocument" Target="/ppt/presentation.xml" Id="Rdb1d9477211e48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13d018ee634ff8"/>
  </p:sldMasterIdLst>
  <p:notesMasterIdLst>
    <p:notesMasterId xmlns:r="http://schemas.openxmlformats.org/officeDocument/2006/relationships" r:id="R690da3e2d4f54232"/>
  </p:notesMasterIdLst>
  <p:sldIdLst>
    <p:sldId xmlns:r="http://schemas.openxmlformats.org/officeDocument/2006/relationships" id="256" r:id="R3c7a1e58bf92407f"/>
    <p:sldId xmlns:r="http://schemas.openxmlformats.org/officeDocument/2006/relationships" id="257" r:id="Rb80aaaef09144a93"/>
    <p:sldId xmlns:r="http://schemas.openxmlformats.org/officeDocument/2006/relationships" id="258" r:id="R9f911aa0ae7f403b"/>
    <p:sldId xmlns:r="http://schemas.openxmlformats.org/officeDocument/2006/relationships" id="259" r:id="R9e60539899804d76"/>
    <p:sldId xmlns:r="http://schemas.openxmlformats.org/officeDocument/2006/relationships" id="260" r:id="R9637f2ab4ac54671"/>
    <p:sldId xmlns:r="http://schemas.openxmlformats.org/officeDocument/2006/relationships" id="261" r:id="Rdcb46b38c1744ac4"/>
    <p:sldId xmlns:r="http://schemas.openxmlformats.org/officeDocument/2006/relationships" id="262" r:id="R3c4d189dcbd64766"/>
    <p:sldId xmlns:r="http://schemas.openxmlformats.org/officeDocument/2006/relationships" id="263" r:id="R417985cf415b45a2"/>
    <p:sldId xmlns:r="http://schemas.openxmlformats.org/officeDocument/2006/relationships" id="264" r:id="R9fca2c12ad354f4a"/>
    <p:sldId xmlns:r="http://schemas.openxmlformats.org/officeDocument/2006/relationships" id="265" r:id="R0e0a8403c6174995"/>
    <p:sldId xmlns:r="http://schemas.openxmlformats.org/officeDocument/2006/relationships" id="266" r:id="R4213255359694f8f"/>
    <p:sldId xmlns:r="http://schemas.openxmlformats.org/officeDocument/2006/relationships" id="267" r:id="R8b60ba3253c249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ec8870e2044781" /><Relationship Type="http://schemas.openxmlformats.org/officeDocument/2006/relationships/slideMaster" Target="/ppt/slideMasters/slideMaster1.xml" Id="Rf813d018ee634ff8" /><Relationship Type="http://schemas.openxmlformats.org/officeDocument/2006/relationships/notesMaster" Target="/ppt/notesMasters/notesMaster1.xml" Id="R690da3e2d4f54232" /><Relationship Type="http://schemas.openxmlformats.org/officeDocument/2006/relationships/presProps" Target="/ppt/presProps.xml" Id="R396291c2c98f400f" /><Relationship Type="http://schemas.openxmlformats.org/officeDocument/2006/relationships/tableStyles" Target="/ppt/tableStyles.xml" Id="Re61dc47c6c0e4d42" /><Relationship Type="http://schemas.openxmlformats.org/officeDocument/2006/relationships/slide" Target="/ppt/slides/slide1.xml" Id="R3c7a1e58bf92407f" /><Relationship Type="http://schemas.openxmlformats.org/officeDocument/2006/relationships/slide" Target="/ppt/slides/slide2.xml" Id="Rb80aaaef09144a93" /><Relationship Type="http://schemas.openxmlformats.org/officeDocument/2006/relationships/slide" Target="/ppt/slides/slide3.xml" Id="R9f911aa0ae7f403b" /><Relationship Type="http://schemas.openxmlformats.org/officeDocument/2006/relationships/slide" Target="/ppt/slides/slide4.xml" Id="R9e60539899804d76" /><Relationship Type="http://schemas.openxmlformats.org/officeDocument/2006/relationships/slide" Target="/ppt/slides/slide5.xml" Id="R9637f2ab4ac54671" /><Relationship Type="http://schemas.openxmlformats.org/officeDocument/2006/relationships/slide" Target="/ppt/slides/slide6.xml" Id="Rdcb46b38c1744ac4" /><Relationship Type="http://schemas.openxmlformats.org/officeDocument/2006/relationships/slide" Target="/ppt/slides/slide7.xml" Id="R3c4d189dcbd64766" /><Relationship Type="http://schemas.openxmlformats.org/officeDocument/2006/relationships/slide" Target="/ppt/slides/slide8.xml" Id="R417985cf415b45a2" /><Relationship Type="http://schemas.openxmlformats.org/officeDocument/2006/relationships/slide" Target="/ppt/slides/slide9.xml" Id="R9fca2c12ad354f4a" /><Relationship Type="http://schemas.openxmlformats.org/officeDocument/2006/relationships/slide" Target="/ppt/slides/slide10.xml" Id="R0e0a8403c6174995" /><Relationship Type="http://schemas.openxmlformats.org/officeDocument/2006/relationships/slide" Target="/ppt/slides/slide11.xml" Id="R4213255359694f8f" /><Relationship Type="http://schemas.openxmlformats.org/officeDocument/2006/relationships/slide" Target="/ppt/slides/slide12.xml" Id="R8b60ba3253c249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ef19ab56cf4c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464f72b1e342e7" /><Relationship Type="http://schemas.openxmlformats.org/officeDocument/2006/relationships/notesMaster" Target="/ppt/notesMasters/notesMaster1.xml" Id="R37fc9e92025241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c7ab738446429e" /><Relationship Type="http://schemas.openxmlformats.org/officeDocument/2006/relationships/notesMaster" Target="/ppt/notesMasters/notesMaster1.xml" Id="R152a1df120e740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32b1f7367347eb" /><Relationship Type="http://schemas.openxmlformats.org/officeDocument/2006/relationships/notesMaster" Target="/ppt/notesMasters/notesMaster1.xml" Id="R4f68448c6a244c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71923be77f4795" /><Relationship Type="http://schemas.openxmlformats.org/officeDocument/2006/relationships/notesMaster" Target="/ppt/notesMasters/notesMaster1.xml" Id="R9552a04f981648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39509c7b9e4f3b" /><Relationship Type="http://schemas.openxmlformats.org/officeDocument/2006/relationships/notesMaster" Target="/ppt/notesMasters/notesMaster1.xml" Id="R6b700ca39f9f4f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c25f83a3bb492f" /><Relationship Type="http://schemas.openxmlformats.org/officeDocument/2006/relationships/notesMaster" Target="/ppt/notesMasters/notesMaster1.xml" Id="R5c88ed95142a4a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4a4443a3de4d25" /><Relationship Type="http://schemas.openxmlformats.org/officeDocument/2006/relationships/notesMaster" Target="/ppt/notesMasters/notesMaster1.xml" Id="R613f6247d2ab40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d26e048c504754" /><Relationship Type="http://schemas.openxmlformats.org/officeDocument/2006/relationships/notesMaster" Target="/ppt/notesMasters/notesMaster1.xml" Id="Rbd573492844b4f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311df9ba984467" /><Relationship Type="http://schemas.openxmlformats.org/officeDocument/2006/relationships/notesMaster" Target="/ppt/notesMasters/notesMaster1.xml" Id="Ra9304fc6e75a41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50f106f06e45b7" /><Relationship Type="http://schemas.openxmlformats.org/officeDocument/2006/relationships/notesMaster" Target="/ppt/notesMasters/notesMaster1.xml" Id="R42f629df9879457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e3892edebf4723" /><Relationship Type="http://schemas.openxmlformats.org/officeDocument/2006/relationships/notesMaster" Target="/ppt/notesMasters/notesMaster1.xml" Id="Rc34b3ada7ab7486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b065f10d8cc450b" /><Relationship Type="http://schemas.openxmlformats.org/officeDocument/2006/relationships/notesMaster" Target="/ppt/notesMasters/notesMaster1.xml" Id="Ra6ecf1f28ea942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Decimal place-value chart, base-ten representations, squared paper, money and measure contexts.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43.656. | Align digits by place value and include placeholder zeros. | Align ones with ones and decimal points vertically so each place-value column stays correct.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decimal point, place value, tenths, hundredths, thousandths, exchange.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8.975 km.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43.656.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Align ones with ones and decimal points vertically so each place-value column stays correct.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43.656..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32.515..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44.856.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32.515.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32.515. | Align ones with ones and decimal points vertically so each place-value column stays correct.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7f51f058be4e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0de02ed76549c8" /><Relationship Type="http://schemas.openxmlformats.org/officeDocument/2006/relationships/slideLayout" Target="/ppt/slideLayouts/slideLayout1.xml" Id="R699c1d6d5cab43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9c1d6d5cab43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8b0047f1747e8" /><Relationship Type="http://schemas.openxmlformats.org/officeDocument/2006/relationships/notesSlide" Target="/ppt/notesSlides/notesSlide1.xml" Id="Re4d31a1613784c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611f2083643d1" /><Relationship Type="http://schemas.openxmlformats.org/officeDocument/2006/relationships/notesSlide" Target="/ppt/notesSlides/notesSlide2.xml" Id="R818dda3adb474e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a508cb7de4b66" /><Relationship Type="http://schemas.openxmlformats.org/officeDocument/2006/relationships/notesSlide" Target="/ppt/notesSlides/notesSlide3.xml" Id="R81bdef3fe15d41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01aac66a84462" /><Relationship Type="http://schemas.openxmlformats.org/officeDocument/2006/relationships/notesSlide" Target="/ppt/notesSlides/notesSlide4.xml" Id="R52345359338047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d851efbfd472d" /><Relationship Type="http://schemas.openxmlformats.org/officeDocument/2006/relationships/notesSlide" Target="/ppt/notesSlides/notesSlide5.xml" Id="R09a3db0c44524d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4c90f07844436" /><Relationship Type="http://schemas.openxmlformats.org/officeDocument/2006/relationships/notesSlide" Target="/ppt/notesSlides/notesSlide6.xml" Id="R37478282c28a40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0a8fdf8f14bf5" /><Relationship Type="http://schemas.openxmlformats.org/officeDocument/2006/relationships/image" Target="/ppt/media/image.png" Id="Raccecccc0cdf4c32" /><Relationship Type="http://schemas.openxmlformats.org/officeDocument/2006/relationships/notesSlide" Target="/ppt/notesSlides/notesSlide7.xml" Id="Rc4a61b82adf948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c1d144b2d42c8" /><Relationship Type="http://schemas.openxmlformats.org/officeDocument/2006/relationships/notesSlide" Target="/ppt/notesSlides/notesSlide8.xml" Id="Rdbe53e40c1d24f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95c4c17484625" /><Relationship Type="http://schemas.openxmlformats.org/officeDocument/2006/relationships/notesSlide" Target="/ppt/notesSlides/notesSlide9.xml" Id="Rbc7ba3d69224438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89f5d92464c5d" /><Relationship Type="http://schemas.openxmlformats.org/officeDocument/2006/relationships/notesSlide" Target="/ppt/notesSlides/notesSlide10.xml" Id="R9bd2234ce48746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8794abd2b4443a" /><Relationship Type="http://schemas.openxmlformats.org/officeDocument/2006/relationships/notesSlide" Target="/ppt/notesSlides/notesSlide11.xml" Id="R80c6c77c877341b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0ad0fa1344bc5" /><Relationship Type="http://schemas.openxmlformats.org/officeDocument/2006/relationships/notesSlide" Target="/ppt/notesSlides/notesSlide12.xml" Id="R7eda260a438540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0E109C-EFA2-4B7E-ACCB-84DC84FA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8A38A-CE10-42D2-A635-0EBE2C94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3E854-7DC4-4231-AD5E-84C166B7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DADD7F-5BF2-4E95-B90A-02E2A9A3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E6450F-9F4A-41CD-B844-4C5FF092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Solve decimal problems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1FA29D-BB17-4C95-B0D8-1E0734A9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C536F-494F-40A3-A934-291814CF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0B218B-0E89-4D9C-A100-7F962425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solve multi-step problems involving decimals and measures.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DC9A1B-0310-48D1-B3F0-87B222D8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FDAA0-E9E7-46FB-9C05-93C532B3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Decimal place-value chart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C599A1-52EC-48B7-9222-60F5AC93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13538740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56358E-3DD0-41C7-9DEB-421226AD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5A504-C0EE-429B-AC58-A88AAFA7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F6395-24AE-4032-848B-2E27BA7D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1E4150-8E09-4D0A-BC20-D4700DDE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C85B32-3E6C-4D3C-B5CD-1C54EFA9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89887B-341D-43FF-B48E-FCE43C4E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6C983D-1C3A-46D3-A0AD-CC5229B6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70ECE1-1F20-44BA-8777-4E3DD277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4FB7C7-1686-4325-AE5B-6193A70D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decimal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59DDEB-8C8A-4C14-A2FD-976F44A0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EFACF2-2D13-44BE-832C-F99372C1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81F4C9-C5FF-426E-A81F-418C44F3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519573-4006-42B1-A7F4-5B278EDA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Read, write, compare and calculate with decimals to three decimal places.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CD763E-C471-44E1-A462-E18DEBF5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36E845-A764-4515-853B-F63006E5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1A3D2B-7D37-45C9-9742-75E7BD14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5AC83C-7DF7-4E04-9915-55B10331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34.75 + 8.906.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6538F9-53B3-443D-AAF5-C5F91F88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9A43F3-6969-40FC-9F6D-E3D41146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EA1DA0-8A4F-4C79-A60F-FA4DA2E2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8AB4C9-4946-4576-8868-F727F727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A runner completes 3 laps of 2.375 km and then 1.85 km. How far altogether?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D40CDB-26F0-4694-A57F-BADD0063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13632075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40D160-ADC1-413B-9527-088873BF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D42C1-C70B-4E3B-AA04-5DA3EDC0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740260-E457-4A0E-A9A0-4BCEC4CA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D0D96-266C-4EDB-B1FC-FE27DC1D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474D9B-085D-4E78-BA49-7E299856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B71945-C7B3-4190-BF56-56A1888F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4E5D22-7033-4AF3-AB14-60781A09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78BD35-FE1A-45F0-8E68-5A6AE9D4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DA701A-AC24-4D09-AD2D-37D55D1D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decimal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08764A-2872-40CC-BDF1-66C7A758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solve multi-step problems involving decimals and measures.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54BF9C-CBB0-473B-96C5-0934579E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66B00F-6F27-4622-9FC6-A0E0B554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Align digits by place value and include placeholder zeros.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9A6552-5828-4E5E-B1CB-0C4AD241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Calculate using the chosen mental or written method.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C9D8D6-4D3E-4A03-A61D-3B733E61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Estimate and check that the decimal point is reasonable.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7347F9-4DE1-4D88-9131-2954CA49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decimal point  |  place value  |  tenths  |  hundredths  |  thousandths  |  exchange</a:t>
            </a:r>
          </a:p>
        </p:txBody>
      </p:sp>
    </p:spTree>
    <p:extLst>
      <p:ext uri="{BB962C8B-B14F-4D97-AF65-F5344CB8AC3E}">
        <p14:creationId xmlns:p14="http://schemas.microsoft.com/office/powerpoint/2010/main" val="118539076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B70A05-8CC0-4A57-8634-1DFFC9D2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E7EB4A-7257-450C-B1AB-A417EE51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FF23A-A98C-4339-BA41-EAB22766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C66CD-F309-4104-BB5A-0AF782F3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D46788-A897-43BF-8D7E-A1FD6BF1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F9DB70-9628-4EBF-A1DE-7B53CD40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41890C-ACBB-4890-A2BF-3A3BB599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2A75A5-8C93-4A1C-AAE0-625BC609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932FDF-CF21-4666-A545-DECA01D0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decimal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F21649-9C0B-4C44-B9CC-54CE0B3E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runner completes 3 laps of 2.375 km and then 1.85 km. How far altogether?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8A1E33-EB7A-4BC7-A90C-5489D79B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3B8ADF-524E-4DBB-A5BF-2C691252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860C32-A5EF-4B7F-88A6-8CC13275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3 × 2.375 km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93A0DB-2B3A-4B18-9AD0-26F16B6F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475B66-55DA-4C96-BA86-7CE5F46C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8D38E1-F6F7-49E8-8C9E-0A42C481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2.375 × 3 = 7.125 km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D6E021-8515-44BB-9662-E48D4414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D3F414-452F-498B-9932-CAB22A06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69A5D9-C10F-4E3B-A078-90E11597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7.125 + 1.850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521504-A507-4670-8464-FEB9DEB4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6E908A-7EBB-42C4-889B-2627EACC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93D380-2510-4096-A15F-B2BEDC48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8.975 km</a:t>
            </a:r>
          </a:p>
        </p:txBody>
      </p:sp>
    </p:spTree>
    <p:extLst>
      <p:ext uri="{BB962C8B-B14F-4D97-AF65-F5344CB8AC3E}">
        <p14:creationId xmlns:p14="http://schemas.microsoft.com/office/powerpoint/2010/main" val="98813452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FDAE2B-1084-4C78-B14C-75923890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54D7AA-BAE7-44CC-BFAD-3B5847BB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906B4-54B6-4A53-BFA2-FF65E301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786D2E-1013-47AE-A961-5A3F447E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4F799-3B0C-48A3-A475-0CE48DE8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B4E841-C1E3-4726-9B3F-5B51A26F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6D7E20-C105-4E0C-BCEB-710DA913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7A324B-4AC0-40EA-BE59-B4252020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8FD885-FD0C-47C9-90E6-1A56AE44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decimal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1282C7-1476-41A8-9DCD-CBEC5BDC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439D1F-0292-4243-998D-CF9D9D81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8.975 km.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4011C7-A6D3-4997-9B3B-225B5687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38FAAC-FCF1-4F05-91F1-D45BB539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Estimate and check that the decimal point is reasonable.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B5802A-BE56-4F35-B3D3-2E5F39BC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114968331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B2DBDA-F336-488D-8DE0-3FE8EC34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98464-E835-4820-9C37-1CFAB0C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811D38-E32D-4829-9881-CE653227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1D572-1246-43E1-A3E1-399537F6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E76B8E-06A6-40DD-90CE-09D7A477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EA110-7353-4D24-89B2-DA3E9BFC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671E2-5370-4367-8529-3905B86B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9BA03B-938B-4052-B767-7AE8D658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1B6B4-515C-4B56-971A-E036008B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decimal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6D6D3C-F526-4A82-84A2-D60CCA57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34.75 + 8.906.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86B9B3-FA4C-4FB0-924F-B1DE7F7C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AA8FB3-3695-452C-A24B-23523AFD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C59284-32CF-473F-999D-95D07F6B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C6EBCE-6E95-49E6-B599-D3E601EC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3BF9EC-3C18-4894-A235-0D3E5935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43.656.</a:t>
            </a:r>
          </a:p>
        </p:txBody>
      </p:sp>
    </p:spTree>
    <p:extLst>
      <p:ext uri="{BB962C8B-B14F-4D97-AF65-F5344CB8AC3E}">
        <p14:creationId xmlns:p14="http://schemas.microsoft.com/office/powerpoint/2010/main" val="127059876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6A27F2-3F37-4C82-9550-0BC584D3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D77FAE-8619-4384-B1A7-F4C6D828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7EB2C-4E30-46F3-8D7C-1D7308EC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4D02A-36B5-4AAB-BD78-7C62FBEE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9660E8-DFAA-4355-BEB7-624D1012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CEC2E7-267A-43D3-AF58-91C864E2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FB4636-D719-4D97-968F-A73EBDEF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3608FA-31E1-418B-9E98-A889A769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F7A971-67BE-4CDB-8D8C-8DECC081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decimal problems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cecccc0cdf4c32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9BCECA-FB16-4612-B2F9-2FF2CFB3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E06400-183D-46B3-8232-ED12D675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lines up the final digits instead of the decimal points.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F2C099-0613-40DD-9D71-A82BCB67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FCCBB2-C0E8-4205-82E8-52FCDA8C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6C2CE1-C375-403D-ABE6-1573D283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Align ones with ones and decimal points vertically so each place-value column stays correct.</a:t>
            </a:r>
          </a:p>
        </p:txBody>
      </p:sp>
    </p:spTree>
    <p:extLst>
      <p:ext uri="{BB962C8B-B14F-4D97-AF65-F5344CB8AC3E}">
        <p14:creationId xmlns:p14="http://schemas.microsoft.com/office/powerpoint/2010/main" val="79378745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304305-BD70-4454-A322-62250024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C4A72-114B-4688-8552-2498004B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F1EA71-793D-44B9-BCB2-D794E9E1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B8862-F501-40FE-AE24-EC688B3D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FD2DAB-902E-4A58-A77A-1D1BEBFD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53D482-AF8C-4E66-A487-F18DE0B6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9D9413-4CCB-454B-978C-52A3CD68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3A56B1-DC54-4008-A9C7-A1DF473C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518A6-F0DC-4E1C-9F12-5270CE27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decimal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2ABF23-55E8-40C2-A4B8-4827586C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E1B671-84A1-4C04-A212-A1A9D5A3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F816BA-F93A-4B64-AF73-EA97AB6F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33457A-8B8D-4256-944F-8BD7FA5A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34.75 + 8.906.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904B63-B70C-4F20-A891-74C5D1F4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942649-00B1-495D-A701-6E523641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23E46A-0104-4FB3-8263-9D3BEBD5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8FD7B1-72C5-476F-93B7-82FF89CE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1E7402-F89B-4F4F-886B-60BE169E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36E29A-18CE-4B41-83CA-E27D3CFB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B5F1E1-77D3-48A3-ABD9-4B3CB4DC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E07AF0-257C-46AA-A633-1B073CC8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43.656.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9679F1-4468-4F36-8DDB-E2CD9833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75135336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10581E-60F4-4BC2-95AE-F56A9540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74136-497D-4C3D-BCA5-5573430B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2F0977-1E8D-4B9A-BA58-6D74DE85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0C862-E7AE-4F3F-88D1-4A06BCED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AA4C99-6CB2-4D3A-8B34-6784EF3C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663B4E-D5E0-4A04-98D3-7F59787D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A50653-2CBE-42CC-88E5-DD015318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58E69C-8A1C-4AA2-9A61-77BDA76B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E7517D-5735-4911-BA5C-93ED1743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decimal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5001B-78FA-40FA-9B2A-7A3C77A9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09AF98-C88D-48A1-A460-FDFEE615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2239A8-2D0C-42D3-BE33-C3A5E459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A1CF59-CAB8-42E9-A3CC-DB8223CB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50 - 17.485.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6E4209-0E20-4F45-9545-23285DBE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314229-CD1A-4281-8B71-8CB100E3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6F3880-83F4-4B07-8F49-8D87B6C9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08D7E4-010A-401C-9565-E573AE6C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6ED3DE-B636-471D-BDF5-5042EFD2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4CD2C5-2E1D-4FA5-957C-8BEEC203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B038EE-09AD-4C0E-86C6-647D8EA5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AD7160-69FA-471E-B8AB-DF5817DB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63670163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FD1A00-71A9-43B5-9018-0DE83FB6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75083-6C5C-40DE-B5DD-C21ABF18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60C4E-AF35-4599-AF56-81633D28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C6A41F-88C3-42D7-8987-023F5255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9B3949-AE9D-4860-8CC7-BAEB5F5F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82133-8B99-4E83-A448-218E6738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11C77-AFCF-4F01-93F5-929D984B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22E0A-705E-4DA5-B853-B8BE6A99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E262FF-5167-44E9-9B40-09D18AF4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decimal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157C0B-70E7-4A05-85C0-6336B61F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Calculate 6.408 x 7.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FF2DD9-970E-4023-9935-34B81830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16A45C-3A4B-4014-A423-66EF39C8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F1A4E4-AAB7-4180-8DDF-CB909EEE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44.856.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169463739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9DCD66-D32E-4911-BD53-891E01DF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ECD89-2232-4F38-8F65-ABAB6429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276C9E-443C-44F9-8455-5880E6FC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210C6-1FAA-4313-896F-4F2EB9B6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87A27-F4A4-4C51-97A3-F1B50F7A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956F2C-4D43-4147-9C4C-E8618C1D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3AE87-9166-4B1E-9FA7-8433A506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4A63F9-4085-47AB-81D9-7D3B4244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C3FC79-725A-4674-981A-5F01113A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decimal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7FB328-A604-4139-AEC3-BE44C0FE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6C803B-AF3B-41CB-958E-4769D3DA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CB672F-7E85-4C41-94F2-344DE7F8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50 - 17.485.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E5B9AC-D70F-49F2-B758-F791A7A0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0FB3BA-9210-40DB-990C-2ECFDCFC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81CF70-60A7-4CEF-B311-141D41B1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613483-2762-4314-B42C-4617BD13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32.515.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2FEF9D-E88B-423D-AE8D-10368A66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24F951-8E01-4FC2-90B4-80613579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183154594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EA67BE-7712-4C7C-AE64-49E116CF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15E572-AF8E-455A-BAA9-FEE5CE0B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091495-5D79-41BC-A402-6A0068F5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97B7C-FD8C-4F79-BD48-A32CFDE8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0859AE-FD3F-45A3-AD54-12FA01FF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D4B1E2-AFDA-48E2-A295-338593E3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D7CC1F-E22A-48F1-AA96-5A9D7C2E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1E8311-3103-445B-A7F5-0F44CDFC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0F675C-98A2-4F50-8B27-72C02946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decimal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4D2D19-D5A4-44D8-8B11-93D9893F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18351D-E3FD-47FD-97FD-ACFD2C72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48959E-B52B-4D6C-B7C2-C255CC3A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AC5926-647D-4B75-817C-9B773E41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50 - 17.485.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A4DE23-E7B6-4433-802B-BD187234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838AEF-9B4E-4315-A689-7B442926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FB4438-3419-44BF-9275-A00A1D2F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556F72-2ECB-46CD-B33E-FC31C92C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lines up the final digits instead of the decimal points.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B2060B-14C5-488E-9F94-9BA4DAE1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BA4272-8C99-4B31-9D31-F145F597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6FA47A-BC8D-48B5-A6C9-474C79A0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DA67D9-9D20-49B3-90B9-F2AE5F9E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4DA112-05B5-4023-BE00-E872F62A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37301125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2026-09-09T22:13:58.0740000Z</dcterms:created>
  <dcterms:modified xsi:type="dcterms:W3CDTF">2026-09-09T22:13:58.0740000Z</dcterms:modified>
</coreProperties>
</file>