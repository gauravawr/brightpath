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Convert fractions to decimals. Convert fractions to decimals.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Convert fractions to decimals. I do. Use a hundred-square or equivalent fraction out of 100. One whole is 100%.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Convert fractions to decimals. You do. Pause before clicking. Let pupils try independently, then reveal and discuss every step. Use a hundred-square or equivalent fraction out of 100. One whole is 100%.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Convert fractions to decimals. I do. Use a hundred-square or equivalent fraction out of 100. One whole is 100%.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Convert fractions to decimals. You do. Pause before clicking. Let pupils try independently, then reveal and discuss every step. Use a hundred-square or equivalent fraction out of 100. One whole is 100%.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Convert fractions to decimals.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Convert fractions to decimals.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CE623F8C-1597-4C04-9E8A-2346657EFC5B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Convert fractions to decimals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F13A7317-CDC3-428B-80D2-AE0DBF8F07BA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5ED4CDB2-BE10-4FA8-88CE-BE616FC5A9CF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E6A587CA-6D7E-45C1-B50D-1884E56E19F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Convert fractions to decimals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B5E9B42-BF5A-4CD2-83A3-9A079428533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CE671E9-D505-4D93-B718-F34362657041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convert fractions to terminating decimals.</a:t>
            </a:r>
          </a:p>
        </p:txBody>
      </p:sp>
    </p:spTree>
    <p:extLst>
      <p:ext uri="{BB962C8B-B14F-4D97-AF65-F5344CB8AC3E}">
        <p14:creationId xmlns:p14="http://schemas.microsoft.com/office/powerpoint/2010/main" val="10489710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object-1">
            <a:extLst>
              <a:ext uri="{FF2B5EF4-FFF2-40B4-BE49-F238E27FC236}">
                <a16:creationId xmlns:a16="http://schemas.microsoft.com/office/drawing/2014/main" id="{190FE787-FA60-4FD5-AFDD-1A5DD8D7ED58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52C3BBC-963D-4D2D-9A02-D0EBCDC84513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7/20 as a decimal and percentage.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062349B8-DCC1-4CF8-B14B-DA5054D44567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BADC234-EBBD-4403-B8CD-F5B1AA64BCD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Convert fractions to decimals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93C3A536-9F92-4AAA-BBAC-C171537ED40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8EF4745-9454-4E1D-A567-51152C7CA2FC}"/>
              </a:ext>
            </a:extLst>
          </p:cNvPr>
          <p:cNvSpPr>
            <a:spLocks noGrp="1"/>
          </p:cNvSpPr>
          <p:nvPr/>
        </p:nvSpPr>
        <p:spPr>
          <a:xfrm>
            <a:off x="11906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36E307B9-E33A-4577-A05F-E7F0C2C774CD}"/>
              </a:ext>
            </a:extLst>
          </p:cNvPr>
          <p:cNvSpPr>
            <a:spLocks noGrp="1"/>
          </p:cNvSpPr>
          <p:nvPr/>
        </p:nvSpPr>
        <p:spPr>
          <a:xfrm>
            <a:off x="15240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C774173F-D465-4FD6-9D84-9F00D30F14A3}"/>
              </a:ext>
            </a:extLst>
          </p:cNvPr>
          <p:cNvSpPr>
            <a:spLocks noGrp="1"/>
          </p:cNvSpPr>
          <p:nvPr/>
        </p:nvSpPr>
        <p:spPr>
          <a:xfrm>
            <a:off x="185737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CA11E111-306D-48D8-AA39-47403151C8F4}"/>
              </a:ext>
            </a:extLst>
          </p:cNvPr>
          <p:cNvSpPr>
            <a:spLocks noGrp="1"/>
          </p:cNvSpPr>
          <p:nvPr/>
        </p:nvSpPr>
        <p:spPr>
          <a:xfrm>
            <a:off x="219075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148CD8BE-1C25-462A-B927-BCFECA0A1890}"/>
              </a:ext>
            </a:extLst>
          </p:cNvPr>
          <p:cNvSpPr>
            <a:spLocks noGrp="1"/>
          </p:cNvSpPr>
          <p:nvPr/>
        </p:nvSpPr>
        <p:spPr>
          <a:xfrm>
            <a:off x="25241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1C2B960C-4780-42AD-A79F-77FEF19551FF}"/>
              </a:ext>
            </a:extLst>
          </p:cNvPr>
          <p:cNvSpPr>
            <a:spLocks noGrp="1"/>
          </p:cNvSpPr>
          <p:nvPr/>
        </p:nvSpPr>
        <p:spPr>
          <a:xfrm>
            <a:off x="28575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7E8BCBAA-F990-469C-AEFD-768CE5D11E42}"/>
              </a:ext>
            </a:extLst>
          </p:cNvPr>
          <p:cNvSpPr>
            <a:spLocks noGrp="1"/>
          </p:cNvSpPr>
          <p:nvPr/>
        </p:nvSpPr>
        <p:spPr>
          <a:xfrm>
            <a:off x="319087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E65F43A9-6010-4A40-B935-EB5CCCE7286A}"/>
              </a:ext>
            </a:extLst>
          </p:cNvPr>
          <p:cNvSpPr>
            <a:spLocks noGrp="1"/>
          </p:cNvSpPr>
          <p:nvPr/>
        </p:nvSpPr>
        <p:spPr>
          <a:xfrm>
            <a:off x="352425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9EFFC2E0-205F-4C20-B3D7-8B969F19B504}"/>
              </a:ext>
            </a:extLst>
          </p:cNvPr>
          <p:cNvSpPr>
            <a:spLocks noGrp="1"/>
          </p:cNvSpPr>
          <p:nvPr/>
        </p:nvSpPr>
        <p:spPr>
          <a:xfrm>
            <a:off x="38576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582F364A-C58C-4A5C-B9E0-AB6534DB620E}"/>
              </a:ext>
            </a:extLst>
          </p:cNvPr>
          <p:cNvSpPr>
            <a:spLocks noGrp="1"/>
          </p:cNvSpPr>
          <p:nvPr/>
        </p:nvSpPr>
        <p:spPr>
          <a:xfrm>
            <a:off x="41910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2BA17333-F491-419D-8A71-7E03D3CF27C8}"/>
              </a:ext>
            </a:extLst>
          </p:cNvPr>
          <p:cNvSpPr>
            <a:spLocks noGrp="1"/>
          </p:cNvSpPr>
          <p:nvPr/>
        </p:nvSpPr>
        <p:spPr>
          <a:xfrm>
            <a:off x="11906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C3202D9A-1F99-43AD-A2B5-97978275C78F}"/>
              </a:ext>
            </a:extLst>
          </p:cNvPr>
          <p:cNvSpPr>
            <a:spLocks noGrp="1"/>
          </p:cNvSpPr>
          <p:nvPr/>
        </p:nvSpPr>
        <p:spPr>
          <a:xfrm>
            <a:off x="15240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AADCB3EE-DE1C-4F47-A06C-CE6E776F2A19}"/>
              </a:ext>
            </a:extLst>
          </p:cNvPr>
          <p:cNvSpPr>
            <a:spLocks noGrp="1"/>
          </p:cNvSpPr>
          <p:nvPr/>
        </p:nvSpPr>
        <p:spPr>
          <a:xfrm>
            <a:off x="185737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4B6BC58C-5913-4A5B-B5D4-88B1D6F2CDFE}"/>
              </a:ext>
            </a:extLst>
          </p:cNvPr>
          <p:cNvSpPr>
            <a:spLocks noGrp="1"/>
          </p:cNvSpPr>
          <p:nvPr/>
        </p:nvSpPr>
        <p:spPr>
          <a:xfrm>
            <a:off x="219075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19F7B271-FC7D-41E8-851E-34BCEABFAB95}"/>
              </a:ext>
            </a:extLst>
          </p:cNvPr>
          <p:cNvSpPr>
            <a:spLocks noGrp="1"/>
          </p:cNvSpPr>
          <p:nvPr/>
        </p:nvSpPr>
        <p:spPr>
          <a:xfrm>
            <a:off x="25241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34957145-7888-4A30-9049-D53303C615A9}"/>
              </a:ext>
            </a:extLst>
          </p:cNvPr>
          <p:cNvSpPr>
            <a:spLocks noGrp="1"/>
          </p:cNvSpPr>
          <p:nvPr/>
        </p:nvSpPr>
        <p:spPr>
          <a:xfrm>
            <a:off x="28575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C6222939-1293-492A-8509-76E8B6E69B41}"/>
              </a:ext>
            </a:extLst>
          </p:cNvPr>
          <p:cNvSpPr>
            <a:spLocks noGrp="1"/>
          </p:cNvSpPr>
          <p:nvPr/>
        </p:nvSpPr>
        <p:spPr>
          <a:xfrm>
            <a:off x="319087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C09DFF19-07E9-41B1-B3D7-F19549C27870}"/>
              </a:ext>
            </a:extLst>
          </p:cNvPr>
          <p:cNvSpPr>
            <a:spLocks noGrp="1"/>
          </p:cNvSpPr>
          <p:nvPr/>
        </p:nvSpPr>
        <p:spPr>
          <a:xfrm>
            <a:off x="352425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4615452C-15EF-4DC9-BE7D-361644C2DF00}"/>
              </a:ext>
            </a:extLst>
          </p:cNvPr>
          <p:cNvSpPr>
            <a:spLocks noGrp="1"/>
          </p:cNvSpPr>
          <p:nvPr/>
        </p:nvSpPr>
        <p:spPr>
          <a:xfrm>
            <a:off x="38576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84D9DE9D-256A-402A-88B4-0ADC348072AF}"/>
              </a:ext>
            </a:extLst>
          </p:cNvPr>
          <p:cNvSpPr>
            <a:spLocks noGrp="1"/>
          </p:cNvSpPr>
          <p:nvPr/>
        </p:nvSpPr>
        <p:spPr>
          <a:xfrm>
            <a:off x="41910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B06C5A5E-9D6A-4A5F-A404-466C4BF08433}"/>
              </a:ext>
            </a:extLst>
          </p:cNvPr>
          <p:cNvSpPr>
            <a:spLocks noGrp="1"/>
          </p:cNvSpPr>
          <p:nvPr/>
        </p:nvSpPr>
        <p:spPr>
          <a:xfrm>
            <a:off x="11906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461173A9-27EA-45E8-A547-113F50837D8B}"/>
              </a:ext>
            </a:extLst>
          </p:cNvPr>
          <p:cNvSpPr>
            <a:spLocks noGrp="1"/>
          </p:cNvSpPr>
          <p:nvPr/>
        </p:nvSpPr>
        <p:spPr>
          <a:xfrm>
            <a:off x="15240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36DB0BF9-2376-46C9-9E26-4AB6DE9B5EC7}"/>
              </a:ext>
            </a:extLst>
          </p:cNvPr>
          <p:cNvSpPr>
            <a:spLocks noGrp="1"/>
          </p:cNvSpPr>
          <p:nvPr/>
        </p:nvSpPr>
        <p:spPr>
          <a:xfrm>
            <a:off x="185737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BABF848E-B434-4A68-A079-DC042BF4A8B7}"/>
              </a:ext>
            </a:extLst>
          </p:cNvPr>
          <p:cNvSpPr>
            <a:spLocks noGrp="1"/>
          </p:cNvSpPr>
          <p:nvPr/>
        </p:nvSpPr>
        <p:spPr>
          <a:xfrm>
            <a:off x="219075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0FF55A85-B736-4E30-B398-36CDF7B6F7B9}"/>
              </a:ext>
            </a:extLst>
          </p:cNvPr>
          <p:cNvSpPr>
            <a:spLocks noGrp="1"/>
          </p:cNvSpPr>
          <p:nvPr/>
        </p:nvSpPr>
        <p:spPr>
          <a:xfrm>
            <a:off x="25241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5FB22E60-AD2C-427C-B4C4-FE3F7C552B50}"/>
              </a:ext>
            </a:extLst>
          </p:cNvPr>
          <p:cNvSpPr>
            <a:spLocks noGrp="1"/>
          </p:cNvSpPr>
          <p:nvPr/>
        </p:nvSpPr>
        <p:spPr>
          <a:xfrm>
            <a:off x="28575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965EBA26-C6E6-48B1-8C6B-4F8AA0D1F74D}"/>
              </a:ext>
            </a:extLst>
          </p:cNvPr>
          <p:cNvSpPr>
            <a:spLocks noGrp="1"/>
          </p:cNvSpPr>
          <p:nvPr/>
        </p:nvSpPr>
        <p:spPr>
          <a:xfrm>
            <a:off x="319087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C4CC50BC-FC12-4701-8903-E9A049021B87}"/>
              </a:ext>
            </a:extLst>
          </p:cNvPr>
          <p:cNvSpPr>
            <a:spLocks noGrp="1"/>
          </p:cNvSpPr>
          <p:nvPr/>
        </p:nvSpPr>
        <p:spPr>
          <a:xfrm>
            <a:off x="352425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1A745730-F519-4E81-BCB4-1D9438CF0E8A}"/>
              </a:ext>
            </a:extLst>
          </p:cNvPr>
          <p:cNvSpPr>
            <a:spLocks noGrp="1"/>
          </p:cNvSpPr>
          <p:nvPr/>
        </p:nvSpPr>
        <p:spPr>
          <a:xfrm>
            <a:off x="38576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9AED9DB3-30B9-4C9B-86BE-14E1B26CCBEB}"/>
              </a:ext>
            </a:extLst>
          </p:cNvPr>
          <p:cNvSpPr>
            <a:spLocks noGrp="1"/>
          </p:cNvSpPr>
          <p:nvPr/>
        </p:nvSpPr>
        <p:spPr>
          <a:xfrm>
            <a:off x="41910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A26B3780-3231-4A58-B08F-C949ED0662B9}"/>
              </a:ext>
            </a:extLst>
          </p:cNvPr>
          <p:cNvSpPr>
            <a:spLocks noGrp="1"/>
          </p:cNvSpPr>
          <p:nvPr/>
        </p:nvSpPr>
        <p:spPr>
          <a:xfrm>
            <a:off x="11906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3AA64AB4-340A-4442-B77E-66D10528050B}"/>
              </a:ext>
            </a:extLst>
          </p:cNvPr>
          <p:cNvSpPr>
            <a:spLocks noGrp="1"/>
          </p:cNvSpPr>
          <p:nvPr/>
        </p:nvSpPr>
        <p:spPr>
          <a:xfrm>
            <a:off x="15240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6565B063-3FFA-4862-AF7E-3BEF381FF566}"/>
              </a:ext>
            </a:extLst>
          </p:cNvPr>
          <p:cNvSpPr>
            <a:spLocks noGrp="1"/>
          </p:cNvSpPr>
          <p:nvPr/>
        </p:nvSpPr>
        <p:spPr>
          <a:xfrm>
            <a:off x="185737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002ADDBC-665D-4D98-9221-EE5BE514D3D8}"/>
              </a:ext>
            </a:extLst>
          </p:cNvPr>
          <p:cNvSpPr>
            <a:spLocks noGrp="1"/>
          </p:cNvSpPr>
          <p:nvPr/>
        </p:nvSpPr>
        <p:spPr>
          <a:xfrm>
            <a:off x="219075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A2D6F2AB-1914-4543-B90F-E655B86D27B5}"/>
              </a:ext>
            </a:extLst>
          </p:cNvPr>
          <p:cNvSpPr>
            <a:spLocks noGrp="1"/>
          </p:cNvSpPr>
          <p:nvPr/>
        </p:nvSpPr>
        <p:spPr>
          <a:xfrm>
            <a:off x="25241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AC8C8B35-2D76-43D8-AEA6-E50DFEDBAC86}"/>
              </a:ext>
            </a:extLst>
          </p:cNvPr>
          <p:cNvSpPr>
            <a:spLocks noGrp="1"/>
          </p:cNvSpPr>
          <p:nvPr/>
        </p:nvSpPr>
        <p:spPr>
          <a:xfrm>
            <a:off x="2857500" y="38576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CEE0CA73-8FFB-4295-8859-A1CA46F50919}"/>
              </a:ext>
            </a:extLst>
          </p:cNvPr>
          <p:cNvSpPr>
            <a:spLocks noGrp="1"/>
          </p:cNvSpPr>
          <p:nvPr/>
        </p:nvSpPr>
        <p:spPr>
          <a:xfrm>
            <a:off x="3190875" y="38576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799479BD-281F-457F-B5DA-C8397D577293}"/>
              </a:ext>
            </a:extLst>
          </p:cNvPr>
          <p:cNvSpPr>
            <a:spLocks noGrp="1"/>
          </p:cNvSpPr>
          <p:nvPr/>
        </p:nvSpPr>
        <p:spPr>
          <a:xfrm>
            <a:off x="3524250" y="38576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8C6FA301-89D0-454A-B57A-51A0355BFA5F}"/>
              </a:ext>
            </a:extLst>
          </p:cNvPr>
          <p:cNvSpPr>
            <a:spLocks noGrp="1"/>
          </p:cNvSpPr>
          <p:nvPr/>
        </p:nvSpPr>
        <p:spPr>
          <a:xfrm>
            <a:off x="3857625" y="38576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97FBB952-5DBB-44AA-B83B-736A6C8A1295}"/>
              </a:ext>
            </a:extLst>
          </p:cNvPr>
          <p:cNvSpPr>
            <a:spLocks noGrp="1"/>
          </p:cNvSpPr>
          <p:nvPr/>
        </p:nvSpPr>
        <p:spPr>
          <a:xfrm>
            <a:off x="4191000" y="38576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02A19000-CDBB-4638-BB17-A6C1BEF336B5}"/>
              </a:ext>
            </a:extLst>
          </p:cNvPr>
          <p:cNvSpPr>
            <a:spLocks noGrp="1"/>
          </p:cNvSpPr>
          <p:nvPr/>
        </p:nvSpPr>
        <p:spPr>
          <a:xfrm>
            <a:off x="1190625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560D875B-D734-42EE-A2C8-2C06CB2F8519}"/>
              </a:ext>
            </a:extLst>
          </p:cNvPr>
          <p:cNvSpPr>
            <a:spLocks noGrp="1"/>
          </p:cNvSpPr>
          <p:nvPr/>
        </p:nvSpPr>
        <p:spPr>
          <a:xfrm>
            <a:off x="1524000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15609F5F-0858-4DB8-9CA0-F8D88C1C3170}"/>
              </a:ext>
            </a:extLst>
          </p:cNvPr>
          <p:cNvSpPr>
            <a:spLocks noGrp="1"/>
          </p:cNvSpPr>
          <p:nvPr/>
        </p:nvSpPr>
        <p:spPr>
          <a:xfrm>
            <a:off x="1857375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7264C9FF-B38B-4336-8D54-2EF2FD446464}"/>
              </a:ext>
            </a:extLst>
          </p:cNvPr>
          <p:cNvSpPr>
            <a:spLocks noGrp="1"/>
          </p:cNvSpPr>
          <p:nvPr/>
        </p:nvSpPr>
        <p:spPr>
          <a:xfrm>
            <a:off x="2190750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D89DA220-4E07-4529-AB2C-4B1C1C254CEE}"/>
              </a:ext>
            </a:extLst>
          </p:cNvPr>
          <p:cNvSpPr>
            <a:spLocks noGrp="1"/>
          </p:cNvSpPr>
          <p:nvPr/>
        </p:nvSpPr>
        <p:spPr>
          <a:xfrm>
            <a:off x="2524125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69B152A6-A6E5-45CD-8149-0C433D5D389F}"/>
              </a:ext>
            </a:extLst>
          </p:cNvPr>
          <p:cNvSpPr>
            <a:spLocks noGrp="1"/>
          </p:cNvSpPr>
          <p:nvPr/>
        </p:nvSpPr>
        <p:spPr>
          <a:xfrm>
            <a:off x="2857500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7906BA6E-7924-4A16-8569-CDD41B74A13A}"/>
              </a:ext>
            </a:extLst>
          </p:cNvPr>
          <p:cNvSpPr>
            <a:spLocks noGrp="1"/>
          </p:cNvSpPr>
          <p:nvPr/>
        </p:nvSpPr>
        <p:spPr>
          <a:xfrm>
            <a:off x="3190875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73A3DB48-467F-4099-B607-B097728B759E}"/>
              </a:ext>
            </a:extLst>
          </p:cNvPr>
          <p:cNvSpPr>
            <a:spLocks noGrp="1"/>
          </p:cNvSpPr>
          <p:nvPr/>
        </p:nvSpPr>
        <p:spPr>
          <a:xfrm>
            <a:off x="3524250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A3B21F94-D0D7-4074-AFFD-273F00C917E4}"/>
              </a:ext>
            </a:extLst>
          </p:cNvPr>
          <p:cNvSpPr>
            <a:spLocks noGrp="1"/>
          </p:cNvSpPr>
          <p:nvPr/>
        </p:nvSpPr>
        <p:spPr>
          <a:xfrm>
            <a:off x="3857625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C78F1314-5F26-4515-A6E9-1C1FA4E96350}"/>
              </a:ext>
            </a:extLst>
          </p:cNvPr>
          <p:cNvSpPr>
            <a:spLocks noGrp="1"/>
          </p:cNvSpPr>
          <p:nvPr/>
        </p:nvSpPr>
        <p:spPr>
          <a:xfrm>
            <a:off x="4191000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74EB1401-CEA0-4D31-AE6E-88031DDA7EF1}"/>
              </a:ext>
            </a:extLst>
          </p:cNvPr>
          <p:cNvSpPr>
            <a:spLocks noGrp="1"/>
          </p:cNvSpPr>
          <p:nvPr/>
        </p:nvSpPr>
        <p:spPr>
          <a:xfrm>
            <a:off x="119062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4A6B0715-13B9-492A-B947-4E370DB0B3FE}"/>
              </a:ext>
            </a:extLst>
          </p:cNvPr>
          <p:cNvSpPr>
            <a:spLocks noGrp="1"/>
          </p:cNvSpPr>
          <p:nvPr/>
        </p:nvSpPr>
        <p:spPr>
          <a:xfrm>
            <a:off x="152400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501E1287-A535-42A2-87B1-C9F90DD09E92}"/>
              </a:ext>
            </a:extLst>
          </p:cNvPr>
          <p:cNvSpPr>
            <a:spLocks noGrp="1"/>
          </p:cNvSpPr>
          <p:nvPr/>
        </p:nvSpPr>
        <p:spPr>
          <a:xfrm>
            <a:off x="185737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CA262CFF-87E5-4F03-9F45-3CAD362E8CC7}"/>
              </a:ext>
            </a:extLst>
          </p:cNvPr>
          <p:cNvSpPr>
            <a:spLocks noGrp="1"/>
          </p:cNvSpPr>
          <p:nvPr/>
        </p:nvSpPr>
        <p:spPr>
          <a:xfrm>
            <a:off x="219075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9110F025-C50B-477D-8731-E7E3CFC14960}"/>
              </a:ext>
            </a:extLst>
          </p:cNvPr>
          <p:cNvSpPr>
            <a:spLocks noGrp="1"/>
          </p:cNvSpPr>
          <p:nvPr/>
        </p:nvSpPr>
        <p:spPr>
          <a:xfrm>
            <a:off x="252412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8146BAED-CB30-4B1E-B4C5-1BF9C30689F8}"/>
              </a:ext>
            </a:extLst>
          </p:cNvPr>
          <p:cNvSpPr>
            <a:spLocks noGrp="1"/>
          </p:cNvSpPr>
          <p:nvPr/>
        </p:nvSpPr>
        <p:spPr>
          <a:xfrm>
            <a:off x="285750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178AE736-716A-492B-B54C-F4F45BF1F3B5}"/>
              </a:ext>
            </a:extLst>
          </p:cNvPr>
          <p:cNvSpPr>
            <a:spLocks noGrp="1"/>
          </p:cNvSpPr>
          <p:nvPr/>
        </p:nvSpPr>
        <p:spPr>
          <a:xfrm>
            <a:off x="319087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00B6021E-4FD9-48DA-B3F0-67A977CB3C4B}"/>
              </a:ext>
            </a:extLst>
          </p:cNvPr>
          <p:cNvSpPr>
            <a:spLocks noGrp="1"/>
          </p:cNvSpPr>
          <p:nvPr/>
        </p:nvSpPr>
        <p:spPr>
          <a:xfrm>
            <a:off x="352425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258AB563-2ACD-4D4D-9AEA-1D4356533688}"/>
              </a:ext>
            </a:extLst>
          </p:cNvPr>
          <p:cNvSpPr>
            <a:spLocks noGrp="1"/>
          </p:cNvSpPr>
          <p:nvPr/>
        </p:nvSpPr>
        <p:spPr>
          <a:xfrm>
            <a:off x="385762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067336EC-45DD-43A0-A1E9-CABD77531CD1}"/>
              </a:ext>
            </a:extLst>
          </p:cNvPr>
          <p:cNvSpPr>
            <a:spLocks noGrp="1"/>
          </p:cNvSpPr>
          <p:nvPr/>
        </p:nvSpPr>
        <p:spPr>
          <a:xfrm>
            <a:off x="419100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C1DE9B96-F530-458F-90F9-4FCD63D47466}"/>
              </a:ext>
            </a:extLst>
          </p:cNvPr>
          <p:cNvSpPr>
            <a:spLocks noGrp="1"/>
          </p:cNvSpPr>
          <p:nvPr/>
        </p:nvSpPr>
        <p:spPr>
          <a:xfrm>
            <a:off x="119062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7D18C835-D675-4A8D-945C-0FFD7FD80FFC}"/>
              </a:ext>
            </a:extLst>
          </p:cNvPr>
          <p:cNvSpPr>
            <a:spLocks noGrp="1"/>
          </p:cNvSpPr>
          <p:nvPr/>
        </p:nvSpPr>
        <p:spPr>
          <a:xfrm>
            <a:off x="152400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2D6D29D2-2E3D-4463-9490-2CE66B03898A}"/>
              </a:ext>
            </a:extLst>
          </p:cNvPr>
          <p:cNvSpPr>
            <a:spLocks noGrp="1"/>
          </p:cNvSpPr>
          <p:nvPr/>
        </p:nvSpPr>
        <p:spPr>
          <a:xfrm>
            <a:off x="185737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E11ACC3D-9C81-474F-ADE9-F7A9B3D47A29}"/>
              </a:ext>
            </a:extLst>
          </p:cNvPr>
          <p:cNvSpPr>
            <a:spLocks noGrp="1"/>
          </p:cNvSpPr>
          <p:nvPr/>
        </p:nvSpPr>
        <p:spPr>
          <a:xfrm>
            <a:off x="219075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371672F4-BFD5-40FA-A4F7-8DE11844668F}"/>
              </a:ext>
            </a:extLst>
          </p:cNvPr>
          <p:cNvSpPr>
            <a:spLocks noGrp="1"/>
          </p:cNvSpPr>
          <p:nvPr/>
        </p:nvSpPr>
        <p:spPr>
          <a:xfrm>
            <a:off x="252412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A77749BC-4F92-44FF-9CEA-97EC09967E21}"/>
              </a:ext>
            </a:extLst>
          </p:cNvPr>
          <p:cNvSpPr>
            <a:spLocks noGrp="1"/>
          </p:cNvSpPr>
          <p:nvPr/>
        </p:nvSpPr>
        <p:spPr>
          <a:xfrm>
            <a:off x="285750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0BCA1C4F-FD82-4F3A-9D72-46CE709BEE2C}"/>
              </a:ext>
            </a:extLst>
          </p:cNvPr>
          <p:cNvSpPr>
            <a:spLocks noGrp="1"/>
          </p:cNvSpPr>
          <p:nvPr/>
        </p:nvSpPr>
        <p:spPr>
          <a:xfrm>
            <a:off x="319087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670D8E6E-3D02-491A-AC2A-A0E24B647DA5}"/>
              </a:ext>
            </a:extLst>
          </p:cNvPr>
          <p:cNvSpPr>
            <a:spLocks noGrp="1"/>
          </p:cNvSpPr>
          <p:nvPr/>
        </p:nvSpPr>
        <p:spPr>
          <a:xfrm>
            <a:off x="352425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29936A8A-CF97-48CC-B82A-E18A30669616}"/>
              </a:ext>
            </a:extLst>
          </p:cNvPr>
          <p:cNvSpPr>
            <a:spLocks noGrp="1"/>
          </p:cNvSpPr>
          <p:nvPr/>
        </p:nvSpPr>
        <p:spPr>
          <a:xfrm>
            <a:off x="385762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BFCF5E11-C617-4578-A455-6B320D221803}"/>
              </a:ext>
            </a:extLst>
          </p:cNvPr>
          <p:cNvSpPr>
            <a:spLocks noGrp="1"/>
          </p:cNvSpPr>
          <p:nvPr/>
        </p:nvSpPr>
        <p:spPr>
          <a:xfrm>
            <a:off x="419100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241968A3-A2F9-4EC8-9C03-F4541CD3CCEE}"/>
              </a:ext>
            </a:extLst>
          </p:cNvPr>
          <p:cNvSpPr>
            <a:spLocks noGrp="1"/>
          </p:cNvSpPr>
          <p:nvPr/>
        </p:nvSpPr>
        <p:spPr>
          <a:xfrm>
            <a:off x="119062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734B9ACA-B29D-4138-ABA4-B505B1FE3853}"/>
              </a:ext>
            </a:extLst>
          </p:cNvPr>
          <p:cNvSpPr>
            <a:spLocks noGrp="1"/>
          </p:cNvSpPr>
          <p:nvPr/>
        </p:nvSpPr>
        <p:spPr>
          <a:xfrm>
            <a:off x="152400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A9B2280F-80F0-42EC-BD65-A88C4D286991}"/>
              </a:ext>
            </a:extLst>
          </p:cNvPr>
          <p:cNvSpPr>
            <a:spLocks noGrp="1"/>
          </p:cNvSpPr>
          <p:nvPr/>
        </p:nvSpPr>
        <p:spPr>
          <a:xfrm>
            <a:off x="185737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9" name="object-79">
            <a:extLst>
              <a:ext uri="{FF2B5EF4-FFF2-40B4-BE49-F238E27FC236}">
                <a16:creationId xmlns:a16="http://schemas.microsoft.com/office/drawing/2014/main" id="{3A5138A9-2627-486C-AE22-4DC970205A5E}"/>
              </a:ext>
            </a:extLst>
          </p:cNvPr>
          <p:cNvSpPr>
            <a:spLocks noGrp="1"/>
          </p:cNvSpPr>
          <p:nvPr/>
        </p:nvSpPr>
        <p:spPr>
          <a:xfrm>
            <a:off x="219075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0" name="object-80">
            <a:extLst>
              <a:ext uri="{FF2B5EF4-FFF2-40B4-BE49-F238E27FC236}">
                <a16:creationId xmlns:a16="http://schemas.microsoft.com/office/drawing/2014/main" id="{D71B9C2C-64ED-4BB1-8C61-DA41F635E158}"/>
              </a:ext>
            </a:extLst>
          </p:cNvPr>
          <p:cNvSpPr>
            <a:spLocks noGrp="1"/>
          </p:cNvSpPr>
          <p:nvPr/>
        </p:nvSpPr>
        <p:spPr>
          <a:xfrm>
            <a:off x="252412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1" name="object-81">
            <a:extLst>
              <a:ext uri="{FF2B5EF4-FFF2-40B4-BE49-F238E27FC236}">
                <a16:creationId xmlns:a16="http://schemas.microsoft.com/office/drawing/2014/main" id="{CDFCC904-DEED-41D5-A529-BEB4995BDC09}"/>
              </a:ext>
            </a:extLst>
          </p:cNvPr>
          <p:cNvSpPr>
            <a:spLocks noGrp="1"/>
          </p:cNvSpPr>
          <p:nvPr/>
        </p:nvSpPr>
        <p:spPr>
          <a:xfrm>
            <a:off x="285750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2" name="object-82">
            <a:extLst>
              <a:ext uri="{FF2B5EF4-FFF2-40B4-BE49-F238E27FC236}">
                <a16:creationId xmlns:a16="http://schemas.microsoft.com/office/drawing/2014/main" id="{9AF58E63-B1C8-44E1-A5EE-63D7664C0733}"/>
              </a:ext>
            </a:extLst>
          </p:cNvPr>
          <p:cNvSpPr>
            <a:spLocks noGrp="1"/>
          </p:cNvSpPr>
          <p:nvPr/>
        </p:nvSpPr>
        <p:spPr>
          <a:xfrm>
            <a:off x="319087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3" name="object-83">
            <a:extLst>
              <a:ext uri="{FF2B5EF4-FFF2-40B4-BE49-F238E27FC236}">
                <a16:creationId xmlns:a16="http://schemas.microsoft.com/office/drawing/2014/main" id="{830B43AE-5A42-4582-95C8-62C321DCD660}"/>
              </a:ext>
            </a:extLst>
          </p:cNvPr>
          <p:cNvSpPr>
            <a:spLocks noGrp="1"/>
          </p:cNvSpPr>
          <p:nvPr/>
        </p:nvSpPr>
        <p:spPr>
          <a:xfrm>
            <a:off x="352425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4" name="object-84">
            <a:extLst>
              <a:ext uri="{FF2B5EF4-FFF2-40B4-BE49-F238E27FC236}">
                <a16:creationId xmlns:a16="http://schemas.microsoft.com/office/drawing/2014/main" id="{1C166963-7711-4049-9C31-569F2C3288AE}"/>
              </a:ext>
            </a:extLst>
          </p:cNvPr>
          <p:cNvSpPr>
            <a:spLocks noGrp="1"/>
          </p:cNvSpPr>
          <p:nvPr/>
        </p:nvSpPr>
        <p:spPr>
          <a:xfrm>
            <a:off x="385762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5" name="object-85">
            <a:extLst>
              <a:ext uri="{FF2B5EF4-FFF2-40B4-BE49-F238E27FC236}">
                <a16:creationId xmlns:a16="http://schemas.microsoft.com/office/drawing/2014/main" id="{A5BB4588-A1F9-430B-B7CC-DBA3258276E0}"/>
              </a:ext>
            </a:extLst>
          </p:cNvPr>
          <p:cNvSpPr>
            <a:spLocks noGrp="1"/>
          </p:cNvSpPr>
          <p:nvPr/>
        </p:nvSpPr>
        <p:spPr>
          <a:xfrm>
            <a:off x="419100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6" name="object-86">
            <a:extLst>
              <a:ext uri="{FF2B5EF4-FFF2-40B4-BE49-F238E27FC236}">
                <a16:creationId xmlns:a16="http://schemas.microsoft.com/office/drawing/2014/main" id="{7AD4C703-732A-4410-A288-795F4B9BC72C}"/>
              </a:ext>
            </a:extLst>
          </p:cNvPr>
          <p:cNvSpPr>
            <a:spLocks noGrp="1"/>
          </p:cNvSpPr>
          <p:nvPr/>
        </p:nvSpPr>
        <p:spPr>
          <a:xfrm>
            <a:off x="11906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7" name="object-87">
            <a:extLst>
              <a:ext uri="{FF2B5EF4-FFF2-40B4-BE49-F238E27FC236}">
                <a16:creationId xmlns:a16="http://schemas.microsoft.com/office/drawing/2014/main" id="{9BB1FAC6-D46C-4415-BF9E-F95AA0527823}"/>
              </a:ext>
            </a:extLst>
          </p:cNvPr>
          <p:cNvSpPr>
            <a:spLocks noGrp="1"/>
          </p:cNvSpPr>
          <p:nvPr/>
        </p:nvSpPr>
        <p:spPr>
          <a:xfrm>
            <a:off x="15240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8" name="object-88">
            <a:extLst>
              <a:ext uri="{FF2B5EF4-FFF2-40B4-BE49-F238E27FC236}">
                <a16:creationId xmlns:a16="http://schemas.microsoft.com/office/drawing/2014/main" id="{7DB1DF66-B555-4A90-970E-74549BD06AB4}"/>
              </a:ext>
            </a:extLst>
          </p:cNvPr>
          <p:cNvSpPr>
            <a:spLocks noGrp="1"/>
          </p:cNvSpPr>
          <p:nvPr/>
        </p:nvSpPr>
        <p:spPr>
          <a:xfrm>
            <a:off x="185737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9" name="object-89">
            <a:extLst>
              <a:ext uri="{FF2B5EF4-FFF2-40B4-BE49-F238E27FC236}">
                <a16:creationId xmlns:a16="http://schemas.microsoft.com/office/drawing/2014/main" id="{CC3F22B5-8BC7-48C1-9C73-B70BD7C2753E}"/>
              </a:ext>
            </a:extLst>
          </p:cNvPr>
          <p:cNvSpPr>
            <a:spLocks noGrp="1"/>
          </p:cNvSpPr>
          <p:nvPr/>
        </p:nvSpPr>
        <p:spPr>
          <a:xfrm>
            <a:off x="219075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0" name="object-90">
            <a:extLst>
              <a:ext uri="{FF2B5EF4-FFF2-40B4-BE49-F238E27FC236}">
                <a16:creationId xmlns:a16="http://schemas.microsoft.com/office/drawing/2014/main" id="{D6778166-21E8-45B7-B97D-7E34DF9A7B10}"/>
              </a:ext>
            </a:extLst>
          </p:cNvPr>
          <p:cNvSpPr>
            <a:spLocks noGrp="1"/>
          </p:cNvSpPr>
          <p:nvPr/>
        </p:nvSpPr>
        <p:spPr>
          <a:xfrm>
            <a:off x="25241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1" name="object-91">
            <a:extLst>
              <a:ext uri="{FF2B5EF4-FFF2-40B4-BE49-F238E27FC236}">
                <a16:creationId xmlns:a16="http://schemas.microsoft.com/office/drawing/2014/main" id="{C0692CFC-E540-4768-9E05-EA1D2229AF0E}"/>
              </a:ext>
            </a:extLst>
          </p:cNvPr>
          <p:cNvSpPr>
            <a:spLocks noGrp="1"/>
          </p:cNvSpPr>
          <p:nvPr/>
        </p:nvSpPr>
        <p:spPr>
          <a:xfrm>
            <a:off x="28575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2" name="object-92">
            <a:extLst>
              <a:ext uri="{FF2B5EF4-FFF2-40B4-BE49-F238E27FC236}">
                <a16:creationId xmlns:a16="http://schemas.microsoft.com/office/drawing/2014/main" id="{54D0E3C5-2201-43EC-8032-5010D0942C1C}"/>
              </a:ext>
            </a:extLst>
          </p:cNvPr>
          <p:cNvSpPr>
            <a:spLocks noGrp="1"/>
          </p:cNvSpPr>
          <p:nvPr/>
        </p:nvSpPr>
        <p:spPr>
          <a:xfrm>
            <a:off x="319087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3" name="object-93">
            <a:extLst>
              <a:ext uri="{FF2B5EF4-FFF2-40B4-BE49-F238E27FC236}">
                <a16:creationId xmlns:a16="http://schemas.microsoft.com/office/drawing/2014/main" id="{75F15CA9-96A1-408F-9B91-2DE4A6947015}"/>
              </a:ext>
            </a:extLst>
          </p:cNvPr>
          <p:cNvSpPr>
            <a:spLocks noGrp="1"/>
          </p:cNvSpPr>
          <p:nvPr/>
        </p:nvSpPr>
        <p:spPr>
          <a:xfrm>
            <a:off x="352425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4" name="object-94">
            <a:extLst>
              <a:ext uri="{FF2B5EF4-FFF2-40B4-BE49-F238E27FC236}">
                <a16:creationId xmlns:a16="http://schemas.microsoft.com/office/drawing/2014/main" id="{525396C7-EE7A-42D0-AA78-C852A84C9F52}"/>
              </a:ext>
            </a:extLst>
          </p:cNvPr>
          <p:cNvSpPr>
            <a:spLocks noGrp="1"/>
          </p:cNvSpPr>
          <p:nvPr/>
        </p:nvSpPr>
        <p:spPr>
          <a:xfrm>
            <a:off x="38576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5" name="object-95">
            <a:extLst>
              <a:ext uri="{FF2B5EF4-FFF2-40B4-BE49-F238E27FC236}">
                <a16:creationId xmlns:a16="http://schemas.microsoft.com/office/drawing/2014/main" id="{B6B23754-66D2-4A10-8E7F-BD893BE0329E}"/>
              </a:ext>
            </a:extLst>
          </p:cNvPr>
          <p:cNvSpPr>
            <a:spLocks noGrp="1"/>
          </p:cNvSpPr>
          <p:nvPr/>
        </p:nvSpPr>
        <p:spPr>
          <a:xfrm>
            <a:off x="41910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6" name="object-96">
            <a:extLst>
              <a:ext uri="{FF2B5EF4-FFF2-40B4-BE49-F238E27FC236}">
                <a16:creationId xmlns:a16="http://schemas.microsoft.com/office/drawing/2014/main" id="{0DE86D7F-8F40-4BC9-9896-86DD987C1411}"/>
              </a:ext>
            </a:extLst>
          </p:cNvPr>
          <p:cNvSpPr>
            <a:spLocks noGrp="1"/>
          </p:cNvSpPr>
          <p:nvPr/>
        </p:nvSpPr>
        <p:spPr>
          <a:xfrm>
            <a:off x="11906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7" name="object-97">
            <a:extLst>
              <a:ext uri="{FF2B5EF4-FFF2-40B4-BE49-F238E27FC236}">
                <a16:creationId xmlns:a16="http://schemas.microsoft.com/office/drawing/2014/main" id="{971D9870-7051-40E9-93C7-7C72390B95A5}"/>
              </a:ext>
            </a:extLst>
          </p:cNvPr>
          <p:cNvSpPr>
            <a:spLocks noGrp="1"/>
          </p:cNvSpPr>
          <p:nvPr/>
        </p:nvSpPr>
        <p:spPr>
          <a:xfrm>
            <a:off x="15240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8" name="object-98">
            <a:extLst>
              <a:ext uri="{FF2B5EF4-FFF2-40B4-BE49-F238E27FC236}">
                <a16:creationId xmlns:a16="http://schemas.microsoft.com/office/drawing/2014/main" id="{C98BB7D9-0AE6-4241-A89F-7186073C2D0A}"/>
              </a:ext>
            </a:extLst>
          </p:cNvPr>
          <p:cNvSpPr>
            <a:spLocks noGrp="1"/>
          </p:cNvSpPr>
          <p:nvPr/>
        </p:nvSpPr>
        <p:spPr>
          <a:xfrm>
            <a:off x="185737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9" name="object-99">
            <a:extLst>
              <a:ext uri="{FF2B5EF4-FFF2-40B4-BE49-F238E27FC236}">
                <a16:creationId xmlns:a16="http://schemas.microsoft.com/office/drawing/2014/main" id="{D54A33A3-107D-4241-93D5-1B9286C2007A}"/>
              </a:ext>
            </a:extLst>
          </p:cNvPr>
          <p:cNvSpPr>
            <a:spLocks noGrp="1"/>
          </p:cNvSpPr>
          <p:nvPr/>
        </p:nvSpPr>
        <p:spPr>
          <a:xfrm>
            <a:off x="219075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0" name="object-100">
            <a:extLst>
              <a:ext uri="{FF2B5EF4-FFF2-40B4-BE49-F238E27FC236}">
                <a16:creationId xmlns:a16="http://schemas.microsoft.com/office/drawing/2014/main" id="{EC14F11B-A54F-4CEB-B40A-E931FF8E8A85}"/>
              </a:ext>
            </a:extLst>
          </p:cNvPr>
          <p:cNvSpPr>
            <a:spLocks noGrp="1"/>
          </p:cNvSpPr>
          <p:nvPr/>
        </p:nvSpPr>
        <p:spPr>
          <a:xfrm>
            <a:off x="25241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1" name="object-101">
            <a:extLst>
              <a:ext uri="{FF2B5EF4-FFF2-40B4-BE49-F238E27FC236}">
                <a16:creationId xmlns:a16="http://schemas.microsoft.com/office/drawing/2014/main" id="{E60586A4-573C-43EB-8475-7F303CEAA4A1}"/>
              </a:ext>
            </a:extLst>
          </p:cNvPr>
          <p:cNvSpPr>
            <a:spLocks noGrp="1"/>
          </p:cNvSpPr>
          <p:nvPr/>
        </p:nvSpPr>
        <p:spPr>
          <a:xfrm>
            <a:off x="28575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2" name="object-102">
            <a:extLst>
              <a:ext uri="{FF2B5EF4-FFF2-40B4-BE49-F238E27FC236}">
                <a16:creationId xmlns:a16="http://schemas.microsoft.com/office/drawing/2014/main" id="{8BBBA820-AEBD-45F7-9CC3-DC2B208F8A41}"/>
              </a:ext>
            </a:extLst>
          </p:cNvPr>
          <p:cNvSpPr>
            <a:spLocks noGrp="1"/>
          </p:cNvSpPr>
          <p:nvPr/>
        </p:nvSpPr>
        <p:spPr>
          <a:xfrm>
            <a:off x="319087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3" name="object-103">
            <a:extLst>
              <a:ext uri="{FF2B5EF4-FFF2-40B4-BE49-F238E27FC236}">
                <a16:creationId xmlns:a16="http://schemas.microsoft.com/office/drawing/2014/main" id="{F7581725-D389-4C0B-96A9-BD64695CD6CA}"/>
              </a:ext>
            </a:extLst>
          </p:cNvPr>
          <p:cNvSpPr>
            <a:spLocks noGrp="1"/>
          </p:cNvSpPr>
          <p:nvPr/>
        </p:nvSpPr>
        <p:spPr>
          <a:xfrm>
            <a:off x="352425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4" name="object-104">
            <a:extLst>
              <a:ext uri="{FF2B5EF4-FFF2-40B4-BE49-F238E27FC236}">
                <a16:creationId xmlns:a16="http://schemas.microsoft.com/office/drawing/2014/main" id="{1890EA8F-F89B-459E-A20A-B4ED17783523}"/>
              </a:ext>
            </a:extLst>
          </p:cNvPr>
          <p:cNvSpPr>
            <a:spLocks noGrp="1"/>
          </p:cNvSpPr>
          <p:nvPr/>
        </p:nvSpPr>
        <p:spPr>
          <a:xfrm>
            <a:off x="38576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5" name="object-105">
            <a:extLst>
              <a:ext uri="{FF2B5EF4-FFF2-40B4-BE49-F238E27FC236}">
                <a16:creationId xmlns:a16="http://schemas.microsoft.com/office/drawing/2014/main" id="{2B5AB6AE-1647-4FE2-83C4-02F4FBC2C7BF}"/>
              </a:ext>
            </a:extLst>
          </p:cNvPr>
          <p:cNvSpPr>
            <a:spLocks noGrp="1"/>
          </p:cNvSpPr>
          <p:nvPr/>
        </p:nvSpPr>
        <p:spPr>
          <a:xfrm>
            <a:off x="41910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6" name="object-106">
            <a:extLst>
              <a:ext uri="{FF2B5EF4-FFF2-40B4-BE49-F238E27FC236}">
                <a16:creationId xmlns:a16="http://schemas.microsoft.com/office/drawing/2014/main" id="{6085D902-9F69-4580-80A1-BEFA43442E82}"/>
              </a:ext>
            </a:extLst>
          </p:cNvPr>
          <p:cNvSpPr>
            <a:spLocks noGrp="1"/>
          </p:cNvSpPr>
          <p:nvPr/>
        </p:nvSpPr>
        <p:spPr>
          <a:xfrm>
            <a:off x="6310313" y="3274219"/>
            <a:ext cx="15478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50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107" name="object-107">
            <a:extLst>
              <a:ext uri="{FF2B5EF4-FFF2-40B4-BE49-F238E27FC236}">
                <a16:creationId xmlns:a16="http://schemas.microsoft.com/office/drawing/2014/main" id="{B7A90CD0-27D7-4B4C-97ED-23ABA4BD4ECE}"/>
              </a:ext>
            </a:extLst>
          </p:cNvPr>
          <p:cNvSpPr>
            <a:spLocks noGrp="1"/>
          </p:cNvSpPr>
          <p:nvPr/>
        </p:nvSpPr>
        <p:spPr>
          <a:xfrm>
            <a:off x="6310313" y="4131469"/>
            <a:ext cx="1547813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8" name="object-108">
            <a:extLst>
              <a:ext uri="{FF2B5EF4-FFF2-40B4-BE49-F238E27FC236}">
                <a16:creationId xmlns:a16="http://schemas.microsoft.com/office/drawing/2014/main" id="{6AE80F4C-AA45-4F83-906F-3C37600ACC8B}"/>
              </a:ext>
            </a:extLst>
          </p:cNvPr>
          <p:cNvSpPr>
            <a:spLocks noGrp="1"/>
          </p:cNvSpPr>
          <p:nvPr/>
        </p:nvSpPr>
        <p:spPr>
          <a:xfrm>
            <a:off x="6310313" y="4226719"/>
            <a:ext cx="15478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50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09" name="object-109">
            <a:extLst>
              <a:ext uri="{FF2B5EF4-FFF2-40B4-BE49-F238E27FC236}">
                <a16:creationId xmlns:a16="http://schemas.microsoft.com/office/drawing/2014/main" id="{383BBA20-39C5-4AE3-AA2E-51522678973C}"/>
              </a:ext>
            </a:extLst>
          </p:cNvPr>
          <p:cNvSpPr>
            <a:spLocks noGrp="1"/>
          </p:cNvSpPr>
          <p:nvPr/>
        </p:nvSpPr>
        <p:spPr>
          <a:xfrm>
            <a:off x="8512969" y="3810000"/>
            <a:ext cx="71437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10" name="object-110">
            <a:extLst>
              <a:ext uri="{FF2B5EF4-FFF2-40B4-BE49-F238E27FC236}">
                <a16:creationId xmlns:a16="http://schemas.microsoft.com/office/drawing/2014/main" id="{0A793ABA-BCAD-4033-B7C3-208A2A858951}"/>
              </a:ext>
            </a:extLst>
          </p:cNvPr>
          <p:cNvSpPr>
            <a:spLocks noGrp="1"/>
          </p:cNvSpPr>
          <p:nvPr/>
        </p:nvSpPr>
        <p:spPr>
          <a:xfrm>
            <a:off x="10001250" y="2917031"/>
            <a:ext cx="3571875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506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0.35</a:t>
            </a:r>
          </a:p>
        </p:txBody>
      </p:sp>
      <p:sp>
        <p:nvSpPr>
          <p:cNvPr id="111" name="object-111">
            <a:extLst>
              <a:ext uri="{FF2B5EF4-FFF2-40B4-BE49-F238E27FC236}">
                <a16:creationId xmlns:a16="http://schemas.microsoft.com/office/drawing/2014/main" id="{13924A46-A6C9-49D4-829D-D0E1872C0A85}"/>
              </a:ext>
            </a:extLst>
          </p:cNvPr>
          <p:cNvSpPr>
            <a:spLocks noGrp="1"/>
          </p:cNvSpPr>
          <p:nvPr/>
        </p:nvSpPr>
        <p:spPr>
          <a:xfrm>
            <a:off x="10001250" y="5238750"/>
            <a:ext cx="3571875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506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35%</a:t>
            </a:r>
          </a:p>
        </p:txBody>
      </p:sp>
      <p:sp>
        <p:nvSpPr>
          <p:cNvPr id="112" name="object-112">
            <a:extLst>
              <a:ext uri="{FF2B5EF4-FFF2-40B4-BE49-F238E27FC236}">
                <a16:creationId xmlns:a16="http://schemas.microsoft.com/office/drawing/2014/main" id="{306CE13B-2F77-4505-8217-C9811738A106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7/20 = 0.35 = 35%</a:t>
            </a:r>
          </a:p>
        </p:txBody>
      </p:sp>
    </p:spTree>
    <p:extLst>
      <p:ext uri="{BB962C8B-B14F-4D97-AF65-F5344CB8AC3E}">
        <p14:creationId xmlns:p14="http://schemas.microsoft.com/office/powerpoint/2010/main" val="728431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4861111 E" pathEditMode="relative" ptsTypes="">
                                      <p:cBhvr>
                                        <p:cTn id="91" dur="8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" grpId="0"/>
      <p:bldP spid="108" grpId="0"/>
      <p:bldP spid="109" grpId="0"/>
      <p:bldP spid="110" grpId="0"/>
      <p:bldP spid="110" grpId="1"/>
      <p:bldP spid="111" grpId="0"/>
      <p:bldP spid="11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object-1">
            <a:extLst>
              <a:ext uri="{FF2B5EF4-FFF2-40B4-BE49-F238E27FC236}">
                <a16:creationId xmlns:a16="http://schemas.microsoft.com/office/drawing/2014/main" id="{0087242A-7FBB-44BD-93C4-0D7D70C97BD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357BE60B-A187-45DA-B7B9-0359AAEFA276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645B09C2-9C7D-4CB0-93DF-431FC8CAC41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8/20 as a decimal and percentage.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7B9D2AFA-1A5C-49B7-915C-15AA0602220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2199949E-D807-4169-AECC-E70C998ADB4D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Convert fractions to decimals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04D0FB1F-4929-4927-B33B-40C1E69A7659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B0CC4C12-61B2-471B-B534-8728B3F6A89F}"/>
              </a:ext>
            </a:extLst>
          </p:cNvPr>
          <p:cNvSpPr>
            <a:spLocks noGrp="1"/>
          </p:cNvSpPr>
          <p:nvPr/>
        </p:nvSpPr>
        <p:spPr>
          <a:xfrm>
            <a:off x="11906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AD49CD55-92C8-497A-AF34-DEBE8FC012B4}"/>
              </a:ext>
            </a:extLst>
          </p:cNvPr>
          <p:cNvSpPr>
            <a:spLocks noGrp="1"/>
          </p:cNvSpPr>
          <p:nvPr/>
        </p:nvSpPr>
        <p:spPr>
          <a:xfrm>
            <a:off x="15240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BC719C6A-E8B5-4E59-AD78-C56ED4B4C355}"/>
              </a:ext>
            </a:extLst>
          </p:cNvPr>
          <p:cNvSpPr>
            <a:spLocks noGrp="1"/>
          </p:cNvSpPr>
          <p:nvPr/>
        </p:nvSpPr>
        <p:spPr>
          <a:xfrm>
            <a:off x="185737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57590F87-74E8-46BF-A6B9-FBD381AED1E1}"/>
              </a:ext>
            </a:extLst>
          </p:cNvPr>
          <p:cNvSpPr>
            <a:spLocks noGrp="1"/>
          </p:cNvSpPr>
          <p:nvPr/>
        </p:nvSpPr>
        <p:spPr>
          <a:xfrm>
            <a:off x="219075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79FBC175-7804-4101-97D5-9941AA52901B}"/>
              </a:ext>
            </a:extLst>
          </p:cNvPr>
          <p:cNvSpPr>
            <a:spLocks noGrp="1"/>
          </p:cNvSpPr>
          <p:nvPr/>
        </p:nvSpPr>
        <p:spPr>
          <a:xfrm>
            <a:off x="25241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77EBBEE1-86E5-4C6E-9ECB-1E22BBE6AE28}"/>
              </a:ext>
            </a:extLst>
          </p:cNvPr>
          <p:cNvSpPr>
            <a:spLocks noGrp="1"/>
          </p:cNvSpPr>
          <p:nvPr/>
        </p:nvSpPr>
        <p:spPr>
          <a:xfrm>
            <a:off x="28575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7856019E-733C-461E-8088-F32219EB8E9B}"/>
              </a:ext>
            </a:extLst>
          </p:cNvPr>
          <p:cNvSpPr>
            <a:spLocks noGrp="1"/>
          </p:cNvSpPr>
          <p:nvPr/>
        </p:nvSpPr>
        <p:spPr>
          <a:xfrm>
            <a:off x="319087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66B82C21-57E9-4F14-9900-B4F303AEF935}"/>
              </a:ext>
            </a:extLst>
          </p:cNvPr>
          <p:cNvSpPr>
            <a:spLocks noGrp="1"/>
          </p:cNvSpPr>
          <p:nvPr/>
        </p:nvSpPr>
        <p:spPr>
          <a:xfrm>
            <a:off x="352425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ED2BF0C5-3DE5-4D91-B565-E5AE0C2F3456}"/>
              </a:ext>
            </a:extLst>
          </p:cNvPr>
          <p:cNvSpPr>
            <a:spLocks noGrp="1"/>
          </p:cNvSpPr>
          <p:nvPr/>
        </p:nvSpPr>
        <p:spPr>
          <a:xfrm>
            <a:off x="38576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5E2233AC-ED0D-45C0-A5A1-AFBCE8105109}"/>
              </a:ext>
            </a:extLst>
          </p:cNvPr>
          <p:cNvSpPr>
            <a:spLocks noGrp="1"/>
          </p:cNvSpPr>
          <p:nvPr/>
        </p:nvSpPr>
        <p:spPr>
          <a:xfrm>
            <a:off x="41910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4014F7C6-2E04-4A16-A025-1ACA687DC0CD}"/>
              </a:ext>
            </a:extLst>
          </p:cNvPr>
          <p:cNvSpPr>
            <a:spLocks noGrp="1"/>
          </p:cNvSpPr>
          <p:nvPr/>
        </p:nvSpPr>
        <p:spPr>
          <a:xfrm>
            <a:off x="11906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EF26C9E4-A8D3-431A-93A1-695D3C7A240A}"/>
              </a:ext>
            </a:extLst>
          </p:cNvPr>
          <p:cNvSpPr>
            <a:spLocks noGrp="1"/>
          </p:cNvSpPr>
          <p:nvPr/>
        </p:nvSpPr>
        <p:spPr>
          <a:xfrm>
            <a:off x="15240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E880BE61-CF80-4C32-8708-940A68688CD7}"/>
              </a:ext>
            </a:extLst>
          </p:cNvPr>
          <p:cNvSpPr>
            <a:spLocks noGrp="1"/>
          </p:cNvSpPr>
          <p:nvPr/>
        </p:nvSpPr>
        <p:spPr>
          <a:xfrm>
            <a:off x="185737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E34ADF7C-3F3A-476D-9EC7-3F7ACBFFFB8F}"/>
              </a:ext>
            </a:extLst>
          </p:cNvPr>
          <p:cNvSpPr>
            <a:spLocks noGrp="1"/>
          </p:cNvSpPr>
          <p:nvPr/>
        </p:nvSpPr>
        <p:spPr>
          <a:xfrm>
            <a:off x="219075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23D21807-0445-46AF-A271-5F747581ADA8}"/>
              </a:ext>
            </a:extLst>
          </p:cNvPr>
          <p:cNvSpPr>
            <a:spLocks noGrp="1"/>
          </p:cNvSpPr>
          <p:nvPr/>
        </p:nvSpPr>
        <p:spPr>
          <a:xfrm>
            <a:off x="25241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4B6816C3-853F-4403-97D9-82E7D5455412}"/>
              </a:ext>
            </a:extLst>
          </p:cNvPr>
          <p:cNvSpPr>
            <a:spLocks noGrp="1"/>
          </p:cNvSpPr>
          <p:nvPr/>
        </p:nvSpPr>
        <p:spPr>
          <a:xfrm>
            <a:off x="28575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0DF69C77-360A-49E3-A19E-3263B2FB4391}"/>
              </a:ext>
            </a:extLst>
          </p:cNvPr>
          <p:cNvSpPr>
            <a:spLocks noGrp="1"/>
          </p:cNvSpPr>
          <p:nvPr/>
        </p:nvSpPr>
        <p:spPr>
          <a:xfrm>
            <a:off x="319087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8E8A3384-004F-4029-A9A4-4B810F027611}"/>
              </a:ext>
            </a:extLst>
          </p:cNvPr>
          <p:cNvSpPr>
            <a:spLocks noGrp="1"/>
          </p:cNvSpPr>
          <p:nvPr/>
        </p:nvSpPr>
        <p:spPr>
          <a:xfrm>
            <a:off x="352425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6F8D2D5A-E09A-428E-A5F2-71A1C3CA6A81}"/>
              </a:ext>
            </a:extLst>
          </p:cNvPr>
          <p:cNvSpPr>
            <a:spLocks noGrp="1"/>
          </p:cNvSpPr>
          <p:nvPr/>
        </p:nvSpPr>
        <p:spPr>
          <a:xfrm>
            <a:off x="38576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6D6E2400-699B-4EDA-B7D5-789CA3B56F05}"/>
              </a:ext>
            </a:extLst>
          </p:cNvPr>
          <p:cNvSpPr>
            <a:spLocks noGrp="1"/>
          </p:cNvSpPr>
          <p:nvPr/>
        </p:nvSpPr>
        <p:spPr>
          <a:xfrm>
            <a:off x="41910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AE1D2136-D0A1-4886-8825-4700879C18B7}"/>
              </a:ext>
            </a:extLst>
          </p:cNvPr>
          <p:cNvSpPr>
            <a:spLocks noGrp="1"/>
          </p:cNvSpPr>
          <p:nvPr/>
        </p:nvSpPr>
        <p:spPr>
          <a:xfrm>
            <a:off x="11906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733B334E-BD05-443C-9082-792BF067621F}"/>
              </a:ext>
            </a:extLst>
          </p:cNvPr>
          <p:cNvSpPr>
            <a:spLocks noGrp="1"/>
          </p:cNvSpPr>
          <p:nvPr/>
        </p:nvSpPr>
        <p:spPr>
          <a:xfrm>
            <a:off x="15240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1198B642-B51A-45FB-BDBD-5333A508EE42}"/>
              </a:ext>
            </a:extLst>
          </p:cNvPr>
          <p:cNvSpPr>
            <a:spLocks noGrp="1"/>
          </p:cNvSpPr>
          <p:nvPr/>
        </p:nvSpPr>
        <p:spPr>
          <a:xfrm>
            <a:off x="185737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72C24963-A7D1-4D91-9906-E4C2F9FDD51D}"/>
              </a:ext>
            </a:extLst>
          </p:cNvPr>
          <p:cNvSpPr>
            <a:spLocks noGrp="1"/>
          </p:cNvSpPr>
          <p:nvPr/>
        </p:nvSpPr>
        <p:spPr>
          <a:xfrm>
            <a:off x="219075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62BB83AA-410A-48F3-94F1-83171726E2D7}"/>
              </a:ext>
            </a:extLst>
          </p:cNvPr>
          <p:cNvSpPr>
            <a:spLocks noGrp="1"/>
          </p:cNvSpPr>
          <p:nvPr/>
        </p:nvSpPr>
        <p:spPr>
          <a:xfrm>
            <a:off x="25241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A0626BA7-25F5-43A7-ACD5-CCACB1C8E36C}"/>
              </a:ext>
            </a:extLst>
          </p:cNvPr>
          <p:cNvSpPr>
            <a:spLocks noGrp="1"/>
          </p:cNvSpPr>
          <p:nvPr/>
        </p:nvSpPr>
        <p:spPr>
          <a:xfrm>
            <a:off x="28575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D70ED4DA-2DF5-4845-B632-4E90DC480AD7}"/>
              </a:ext>
            </a:extLst>
          </p:cNvPr>
          <p:cNvSpPr>
            <a:spLocks noGrp="1"/>
          </p:cNvSpPr>
          <p:nvPr/>
        </p:nvSpPr>
        <p:spPr>
          <a:xfrm>
            <a:off x="319087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40824EC0-11B9-4379-B7D5-6171C1EC2EF7}"/>
              </a:ext>
            </a:extLst>
          </p:cNvPr>
          <p:cNvSpPr>
            <a:spLocks noGrp="1"/>
          </p:cNvSpPr>
          <p:nvPr/>
        </p:nvSpPr>
        <p:spPr>
          <a:xfrm>
            <a:off x="352425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6B20B27E-17DA-41BA-9908-D83D1007667D}"/>
              </a:ext>
            </a:extLst>
          </p:cNvPr>
          <p:cNvSpPr>
            <a:spLocks noGrp="1"/>
          </p:cNvSpPr>
          <p:nvPr/>
        </p:nvSpPr>
        <p:spPr>
          <a:xfrm>
            <a:off x="38576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9CC3134E-3800-41C1-A451-13CEFC4A2B51}"/>
              </a:ext>
            </a:extLst>
          </p:cNvPr>
          <p:cNvSpPr>
            <a:spLocks noGrp="1"/>
          </p:cNvSpPr>
          <p:nvPr/>
        </p:nvSpPr>
        <p:spPr>
          <a:xfrm>
            <a:off x="41910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2BB0540C-A338-4C2F-B3E5-824C5404A557}"/>
              </a:ext>
            </a:extLst>
          </p:cNvPr>
          <p:cNvSpPr>
            <a:spLocks noGrp="1"/>
          </p:cNvSpPr>
          <p:nvPr/>
        </p:nvSpPr>
        <p:spPr>
          <a:xfrm>
            <a:off x="11906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391C93BC-6F62-4944-B45F-B44C02024964}"/>
              </a:ext>
            </a:extLst>
          </p:cNvPr>
          <p:cNvSpPr>
            <a:spLocks noGrp="1"/>
          </p:cNvSpPr>
          <p:nvPr/>
        </p:nvSpPr>
        <p:spPr>
          <a:xfrm>
            <a:off x="15240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5A154EB0-5D32-4643-A4B1-A881268A2077}"/>
              </a:ext>
            </a:extLst>
          </p:cNvPr>
          <p:cNvSpPr>
            <a:spLocks noGrp="1"/>
          </p:cNvSpPr>
          <p:nvPr/>
        </p:nvSpPr>
        <p:spPr>
          <a:xfrm>
            <a:off x="185737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BA754BA1-2778-471C-B5F7-1DE5C8D883EC}"/>
              </a:ext>
            </a:extLst>
          </p:cNvPr>
          <p:cNvSpPr>
            <a:spLocks noGrp="1"/>
          </p:cNvSpPr>
          <p:nvPr/>
        </p:nvSpPr>
        <p:spPr>
          <a:xfrm>
            <a:off x="219075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47B74936-9B1E-4EF2-8663-D058AE059622}"/>
              </a:ext>
            </a:extLst>
          </p:cNvPr>
          <p:cNvSpPr>
            <a:spLocks noGrp="1"/>
          </p:cNvSpPr>
          <p:nvPr/>
        </p:nvSpPr>
        <p:spPr>
          <a:xfrm>
            <a:off x="25241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0EF676D2-E83E-44E4-95F9-FE8BAF7F0E01}"/>
              </a:ext>
            </a:extLst>
          </p:cNvPr>
          <p:cNvSpPr>
            <a:spLocks noGrp="1"/>
          </p:cNvSpPr>
          <p:nvPr/>
        </p:nvSpPr>
        <p:spPr>
          <a:xfrm>
            <a:off x="28575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59129C0B-81A5-4651-8CB3-58269C4BB40F}"/>
              </a:ext>
            </a:extLst>
          </p:cNvPr>
          <p:cNvSpPr>
            <a:spLocks noGrp="1"/>
          </p:cNvSpPr>
          <p:nvPr/>
        </p:nvSpPr>
        <p:spPr>
          <a:xfrm>
            <a:off x="319087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B49E4E67-CB7E-4637-AD5C-B128C1683036}"/>
              </a:ext>
            </a:extLst>
          </p:cNvPr>
          <p:cNvSpPr>
            <a:spLocks noGrp="1"/>
          </p:cNvSpPr>
          <p:nvPr/>
        </p:nvSpPr>
        <p:spPr>
          <a:xfrm>
            <a:off x="352425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7ACA2A94-C37E-4131-BCA3-2EB0D2C34EC8}"/>
              </a:ext>
            </a:extLst>
          </p:cNvPr>
          <p:cNvSpPr>
            <a:spLocks noGrp="1"/>
          </p:cNvSpPr>
          <p:nvPr/>
        </p:nvSpPr>
        <p:spPr>
          <a:xfrm>
            <a:off x="38576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224CAE99-0138-4B45-A8DE-5EF40F953D5A}"/>
              </a:ext>
            </a:extLst>
          </p:cNvPr>
          <p:cNvSpPr>
            <a:spLocks noGrp="1"/>
          </p:cNvSpPr>
          <p:nvPr/>
        </p:nvSpPr>
        <p:spPr>
          <a:xfrm>
            <a:off x="41910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678C6738-11C7-48BC-B050-08DA5C86DCBC}"/>
              </a:ext>
            </a:extLst>
          </p:cNvPr>
          <p:cNvSpPr>
            <a:spLocks noGrp="1"/>
          </p:cNvSpPr>
          <p:nvPr/>
        </p:nvSpPr>
        <p:spPr>
          <a:xfrm>
            <a:off x="1190625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1B6D8DE6-CC74-4620-9FD1-A1FBE31751ED}"/>
              </a:ext>
            </a:extLst>
          </p:cNvPr>
          <p:cNvSpPr>
            <a:spLocks noGrp="1"/>
          </p:cNvSpPr>
          <p:nvPr/>
        </p:nvSpPr>
        <p:spPr>
          <a:xfrm>
            <a:off x="1524000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38F81EAA-DED1-4AF6-B480-EF58A2EF7333}"/>
              </a:ext>
            </a:extLst>
          </p:cNvPr>
          <p:cNvSpPr>
            <a:spLocks noGrp="1"/>
          </p:cNvSpPr>
          <p:nvPr/>
        </p:nvSpPr>
        <p:spPr>
          <a:xfrm>
            <a:off x="1857375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E2D046AD-897D-4051-A0E5-BE0D1E87DED2}"/>
              </a:ext>
            </a:extLst>
          </p:cNvPr>
          <p:cNvSpPr>
            <a:spLocks noGrp="1"/>
          </p:cNvSpPr>
          <p:nvPr/>
        </p:nvSpPr>
        <p:spPr>
          <a:xfrm>
            <a:off x="2190750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E9D685BF-F951-4C49-A3A3-6D067C55BE41}"/>
              </a:ext>
            </a:extLst>
          </p:cNvPr>
          <p:cNvSpPr>
            <a:spLocks noGrp="1"/>
          </p:cNvSpPr>
          <p:nvPr/>
        </p:nvSpPr>
        <p:spPr>
          <a:xfrm>
            <a:off x="2524125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E6527E41-AC89-4123-86AA-839BB63649CB}"/>
              </a:ext>
            </a:extLst>
          </p:cNvPr>
          <p:cNvSpPr>
            <a:spLocks noGrp="1"/>
          </p:cNvSpPr>
          <p:nvPr/>
        </p:nvSpPr>
        <p:spPr>
          <a:xfrm>
            <a:off x="2857500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56342218-9E6B-4E8B-8B26-DEB06BD80826}"/>
              </a:ext>
            </a:extLst>
          </p:cNvPr>
          <p:cNvSpPr>
            <a:spLocks noGrp="1"/>
          </p:cNvSpPr>
          <p:nvPr/>
        </p:nvSpPr>
        <p:spPr>
          <a:xfrm>
            <a:off x="3190875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E3C31074-3E4D-4742-920E-0B4209B9D7B5}"/>
              </a:ext>
            </a:extLst>
          </p:cNvPr>
          <p:cNvSpPr>
            <a:spLocks noGrp="1"/>
          </p:cNvSpPr>
          <p:nvPr/>
        </p:nvSpPr>
        <p:spPr>
          <a:xfrm>
            <a:off x="3524250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89526B8F-6C82-44AF-967E-3DE7697277BD}"/>
              </a:ext>
            </a:extLst>
          </p:cNvPr>
          <p:cNvSpPr>
            <a:spLocks noGrp="1"/>
          </p:cNvSpPr>
          <p:nvPr/>
        </p:nvSpPr>
        <p:spPr>
          <a:xfrm>
            <a:off x="3857625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3C329BE2-65BD-4B77-B219-BBB37BE5D073}"/>
              </a:ext>
            </a:extLst>
          </p:cNvPr>
          <p:cNvSpPr>
            <a:spLocks noGrp="1"/>
          </p:cNvSpPr>
          <p:nvPr/>
        </p:nvSpPr>
        <p:spPr>
          <a:xfrm>
            <a:off x="4191000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5920177E-6E3A-4CBD-842E-B546672EDBAF}"/>
              </a:ext>
            </a:extLst>
          </p:cNvPr>
          <p:cNvSpPr>
            <a:spLocks noGrp="1"/>
          </p:cNvSpPr>
          <p:nvPr/>
        </p:nvSpPr>
        <p:spPr>
          <a:xfrm>
            <a:off x="119062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6DACA7DB-A5E2-40CE-BFB9-02144D986464}"/>
              </a:ext>
            </a:extLst>
          </p:cNvPr>
          <p:cNvSpPr>
            <a:spLocks noGrp="1"/>
          </p:cNvSpPr>
          <p:nvPr/>
        </p:nvSpPr>
        <p:spPr>
          <a:xfrm>
            <a:off x="152400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76775AA1-7FEA-4748-9EB9-7AA493F5E171}"/>
              </a:ext>
            </a:extLst>
          </p:cNvPr>
          <p:cNvSpPr>
            <a:spLocks noGrp="1"/>
          </p:cNvSpPr>
          <p:nvPr/>
        </p:nvSpPr>
        <p:spPr>
          <a:xfrm>
            <a:off x="185737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96374647-C815-45A9-ABBA-996C2B7DD8A0}"/>
              </a:ext>
            </a:extLst>
          </p:cNvPr>
          <p:cNvSpPr>
            <a:spLocks noGrp="1"/>
          </p:cNvSpPr>
          <p:nvPr/>
        </p:nvSpPr>
        <p:spPr>
          <a:xfrm>
            <a:off x="219075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C481B7AE-9B32-45CB-A8F3-F394EB851DD9}"/>
              </a:ext>
            </a:extLst>
          </p:cNvPr>
          <p:cNvSpPr>
            <a:spLocks noGrp="1"/>
          </p:cNvSpPr>
          <p:nvPr/>
        </p:nvSpPr>
        <p:spPr>
          <a:xfrm>
            <a:off x="252412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72C117A1-C9C6-490F-81D4-0AFE454AE1DB}"/>
              </a:ext>
            </a:extLst>
          </p:cNvPr>
          <p:cNvSpPr>
            <a:spLocks noGrp="1"/>
          </p:cNvSpPr>
          <p:nvPr/>
        </p:nvSpPr>
        <p:spPr>
          <a:xfrm>
            <a:off x="285750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0EAD644E-E5A2-4BC8-B2A8-F1C784CC6A01}"/>
              </a:ext>
            </a:extLst>
          </p:cNvPr>
          <p:cNvSpPr>
            <a:spLocks noGrp="1"/>
          </p:cNvSpPr>
          <p:nvPr/>
        </p:nvSpPr>
        <p:spPr>
          <a:xfrm>
            <a:off x="319087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B11ECBFA-1391-4DEA-AB19-E7B8F4894542}"/>
              </a:ext>
            </a:extLst>
          </p:cNvPr>
          <p:cNvSpPr>
            <a:spLocks noGrp="1"/>
          </p:cNvSpPr>
          <p:nvPr/>
        </p:nvSpPr>
        <p:spPr>
          <a:xfrm>
            <a:off x="352425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298B7E42-7BEB-4E4A-8BA6-4DEF99891599}"/>
              </a:ext>
            </a:extLst>
          </p:cNvPr>
          <p:cNvSpPr>
            <a:spLocks noGrp="1"/>
          </p:cNvSpPr>
          <p:nvPr/>
        </p:nvSpPr>
        <p:spPr>
          <a:xfrm>
            <a:off x="385762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FEE52926-BCF1-46E7-B66C-F5A9D2CF6285}"/>
              </a:ext>
            </a:extLst>
          </p:cNvPr>
          <p:cNvSpPr>
            <a:spLocks noGrp="1"/>
          </p:cNvSpPr>
          <p:nvPr/>
        </p:nvSpPr>
        <p:spPr>
          <a:xfrm>
            <a:off x="419100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85E1B3F5-026A-4352-8E37-8A2035FCD6AB}"/>
              </a:ext>
            </a:extLst>
          </p:cNvPr>
          <p:cNvSpPr>
            <a:spLocks noGrp="1"/>
          </p:cNvSpPr>
          <p:nvPr/>
        </p:nvSpPr>
        <p:spPr>
          <a:xfrm>
            <a:off x="119062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D68AC9BA-8B89-4607-90DD-B6AF45E001ED}"/>
              </a:ext>
            </a:extLst>
          </p:cNvPr>
          <p:cNvSpPr>
            <a:spLocks noGrp="1"/>
          </p:cNvSpPr>
          <p:nvPr/>
        </p:nvSpPr>
        <p:spPr>
          <a:xfrm>
            <a:off x="152400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02A5F4AB-A87C-43BF-8A28-9EB93E4824F5}"/>
              </a:ext>
            </a:extLst>
          </p:cNvPr>
          <p:cNvSpPr>
            <a:spLocks noGrp="1"/>
          </p:cNvSpPr>
          <p:nvPr/>
        </p:nvSpPr>
        <p:spPr>
          <a:xfrm>
            <a:off x="185737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F13830F6-C140-4953-A452-85BE36388732}"/>
              </a:ext>
            </a:extLst>
          </p:cNvPr>
          <p:cNvSpPr>
            <a:spLocks noGrp="1"/>
          </p:cNvSpPr>
          <p:nvPr/>
        </p:nvSpPr>
        <p:spPr>
          <a:xfrm>
            <a:off x="219075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D34ADFC7-24BF-48FE-BC82-18B1FA0D029C}"/>
              </a:ext>
            </a:extLst>
          </p:cNvPr>
          <p:cNvSpPr>
            <a:spLocks noGrp="1"/>
          </p:cNvSpPr>
          <p:nvPr/>
        </p:nvSpPr>
        <p:spPr>
          <a:xfrm>
            <a:off x="252412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B30D3C84-1097-4D1E-8589-15AE7BAD1B76}"/>
              </a:ext>
            </a:extLst>
          </p:cNvPr>
          <p:cNvSpPr>
            <a:spLocks noGrp="1"/>
          </p:cNvSpPr>
          <p:nvPr/>
        </p:nvSpPr>
        <p:spPr>
          <a:xfrm>
            <a:off x="285750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BFE88A06-824F-4FD9-BACE-FAB1853C3169}"/>
              </a:ext>
            </a:extLst>
          </p:cNvPr>
          <p:cNvSpPr>
            <a:spLocks noGrp="1"/>
          </p:cNvSpPr>
          <p:nvPr/>
        </p:nvSpPr>
        <p:spPr>
          <a:xfrm>
            <a:off x="319087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3DA90265-E361-4D15-9E2C-AB6D4782E92C}"/>
              </a:ext>
            </a:extLst>
          </p:cNvPr>
          <p:cNvSpPr>
            <a:spLocks noGrp="1"/>
          </p:cNvSpPr>
          <p:nvPr/>
        </p:nvSpPr>
        <p:spPr>
          <a:xfrm>
            <a:off x="352425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4305AA69-D073-40F0-A5AA-F1388F2DC31F}"/>
              </a:ext>
            </a:extLst>
          </p:cNvPr>
          <p:cNvSpPr>
            <a:spLocks noGrp="1"/>
          </p:cNvSpPr>
          <p:nvPr/>
        </p:nvSpPr>
        <p:spPr>
          <a:xfrm>
            <a:off x="385762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2ABDCE95-F1FF-494F-84B8-366B4D37A553}"/>
              </a:ext>
            </a:extLst>
          </p:cNvPr>
          <p:cNvSpPr>
            <a:spLocks noGrp="1"/>
          </p:cNvSpPr>
          <p:nvPr/>
        </p:nvSpPr>
        <p:spPr>
          <a:xfrm>
            <a:off x="419100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66C37127-C0A9-441B-8F01-66782BFB817B}"/>
              </a:ext>
            </a:extLst>
          </p:cNvPr>
          <p:cNvSpPr>
            <a:spLocks noGrp="1"/>
          </p:cNvSpPr>
          <p:nvPr/>
        </p:nvSpPr>
        <p:spPr>
          <a:xfrm>
            <a:off x="119062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9FCF99DE-C356-4D97-96E5-409FEFC988FA}"/>
              </a:ext>
            </a:extLst>
          </p:cNvPr>
          <p:cNvSpPr>
            <a:spLocks noGrp="1"/>
          </p:cNvSpPr>
          <p:nvPr/>
        </p:nvSpPr>
        <p:spPr>
          <a:xfrm>
            <a:off x="152400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9" name="object-79">
            <a:extLst>
              <a:ext uri="{FF2B5EF4-FFF2-40B4-BE49-F238E27FC236}">
                <a16:creationId xmlns:a16="http://schemas.microsoft.com/office/drawing/2014/main" id="{8311A356-DE6A-4F3F-A464-61000DC1849D}"/>
              </a:ext>
            </a:extLst>
          </p:cNvPr>
          <p:cNvSpPr>
            <a:spLocks noGrp="1"/>
          </p:cNvSpPr>
          <p:nvPr/>
        </p:nvSpPr>
        <p:spPr>
          <a:xfrm>
            <a:off x="185737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0" name="object-80">
            <a:extLst>
              <a:ext uri="{FF2B5EF4-FFF2-40B4-BE49-F238E27FC236}">
                <a16:creationId xmlns:a16="http://schemas.microsoft.com/office/drawing/2014/main" id="{2C315063-1AAC-4F6B-AA37-C54380E3C889}"/>
              </a:ext>
            </a:extLst>
          </p:cNvPr>
          <p:cNvSpPr>
            <a:spLocks noGrp="1"/>
          </p:cNvSpPr>
          <p:nvPr/>
        </p:nvSpPr>
        <p:spPr>
          <a:xfrm>
            <a:off x="219075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1" name="object-81">
            <a:extLst>
              <a:ext uri="{FF2B5EF4-FFF2-40B4-BE49-F238E27FC236}">
                <a16:creationId xmlns:a16="http://schemas.microsoft.com/office/drawing/2014/main" id="{894311F2-5761-4F25-BB88-F97DABB4696C}"/>
              </a:ext>
            </a:extLst>
          </p:cNvPr>
          <p:cNvSpPr>
            <a:spLocks noGrp="1"/>
          </p:cNvSpPr>
          <p:nvPr/>
        </p:nvSpPr>
        <p:spPr>
          <a:xfrm>
            <a:off x="252412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2" name="object-82">
            <a:extLst>
              <a:ext uri="{FF2B5EF4-FFF2-40B4-BE49-F238E27FC236}">
                <a16:creationId xmlns:a16="http://schemas.microsoft.com/office/drawing/2014/main" id="{027EB40B-8D0D-4296-8CC8-71B48B9D447A}"/>
              </a:ext>
            </a:extLst>
          </p:cNvPr>
          <p:cNvSpPr>
            <a:spLocks noGrp="1"/>
          </p:cNvSpPr>
          <p:nvPr/>
        </p:nvSpPr>
        <p:spPr>
          <a:xfrm>
            <a:off x="285750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3" name="object-83">
            <a:extLst>
              <a:ext uri="{FF2B5EF4-FFF2-40B4-BE49-F238E27FC236}">
                <a16:creationId xmlns:a16="http://schemas.microsoft.com/office/drawing/2014/main" id="{5A85E32D-1BC5-46F0-88E4-7A7F771187E9}"/>
              </a:ext>
            </a:extLst>
          </p:cNvPr>
          <p:cNvSpPr>
            <a:spLocks noGrp="1"/>
          </p:cNvSpPr>
          <p:nvPr/>
        </p:nvSpPr>
        <p:spPr>
          <a:xfrm>
            <a:off x="319087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4" name="object-84">
            <a:extLst>
              <a:ext uri="{FF2B5EF4-FFF2-40B4-BE49-F238E27FC236}">
                <a16:creationId xmlns:a16="http://schemas.microsoft.com/office/drawing/2014/main" id="{261CB37E-D228-487A-8CE3-9B698AA48DC1}"/>
              </a:ext>
            </a:extLst>
          </p:cNvPr>
          <p:cNvSpPr>
            <a:spLocks noGrp="1"/>
          </p:cNvSpPr>
          <p:nvPr/>
        </p:nvSpPr>
        <p:spPr>
          <a:xfrm>
            <a:off x="352425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5" name="object-85">
            <a:extLst>
              <a:ext uri="{FF2B5EF4-FFF2-40B4-BE49-F238E27FC236}">
                <a16:creationId xmlns:a16="http://schemas.microsoft.com/office/drawing/2014/main" id="{A5F4F741-B245-4F8C-9363-E73823809D86}"/>
              </a:ext>
            </a:extLst>
          </p:cNvPr>
          <p:cNvSpPr>
            <a:spLocks noGrp="1"/>
          </p:cNvSpPr>
          <p:nvPr/>
        </p:nvSpPr>
        <p:spPr>
          <a:xfrm>
            <a:off x="385762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6" name="object-86">
            <a:extLst>
              <a:ext uri="{FF2B5EF4-FFF2-40B4-BE49-F238E27FC236}">
                <a16:creationId xmlns:a16="http://schemas.microsoft.com/office/drawing/2014/main" id="{D27E60AA-2187-428D-86D5-CBD898DC911A}"/>
              </a:ext>
            </a:extLst>
          </p:cNvPr>
          <p:cNvSpPr>
            <a:spLocks noGrp="1"/>
          </p:cNvSpPr>
          <p:nvPr/>
        </p:nvSpPr>
        <p:spPr>
          <a:xfrm>
            <a:off x="419100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7" name="object-87">
            <a:extLst>
              <a:ext uri="{FF2B5EF4-FFF2-40B4-BE49-F238E27FC236}">
                <a16:creationId xmlns:a16="http://schemas.microsoft.com/office/drawing/2014/main" id="{3E447B74-8A0F-4DBD-A1F7-16EF3C5F460E}"/>
              </a:ext>
            </a:extLst>
          </p:cNvPr>
          <p:cNvSpPr>
            <a:spLocks noGrp="1"/>
          </p:cNvSpPr>
          <p:nvPr/>
        </p:nvSpPr>
        <p:spPr>
          <a:xfrm>
            <a:off x="11906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8" name="object-88">
            <a:extLst>
              <a:ext uri="{FF2B5EF4-FFF2-40B4-BE49-F238E27FC236}">
                <a16:creationId xmlns:a16="http://schemas.microsoft.com/office/drawing/2014/main" id="{F797BB08-962B-4EE7-9C1E-4D1D0EF4CEDC}"/>
              </a:ext>
            </a:extLst>
          </p:cNvPr>
          <p:cNvSpPr>
            <a:spLocks noGrp="1"/>
          </p:cNvSpPr>
          <p:nvPr/>
        </p:nvSpPr>
        <p:spPr>
          <a:xfrm>
            <a:off x="15240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9" name="object-89">
            <a:extLst>
              <a:ext uri="{FF2B5EF4-FFF2-40B4-BE49-F238E27FC236}">
                <a16:creationId xmlns:a16="http://schemas.microsoft.com/office/drawing/2014/main" id="{4466B4F2-906C-44B9-B042-7AF22B229BF4}"/>
              </a:ext>
            </a:extLst>
          </p:cNvPr>
          <p:cNvSpPr>
            <a:spLocks noGrp="1"/>
          </p:cNvSpPr>
          <p:nvPr/>
        </p:nvSpPr>
        <p:spPr>
          <a:xfrm>
            <a:off x="185737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0" name="object-90">
            <a:extLst>
              <a:ext uri="{FF2B5EF4-FFF2-40B4-BE49-F238E27FC236}">
                <a16:creationId xmlns:a16="http://schemas.microsoft.com/office/drawing/2014/main" id="{52773FF8-9074-4088-9F00-E94674CAB765}"/>
              </a:ext>
            </a:extLst>
          </p:cNvPr>
          <p:cNvSpPr>
            <a:spLocks noGrp="1"/>
          </p:cNvSpPr>
          <p:nvPr/>
        </p:nvSpPr>
        <p:spPr>
          <a:xfrm>
            <a:off x="219075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1" name="object-91">
            <a:extLst>
              <a:ext uri="{FF2B5EF4-FFF2-40B4-BE49-F238E27FC236}">
                <a16:creationId xmlns:a16="http://schemas.microsoft.com/office/drawing/2014/main" id="{F17FB665-4E01-454D-91C0-1F6031395F17}"/>
              </a:ext>
            </a:extLst>
          </p:cNvPr>
          <p:cNvSpPr>
            <a:spLocks noGrp="1"/>
          </p:cNvSpPr>
          <p:nvPr/>
        </p:nvSpPr>
        <p:spPr>
          <a:xfrm>
            <a:off x="25241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2" name="object-92">
            <a:extLst>
              <a:ext uri="{FF2B5EF4-FFF2-40B4-BE49-F238E27FC236}">
                <a16:creationId xmlns:a16="http://schemas.microsoft.com/office/drawing/2014/main" id="{3277A64A-E078-44C7-BC20-057FFA4B0E23}"/>
              </a:ext>
            </a:extLst>
          </p:cNvPr>
          <p:cNvSpPr>
            <a:spLocks noGrp="1"/>
          </p:cNvSpPr>
          <p:nvPr/>
        </p:nvSpPr>
        <p:spPr>
          <a:xfrm>
            <a:off x="28575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3" name="object-93">
            <a:extLst>
              <a:ext uri="{FF2B5EF4-FFF2-40B4-BE49-F238E27FC236}">
                <a16:creationId xmlns:a16="http://schemas.microsoft.com/office/drawing/2014/main" id="{0065208E-AC20-4300-8005-B2E45747FD7A}"/>
              </a:ext>
            </a:extLst>
          </p:cNvPr>
          <p:cNvSpPr>
            <a:spLocks noGrp="1"/>
          </p:cNvSpPr>
          <p:nvPr/>
        </p:nvSpPr>
        <p:spPr>
          <a:xfrm>
            <a:off x="319087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4" name="object-94">
            <a:extLst>
              <a:ext uri="{FF2B5EF4-FFF2-40B4-BE49-F238E27FC236}">
                <a16:creationId xmlns:a16="http://schemas.microsoft.com/office/drawing/2014/main" id="{D9787A88-CE03-4BCF-9994-420318F96F3F}"/>
              </a:ext>
            </a:extLst>
          </p:cNvPr>
          <p:cNvSpPr>
            <a:spLocks noGrp="1"/>
          </p:cNvSpPr>
          <p:nvPr/>
        </p:nvSpPr>
        <p:spPr>
          <a:xfrm>
            <a:off x="352425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5" name="object-95">
            <a:extLst>
              <a:ext uri="{FF2B5EF4-FFF2-40B4-BE49-F238E27FC236}">
                <a16:creationId xmlns:a16="http://schemas.microsoft.com/office/drawing/2014/main" id="{43314AA1-DCBC-40BB-B390-7EB06283B9BA}"/>
              </a:ext>
            </a:extLst>
          </p:cNvPr>
          <p:cNvSpPr>
            <a:spLocks noGrp="1"/>
          </p:cNvSpPr>
          <p:nvPr/>
        </p:nvSpPr>
        <p:spPr>
          <a:xfrm>
            <a:off x="38576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6" name="object-96">
            <a:extLst>
              <a:ext uri="{FF2B5EF4-FFF2-40B4-BE49-F238E27FC236}">
                <a16:creationId xmlns:a16="http://schemas.microsoft.com/office/drawing/2014/main" id="{1173A405-94BD-444D-8E82-FCA619F917F9}"/>
              </a:ext>
            </a:extLst>
          </p:cNvPr>
          <p:cNvSpPr>
            <a:spLocks noGrp="1"/>
          </p:cNvSpPr>
          <p:nvPr/>
        </p:nvSpPr>
        <p:spPr>
          <a:xfrm>
            <a:off x="41910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7" name="object-97">
            <a:extLst>
              <a:ext uri="{FF2B5EF4-FFF2-40B4-BE49-F238E27FC236}">
                <a16:creationId xmlns:a16="http://schemas.microsoft.com/office/drawing/2014/main" id="{A63D63DA-51E6-4D8C-B085-2CADB8F05BCE}"/>
              </a:ext>
            </a:extLst>
          </p:cNvPr>
          <p:cNvSpPr>
            <a:spLocks noGrp="1"/>
          </p:cNvSpPr>
          <p:nvPr/>
        </p:nvSpPr>
        <p:spPr>
          <a:xfrm>
            <a:off x="11906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8" name="object-98">
            <a:extLst>
              <a:ext uri="{FF2B5EF4-FFF2-40B4-BE49-F238E27FC236}">
                <a16:creationId xmlns:a16="http://schemas.microsoft.com/office/drawing/2014/main" id="{B008F7C0-FE49-4EE3-A1FE-ABC89B106E29}"/>
              </a:ext>
            </a:extLst>
          </p:cNvPr>
          <p:cNvSpPr>
            <a:spLocks noGrp="1"/>
          </p:cNvSpPr>
          <p:nvPr/>
        </p:nvSpPr>
        <p:spPr>
          <a:xfrm>
            <a:off x="15240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9" name="object-99">
            <a:extLst>
              <a:ext uri="{FF2B5EF4-FFF2-40B4-BE49-F238E27FC236}">
                <a16:creationId xmlns:a16="http://schemas.microsoft.com/office/drawing/2014/main" id="{1725B993-43BE-4968-83EE-BA7A9D5A726A}"/>
              </a:ext>
            </a:extLst>
          </p:cNvPr>
          <p:cNvSpPr>
            <a:spLocks noGrp="1"/>
          </p:cNvSpPr>
          <p:nvPr/>
        </p:nvSpPr>
        <p:spPr>
          <a:xfrm>
            <a:off x="185737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0" name="object-100">
            <a:extLst>
              <a:ext uri="{FF2B5EF4-FFF2-40B4-BE49-F238E27FC236}">
                <a16:creationId xmlns:a16="http://schemas.microsoft.com/office/drawing/2014/main" id="{0CDD8660-42F8-48D3-B6E5-295BB544937E}"/>
              </a:ext>
            </a:extLst>
          </p:cNvPr>
          <p:cNvSpPr>
            <a:spLocks noGrp="1"/>
          </p:cNvSpPr>
          <p:nvPr/>
        </p:nvSpPr>
        <p:spPr>
          <a:xfrm>
            <a:off x="219075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1" name="object-101">
            <a:extLst>
              <a:ext uri="{FF2B5EF4-FFF2-40B4-BE49-F238E27FC236}">
                <a16:creationId xmlns:a16="http://schemas.microsoft.com/office/drawing/2014/main" id="{9711C86B-A158-49A7-9FF5-4FDA9E233AEE}"/>
              </a:ext>
            </a:extLst>
          </p:cNvPr>
          <p:cNvSpPr>
            <a:spLocks noGrp="1"/>
          </p:cNvSpPr>
          <p:nvPr/>
        </p:nvSpPr>
        <p:spPr>
          <a:xfrm>
            <a:off x="25241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2" name="object-102">
            <a:extLst>
              <a:ext uri="{FF2B5EF4-FFF2-40B4-BE49-F238E27FC236}">
                <a16:creationId xmlns:a16="http://schemas.microsoft.com/office/drawing/2014/main" id="{87C16DEB-F7F9-4698-9D05-8FFF3D716B79}"/>
              </a:ext>
            </a:extLst>
          </p:cNvPr>
          <p:cNvSpPr>
            <a:spLocks noGrp="1"/>
          </p:cNvSpPr>
          <p:nvPr/>
        </p:nvSpPr>
        <p:spPr>
          <a:xfrm>
            <a:off x="28575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3" name="object-103">
            <a:extLst>
              <a:ext uri="{FF2B5EF4-FFF2-40B4-BE49-F238E27FC236}">
                <a16:creationId xmlns:a16="http://schemas.microsoft.com/office/drawing/2014/main" id="{12F313A8-7FE5-4A3D-9F44-D651EF293453}"/>
              </a:ext>
            </a:extLst>
          </p:cNvPr>
          <p:cNvSpPr>
            <a:spLocks noGrp="1"/>
          </p:cNvSpPr>
          <p:nvPr/>
        </p:nvSpPr>
        <p:spPr>
          <a:xfrm>
            <a:off x="319087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4" name="object-104">
            <a:extLst>
              <a:ext uri="{FF2B5EF4-FFF2-40B4-BE49-F238E27FC236}">
                <a16:creationId xmlns:a16="http://schemas.microsoft.com/office/drawing/2014/main" id="{DF34D9D0-DCAF-4A71-A99A-5BF14982470A}"/>
              </a:ext>
            </a:extLst>
          </p:cNvPr>
          <p:cNvSpPr>
            <a:spLocks noGrp="1"/>
          </p:cNvSpPr>
          <p:nvPr/>
        </p:nvSpPr>
        <p:spPr>
          <a:xfrm>
            <a:off x="352425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5" name="object-105">
            <a:extLst>
              <a:ext uri="{FF2B5EF4-FFF2-40B4-BE49-F238E27FC236}">
                <a16:creationId xmlns:a16="http://schemas.microsoft.com/office/drawing/2014/main" id="{90ACD61A-317B-47EF-B917-13B2F0C58FFF}"/>
              </a:ext>
            </a:extLst>
          </p:cNvPr>
          <p:cNvSpPr>
            <a:spLocks noGrp="1"/>
          </p:cNvSpPr>
          <p:nvPr/>
        </p:nvSpPr>
        <p:spPr>
          <a:xfrm>
            <a:off x="38576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6" name="object-106">
            <a:extLst>
              <a:ext uri="{FF2B5EF4-FFF2-40B4-BE49-F238E27FC236}">
                <a16:creationId xmlns:a16="http://schemas.microsoft.com/office/drawing/2014/main" id="{C3E305F3-30EB-4E92-B792-4D08FBAE27BE}"/>
              </a:ext>
            </a:extLst>
          </p:cNvPr>
          <p:cNvSpPr>
            <a:spLocks noGrp="1"/>
          </p:cNvSpPr>
          <p:nvPr/>
        </p:nvSpPr>
        <p:spPr>
          <a:xfrm>
            <a:off x="41910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7" name="object-107">
            <a:extLst>
              <a:ext uri="{FF2B5EF4-FFF2-40B4-BE49-F238E27FC236}">
                <a16:creationId xmlns:a16="http://schemas.microsoft.com/office/drawing/2014/main" id="{FADB3077-9193-4C44-9AF7-830E6D726004}"/>
              </a:ext>
            </a:extLst>
          </p:cNvPr>
          <p:cNvSpPr>
            <a:spLocks noGrp="1"/>
          </p:cNvSpPr>
          <p:nvPr/>
        </p:nvSpPr>
        <p:spPr>
          <a:xfrm>
            <a:off x="6310313" y="3274219"/>
            <a:ext cx="15478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50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108" name="object-108">
            <a:extLst>
              <a:ext uri="{FF2B5EF4-FFF2-40B4-BE49-F238E27FC236}">
                <a16:creationId xmlns:a16="http://schemas.microsoft.com/office/drawing/2014/main" id="{0DF602A4-B928-470C-8CB9-A0593D7D2F74}"/>
              </a:ext>
            </a:extLst>
          </p:cNvPr>
          <p:cNvSpPr>
            <a:spLocks noGrp="1"/>
          </p:cNvSpPr>
          <p:nvPr/>
        </p:nvSpPr>
        <p:spPr>
          <a:xfrm>
            <a:off x="6310313" y="4131469"/>
            <a:ext cx="1547813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9" name="object-109">
            <a:extLst>
              <a:ext uri="{FF2B5EF4-FFF2-40B4-BE49-F238E27FC236}">
                <a16:creationId xmlns:a16="http://schemas.microsoft.com/office/drawing/2014/main" id="{E31996BD-C0D7-43A3-A4C9-42DF2BD4FBC5}"/>
              </a:ext>
            </a:extLst>
          </p:cNvPr>
          <p:cNvSpPr>
            <a:spLocks noGrp="1"/>
          </p:cNvSpPr>
          <p:nvPr/>
        </p:nvSpPr>
        <p:spPr>
          <a:xfrm>
            <a:off x="6310313" y="4226719"/>
            <a:ext cx="15478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50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10" name="object-110">
            <a:extLst>
              <a:ext uri="{FF2B5EF4-FFF2-40B4-BE49-F238E27FC236}">
                <a16:creationId xmlns:a16="http://schemas.microsoft.com/office/drawing/2014/main" id="{73395A46-FE80-41B7-A080-A84E2B90EC76}"/>
              </a:ext>
            </a:extLst>
          </p:cNvPr>
          <p:cNvSpPr>
            <a:spLocks noGrp="1"/>
          </p:cNvSpPr>
          <p:nvPr/>
        </p:nvSpPr>
        <p:spPr>
          <a:xfrm>
            <a:off x="8512969" y="3810000"/>
            <a:ext cx="71437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11" name="object-111">
            <a:extLst>
              <a:ext uri="{FF2B5EF4-FFF2-40B4-BE49-F238E27FC236}">
                <a16:creationId xmlns:a16="http://schemas.microsoft.com/office/drawing/2014/main" id="{B8FBF4C1-4D92-43FC-AD58-DFD9D548EEAB}"/>
              </a:ext>
            </a:extLst>
          </p:cNvPr>
          <p:cNvSpPr>
            <a:spLocks noGrp="1"/>
          </p:cNvSpPr>
          <p:nvPr/>
        </p:nvSpPr>
        <p:spPr>
          <a:xfrm>
            <a:off x="10001250" y="2917031"/>
            <a:ext cx="3571875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506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12" name="object-112">
            <a:extLst>
              <a:ext uri="{FF2B5EF4-FFF2-40B4-BE49-F238E27FC236}">
                <a16:creationId xmlns:a16="http://schemas.microsoft.com/office/drawing/2014/main" id="{E326F532-E1FB-42BA-9875-5AE9F5A1D0F6}"/>
              </a:ext>
            </a:extLst>
          </p:cNvPr>
          <p:cNvSpPr>
            <a:spLocks noGrp="1"/>
          </p:cNvSpPr>
          <p:nvPr/>
        </p:nvSpPr>
        <p:spPr>
          <a:xfrm>
            <a:off x="10001250" y="5238750"/>
            <a:ext cx="3571875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506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113" name="object-113">
            <a:extLst>
              <a:ext uri="{FF2B5EF4-FFF2-40B4-BE49-F238E27FC236}">
                <a16:creationId xmlns:a16="http://schemas.microsoft.com/office/drawing/2014/main" id="{AF95F451-68CC-44C2-9E63-5E54434C187F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8/20 = 0.4 = 40%</a:t>
            </a:r>
          </a:p>
        </p:txBody>
      </p:sp>
    </p:spTree>
    <p:extLst>
      <p:ext uri="{BB962C8B-B14F-4D97-AF65-F5344CB8AC3E}">
        <p14:creationId xmlns:p14="http://schemas.microsoft.com/office/powerpoint/2010/main" val="1206970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4861111 E" pathEditMode="relative" ptsTypes="">
                                      <p:cBhvr>
                                        <p:cTn id="101" dur="8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7" grpId="0"/>
      <p:bldP spid="109" grpId="0"/>
      <p:bldP spid="110" grpId="0"/>
      <p:bldP spid="111" grpId="0"/>
      <p:bldP spid="111" grpId="1"/>
      <p:bldP spid="112" grpId="0"/>
      <p:bldP spid="11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object-1">
            <a:extLst>
              <a:ext uri="{FF2B5EF4-FFF2-40B4-BE49-F238E27FC236}">
                <a16:creationId xmlns:a16="http://schemas.microsoft.com/office/drawing/2014/main" id="{1B61E9D7-ED7B-4080-9CC6-810CA6600BD2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FBD28FFC-C43A-4019-BF98-0B3418374303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9/20 as a decimal and percentage.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2AC0B9C-A833-499C-9B8E-8E207086BA8E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0F973387-5A73-4811-B43B-8202DE03A60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Convert fractions to decimals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D29CCE0-6DE4-48B3-9F13-AAE25CF5B6EF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77810300-99AD-4581-B08B-89B4E9AF3BF0}"/>
              </a:ext>
            </a:extLst>
          </p:cNvPr>
          <p:cNvSpPr>
            <a:spLocks noGrp="1"/>
          </p:cNvSpPr>
          <p:nvPr/>
        </p:nvSpPr>
        <p:spPr>
          <a:xfrm>
            <a:off x="11906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952B5C78-0E1D-4D89-BF5D-81052B4FA8DE}"/>
              </a:ext>
            </a:extLst>
          </p:cNvPr>
          <p:cNvSpPr>
            <a:spLocks noGrp="1"/>
          </p:cNvSpPr>
          <p:nvPr/>
        </p:nvSpPr>
        <p:spPr>
          <a:xfrm>
            <a:off x="15240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FEFFB8D6-1BD8-490C-BC7D-594F9FFA98D6}"/>
              </a:ext>
            </a:extLst>
          </p:cNvPr>
          <p:cNvSpPr>
            <a:spLocks noGrp="1"/>
          </p:cNvSpPr>
          <p:nvPr/>
        </p:nvSpPr>
        <p:spPr>
          <a:xfrm>
            <a:off x="185737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94C897F2-479D-4ED1-9195-E3D05658CC12}"/>
              </a:ext>
            </a:extLst>
          </p:cNvPr>
          <p:cNvSpPr>
            <a:spLocks noGrp="1"/>
          </p:cNvSpPr>
          <p:nvPr/>
        </p:nvSpPr>
        <p:spPr>
          <a:xfrm>
            <a:off x="219075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389E6A4E-8B97-4499-B20F-45906578318B}"/>
              </a:ext>
            </a:extLst>
          </p:cNvPr>
          <p:cNvSpPr>
            <a:spLocks noGrp="1"/>
          </p:cNvSpPr>
          <p:nvPr/>
        </p:nvSpPr>
        <p:spPr>
          <a:xfrm>
            <a:off x="25241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945E4B9-2227-4CFF-B4CB-2DB7C83618B4}"/>
              </a:ext>
            </a:extLst>
          </p:cNvPr>
          <p:cNvSpPr>
            <a:spLocks noGrp="1"/>
          </p:cNvSpPr>
          <p:nvPr/>
        </p:nvSpPr>
        <p:spPr>
          <a:xfrm>
            <a:off x="28575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30E94332-A4EE-44C0-B133-721265307E65}"/>
              </a:ext>
            </a:extLst>
          </p:cNvPr>
          <p:cNvSpPr>
            <a:spLocks noGrp="1"/>
          </p:cNvSpPr>
          <p:nvPr/>
        </p:nvSpPr>
        <p:spPr>
          <a:xfrm>
            <a:off x="319087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24706AA7-1E2F-4955-BB4B-6E05999A935E}"/>
              </a:ext>
            </a:extLst>
          </p:cNvPr>
          <p:cNvSpPr>
            <a:spLocks noGrp="1"/>
          </p:cNvSpPr>
          <p:nvPr/>
        </p:nvSpPr>
        <p:spPr>
          <a:xfrm>
            <a:off x="352425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7F4EF2F3-51C6-4358-909D-CCC30313DE79}"/>
              </a:ext>
            </a:extLst>
          </p:cNvPr>
          <p:cNvSpPr>
            <a:spLocks noGrp="1"/>
          </p:cNvSpPr>
          <p:nvPr/>
        </p:nvSpPr>
        <p:spPr>
          <a:xfrm>
            <a:off x="38576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7CB3F9CC-6701-4154-89B0-3FE8009AE7EA}"/>
              </a:ext>
            </a:extLst>
          </p:cNvPr>
          <p:cNvSpPr>
            <a:spLocks noGrp="1"/>
          </p:cNvSpPr>
          <p:nvPr/>
        </p:nvSpPr>
        <p:spPr>
          <a:xfrm>
            <a:off x="41910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A5B16FDC-B5D9-47DB-8CB5-AB2F9705A5A7}"/>
              </a:ext>
            </a:extLst>
          </p:cNvPr>
          <p:cNvSpPr>
            <a:spLocks noGrp="1"/>
          </p:cNvSpPr>
          <p:nvPr/>
        </p:nvSpPr>
        <p:spPr>
          <a:xfrm>
            <a:off x="11906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10A631D3-73A1-49A0-AE0F-FC0327E61FC2}"/>
              </a:ext>
            </a:extLst>
          </p:cNvPr>
          <p:cNvSpPr>
            <a:spLocks noGrp="1"/>
          </p:cNvSpPr>
          <p:nvPr/>
        </p:nvSpPr>
        <p:spPr>
          <a:xfrm>
            <a:off x="15240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3941325A-DFE4-4D76-BC12-AA5717509251}"/>
              </a:ext>
            </a:extLst>
          </p:cNvPr>
          <p:cNvSpPr>
            <a:spLocks noGrp="1"/>
          </p:cNvSpPr>
          <p:nvPr/>
        </p:nvSpPr>
        <p:spPr>
          <a:xfrm>
            <a:off x="185737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B84827AF-0658-4D80-8875-026B77456EB0}"/>
              </a:ext>
            </a:extLst>
          </p:cNvPr>
          <p:cNvSpPr>
            <a:spLocks noGrp="1"/>
          </p:cNvSpPr>
          <p:nvPr/>
        </p:nvSpPr>
        <p:spPr>
          <a:xfrm>
            <a:off x="219075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E4F1FDCB-F36C-4682-823B-336C68EAE6C8}"/>
              </a:ext>
            </a:extLst>
          </p:cNvPr>
          <p:cNvSpPr>
            <a:spLocks noGrp="1"/>
          </p:cNvSpPr>
          <p:nvPr/>
        </p:nvSpPr>
        <p:spPr>
          <a:xfrm>
            <a:off x="25241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4E750FCF-DE8D-40D7-82C6-3A0625575FE4}"/>
              </a:ext>
            </a:extLst>
          </p:cNvPr>
          <p:cNvSpPr>
            <a:spLocks noGrp="1"/>
          </p:cNvSpPr>
          <p:nvPr/>
        </p:nvSpPr>
        <p:spPr>
          <a:xfrm>
            <a:off x="28575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2E1F4F80-349B-4E52-AA1B-22B432BD13CE}"/>
              </a:ext>
            </a:extLst>
          </p:cNvPr>
          <p:cNvSpPr>
            <a:spLocks noGrp="1"/>
          </p:cNvSpPr>
          <p:nvPr/>
        </p:nvSpPr>
        <p:spPr>
          <a:xfrm>
            <a:off x="319087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A9FBDE7D-6176-4FFC-B745-1E3421A9B68E}"/>
              </a:ext>
            </a:extLst>
          </p:cNvPr>
          <p:cNvSpPr>
            <a:spLocks noGrp="1"/>
          </p:cNvSpPr>
          <p:nvPr/>
        </p:nvSpPr>
        <p:spPr>
          <a:xfrm>
            <a:off x="352425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2EFECA84-F695-44B4-AC73-A906837BC325}"/>
              </a:ext>
            </a:extLst>
          </p:cNvPr>
          <p:cNvSpPr>
            <a:spLocks noGrp="1"/>
          </p:cNvSpPr>
          <p:nvPr/>
        </p:nvSpPr>
        <p:spPr>
          <a:xfrm>
            <a:off x="38576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7F4B78BF-1555-40FB-8771-4682C2815BDC}"/>
              </a:ext>
            </a:extLst>
          </p:cNvPr>
          <p:cNvSpPr>
            <a:spLocks noGrp="1"/>
          </p:cNvSpPr>
          <p:nvPr/>
        </p:nvSpPr>
        <p:spPr>
          <a:xfrm>
            <a:off x="41910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F8AAB55C-7A9F-4987-803F-4E4A118A6630}"/>
              </a:ext>
            </a:extLst>
          </p:cNvPr>
          <p:cNvSpPr>
            <a:spLocks noGrp="1"/>
          </p:cNvSpPr>
          <p:nvPr/>
        </p:nvSpPr>
        <p:spPr>
          <a:xfrm>
            <a:off x="11906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160A9E25-8C72-4E3F-ABBF-66D4FF6AA0BA}"/>
              </a:ext>
            </a:extLst>
          </p:cNvPr>
          <p:cNvSpPr>
            <a:spLocks noGrp="1"/>
          </p:cNvSpPr>
          <p:nvPr/>
        </p:nvSpPr>
        <p:spPr>
          <a:xfrm>
            <a:off x="15240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772CDAFA-4900-4297-B945-6C15238D25C4}"/>
              </a:ext>
            </a:extLst>
          </p:cNvPr>
          <p:cNvSpPr>
            <a:spLocks noGrp="1"/>
          </p:cNvSpPr>
          <p:nvPr/>
        </p:nvSpPr>
        <p:spPr>
          <a:xfrm>
            <a:off x="185737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0AD3BDDA-CB6A-4C4E-9122-F760D65E9D21}"/>
              </a:ext>
            </a:extLst>
          </p:cNvPr>
          <p:cNvSpPr>
            <a:spLocks noGrp="1"/>
          </p:cNvSpPr>
          <p:nvPr/>
        </p:nvSpPr>
        <p:spPr>
          <a:xfrm>
            <a:off x="219075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8ECAD3ED-C6AE-4E8F-9F61-BBCC3BF3AF5D}"/>
              </a:ext>
            </a:extLst>
          </p:cNvPr>
          <p:cNvSpPr>
            <a:spLocks noGrp="1"/>
          </p:cNvSpPr>
          <p:nvPr/>
        </p:nvSpPr>
        <p:spPr>
          <a:xfrm>
            <a:off x="25241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EC24E1AA-9AB1-4A68-A1C4-8BF4AA6F6E5C}"/>
              </a:ext>
            </a:extLst>
          </p:cNvPr>
          <p:cNvSpPr>
            <a:spLocks noGrp="1"/>
          </p:cNvSpPr>
          <p:nvPr/>
        </p:nvSpPr>
        <p:spPr>
          <a:xfrm>
            <a:off x="28575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ED92EB4D-C78F-4472-B3A0-C6C27AE447F1}"/>
              </a:ext>
            </a:extLst>
          </p:cNvPr>
          <p:cNvSpPr>
            <a:spLocks noGrp="1"/>
          </p:cNvSpPr>
          <p:nvPr/>
        </p:nvSpPr>
        <p:spPr>
          <a:xfrm>
            <a:off x="319087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331F561A-3406-4C69-A904-BD633481103C}"/>
              </a:ext>
            </a:extLst>
          </p:cNvPr>
          <p:cNvSpPr>
            <a:spLocks noGrp="1"/>
          </p:cNvSpPr>
          <p:nvPr/>
        </p:nvSpPr>
        <p:spPr>
          <a:xfrm>
            <a:off x="352425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EC5937B8-A868-46C2-9B0C-5DC92E6C7078}"/>
              </a:ext>
            </a:extLst>
          </p:cNvPr>
          <p:cNvSpPr>
            <a:spLocks noGrp="1"/>
          </p:cNvSpPr>
          <p:nvPr/>
        </p:nvSpPr>
        <p:spPr>
          <a:xfrm>
            <a:off x="38576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0A2B73E6-C2A3-48C1-8C9F-4D31F4F87279}"/>
              </a:ext>
            </a:extLst>
          </p:cNvPr>
          <p:cNvSpPr>
            <a:spLocks noGrp="1"/>
          </p:cNvSpPr>
          <p:nvPr/>
        </p:nvSpPr>
        <p:spPr>
          <a:xfrm>
            <a:off x="41910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35CF34B8-C97C-46E3-9D4A-692F4AE321EF}"/>
              </a:ext>
            </a:extLst>
          </p:cNvPr>
          <p:cNvSpPr>
            <a:spLocks noGrp="1"/>
          </p:cNvSpPr>
          <p:nvPr/>
        </p:nvSpPr>
        <p:spPr>
          <a:xfrm>
            <a:off x="11906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783B2CD3-92DD-41CD-AB04-958E3E27FA09}"/>
              </a:ext>
            </a:extLst>
          </p:cNvPr>
          <p:cNvSpPr>
            <a:spLocks noGrp="1"/>
          </p:cNvSpPr>
          <p:nvPr/>
        </p:nvSpPr>
        <p:spPr>
          <a:xfrm>
            <a:off x="15240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B505F6D3-6768-4223-8D86-0BE56C503694}"/>
              </a:ext>
            </a:extLst>
          </p:cNvPr>
          <p:cNvSpPr>
            <a:spLocks noGrp="1"/>
          </p:cNvSpPr>
          <p:nvPr/>
        </p:nvSpPr>
        <p:spPr>
          <a:xfrm>
            <a:off x="185737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3933D499-46D4-4406-AAB4-92DD92810236}"/>
              </a:ext>
            </a:extLst>
          </p:cNvPr>
          <p:cNvSpPr>
            <a:spLocks noGrp="1"/>
          </p:cNvSpPr>
          <p:nvPr/>
        </p:nvSpPr>
        <p:spPr>
          <a:xfrm>
            <a:off x="219075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8D1E3A9B-40EB-41A1-9077-1D9E2A1823D1}"/>
              </a:ext>
            </a:extLst>
          </p:cNvPr>
          <p:cNvSpPr>
            <a:spLocks noGrp="1"/>
          </p:cNvSpPr>
          <p:nvPr/>
        </p:nvSpPr>
        <p:spPr>
          <a:xfrm>
            <a:off x="25241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1FDB0C31-1B77-4070-96E5-B18039C908D6}"/>
              </a:ext>
            </a:extLst>
          </p:cNvPr>
          <p:cNvSpPr>
            <a:spLocks noGrp="1"/>
          </p:cNvSpPr>
          <p:nvPr/>
        </p:nvSpPr>
        <p:spPr>
          <a:xfrm>
            <a:off x="28575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03136D4D-1C9B-4015-BA60-6E53177E9C7D}"/>
              </a:ext>
            </a:extLst>
          </p:cNvPr>
          <p:cNvSpPr>
            <a:spLocks noGrp="1"/>
          </p:cNvSpPr>
          <p:nvPr/>
        </p:nvSpPr>
        <p:spPr>
          <a:xfrm>
            <a:off x="319087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AF159929-BDDC-40DE-BB17-350B0CD8A37D}"/>
              </a:ext>
            </a:extLst>
          </p:cNvPr>
          <p:cNvSpPr>
            <a:spLocks noGrp="1"/>
          </p:cNvSpPr>
          <p:nvPr/>
        </p:nvSpPr>
        <p:spPr>
          <a:xfrm>
            <a:off x="352425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038A4390-10AC-416B-B41C-3D16A30E5ADE}"/>
              </a:ext>
            </a:extLst>
          </p:cNvPr>
          <p:cNvSpPr>
            <a:spLocks noGrp="1"/>
          </p:cNvSpPr>
          <p:nvPr/>
        </p:nvSpPr>
        <p:spPr>
          <a:xfrm>
            <a:off x="38576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50327A97-88C8-4036-9912-47BB236365F3}"/>
              </a:ext>
            </a:extLst>
          </p:cNvPr>
          <p:cNvSpPr>
            <a:spLocks noGrp="1"/>
          </p:cNvSpPr>
          <p:nvPr/>
        </p:nvSpPr>
        <p:spPr>
          <a:xfrm>
            <a:off x="41910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28B2489F-5852-4E47-B6FC-2FD0FE342153}"/>
              </a:ext>
            </a:extLst>
          </p:cNvPr>
          <p:cNvSpPr>
            <a:spLocks noGrp="1"/>
          </p:cNvSpPr>
          <p:nvPr/>
        </p:nvSpPr>
        <p:spPr>
          <a:xfrm>
            <a:off x="119062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457D3096-F46D-479E-A98A-57B9FA22AE17}"/>
              </a:ext>
            </a:extLst>
          </p:cNvPr>
          <p:cNvSpPr>
            <a:spLocks noGrp="1"/>
          </p:cNvSpPr>
          <p:nvPr/>
        </p:nvSpPr>
        <p:spPr>
          <a:xfrm>
            <a:off x="152400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586D0D03-FA37-47D2-B6A9-C38B644BFB02}"/>
              </a:ext>
            </a:extLst>
          </p:cNvPr>
          <p:cNvSpPr>
            <a:spLocks noGrp="1"/>
          </p:cNvSpPr>
          <p:nvPr/>
        </p:nvSpPr>
        <p:spPr>
          <a:xfrm>
            <a:off x="185737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4240DF0C-9830-4344-81B9-1BD73DB0B288}"/>
              </a:ext>
            </a:extLst>
          </p:cNvPr>
          <p:cNvSpPr>
            <a:spLocks noGrp="1"/>
          </p:cNvSpPr>
          <p:nvPr/>
        </p:nvSpPr>
        <p:spPr>
          <a:xfrm>
            <a:off x="219075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EDF0668F-72C3-486F-B820-665FE3BC6E4D}"/>
              </a:ext>
            </a:extLst>
          </p:cNvPr>
          <p:cNvSpPr>
            <a:spLocks noGrp="1"/>
          </p:cNvSpPr>
          <p:nvPr/>
        </p:nvSpPr>
        <p:spPr>
          <a:xfrm>
            <a:off x="252412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A885B3EF-D857-4A07-BD19-3284353FA336}"/>
              </a:ext>
            </a:extLst>
          </p:cNvPr>
          <p:cNvSpPr>
            <a:spLocks noGrp="1"/>
          </p:cNvSpPr>
          <p:nvPr/>
        </p:nvSpPr>
        <p:spPr>
          <a:xfrm>
            <a:off x="2857500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6629F441-AECC-4AC9-977D-EE85E282E149}"/>
              </a:ext>
            </a:extLst>
          </p:cNvPr>
          <p:cNvSpPr>
            <a:spLocks noGrp="1"/>
          </p:cNvSpPr>
          <p:nvPr/>
        </p:nvSpPr>
        <p:spPr>
          <a:xfrm>
            <a:off x="3190875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AAE9E2D7-3B7B-4F8E-8BE2-4DA59F03965D}"/>
              </a:ext>
            </a:extLst>
          </p:cNvPr>
          <p:cNvSpPr>
            <a:spLocks noGrp="1"/>
          </p:cNvSpPr>
          <p:nvPr/>
        </p:nvSpPr>
        <p:spPr>
          <a:xfrm>
            <a:off x="3524250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CCDC0DC4-F3B0-477E-8FBE-8EB11AC19CFE}"/>
              </a:ext>
            </a:extLst>
          </p:cNvPr>
          <p:cNvSpPr>
            <a:spLocks noGrp="1"/>
          </p:cNvSpPr>
          <p:nvPr/>
        </p:nvSpPr>
        <p:spPr>
          <a:xfrm>
            <a:off x="3857625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32B88AE9-78FD-4794-849E-8406F8150394}"/>
              </a:ext>
            </a:extLst>
          </p:cNvPr>
          <p:cNvSpPr>
            <a:spLocks noGrp="1"/>
          </p:cNvSpPr>
          <p:nvPr/>
        </p:nvSpPr>
        <p:spPr>
          <a:xfrm>
            <a:off x="4191000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1A611686-634A-462C-9B40-051B21E13072}"/>
              </a:ext>
            </a:extLst>
          </p:cNvPr>
          <p:cNvSpPr>
            <a:spLocks noGrp="1"/>
          </p:cNvSpPr>
          <p:nvPr/>
        </p:nvSpPr>
        <p:spPr>
          <a:xfrm>
            <a:off x="119062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36F995E8-8649-4A94-95FB-4DAF8A1D6B0E}"/>
              </a:ext>
            </a:extLst>
          </p:cNvPr>
          <p:cNvSpPr>
            <a:spLocks noGrp="1"/>
          </p:cNvSpPr>
          <p:nvPr/>
        </p:nvSpPr>
        <p:spPr>
          <a:xfrm>
            <a:off x="152400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F44B59D3-0245-4A8E-B051-3FBC415241C0}"/>
              </a:ext>
            </a:extLst>
          </p:cNvPr>
          <p:cNvSpPr>
            <a:spLocks noGrp="1"/>
          </p:cNvSpPr>
          <p:nvPr/>
        </p:nvSpPr>
        <p:spPr>
          <a:xfrm>
            <a:off x="185737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634335EB-87CE-4826-9284-7876B68A51F0}"/>
              </a:ext>
            </a:extLst>
          </p:cNvPr>
          <p:cNvSpPr>
            <a:spLocks noGrp="1"/>
          </p:cNvSpPr>
          <p:nvPr/>
        </p:nvSpPr>
        <p:spPr>
          <a:xfrm>
            <a:off x="219075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705F50F9-A3BF-4E5C-8EE4-9347CB6F7EAE}"/>
              </a:ext>
            </a:extLst>
          </p:cNvPr>
          <p:cNvSpPr>
            <a:spLocks noGrp="1"/>
          </p:cNvSpPr>
          <p:nvPr/>
        </p:nvSpPr>
        <p:spPr>
          <a:xfrm>
            <a:off x="252412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247B625E-8744-4F59-9362-DFAB0EDFC031}"/>
              </a:ext>
            </a:extLst>
          </p:cNvPr>
          <p:cNvSpPr>
            <a:spLocks noGrp="1"/>
          </p:cNvSpPr>
          <p:nvPr/>
        </p:nvSpPr>
        <p:spPr>
          <a:xfrm>
            <a:off x="285750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56781ECE-1DAA-4D1B-A1AF-753BE35FEF8C}"/>
              </a:ext>
            </a:extLst>
          </p:cNvPr>
          <p:cNvSpPr>
            <a:spLocks noGrp="1"/>
          </p:cNvSpPr>
          <p:nvPr/>
        </p:nvSpPr>
        <p:spPr>
          <a:xfrm>
            <a:off x="319087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9789E107-E78B-4FBE-8D56-B1721E39304F}"/>
              </a:ext>
            </a:extLst>
          </p:cNvPr>
          <p:cNvSpPr>
            <a:spLocks noGrp="1"/>
          </p:cNvSpPr>
          <p:nvPr/>
        </p:nvSpPr>
        <p:spPr>
          <a:xfrm>
            <a:off x="352425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06C65BE0-ADBE-454F-8928-6ECB321F48E6}"/>
              </a:ext>
            </a:extLst>
          </p:cNvPr>
          <p:cNvSpPr>
            <a:spLocks noGrp="1"/>
          </p:cNvSpPr>
          <p:nvPr/>
        </p:nvSpPr>
        <p:spPr>
          <a:xfrm>
            <a:off x="385762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D9752F29-4219-4487-B9B5-5A7338E48289}"/>
              </a:ext>
            </a:extLst>
          </p:cNvPr>
          <p:cNvSpPr>
            <a:spLocks noGrp="1"/>
          </p:cNvSpPr>
          <p:nvPr/>
        </p:nvSpPr>
        <p:spPr>
          <a:xfrm>
            <a:off x="419100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413BFAED-067E-4E7B-BF84-B57C54FEA64B}"/>
              </a:ext>
            </a:extLst>
          </p:cNvPr>
          <p:cNvSpPr>
            <a:spLocks noGrp="1"/>
          </p:cNvSpPr>
          <p:nvPr/>
        </p:nvSpPr>
        <p:spPr>
          <a:xfrm>
            <a:off x="119062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7275432B-976D-41D0-8408-D048A361641E}"/>
              </a:ext>
            </a:extLst>
          </p:cNvPr>
          <p:cNvSpPr>
            <a:spLocks noGrp="1"/>
          </p:cNvSpPr>
          <p:nvPr/>
        </p:nvSpPr>
        <p:spPr>
          <a:xfrm>
            <a:off x="152400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E4EE79F2-56D2-4D49-BD0A-E6F97B906EC4}"/>
              </a:ext>
            </a:extLst>
          </p:cNvPr>
          <p:cNvSpPr>
            <a:spLocks noGrp="1"/>
          </p:cNvSpPr>
          <p:nvPr/>
        </p:nvSpPr>
        <p:spPr>
          <a:xfrm>
            <a:off x="185737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4AE74BF5-17B8-405A-B194-A51B7CC77C48}"/>
              </a:ext>
            </a:extLst>
          </p:cNvPr>
          <p:cNvSpPr>
            <a:spLocks noGrp="1"/>
          </p:cNvSpPr>
          <p:nvPr/>
        </p:nvSpPr>
        <p:spPr>
          <a:xfrm>
            <a:off x="219075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60627821-945E-43D3-87EB-7C77A2BC0398}"/>
              </a:ext>
            </a:extLst>
          </p:cNvPr>
          <p:cNvSpPr>
            <a:spLocks noGrp="1"/>
          </p:cNvSpPr>
          <p:nvPr/>
        </p:nvSpPr>
        <p:spPr>
          <a:xfrm>
            <a:off x="252412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0590DD2B-F426-4795-86FA-ED03F922D595}"/>
              </a:ext>
            </a:extLst>
          </p:cNvPr>
          <p:cNvSpPr>
            <a:spLocks noGrp="1"/>
          </p:cNvSpPr>
          <p:nvPr/>
        </p:nvSpPr>
        <p:spPr>
          <a:xfrm>
            <a:off x="285750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EAC2F7D0-B73A-48F1-A256-0BC265B78DCC}"/>
              </a:ext>
            </a:extLst>
          </p:cNvPr>
          <p:cNvSpPr>
            <a:spLocks noGrp="1"/>
          </p:cNvSpPr>
          <p:nvPr/>
        </p:nvSpPr>
        <p:spPr>
          <a:xfrm>
            <a:off x="319087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B3CB7552-76F9-4CCB-A7B2-AE5ADA3110E8}"/>
              </a:ext>
            </a:extLst>
          </p:cNvPr>
          <p:cNvSpPr>
            <a:spLocks noGrp="1"/>
          </p:cNvSpPr>
          <p:nvPr/>
        </p:nvSpPr>
        <p:spPr>
          <a:xfrm>
            <a:off x="352425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CE127C21-3CCB-44A6-A673-07F2DB74AAD6}"/>
              </a:ext>
            </a:extLst>
          </p:cNvPr>
          <p:cNvSpPr>
            <a:spLocks noGrp="1"/>
          </p:cNvSpPr>
          <p:nvPr/>
        </p:nvSpPr>
        <p:spPr>
          <a:xfrm>
            <a:off x="385762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D61756BE-8D77-406F-BAC1-67FC7ACA0BF9}"/>
              </a:ext>
            </a:extLst>
          </p:cNvPr>
          <p:cNvSpPr>
            <a:spLocks noGrp="1"/>
          </p:cNvSpPr>
          <p:nvPr/>
        </p:nvSpPr>
        <p:spPr>
          <a:xfrm>
            <a:off x="419100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5A220BB7-AFC5-4E01-88ED-B22797421AAE}"/>
              </a:ext>
            </a:extLst>
          </p:cNvPr>
          <p:cNvSpPr>
            <a:spLocks noGrp="1"/>
          </p:cNvSpPr>
          <p:nvPr/>
        </p:nvSpPr>
        <p:spPr>
          <a:xfrm>
            <a:off x="119062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BE3E1A95-FD75-47B7-A468-D66DBEF3A343}"/>
              </a:ext>
            </a:extLst>
          </p:cNvPr>
          <p:cNvSpPr>
            <a:spLocks noGrp="1"/>
          </p:cNvSpPr>
          <p:nvPr/>
        </p:nvSpPr>
        <p:spPr>
          <a:xfrm>
            <a:off x="152400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C0AF341D-102C-4D7C-B727-A13ADC9D4F4D}"/>
              </a:ext>
            </a:extLst>
          </p:cNvPr>
          <p:cNvSpPr>
            <a:spLocks noGrp="1"/>
          </p:cNvSpPr>
          <p:nvPr/>
        </p:nvSpPr>
        <p:spPr>
          <a:xfrm>
            <a:off x="185737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9" name="object-79">
            <a:extLst>
              <a:ext uri="{FF2B5EF4-FFF2-40B4-BE49-F238E27FC236}">
                <a16:creationId xmlns:a16="http://schemas.microsoft.com/office/drawing/2014/main" id="{22098965-A1A2-4E02-800C-926E4E2E1C8E}"/>
              </a:ext>
            </a:extLst>
          </p:cNvPr>
          <p:cNvSpPr>
            <a:spLocks noGrp="1"/>
          </p:cNvSpPr>
          <p:nvPr/>
        </p:nvSpPr>
        <p:spPr>
          <a:xfrm>
            <a:off x="219075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0" name="object-80">
            <a:extLst>
              <a:ext uri="{FF2B5EF4-FFF2-40B4-BE49-F238E27FC236}">
                <a16:creationId xmlns:a16="http://schemas.microsoft.com/office/drawing/2014/main" id="{C4808FC0-C4DB-45D4-A6FF-46856F23A728}"/>
              </a:ext>
            </a:extLst>
          </p:cNvPr>
          <p:cNvSpPr>
            <a:spLocks noGrp="1"/>
          </p:cNvSpPr>
          <p:nvPr/>
        </p:nvSpPr>
        <p:spPr>
          <a:xfrm>
            <a:off x="252412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1" name="object-81">
            <a:extLst>
              <a:ext uri="{FF2B5EF4-FFF2-40B4-BE49-F238E27FC236}">
                <a16:creationId xmlns:a16="http://schemas.microsoft.com/office/drawing/2014/main" id="{FE321691-B443-42A0-819D-5E5F7560DEAD}"/>
              </a:ext>
            </a:extLst>
          </p:cNvPr>
          <p:cNvSpPr>
            <a:spLocks noGrp="1"/>
          </p:cNvSpPr>
          <p:nvPr/>
        </p:nvSpPr>
        <p:spPr>
          <a:xfrm>
            <a:off x="285750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2" name="object-82">
            <a:extLst>
              <a:ext uri="{FF2B5EF4-FFF2-40B4-BE49-F238E27FC236}">
                <a16:creationId xmlns:a16="http://schemas.microsoft.com/office/drawing/2014/main" id="{119DF7B2-B8A0-4CB5-8846-03F533CA7908}"/>
              </a:ext>
            </a:extLst>
          </p:cNvPr>
          <p:cNvSpPr>
            <a:spLocks noGrp="1"/>
          </p:cNvSpPr>
          <p:nvPr/>
        </p:nvSpPr>
        <p:spPr>
          <a:xfrm>
            <a:off x="319087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3" name="object-83">
            <a:extLst>
              <a:ext uri="{FF2B5EF4-FFF2-40B4-BE49-F238E27FC236}">
                <a16:creationId xmlns:a16="http://schemas.microsoft.com/office/drawing/2014/main" id="{16233064-BCEC-4BAC-8AAE-DDD6F91335B2}"/>
              </a:ext>
            </a:extLst>
          </p:cNvPr>
          <p:cNvSpPr>
            <a:spLocks noGrp="1"/>
          </p:cNvSpPr>
          <p:nvPr/>
        </p:nvSpPr>
        <p:spPr>
          <a:xfrm>
            <a:off x="352425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4" name="object-84">
            <a:extLst>
              <a:ext uri="{FF2B5EF4-FFF2-40B4-BE49-F238E27FC236}">
                <a16:creationId xmlns:a16="http://schemas.microsoft.com/office/drawing/2014/main" id="{54311B07-E78D-490A-82AC-AC40D38AC47D}"/>
              </a:ext>
            </a:extLst>
          </p:cNvPr>
          <p:cNvSpPr>
            <a:spLocks noGrp="1"/>
          </p:cNvSpPr>
          <p:nvPr/>
        </p:nvSpPr>
        <p:spPr>
          <a:xfrm>
            <a:off x="385762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5" name="object-85">
            <a:extLst>
              <a:ext uri="{FF2B5EF4-FFF2-40B4-BE49-F238E27FC236}">
                <a16:creationId xmlns:a16="http://schemas.microsoft.com/office/drawing/2014/main" id="{F89D424F-1D4F-4193-9019-20980AA503A3}"/>
              </a:ext>
            </a:extLst>
          </p:cNvPr>
          <p:cNvSpPr>
            <a:spLocks noGrp="1"/>
          </p:cNvSpPr>
          <p:nvPr/>
        </p:nvSpPr>
        <p:spPr>
          <a:xfrm>
            <a:off x="419100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6" name="object-86">
            <a:extLst>
              <a:ext uri="{FF2B5EF4-FFF2-40B4-BE49-F238E27FC236}">
                <a16:creationId xmlns:a16="http://schemas.microsoft.com/office/drawing/2014/main" id="{29042248-911C-4114-91FF-574A95CF910C}"/>
              </a:ext>
            </a:extLst>
          </p:cNvPr>
          <p:cNvSpPr>
            <a:spLocks noGrp="1"/>
          </p:cNvSpPr>
          <p:nvPr/>
        </p:nvSpPr>
        <p:spPr>
          <a:xfrm>
            <a:off x="11906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7" name="object-87">
            <a:extLst>
              <a:ext uri="{FF2B5EF4-FFF2-40B4-BE49-F238E27FC236}">
                <a16:creationId xmlns:a16="http://schemas.microsoft.com/office/drawing/2014/main" id="{848F0498-D122-4D58-825E-0DC5709E20BB}"/>
              </a:ext>
            </a:extLst>
          </p:cNvPr>
          <p:cNvSpPr>
            <a:spLocks noGrp="1"/>
          </p:cNvSpPr>
          <p:nvPr/>
        </p:nvSpPr>
        <p:spPr>
          <a:xfrm>
            <a:off x="15240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8" name="object-88">
            <a:extLst>
              <a:ext uri="{FF2B5EF4-FFF2-40B4-BE49-F238E27FC236}">
                <a16:creationId xmlns:a16="http://schemas.microsoft.com/office/drawing/2014/main" id="{1B37796B-0FEF-423A-AB41-FAB02F572798}"/>
              </a:ext>
            </a:extLst>
          </p:cNvPr>
          <p:cNvSpPr>
            <a:spLocks noGrp="1"/>
          </p:cNvSpPr>
          <p:nvPr/>
        </p:nvSpPr>
        <p:spPr>
          <a:xfrm>
            <a:off x="185737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9" name="object-89">
            <a:extLst>
              <a:ext uri="{FF2B5EF4-FFF2-40B4-BE49-F238E27FC236}">
                <a16:creationId xmlns:a16="http://schemas.microsoft.com/office/drawing/2014/main" id="{4156D919-BECC-4B24-A76B-E115398E00A7}"/>
              </a:ext>
            </a:extLst>
          </p:cNvPr>
          <p:cNvSpPr>
            <a:spLocks noGrp="1"/>
          </p:cNvSpPr>
          <p:nvPr/>
        </p:nvSpPr>
        <p:spPr>
          <a:xfrm>
            <a:off x="219075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0" name="object-90">
            <a:extLst>
              <a:ext uri="{FF2B5EF4-FFF2-40B4-BE49-F238E27FC236}">
                <a16:creationId xmlns:a16="http://schemas.microsoft.com/office/drawing/2014/main" id="{5A1A6B33-B3E8-4DA5-BFF7-C23639710F26}"/>
              </a:ext>
            </a:extLst>
          </p:cNvPr>
          <p:cNvSpPr>
            <a:spLocks noGrp="1"/>
          </p:cNvSpPr>
          <p:nvPr/>
        </p:nvSpPr>
        <p:spPr>
          <a:xfrm>
            <a:off x="25241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1" name="object-91">
            <a:extLst>
              <a:ext uri="{FF2B5EF4-FFF2-40B4-BE49-F238E27FC236}">
                <a16:creationId xmlns:a16="http://schemas.microsoft.com/office/drawing/2014/main" id="{802D7FFE-E28C-4E95-B055-866D696EFF8F}"/>
              </a:ext>
            </a:extLst>
          </p:cNvPr>
          <p:cNvSpPr>
            <a:spLocks noGrp="1"/>
          </p:cNvSpPr>
          <p:nvPr/>
        </p:nvSpPr>
        <p:spPr>
          <a:xfrm>
            <a:off x="28575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2" name="object-92">
            <a:extLst>
              <a:ext uri="{FF2B5EF4-FFF2-40B4-BE49-F238E27FC236}">
                <a16:creationId xmlns:a16="http://schemas.microsoft.com/office/drawing/2014/main" id="{57BA6974-A8D6-4711-B19E-9C7B27A5DEEC}"/>
              </a:ext>
            </a:extLst>
          </p:cNvPr>
          <p:cNvSpPr>
            <a:spLocks noGrp="1"/>
          </p:cNvSpPr>
          <p:nvPr/>
        </p:nvSpPr>
        <p:spPr>
          <a:xfrm>
            <a:off x="319087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3" name="object-93">
            <a:extLst>
              <a:ext uri="{FF2B5EF4-FFF2-40B4-BE49-F238E27FC236}">
                <a16:creationId xmlns:a16="http://schemas.microsoft.com/office/drawing/2014/main" id="{71BB95C5-63DC-46EA-807B-8AE5CB6DD7F6}"/>
              </a:ext>
            </a:extLst>
          </p:cNvPr>
          <p:cNvSpPr>
            <a:spLocks noGrp="1"/>
          </p:cNvSpPr>
          <p:nvPr/>
        </p:nvSpPr>
        <p:spPr>
          <a:xfrm>
            <a:off x="352425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4" name="object-94">
            <a:extLst>
              <a:ext uri="{FF2B5EF4-FFF2-40B4-BE49-F238E27FC236}">
                <a16:creationId xmlns:a16="http://schemas.microsoft.com/office/drawing/2014/main" id="{B9BAFC40-08A7-400E-93EE-AF3518B76AD5}"/>
              </a:ext>
            </a:extLst>
          </p:cNvPr>
          <p:cNvSpPr>
            <a:spLocks noGrp="1"/>
          </p:cNvSpPr>
          <p:nvPr/>
        </p:nvSpPr>
        <p:spPr>
          <a:xfrm>
            <a:off x="38576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5" name="object-95">
            <a:extLst>
              <a:ext uri="{FF2B5EF4-FFF2-40B4-BE49-F238E27FC236}">
                <a16:creationId xmlns:a16="http://schemas.microsoft.com/office/drawing/2014/main" id="{6E9668B4-4A97-4971-ADE3-8CAF06D9BC63}"/>
              </a:ext>
            </a:extLst>
          </p:cNvPr>
          <p:cNvSpPr>
            <a:spLocks noGrp="1"/>
          </p:cNvSpPr>
          <p:nvPr/>
        </p:nvSpPr>
        <p:spPr>
          <a:xfrm>
            <a:off x="41910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6" name="object-96">
            <a:extLst>
              <a:ext uri="{FF2B5EF4-FFF2-40B4-BE49-F238E27FC236}">
                <a16:creationId xmlns:a16="http://schemas.microsoft.com/office/drawing/2014/main" id="{E68C7CD6-6D8B-43EC-974C-C1D54CA6B290}"/>
              </a:ext>
            </a:extLst>
          </p:cNvPr>
          <p:cNvSpPr>
            <a:spLocks noGrp="1"/>
          </p:cNvSpPr>
          <p:nvPr/>
        </p:nvSpPr>
        <p:spPr>
          <a:xfrm>
            <a:off x="11906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7" name="object-97">
            <a:extLst>
              <a:ext uri="{FF2B5EF4-FFF2-40B4-BE49-F238E27FC236}">
                <a16:creationId xmlns:a16="http://schemas.microsoft.com/office/drawing/2014/main" id="{3E927DB0-1A34-4412-ABD7-31FCA954B5A7}"/>
              </a:ext>
            </a:extLst>
          </p:cNvPr>
          <p:cNvSpPr>
            <a:spLocks noGrp="1"/>
          </p:cNvSpPr>
          <p:nvPr/>
        </p:nvSpPr>
        <p:spPr>
          <a:xfrm>
            <a:off x="15240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8" name="object-98">
            <a:extLst>
              <a:ext uri="{FF2B5EF4-FFF2-40B4-BE49-F238E27FC236}">
                <a16:creationId xmlns:a16="http://schemas.microsoft.com/office/drawing/2014/main" id="{F0629099-7453-4A18-A437-D93315873A33}"/>
              </a:ext>
            </a:extLst>
          </p:cNvPr>
          <p:cNvSpPr>
            <a:spLocks noGrp="1"/>
          </p:cNvSpPr>
          <p:nvPr/>
        </p:nvSpPr>
        <p:spPr>
          <a:xfrm>
            <a:off x="185737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9" name="object-99">
            <a:extLst>
              <a:ext uri="{FF2B5EF4-FFF2-40B4-BE49-F238E27FC236}">
                <a16:creationId xmlns:a16="http://schemas.microsoft.com/office/drawing/2014/main" id="{C6813666-96D9-45AF-8FDF-7A2215179E04}"/>
              </a:ext>
            </a:extLst>
          </p:cNvPr>
          <p:cNvSpPr>
            <a:spLocks noGrp="1"/>
          </p:cNvSpPr>
          <p:nvPr/>
        </p:nvSpPr>
        <p:spPr>
          <a:xfrm>
            <a:off x="219075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0" name="object-100">
            <a:extLst>
              <a:ext uri="{FF2B5EF4-FFF2-40B4-BE49-F238E27FC236}">
                <a16:creationId xmlns:a16="http://schemas.microsoft.com/office/drawing/2014/main" id="{29F982C4-C86B-40B8-BEEA-866F58211978}"/>
              </a:ext>
            </a:extLst>
          </p:cNvPr>
          <p:cNvSpPr>
            <a:spLocks noGrp="1"/>
          </p:cNvSpPr>
          <p:nvPr/>
        </p:nvSpPr>
        <p:spPr>
          <a:xfrm>
            <a:off x="25241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1" name="object-101">
            <a:extLst>
              <a:ext uri="{FF2B5EF4-FFF2-40B4-BE49-F238E27FC236}">
                <a16:creationId xmlns:a16="http://schemas.microsoft.com/office/drawing/2014/main" id="{C2820CD2-4C6C-4303-89E9-CD33DD162C2D}"/>
              </a:ext>
            </a:extLst>
          </p:cNvPr>
          <p:cNvSpPr>
            <a:spLocks noGrp="1"/>
          </p:cNvSpPr>
          <p:nvPr/>
        </p:nvSpPr>
        <p:spPr>
          <a:xfrm>
            <a:off x="28575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2" name="object-102">
            <a:extLst>
              <a:ext uri="{FF2B5EF4-FFF2-40B4-BE49-F238E27FC236}">
                <a16:creationId xmlns:a16="http://schemas.microsoft.com/office/drawing/2014/main" id="{A0BB1AE9-DE90-4E2B-825E-0EF06AABDBFF}"/>
              </a:ext>
            </a:extLst>
          </p:cNvPr>
          <p:cNvSpPr>
            <a:spLocks noGrp="1"/>
          </p:cNvSpPr>
          <p:nvPr/>
        </p:nvSpPr>
        <p:spPr>
          <a:xfrm>
            <a:off x="319087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3" name="object-103">
            <a:extLst>
              <a:ext uri="{FF2B5EF4-FFF2-40B4-BE49-F238E27FC236}">
                <a16:creationId xmlns:a16="http://schemas.microsoft.com/office/drawing/2014/main" id="{A7B9F9D5-4147-41DA-9A4D-C0000618135D}"/>
              </a:ext>
            </a:extLst>
          </p:cNvPr>
          <p:cNvSpPr>
            <a:spLocks noGrp="1"/>
          </p:cNvSpPr>
          <p:nvPr/>
        </p:nvSpPr>
        <p:spPr>
          <a:xfrm>
            <a:off x="352425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4" name="object-104">
            <a:extLst>
              <a:ext uri="{FF2B5EF4-FFF2-40B4-BE49-F238E27FC236}">
                <a16:creationId xmlns:a16="http://schemas.microsoft.com/office/drawing/2014/main" id="{A8073935-CE77-49C2-AB49-9967415E3BCA}"/>
              </a:ext>
            </a:extLst>
          </p:cNvPr>
          <p:cNvSpPr>
            <a:spLocks noGrp="1"/>
          </p:cNvSpPr>
          <p:nvPr/>
        </p:nvSpPr>
        <p:spPr>
          <a:xfrm>
            <a:off x="38576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5" name="object-105">
            <a:extLst>
              <a:ext uri="{FF2B5EF4-FFF2-40B4-BE49-F238E27FC236}">
                <a16:creationId xmlns:a16="http://schemas.microsoft.com/office/drawing/2014/main" id="{D7E3D17D-DA97-4C3B-85C0-3C1CFEC7A1D7}"/>
              </a:ext>
            </a:extLst>
          </p:cNvPr>
          <p:cNvSpPr>
            <a:spLocks noGrp="1"/>
          </p:cNvSpPr>
          <p:nvPr/>
        </p:nvSpPr>
        <p:spPr>
          <a:xfrm>
            <a:off x="41910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6" name="object-106">
            <a:extLst>
              <a:ext uri="{FF2B5EF4-FFF2-40B4-BE49-F238E27FC236}">
                <a16:creationId xmlns:a16="http://schemas.microsoft.com/office/drawing/2014/main" id="{19ACE35C-935D-43C9-99DF-B71DE8CDBD81}"/>
              </a:ext>
            </a:extLst>
          </p:cNvPr>
          <p:cNvSpPr>
            <a:spLocks noGrp="1"/>
          </p:cNvSpPr>
          <p:nvPr/>
        </p:nvSpPr>
        <p:spPr>
          <a:xfrm>
            <a:off x="6310313" y="3274219"/>
            <a:ext cx="15478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50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107" name="object-107">
            <a:extLst>
              <a:ext uri="{FF2B5EF4-FFF2-40B4-BE49-F238E27FC236}">
                <a16:creationId xmlns:a16="http://schemas.microsoft.com/office/drawing/2014/main" id="{AD3BBA32-D94B-48FA-B5F3-2B36280C5BCB}"/>
              </a:ext>
            </a:extLst>
          </p:cNvPr>
          <p:cNvSpPr>
            <a:spLocks noGrp="1"/>
          </p:cNvSpPr>
          <p:nvPr/>
        </p:nvSpPr>
        <p:spPr>
          <a:xfrm>
            <a:off x="6310313" y="4131469"/>
            <a:ext cx="1547813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8" name="object-108">
            <a:extLst>
              <a:ext uri="{FF2B5EF4-FFF2-40B4-BE49-F238E27FC236}">
                <a16:creationId xmlns:a16="http://schemas.microsoft.com/office/drawing/2014/main" id="{37EEB0E8-FBA0-4257-8F49-6FE156E142AB}"/>
              </a:ext>
            </a:extLst>
          </p:cNvPr>
          <p:cNvSpPr>
            <a:spLocks noGrp="1"/>
          </p:cNvSpPr>
          <p:nvPr/>
        </p:nvSpPr>
        <p:spPr>
          <a:xfrm>
            <a:off x="6310313" y="4226719"/>
            <a:ext cx="15478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50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09" name="object-109">
            <a:extLst>
              <a:ext uri="{FF2B5EF4-FFF2-40B4-BE49-F238E27FC236}">
                <a16:creationId xmlns:a16="http://schemas.microsoft.com/office/drawing/2014/main" id="{0BFEAE4F-C481-4ACC-B027-0AFD0802D63E}"/>
              </a:ext>
            </a:extLst>
          </p:cNvPr>
          <p:cNvSpPr>
            <a:spLocks noGrp="1"/>
          </p:cNvSpPr>
          <p:nvPr/>
        </p:nvSpPr>
        <p:spPr>
          <a:xfrm>
            <a:off x="8512969" y="3810000"/>
            <a:ext cx="71437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10" name="object-110">
            <a:extLst>
              <a:ext uri="{FF2B5EF4-FFF2-40B4-BE49-F238E27FC236}">
                <a16:creationId xmlns:a16="http://schemas.microsoft.com/office/drawing/2014/main" id="{5F6D0B81-9273-4A95-AFD7-82078FFDB985}"/>
              </a:ext>
            </a:extLst>
          </p:cNvPr>
          <p:cNvSpPr>
            <a:spLocks noGrp="1"/>
          </p:cNvSpPr>
          <p:nvPr/>
        </p:nvSpPr>
        <p:spPr>
          <a:xfrm>
            <a:off x="10001250" y="2917031"/>
            <a:ext cx="3571875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506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0.45</a:t>
            </a:r>
          </a:p>
        </p:txBody>
      </p:sp>
      <p:sp>
        <p:nvSpPr>
          <p:cNvPr id="111" name="object-111">
            <a:extLst>
              <a:ext uri="{FF2B5EF4-FFF2-40B4-BE49-F238E27FC236}">
                <a16:creationId xmlns:a16="http://schemas.microsoft.com/office/drawing/2014/main" id="{584B7596-790C-40D3-932A-80544C6650B3}"/>
              </a:ext>
            </a:extLst>
          </p:cNvPr>
          <p:cNvSpPr>
            <a:spLocks noGrp="1"/>
          </p:cNvSpPr>
          <p:nvPr/>
        </p:nvSpPr>
        <p:spPr>
          <a:xfrm>
            <a:off x="10001250" y="5238750"/>
            <a:ext cx="3571875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506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45%</a:t>
            </a:r>
          </a:p>
        </p:txBody>
      </p:sp>
      <p:sp>
        <p:nvSpPr>
          <p:cNvPr id="112" name="object-112">
            <a:extLst>
              <a:ext uri="{FF2B5EF4-FFF2-40B4-BE49-F238E27FC236}">
                <a16:creationId xmlns:a16="http://schemas.microsoft.com/office/drawing/2014/main" id="{E3A8C5A2-8ACB-475A-9DA9-244712F1F98C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9/20 = 0.45 = 45%</a:t>
            </a:r>
          </a:p>
        </p:txBody>
      </p:sp>
    </p:spTree>
    <p:extLst>
      <p:ext uri="{BB962C8B-B14F-4D97-AF65-F5344CB8AC3E}">
        <p14:creationId xmlns:p14="http://schemas.microsoft.com/office/powerpoint/2010/main" val="1732828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4861111 E" pathEditMode="relative" ptsTypes="">
                                      <p:cBhvr>
                                        <p:cTn id="111" dur="8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" grpId="0"/>
      <p:bldP spid="108" grpId="0"/>
      <p:bldP spid="109" grpId="0"/>
      <p:bldP spid="110" grpId="0"/>
      <p:bldP spid="110" grpId="1"/>
      <p:bldP spid="111" grpId="0"/>
      <p:bldP spid="11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object-1">
            <a:extLst>
              <a:ext uri="{FF2B5EF4-FFF2-40B4-BE49-F238E27FC236}">
                <a16:creationId xmlns:a16="http://schemas.microsoft.com/office/drawing/2014/main" id="{63A4BC28-B421-4F9D-A2B0-56E4BB8882E8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47FF1397-1DC1-4A0E-9366-C540FCF1D259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0CF4BA19-9432-49E5-AF3E-5D05534DF42C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10/20 as a decimal and percentage.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63E3D83-ADDB-4350-85F6-9596E70746C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D3F9782-1F21-4188-9C56-B6993DF3D91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Convert fractions to decimals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68D8961-65A2-484E-AE91-44194D4CB111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25866605-744E-4246-B4D4-A9055F4521F6}"/>
              </a:ext>
            </a:extLst>
          </p:cNvPr>
          <p:cNvSpPr>
            <a:spLocks noGrp="1"/>
          </p:cNvSpPr>
          <p:nvPr/>
        </p:nvSpPr>
        <p:spPr>
          <a:xfrm>
            <a:off x="11906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89C3225C-EF39-4C09-BFB9-9BC32C073AE9}"/>
              </a:ext>
            </a:extLst>
          </p:cNvPr>
          <p:cNvSpPr>
            <a:spLocks noGrp="1"/>
          </p:cNvSpPr>
          <p:nvPr/>
        </p:nvSpPr>
        <p:spPr>
          <a:xfrm>
            <a:off x="15240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46F629FD-56AA-4E69-B0C2-A7197BF92B80}"/>
              </a:ext>
            </a:extLst>
          </p:cNvPr>
          <p:cNvSpPr>
            <a:spLocks noGrp="1"/>
          </p:cNvSpPr>
          <p:nvPr/>
        </p:nvSpPr>
        <p:spPr>
          <a:xfrm>
            <a:off x="185737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5A528B34-0DA8-4E92-B0BF-D328B23AAFFD}"/>
              </a:ext>
            </a:extLst>
          </p:cNvPr>
          <p:cNvSpPr>
            <a:spLocks noGrp="1"/>
          </p:cNvSpPr>
          <p:nvPr/>
        </p:nvSpPr>
        <p:spPr>
          <a:xfrm>
            <a:off x="219075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92047C76-3958-4196-95BE-E900766B62FF}"/>
              </a:ext>
            </a:extLst>
          </p:cNvPr>
          <p:cNvSpPr>
            <a:spLocks noGrp="1"/>
          </p:cNvSpPr>
          <p:nvPr/>
        </p:nvSpPr>
        <p:spPr>
          <a:xfrm>
            <a:off x="25241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082D05C3-FA4F-4216-8370-8B0135FA8F51}"/>
              </a:ext>
            </a:extLst>
          </p:cNvPr>
          <p:cNvSpPr>
            <a:spLocks noGrp="1"/>
          </p:cNvSpPr>
          <p:nvPr/>
        </p:nvSpPr>
        <p:spPr>
          <a:xfrm>
            <a:off x="28575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64947792-4539-4970-8B8B-66F51857076E}"/>
              </a:ext>
            </a:extLst>
          </p:cNvPr>
          <p:cNvSpPr>
            <a:spLocks noGrp="1"/>
          </p:cNvSpPr>
          <p:nvPr/>
        </p:nvSpPr>
        <p:spPr>
          <a:xfrm>
            <a:off x="319087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E94904B6-8E29-46FC-A4E4-966B863A4064}"/>
              </a:ext>
            </a:extLst>
          </p:cNvPr>
          <p:cNvSpPr>
            <a:spLocks noGrp="1"/>
          </p:cNvSpPr>
          <p:nvPr/>
        </p:nvSpPr>
        <p:spPr>
          <a:xfrm>
            <a:off x="352425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0CD0559-FCC8-453E-8974-950D5E0FF1FC}"/>
              </a:ext>
            </a:extLst>
          </p:cNvPr>
          <p:cNvSpPr>
            <a:spLocks noGrp="1"/>
          </p:cNvSpPr>
          <p:nvPr/>
        </p:nvSpPr>
        <p:spPr>
          <a:xfrm>
            <a:off x="38576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9BF5079A-1AD1-4DE4-A32F-893316161CD9}"/>
              </a:ext>
            </a:extLst>
          </p:cNvPr>
          <p:cNvSpPr>
            <a:spLocks noGrp="1"/>
          </p:cNvSpPr>
          <p:nvPr/>
        </p:nvSpPr>
        <p:spPr>
          <a:xfrm>
            <a:off x="41910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20AEAEBE-2A44-4CBC-8369-9132298AC392}"/>
              </a:ext>
            </a:extLst>
          </p:cNvPr>
          <p:cNvSpPr>
            <a:spLocks noGrp="1"/>
          </p:cNvSpPr>
          <p:nvPr/>
        </p:nvSpPr>
        <p:spPr>
          <a:xfrm>
            <a:off x="11906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A73D4FA0-87BB-4818-8113-1037D409F7BF}"/>
              </a:ext>
            </a:extLst>
          </p:cNvPr>
          <p:cNvSpPr>
            <a:spLocks noGrp="1"/>
          </p:cNvSpPr>
          <p:nvPr/>
        </p:nvSpPr>
        <p:spPr>
          <a:xfrm>
            <a:off x="15240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9EA6499E-D496-4752-A8FB-7FF7B53E434A}"/>
              </a:ext>
            </a:extLst>
          </p:cNvPr>
          <p:cNvSpPr>
            <a:spLocks noGrp="1"/>
          </p:cNvSpPr>
          <p:nvPr/>
        </p:nvSpPr>
        <p:spPr>
          <a:xfrm>
            <a:off x="185737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AE8081D4-D152-4DB1-AA61-D86CDF5D15B3}"/>
              </a:ext>
            </a:extLst>
          </p:cNvPr>
          <p:cNvSpPr>
            <a:spLocks noGrp="1"/>
          </p:cNvSpPr>
          <p:nvPr/>
        </p:nvSpPr>
        <p:spPr>
          <a:xfrm>
            <a:off x="219075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3192BFE9-C9F0-4966-8169-9547DE483766}"/>
              </a:ext>
            </a:extLst>
          </p:cNvPr>
          <p:cNvSpPr>
            <a:spLocks noGrp="1"/>
          </p:cNvSpPr>
          <p:nvPr/>
        </p:nvSpPr>
        <p:spPr>
          <a:xfrm>
            <a:off x="25241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D8F44024-90A0-40FF-8156-800A01BAD96D}"/>
              </a:ext>
            </a:extLst>
          </p:cNvPr>
          <p:cNvSpPr>
            <a:spLocks noGrp="1"/>
          </p:cNvSpPr>
          <p:nvPr/>
        </p:nvSpPr>
        <p:spPr>
          <a:xfrm>
            <a:off x="28575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EE16F1C4-5E5F-4865-A0F0-C8627D5EDCF7}"/>
              </a:ext>
            </a:extLst>
          </p:cNvPr>
          <p:cNvSpPr>
            <a:spLocks noGrp="1"/>
          </p:cNvSpPr>
          <p:nvPr/>
        </p:nvSpPr>
        <p:spPr>
          <a:xfrm>
            <a:off x="319087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799783D2-2F48-4E26-97A4-69EDE232AC8C}"/>
              </a:ext>
            </a:extLst>
          </p:cNvPr>
          <p:cNvSpPr>
            <a:spLocks noGrp="1"/>
          </p:cNvSpPr>
          <p:nvPr/>
        </p:nvSpPr>
        <p:spPr>
          <a:xfrm>
            <a:off x="352425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70B147D4-0EC9-43E5-961F-3ABC4F382307}"/>
              </a:ext>
            </a:extLst>
          </p:cNvPr>
          <p:cNvSpPr>
            <a:spLocks noGrp="1"/>
          </p:cNvSpPr>
          <p:nvPr/>
        </p:nvSpPr>
        <p:spPr>
          <a:xfrm>
            <a:off x="38576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0257C5ED-73CA-4D27-9BA2-67168C7481EF}"/>
              </a:ext>
            </a:extLst>
          </p:cNvPr>
          <p:cNvSpPr>
            <a:spLocks noGrp="1"/>
          </p:cNvSpPr>
          <p:nvPr/>
        </p:nvSpPr>
        <p:spPr>
          <a:xfrm>
            <a:off x="41910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C4EA0034-86B1-44AD-A453-E6BD9EC4B29E}"/>
              </a:ext>
            </a:extLst>
          </p:cNvPr>
          <p:cNvSpPr>
            <a:spLocks noGrp="1"/>
          </p:cNvSpPr>
          <p:nvPr/>
        </p:nvSpPr>
        <p:spPr>
          <a:xfrm>
            <a:off x="11906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433D4E59-D908-4978-8FC7-3F623D03CFBB}"/>
              </a:ext>
            </a:extLst>
          </p:cNvPr>
          <p:cNvSpPr>
            <a:spLocks noGrp="1"/>
          </p:cNvSpPr>
          <p:nvPr/>
        </p:nvSpPr>
        <p:spPr>
          <a:xfrm>
            <a:off x="15240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BED95156-CDDC-45CE-ACD8-15D097C482BB}"/>
              </a:ext>
            </a:extLst>
          </p:cNvPr>
          <p:cNvSpPr>
            <a:spLocks noGrp="1"/>
          </p:cNvSpPr>
          <p:nvPr/>
        </p:nvSpPr>
        <p:spPr>
          <a:xfrm>
            <a:off x="185737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9159C97B-E718-40EB-B78F-9D1F0A3B32CD}"/>
              </a:ext>
            </a:extLst>
          </p:cNvPr>
          <p:cNvSpPr>
            <a:spLocks noGrp="1"/>
          </p:cNvSpPr>
          <p:nvPr/>
        </p:nvSpPr>
        <p:spPr>
          <a:xfrm>
            <a:off x="219075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5E187E50-465C-44D3-ACDA-BFA45568DD63}"/>
              </a:ext>
            </a:extLst>
          </p:cNvPr>
          <p:cNvSpPr>
            <a:spLocks noGrp="1"/>
          </p:cNvSpPr>
          <p:nvPr/>
        </p:nvSpPr>
        <p:spPr>
          <a:xfrm>
            <a:off x="25241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0D2D0904-49C1-4CB0-AA80-084D349E975D}"/>
              </a:ext>
            </a:extLst>
          </p:cNvPr>
          <p:cNvSpPr>
            <a:spLocks noGrp="1"/>
          </p:cNvSpPr>
          <p:nvPr/>
        </p:nvSpPr>
        <p:spPr>
          <a:xfrm>
            <a:off x="28575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A0A91995-318C-47BD-AB4D-57D0E0E88634}"/>
              </a:ext>
            </a:extLst>
          </p:cNvPr>
          <p:cNvSpPr>
            <a:spLocks noGrp="1"/>
          </p:cNvSpPr>
          <p:nvPr/>
        </p:nvSpPr>
        <p:spPr>
          <a:xfrm>
            <a:off x="319087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262D2202-E2BD-4929-8ADB-0766DB149B1D}"/>
              </a:ext>
            </a:extLst>
          </p:cNvPr>
          <p:cNvSpPr>
            <a:spLocks noGrp="1"/>
          </p:cNvSpPr>
          <p:nvPr/>
        </p:nvSpPr>
        <p:spPr>
          <a:xfrm>
            <a:off x="352425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6787E44E-16B7-4C2A-A6D5-962CF9708FD6}"/>
              </a:ext>
            </a:extLst>
          </p:cNvPr>
          <p:cNvSpPr>
            <a:spLocks noGrp="1"/>
          </p:cNvSpPr>
          <p:nvPr/>
        </p:nvSpPr>
        <p:spPr>
          <a:xfrm>
            <a:off x="38576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6393534C-3C31-4E61-84B1-B3729599F94B}"/>
              </a:ext>
            </a:extLst>
          </p:cNvPr>
          <p:cNvSpPr>
            <a:spLocks noGrp="1"/>
          </p:cNvSpPr>
          <p:nvPr/>
        </p:nvSpPr>
        <p:spPr>
          <a:xfrm>
            <a:off x="41910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0E286150-2D61-4F6E-BBE5-3E9F9DBE55F3}"/>
              </a:ext>
            </a:extLst>
          </p:cNvPr>
          <p:cNvSpPr>
            <a:spLocks noGrp="1"/>
          </p:cNvSpPr>
          <p:nvPr/>
        </p:nvSpPr>
        <p:spPr>
          <a:xfrm>
            <a:off x="11906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500BEC0E-F9F8-42FE-901D-EE34C4610940}"/>
              </a:ext>
            </a:extLst>
          </p:cNvPr>
          <p:cNvSpPr>
            <a:spLocks noGrp="1"/>
          </p:cNvSpPr>
          <p:nvPr/>
        </p:nvSpPr>
        <p:spPr>
          <a:xfrm>
            <a:off x="15240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836160FB-FCEF-4200-94FD-90338F95A88B}"/>
              </a:ext>
            </a:extLst>
          </p:cNvPr>
          <p:cNvSpPr>
            <a:spLocks noGrp="1"/>
          </p:cNvSpPr>
          <p:nvPr/>
        </p:nvSpPr>
        <p:spPr>
          <a:xfrm>
            <a:off x="185737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51AEAA1A-BBBA-45C2-A6F8-5FEDD7E8DE15}"/>
              </a:ext>
            </a:extLst>
          </p:cNvPr>
          <p:cNvSpPr>
            <a:spLocks noGrp="1"/>
          </p:cNvSpPr>
          <p:nvPr/>
        </p:nvSpPr>
        <p:spPr>
          <a:xfrm>
            <a:off x="219075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3E72CBCB-173D-496A-8975-A8ACF5B125BB}"/>
              </a:ext>
            </a:extLst>
          </p:cNvPr>
          <p:cNvSpPr>
            <a:spLocks noGrp="1"/>
          </p:cNvSpPr>
          <p:nvPr/>
        </p:nvSpPr>
        <p:spPr>
          <a:xfrm>
            <a:off x="25241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F42804D6-F599-4BE9-AF15-368B9F27502B}"/>
              </a:ext>
            </a:extLst>
          </p:cNvPr>
          <p:cNvSpPr>
            <a:spLocks noGrp="1"/>
          </p:cNvSpPr>
          <p:nvPr/>
        </p:nvSpPr>
        <p:spPr>
          <a:xfrm>
            <a:off x="28575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75F96DB2-948D-44E2-B835-A1155CD9A30D}"/>
              </a:ext>
            </a:extLst>
          </p:cNvPr>
          <p:cNvSpPr>
            <a:spLocks noGrp="1"/>
          </p:cNvSpPr>
          <p:nvPr/>
        </p:nvSpPr>
        <p:spPr>
          <a:xfrm>
            <a:off x="319087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13851DF9-71AC-416A-95DC-E21FFA92DE1C}"/>
              </a:ext>
            </a:extLst>
          </p:cNvPr>
          <p:cNvSpPr>
            <a:spLocks noGrp="1"/>
          </p:cNvSpPr>
          <p:nvPr/>
        </p:nvSpPr>
        <p:spPr>
          <a:xfrm>
            <a:off x="352425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0B424E83-9DB5-48FC-A506-752715A28571}"/>
              </a:ext>
            </a:extLst>
          </p:cNvPr>
          <p:cNvSpPr>
            <a:spLocks noGrp="1"/>
          </p:cNvSpPr>
          <p:nvPr/>
        </p:nvSpPr>
        <p:spPr>
          <a:xfrm>
            <a:off x="38576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42E653F5-0E5C-412C-BD3E-F6740C898E88}"/>
              </a:ext>
            </a:extLst>
          </p:cNvPr>
          <p:cNvSpPr>
            <a:spLocks noGrp="1"/>
          </p:cNvSpPr>
          <p:nvPr/>
        </p:nvSpPr>
        <p:spPr>
          <a:xfrm>
            <a:off x="41910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43DBA324-DBB3-4885-AC60-CED76E2820EB}"/>
              </a:ext>
            </a:extLst>
          </p:cNvPr>
          <p:cNvSpPr>
            <a:spLocks noGrp="1"/>
          </p:cNvSpPr>
          <p:nvPr/>
        </p:nvSpPr>
        <p:spPr>
          <a:xfrm>
            <a:off x="119062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2F2DCC65-7B9D-43CF-88E3-AFD3A37AB8C4}"/>
              </a:ext>
            </a:extLst>
          </p:cNvPr>
          <p:cNvSpPr>
            <a:spLocks noGrp="1"/>
          </p:cNvSpPr>
          <p:nvPr/>
        </p:nvSpPr>
        <p:spPr>
          <a:xfrm>
            <a:off x="152400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C988BE29-3110-4373-BD84-6E27092B1E64}"/>
              </a:ext>
            </a:extLst>
          </p:cNvPr>
          <p:cNvSpPr>
            <a:spLocks noGrp="1"/>
          </p:cNvSpPr>
          <p:nvPr/>
        </p:nvSpPr>
        <p:spPr>
          <a:xfrm>
            <a:off x="185737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31EABC46-183F-43BF-839C-73DAC612181B}"/>
              </a:ext>
            </a:extLst>
          </p:cNvPr>
          <p:cNvSpPr>
            <a:spLocks noGrp="1"/>
          </p:cNvSpPr>
          <p:nvPr/>
        </p:nvSpPr>
        <p:spPr>
          <a:xfrm>
            <a:off x="219075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D7546DA7-1514-47C0-9F31-7C8E7F7F7CA4}"/>
              </a:ext>
            </a:extLst>
          </p:cNvPr>
          <p:cNvSpPr>
            <a:spLocks noGrp="1"/>
          </p:cNvSpPr>
          <p:nvPr/>
        </p:nvSpPr>
        <p:spPr>
          <a:xfrm>
            <a:off x="252412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8C5F0FC0-D4A7-480B-8FEB-CA270FDC25F7}"/>
              </a:ext>
            </a:extLst>
          </p:cNvPr>
          <p:cNvSpPr>
            <a:spLocks noGrp="1"/>
          </p:cNvSpPr>
          <p:nvPr/>
        </p:nvSpPr>
        <p:spPr>
          <a:xfrm>
            <a:off x="285750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5CCC7193-90AF-40B9-BB61-5F0E465F73E2}"/>
              </a:ext>
            </a:extLst>
          </p:cNvPr>
          <p:cNvSpPr>
            <a:spLocks noGrp="1"/>
          </p:cNvSpPr>
          <p:nvPr/>
        </p:nvSpPr>
        <p:spPr>
          <a:xfrm>
            <a:off x="319087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1D3197C5-A37E-4926-B389-EB18C0C7F89B}"/>
              </a:ext>
            </a:extLst>
          </p:cNvPr>
          <p:cNvSpPr>
            <a:spLocks noGrp="1"/>
          </p:cNvSpPr>
          <p:nvPr/>
        </p:nvSpPr>
        <p:spPr>
          <a:xfrm>
            <a:off x="352425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6B69859B-672E-43F6-8783-5893D5F1324F}"/>
              </a:ext>
            </a:extLst>
          </p:cNvPr>
          <p:cNvSpPr>
            <a:spLocks noGrp="1"/>
          </p:cNvSpPr>
          <p:nvPr/>
        </p:nvSpPr>
        <p:spPr>
          <a:xfrm>
            <a:off x="385762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2AD156EE-70DA-4463-86CA-61329A150E00}"/>
              </a:ext>
            </a:extLst>
          </p:cNvPr>
          <p:cNvSpPr>
            <a:spLocks noGrp="1"/>
          </p:cNvSpPr>
          <p:nvPr/>
        </p:nvSpPr>
        <p:spPr>
          <a:xfrm>
            <a:off x="419100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BA4F654E-3C4E-4E5C-B00D-E7BD59F90402}"/>
              </a:ext>
            </a:extLst>
          </p:cNvPr>
          <p:cNvSpPr>
            <a:spLocks noGrp="1"/>
          </p:cNvSpPr>
          <p:nvPr/>
        </p:nvSpPr>
        <p:spPr>
          <a:xfrm>
            <a:off x="119062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8A741E1F-E6FA-4048-BAC3-AA1BAD1CA046}"/>
              </a:ext>
            </a:extLst>
          </p:cNvPr>
          <p:cNvSpPr>
            <a:spLocks noGrp="1"/>
          </p:cNvSpPr>
          <p:nvPr/>
        </p:nvSpPr>
        <p:spPr>
          <a:xfrm>
            <a:off x="152400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2AE388B6-EA06-40AB-8F44-D4EA7B253A8C}"/>
              </a:ext>
            </a:extLst>
          </p:cNvPr>
          <p:cNvSpPr>
            <a:spLocks noGrp="1"/>
          </p:cNvSpPr>
          <p:nvPr/>
        </p:nvSpPr>
        <p:spPr>
          <a:xfrm>
            <a:off x="185737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19C17CC3-C609-40A6-9FDF-8A62D80A0E85}"/>
              </a:ext>
            </a:extLst>
          </p:cNvPr>
          <p:cNvSpPr>
            <a:spLocks noGrp="1"/>
          </p:cNvSpPr>
          <p:nvPr/>
        </p:nvSpPr>
        <p:spPr>
          <a:xfrm>
            <a:off x="219075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2D31368F-5C49-43C1-8E3D-D7DE5E8F4A1A}"/>
              </a:ext>
            </a:extLst>
          </p:cNvPr>
          <p:cNvSpPr>
            <a:spLocks noGrp="1"/>
          </p:cNvSpPr>
          <p:nvPr/>
        </p:nvSpPr>
        <p:spPr>
          <a:xfrm>
            <a:off x="252412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787C253A-DFFC-4102-BEF7-1A46BC1B3760}"/>
              </a:ext>
            </a:extLst>
          </p:cNvPr>
          <p:cNvSpPr>
            <a:spLocks noGrp="1"/>
          </p:cNvSpPr>
          <p:nvPr/>
        </p:nvSpPr>
        <p:spPr>
          <a:xfrm>
            <a:off x="285750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340E1216-FEE7-4C99-9A17-B2BFF87FA017}"/>
              </a:ext>
            </a:extLst>
          </p:cNvPr>
          <p:cNvSpPr>
            <a:spLocks noGrp="1"/>
          </p:cNvSpPr>
          <p:nvPr/>
        </p:nvSpPr>
        <p:spPr>
          <a:xfrm>
            <a:off x="319087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977834F4-5B1E-4B94-BAFB-3812E58CA295}"/>
              </a:ext>
            </a:extLst>
          </p:cNvPr>
          <p:cNvSpPr>
            <a:spLocks noGrp="1"/>
          </p:cNvSpPr>
          <p:nvPr/>
        </p:nvSpPr>
        <p:spPr>
          <a:xfrm>
            <a:off x="352425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68E7FAE1-B80A-46ED-A024-2239DB0A6A1A}"/>
              </a:ext>
            </a:extLst>
          </p:cNvPr>
          <p:cNvSpPr>
            <a:spLocks noGrp="1"/>
          </p:cNvSpPr>
          <p:nvPr/>
        </p:nvSpPr>
        <p:spPr>
          <a:xfrm>
            <a:off x="385762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DC86A52C-E075-46B4-89A8-DAA5B754C5D3}"/>
              </a:ext>
            </a:extLst>
          </p:cNvPr>
          <p:cNvSpPr>
            <a:spLocks noGrp="1"/>
          </p:cNvSpPr>
          <p:nvPr/>
        </p:nvSpPr>
        <p:spPr>
          <a:xfrm>
            <a:off x="419100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729F0D2C-9165-4AF1-AACF-E736489E79F0}"/>
              </a:ext>
            </a:extLst>
          </p:cNvPr>
          <p:cNvSpPr>
            <a:spLocks noGrp="1"/>
          </p:cNvSpPr>
          <p:nvPr/>
        </p:nvSpPr>
        <p:spPr>
          <a:xfrm>
            <a:off x="119062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B47DCD11-DC2A-4FC3-8935-48AA7B82DCEB}"/>
              </a:ext>
            </a:extLst>
          </p:cNvPr>
          <p:cNvSpPr>
            <a:spLocks noGrp="1"/>
          </p:cNvSpPr>
          <p:nvPr/>
        </p:nvSpPr>
        <p:spPr>
          <a:xfrm>
            <a:off x="152400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C62F60CD-2DE4-4700-AED4-1316E42DF0E8}"/>
              </a:ext>
            </a:extLst>
          </p:cNvPr>
          <p:cNvSpPr>
            <a:spLocks noGrp="1"/>
          </p:cNvSpPr>
          <p:nvPr/>
        </p:nvSpPr>
        <p:spPr>
          <a:xfrm>
            <a:off x="185737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C1D2FEB6-F33B-44BD-81D8-25B6BA14CE29}"/>
              </a:ext>
            </a:extLst>
          </p:cNvPr>
          <p:cNvSpPr>
            <a:spLocks noGrp="1"/>
          </p:cNvSpPr>
          <p:nvPr/>
        </p:nvSpPr>
        <p:spPr>
          <a:xfrm>
            <a:off x="219075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EDF85CE1-C9EC-4709-928A-B67F2E23A791}"/>
              </a:ext>
            </a:extLst>
          </p:cNvPr>
          <p:cNvSpPr>
            <a:spLocks noGrp="1"/>
          </p:cNvSpPr>
          <p:nvPr/>
        </p:nvSpPr>
        <p:spPr>
          <a:xfrm>
            <a:off x="252412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35A25E62-3CDC-4301-BC7F-87F5E55B6BC5}"/>
              </a:ext>
            </a:extLst>
          </p:cNvPr>
          <p:cNvSpPr>
            <a:spLocks noGrp="1"/>
          </p:cNvSpPr>
          <p:nvPr/>
        </p:nvSpPr>
        <p:spPr>
          <a:xfrm>
            <a:off x="285750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69260A35-44EA-4A51-9C04-B4D9CF9C173E}"/>
              </a:ext>
            </a:extLst>
          </p:cNvPr>
          <p:cNvSpPr>
            <a:spLocks noGrp="1"/>
          </p:cNvSpPr>
          <p:nvPr/>
        </p:nvSpPr>
        <p:spPr>
          <a:xfrm>
            <a:off x="319087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2E4ECF7B-0BA8-4AF7-AC93-A536F0EE4D4F}"/>
              </a:ext>
            </a:extLst>
          </p:cNvPr>
          <p:cNvSpPr>
            <a:spLocks noGrp="1"/>
          </p:cNvSpPr>
          <p:nvPr/>
        </p:nvSpPr>
        <p:spPr>
          <a:xfrm>
            <a:off x="352425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352EFBE6-C850-473D-B057-3D3B4BB99C7A}"/>
              </a:ext>
            </a:extLst>
          </p:cNvPr>
          <p:cNvSpPr>
            <a:spLocks noGrp="1"/>
          </p:cNvSpPr>
          <p:nvPr/>
        </p:nvSpPr>
        <p:spPr>
          <a:xfrm>
            <a:off x="385762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29FB893E-C54C-47FD-9BF6-ABE4BF16C466}"/>
              </a:ext>
            </a:extLst>
          </p:cNvPr>
          <p:cNvSpPr>
            <a:spLocks noGrp="1"/>
          </p:cNvSpPr>
          <p:nvPr/>
        </p:nvSpPr>
        <p:spPr>
          <a:xfrm>
            <a:off x="419100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E350860E-2CA5-4FB2-BB30-E2A81544434F}"/>
              </a:ext>
            </a:extLst>
          </p:cNvPr>
          <p:cNvSpPr>
            <a:spLocks noGrp="1"/>
          </p:cNvSpPr>
          <p:nvPr/>
        </p:nvSpPr>
        <p:spPr>
          <a:xfrm>
            <a:off x="119062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6AAC5588-B0FA-4ADC-BF7E-8BB9330C4E45}"/>
              </a:ext>
            </a:extLst>
          </p:cNvPr>
          <p:cNvSpPr>
            <a:spLocks noGrp="1"/>
          </p:cNvSpPr>
          <p:nvPr/>
        </p:nvSpPr>
        <p:spPr>
          <a:xfrm>
            <a:off x="152400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9" name="object-79">
            <a:extLst>
              <a:ext uri="{FF2B5EF4-FFF2-40B4-BE49-F238E27FC236}">
                <a16:creationId xmlns:a16="http://schemas.microsoft.com/office/drawing/2014/main" id="{856E6C61-C109-4A5B-B02D-7E0DC6347A51}"/>
              </a:ext>
            </a:extLst>
          </p:cNvPr>
          <p:cNvSpPr>
            <a:spLocks noGrp="1"/>
          </p:cNvSpPr>
          <p:nvPr/>
        </p:nvSpPr>
        <p:spPr>
          <a:xfrm>
            <a:off x="185737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0" name="object-80">
            <a:extLst>
              <a:ext uri="{FF2B5EF4-FFF2-40B4-BE49-F238E27FC236}">
                <a16:creationId xmlns:a16="http://schemas.microsoft.com/office/drawing/2014/main" id="{4C48A273-E896-4C17-80B0-3BBE200708FC}"/>
              </a:ext>
            </a:extLst>
          </p:cNvPr>
          <p:cNvSpPr>
            <a:spLocks noGrp="1"/>
          </p:cNvSpPr>
          <p:nvPr/>
        </p:nvSpPr>
        <p:spPr>
          <a:xfrm>
            <a:off x="219075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1" name="object-81">
            <a:extLst>
              <a:ext uri="{FF2B5EF4-FFF2-40B4-BE49-F238E27FC236}">
                <a16:creationId xmlns:a16="http://schemas.microsoft.com/office/drawing/2014/main" id="{8C12CC7D-CD2B-4523-B9B2-934C28C09367}"/>
              </a:ext>
            </a:extLst>
          </p:cNvPr>
          <p:cNvSpPr>
            <a:spLocks noGrp="1"/>
          </p:cNvSpPr>
          <p:nvPr/>
        </p:nvSpPr>
        <p:spPr>
          <a:xfrm>
            <a:off x="252412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2" name="object-82">
            <a:extLst>
              <a:ext uri="{FF2B5EF4-FFF2-40B4-BE49-F238E27FC236}">
                <a16:creationId xmlns:a16="http://schemas.microsoft.com/office/drawing/2014/main" id="{E16BBEDA-369F-4AEB-B63C-2442C2158D78}"/>
              </a:ext>
            </a:extLst>
          </p:cNvPr>
          <p:cNvSpPr>
            <a:spLocks noGrp="1"/>
          </p:cNvSpPr>
          <p:nvPr/>
        </p:nvSpPr>
        <p:spPr>
          <a:xfrm>
            <a:off x="285750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3" name="object-83">
            <a:extLst>
              <a:ext uri="{FF2B5EF4-FFF2-40B4-BE49-F238E27FC236}">
                <a16:creationId xmlns:a16="http://schemas.microsoft.com/office/drawing/2014/main" id="{8D510DDA-0857-4BBF-94EA-2AEB06263A1C}"/>
              </a:ext>
            </a:extLst>
          </p:cNvPr>
          <p:cNvSpPr>
            <a:spLocks noGrp="1"/>
          </p:cNvSpPr>
          <p:nvPr/>
        </p:nvSpPr>
        <p:spPr>
          <a:xfrm>
            <a:off x="319087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4" name="object-84">
            <a:extLst>
              <a:ext uri="{FF2B5EF4-FFF2-40B4-BE49-F238E27FC236}">
                <a16:creationId xmlns:a16="http://schemas.microsoft.com/office/drawing/2014/main" id="{0EE23881-022A-480F-9E3A-19877081D25E}"/>
              </a:ext>
            </a:extLst>
          </p:cNvPr>
          <p:cNvSpPr>
            <a:spLocks noGrp="1"/>
          </p:cNvSpPr>
          <p:nvPr/>
        </p:nvSpPr>
        <p:spPr>
          <a:xfrm>
            <a:off x="352425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5" name="object-85">
            <a:extLst>
              <a:ext uri="{FF2B5EF4-FFF2-40B4-BE49-F238E27FC236}">
                <a16:creationId xmlns:a16="http://schemas.microsoft.com/office/drawing/2014/main" id="{00FCBCF9-7212-4C82-89EE-5B932F40AFA9}"/>
              </a:ext>
            </a:extLst>
          </p:cNvPr>
          <p:cNvSpPr>
            <a:spLocks noGrp="1"/>
          </p:cNvSpPr>
          <p:nvPr/>
        </p:nvSpPr>
        <p:spPr>
          <a:xfrm>
            <a:off x="385762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6" name="object-86">
            <a:extLst>
              <a:ext uri="{FF2B5EF4-FFF2-40B4-BE49-F238E27FC236}">
                <a16:creationId xmlns:a16="http://schemas.microsoft.com/office/drawing/2014/main" id="{6DF9DB71-EEFB-4F37-AEA0-DCD9ED2D3192}"/>
              </a:ext>
            </a:extLst>
          </p:cNvPr>
          <p:cNvSpPr>
            <a:spLocks noGrp="1"/>
          </p:cNvSpPr>
          <p:nvPr/>
        </p:nvSpPr>
        <p:spPr>
          <a:xfrm>
            <a:off x="419100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7" name="object-87">
            <a:extLst>
              <a:ext uri="{FF2B5EF4-FFF2-40B4-BE49-F238E27FC236}">
                <a16:creationId xmlns:a16="http://schemas.microsoft.com/office/drawing/2014/main" id="{4C3FC7D1-077F-4EC3-973E-BE959143A507}"/>
              </a:ext>
            </a:extLst>
          </p:cNvPr>
          <p:cNvSpPr>
            <a:spLocks noGrp="1"/>
          </p:cNvSpPr>
          <p:nvPr/>
        </p:nvSpPr>
        <p:spPr>
          <a:xfrm>
            <a:off x="11906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8" name="object-88">
            <a:extLst>
              <a:ext uri="{FF2B5EF4-FFF2-40B4-BE49-F238E27FC236}">
                <a16:creationId xmlns:a16="http://schemas.microsoft.com/office/drawing/2014/main" id="{2A259EDD-CF1A-48A0-A3F8-2441FF54F608}"/>
              </a:ext>
            </a:extLst>
          </p:cNvPr>
          <p:cNvSpPr>
            <a:spLocks noGrp="1"/>
          </p:cNvSpPr>
          <p:nvPr/>
        </p:nvSpPr>
        <p:spPr>
          <a:xfrm>
            <a:off x="15240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9" name="object-89">
            <a:extLst>
              <a:ext uri="{FF2B5EF4-FFF2-40B4-BE49-F238E27FC236}">
                <a16:creationId xmlns:a16="http://schemas.microsoft.com/office/drawing/2014/main" id="{028CEE8D-5AEB-4DC0-B023-71D442718167}"/>
              </a:ext>
            </a:extLst>
          </p:cNvPr>
          <p:cNvSpPr>
            <a:spLocks noGrp="1"/>
          </p:cNvSpPr>
          <p:nvPr/>
        </p:nvSpPr>
        <p:spPr>
          <a:xfrm>
            <a:off x="185737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0" name="object-90">
            <a:extLst>
              <a:ext uri="{FF2B5EF4-FFF2-40B4-BE49-F238E27FC236}">
                <a16:creationId xmlns:a16="http://schemas.microsoft.com/office/drawing/2014/main" id="{31F1376C-EEBC-4906-879C-FCE8E25121DF}"/>
              </a:ext>
            </a:extLst>
          </p:cNvPr>
          <p:cNvSpPr>
            <a:spLocks noGrp="1"/>
          </p:cNvSpPr>
          <p:nvPr/>
        </p:nvSpPr>
        <p:spPr>
          <a:xfrm>
            <a:off x="219075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1" name="object-91">
            <a:extLst>
              <a:ext uri="{FF2B5EF4-FFF2-40B4-BE49-F238E27FC236}">
                <a16:creationId xmlns:a16="http://schemas.microsoft.com/office/drawing/2014/main" id="{D9038413-E80C-4201-8544-8E62C605E7EB}"/>
              </a:ext>
            </a:extLst>
          </p:cNvPr>
          <p:cNvSpPr>
            <a:spLocks noGrp="1"/>
          </p:cNvSpPr>
          <p:nvPr/>
        </p:nvSpPr>
        <p:spPr>
          <a:xfrm>
            <a:off x="25241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2" name="object-92">
            <a:extLst>
              <a:ext uri="{FF2B5EF4-FFF2-40B4-BE49-F238E27FC236}">
                <a16:creationId xmlns:a16="http://schemas.microsoft.com/office/drawing/2014/main" id="{2E3274DA-C1BD-4193-813E-B7630D24B6F6}"/>
              </a:ext>
            </a:extLst>
          </p:cNvPr>
          <p:cNvSpPr>
            <a:spLocks noGrp="1"/>
          </p:cNvSpPr>
          <p:nvPr/>
        </p:nvSpPr>
        <p:spPr>
          <a:xfrm>
            <a:off x="28575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3" name="object-93">
            <a:extLst>
              <a:ext uri="{FF2B5EF4-FFF2-40B4-BE49-F238E27FC236}">
                <a16:creationId xmlns:a16="http://schemas.microsoft.com/office/drawing/2014/main" id="{058B98C6-D153-4FA8-A291-B349B6FFEBA5}"/>
              </a:ext>
            </a:extLst>
          </p:cNvPr>
          <p:cNvSpPr>
            <a:spLocks noGrp="1"/>
          </p:cNvSpPr>
          <p:nvPr/>
        </p:nvSpPr>
        <p:spPr>
          <a:xfrm>
            <a:off x="319087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4" name="object-94">
            <a:extLst>
              <a:ext uri="{FF2B5EF4-FFF2-40B4-BE49-F238E27FC236}">
                <a16:creationId xmlns:a16="http://schemas.microsoft.com/office/drawing/2014/main" id="{91A16A41-4E77-41D0-92E3-EE907AA7CB2E}"/>
              </a:ext>
            </a:extLst>
          </p:cNvPr>
          <p:cNvSpPr>
            <a:spLocks noGrp="1"/>
          </p:cNvSpPr>
          <p:nvPr/>
        </p:nvSpPr>
        <p:spPr>
          <a:xfrm>
            <a:off x="352425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5" name="object-95">
            <a:extLst>
              <a:ext uri="{FF2B5EF4-FFF2-40B4-BE49-F238E27FC236}">
                <a16:creationId xmlns:a16="http://schemas.microsoft.com/office/drawing/2014/main" id="{91AFF8F0-5C42-4C1E-B895-D6340DED3053}"/>
              </a:ext>
            </a:extLst>
          </p:cNvPr>
          <p:cNvSpPr>
            <a:spLocks noGrp="1"/>
          </p:cNvSpPr>
          <p:nvPr/>
        </p:nvSpPr>
        <p:spPr>
          <a:xfrm>
            <a:off x="38576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6" name="object-96">
            <a:extLst>
              <a:ext uri="{FF2B5EF4-FFF2-40B4-BE49-F238E27FC236}">
                <a16:creationId xmlns:a16="http://schemas.microsoft.com/office/drawing/2014/main" id="{1A3ACFDE-5CEA-4643-B55F-00CD58F7E0A1}"/>
              </a:ext>
            </a:extLst>
          </p:cNvPr>
          <p:cNvSpPr>
            <a:spLocks noGrp="1"/>
          </p:cNvSpPr>
          <p:nvPr/>
        </p:nvSpPr>
        <p:spPr>
          <a:xfrm>
            <a:off x="41910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7" name="object-97">
            <a:extLst>
              <a:ext uri="{FF2B5EF4-FFF2-40B4-BE49-F238E27FC236}">
                <a16:creationId xmlns:a16="http://schemas.microsoft.com/office/drawing/2014/main" id="{D9F237A9-3674-4777-BB7A-37BA63F0AFF5}"/>
              </a:ext>
            </a:extLst>
          </p:cNvPr>
          <p:cNvSpPr>
            <a:spLocks noGrp="1"/>
          </p:cNvSpPr>
          <p:nvPr/>
        </p:nvSpPr>
        <p:spPr>
          <a:xfrm>
            <a:off x="11906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8" name="object-98">
            <a:extLst>
              <a:ext uri="{FF2B5EF4-FFF2-40B4-BE49-F238E27FC236}">
                <a16:creationId xmlns:a16="http://schemas.microsoft.com/office/drawing/2014/main" id="{2A0F9E78-A7C0-4D74-91A8-7D28FC91806A}"/>
              </a:ext>
            </a:extLst>
          </p:cNvPr>
          <p:cNvSpPr>
            <a:spLocks noGrp="1"/>
          </p:cNvSpPr>
          <p:nvPr/>
        </p:nvSpPr>
        <p:spPr>
          <a:xfrm>
            <a:off x="15240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9" name="object-99">
            <a:extLst>
              <a:ext uri="{FF2B5EF4-FFF2-40B4-BE49-F238E27FC236}">
                <a16:creationId xmlns:a16="http://schemas.microsoft.com/office/drawing/2014/main" id="{DB686944-B10D-4A54-98D6-87509128B497}"/>
              </a:ext>
            </a:extLst>
          </p:cNvPr>
          <p:cNvSpPr>
            <a:spLocks noGrp="1"/>
          </p:cNvSpPr>
          <p:nvPr/>
        </p:nvSpPr>
        <p:spPr>
          <a:xfrm>
            <a:off x="185737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0" name="object-100">
            <a:extLst>
              <a:ext uri="{FF2B5EF4-FFF2-40B4-BE49-F238E27FC236}">
                <a16:creationId xmlns:a16="http://schemas.microsoft.com/office/drawing/2014/main" id="{B47883D6-6943-4D25-8269-DEC9D977C30A}"/>
              </a:ext>
            </a:extLst>
          </p:cNvPr>
          <p:cNvSpPr>
            <a:spLocks noGrp="1"/>
          </p:cNvSpPr>
          <p:nvPr/>
        </p:nvSpPr>
        <p:spPr>
          <a:xfrm>
            <a:off x="219075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1" name="object-101">
            <a:extLst>
              <a:ext uri="{FF2B5EF4-FFF2-40B4-BE49-F238E27FC236}">
                <a16:creationId xmlns:a16="http://schemas.microsoft.com/office/drawing/2014/main" id="{EF1323FA-405D-4483-850B-338D2B6167A7}"/>
              </a:ext>
            </a:extLst>
          </p:cNvPr>
          <p:cNvSpPr>
            <a:spLocks noGrp="1"/>
          </p:cNvSpPr>
          <p:nvPr/>
        </p:nvSpPr>
        <p:spPr>
          <a:xfrm>
            <a:off x="25241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2" name="object-102">
            <a:extLst>
              <a:ext uri="{FF2B5EF4-FFF2-40B4-BE49-F238E27FC236}">
                <a16:creationId xmlns:a16="http://schemas.microsoft.com/office/drawing/2014/main" id="{17050013-0B3D-4EC8-A994-C42C37C8EB67}"/>
              </a:ext>
            </a:extLst>
          </p:cNvPr>
          <p:cNvSpPr>
            <a:spLocks noGrp="1"/>
          </p:cNvSpPr>
          <p:nvPr/>
        </p:nvSpPr>
        <p:spPr>
          <a:xfrm>
            <a:off x="28575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3" name="object-103">
            <a:extLst>
              <a:ext uri="{FF2B5EF4-FFF2-40B4-BE49-F238E27FC236}">
                <a16:creationId xmlns:a16="http://schemas.microsoft.com/office/drawing/2014/main" id="{184CA88B-9A9A-4653-ACAA-AB5A2861D5DC}"/>
              </a:ext>
            </a:extLst>
          </p:cNvPr>
          <p:cNvSpPr>
            <a:spLocks noGrp="1"/>
          </p:cNvSpPr>
          <p:nvPr/>
        </p:nvSpPr>
        <p:spPr>
          <a:xfrm>
            <a:off x="319087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4" name="object-104">
            <a:extLst>
              <a:ext uri="{FF2B5EF4-FFF2-40B4-BE49-F238E27FC236}">
                <a16:creationId xmlns:a16="http://schemas.microsoft.com/office/drawing/2014/main" id="{A6416970-A6BE-4D58-B0B7-8C7E427409C0}"/>
              </a:ext>
            </a:extLst>
          </p:cNvPr>
          <p:cNvSpPr>
            <a:spLocks noGrp="1"/>
          </p:cNvSpPr>
          <p:nvPr/>
        </p:nvSpPr>
        <p:spPr>
          <a:xfrm>
            <a:off x="352425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5" name="object-105">
            <a:extLst>
              <a:ext uri="{FF2B5EF4-FFF2-40B4-BE49-F238E27FC236}">
                <a16:creationId xmlns:a16="http://schemas.microsoft.com/office/drawing/2014/main" id="{91F114B4-9EB0-4174-85E8-0814A40ABD6B}"/>
              </a:ext>
            </a:extLst>
          </p:cNvPr>
          <p:cNvSpPr>
            <a:spLocks noGrp="1"/>
          </p:cNvSpPr>
          <p:nvPr/>
        </p:nvSpPr>
        <p:spPr>
          <a:xfrm>
            <a:off x="38576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6" name="object-106">
            <a:extLst>
              <a:ext uri="{FF2B5EF4-FFF2-40B4-BE49-F238E27FC236}">
                <a16:creationId xmlns:a16="http://schemas.microsoft.com/office/drawing/2014/main" id="{9A162B09-17B1-496A-BEB3-5AD6F2DECCB5}"/>
              </a:ext>
            </a:extLst>
          </p:cNvPr>
          <p:cNvSpPr>
            <a:spLocks noGrp="1"/>
          </p:cNvSpPr>
          <p:nvPr/>
        </p:nvSpPr>
        <p:spPr>
          <a:xfrm>
            <a:off x="41910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7" name="object-107">
            <a:extLst>
              <a:ext uri="{FF2B5EF4-FFF2-40B4-BE49-F238E27FC236}">
                <a16:creationId xmlns:a16="http://schemas.microsoft.com/office/drawing/2014/main" id="{BAEEA300-A384-49BD-8D6D-9ED61C8CD6D1}"/>
              </a:ext>
            </a:extLst>
          </p:cNvPr>
          <p:cNvSpPr>
            <a:spLocks noGrp="1"/>
          </p:cNvSpPr>
          <p:nvPr/>
        </p:nvSpPr>
        <p:spPr>
          <a:xfrm>
            <a:off x="6310313" y="3274219"/>
            <a:ext cx="15478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50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08" name="object-108">
            <a:extLst>
              <a:ext uri="{FF2B5EF4-FFF2-40B4-BE49-F238E27FC236}">
                <a16:creationId xmlns:a16="http://schemas.microsoft.com/office/drawing/2014/main" id="{DF050D5F-2E6D-4E20-A4A1-C692C129F630}"/>
              </a:ext>
            </a:extLst>
          </p:cNvPr>
          <p:cNvSpPr>
            <a:spLocks noGrp="1"/>
          </p:cNvSpPr>
          <p:nvPr/>
        </p:nvSpPr>
        <p:spPr>
          <a:xfrm>
            <a:off x="6310313" y="4131469"/>
            <a:ext cx="1547813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9" name="object-109">
            <a:extLst>
              <a:ext uri="{FF2B5EF4-FFF2-40B4-BE49-F238E27FC236}">
                <a16:creationId xmlns:a16="http://schemas.microsoft.com/office/drawing/2014/main" id="{37793D9B-459F-4E2D-A9D1-9F528DA103C0}"/>
              </a:ext>
            </a:extLst>
          </p:cNvPr>
          <p:cNvSpPr>
            <a:spLocks noGrp="1"/>
          </p:cNvSpPr>
          <p:nvPr/>
        </p:nvSpPr>
        <p:spPr>
          <a:xfrm>
            <a:off x="6310313" y="4226719"/>
            <a:ext cx="15478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50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10" name="object-110">
            <a:extLst>
              <a:ext uri="{FF2B5EF4-FFF2-40B4-BE49-F238E27FC236}">
                <a16:creationId xmlns:a16="http://schemas.microsoft.com/office/drawing/2014/main" id="{4394EEEC-52CF-4319-8082-DD1C5E5F6F61}"/>
              </a:ext>
            </a:extLst>
          </p:cNvPr>
          <p:cNvSpPr>
            <a:spLocks noGrp="1"/>
          </p:cNvSpPr>
          <p:nvPr/>
        </p:nvSpPr>
        <p:spPr>
          <a:xfrm>
            <a:off x="8512969" y="3810000"/>
            <a:ext cx="71437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11" name="object-111">
            <a:extLst>
              <a:ext uri="{FF2B5EF4-FFF2-40B4-BE49-F238E27FC236}">
                <a16:creationId xmlns:a16="http://schemas.microsoft.com/office/drawing/2014/main" id="{63C90103-40BC-4C6C-9044-4BE99CE8989C}"/>
              </a:ext>
            </a:extLst>
          </p:cNvPr>
          <p:cNvSpPr>
            <a:spLocks noGrp="1"/>
          </p:cNvSpPr>
          <p:nvPr/>
        </p:nvSpPr>
        <p:spPr>
          <a:xfrm>
            <a:off x="10001250" y="2917031"/>
            <a:ext cx="3571875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506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2" name="object-112">
            <a:extLst>
              <a:ext uri="{FF2B5EF4-FFF2-40B4-BE49-F238E27FC236}">
                <a16:creationId xmlns:a16="http://schemas.microsoft.com/office/drawing/2014/main" id="{57248D4C-7032-4D20-9050-9737962AE16C}"/>
              </a:ext>
            </a:extLst>
          </p:cNvPr>
          <p:cNvSpPr>
            <a:spLocks noGrp="1"/>
          </p:cNvSpPr>
          <p:nvPr/>
        </p:nvSpPr>
        <p:spPr>
          <a:xfrm>
            <a:off x="10001250" y="5238750"/>
            <a:ext cx="3571875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506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113" name="object-113">
            <a:extLst>
              <a:ext uri="{FF2B5EF4-FFF2-40B4-BE49-F238E27FC236}">
                <a16:creationId xmlns:a16="http://schemas.microsoft.com/office/drawing/2014/main" id="{2CB52E26-E129-4CB6-8F2E-E093802729C0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10/20 = 0.5 = 50%</a:t>
            </a:r>
          </a:p>
        </p:txBody>
      </p:sp>
    </p:spTree>
    <p:extLst>
      <p:ext uri="{BB962C8B-B14F-4D97-AF65-F5344CB8AC3E}">
        <p14:creationId xmlns:p14="http://schemas.microsoft.com/office/powerpoint/2010/main" val="700539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4861111 E" pathEditMode="relative" ptsTypes="">
                                      <p:cBhvr>
                                        <p:cTn id="121" dur="8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7" grpId="0"/>
      <p:bldP spid="109" grpId="0"/>
      <p:bldP spid="110" grpId="0"/>
      <p:bldP spid="111" grpId="0"/>
      <p:bldP spid="111" grpId="1"/>
      <p:bldP spid="112" grpId="0"/>
      <p:bldP spid="11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2EA4A1DE-958B-40D9-8D47-8ECF975EEC65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67E7C52-C2DA-4C8D-B321-46DE50DFBF14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7F0B2BC4-83C1-45B6-9ADE-A464E6873C70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9EA9E6BB-7F5D-4E2C-A895-3C13A5467989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919EC3E2-A019-4D09-B3E6-E8BDECAE5B0D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Convert fractions to decimals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3FDF06F3-5563-4E06-8973-DEAFF4A98F5C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D3304387-7A19-4E46-A4F2-D4E98997EEAD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CB26A69F-8277-4AAF-84F1-09C53B501800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7/20 as a decimal.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48729E7A-C5BB-415C-B06E-20D9C7479CB5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93556CF0-05D7-4615-812C-1ABF82D2C520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0.625 as a percentage.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D976F209-D17A-48D3-9C77-20EC7561176E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7EB9A3EF-05DF-4866-B351-D25D0C72C4DE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35% as a fraction in simplest form.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65D9B7A7-0BCE-4156-9C1A-A1776F6EEABD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1C204854-975E-4E70-8F76-8C76434BA55C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Write 7/20 as a decimal.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757AD2ED-C551-4949-820C-42E3FB9712D1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37607315-E994-4D85-8C93-F6B1985A308C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Write 0.625 as a percentage.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85F83BFB-A1D0-47A2-9E2A-118A84040F92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C97A0FF8-71EF-4CFC-9E14-4F63ECF884AF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Write 35% as a fraction in simplest form.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87A25EE5-80B3-4448-9573-43382D3696E7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10AFE8A4-9AA2-4D5C-946A-7C62989021BA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Order 3/5, 0.58 and 62% from least to greatest.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DC65FDE9-668C-44C2-9FF1-9078B94CBA0E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86BCDE8C-C6B9-4C07-BD3E-7F77402CC417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moves the decimal point without considering the value.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AF48483B-C0BC-469E-B5A4-ED80B2D86AE2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4B6A4685-5247-4EB1-AE24-E8507B4E9228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7A8BFB46-9BF9-438D-8440-8F65642A60E1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D021BF06-C917-459F-8E69-95ACEB0B9EC6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Write 35% as a fraction in simplest form.</a:t>
            </a:r>
          </a:p>
        </p:txBody>
      </p:sp>
    </p:spTree>
    <p:extLst>
      <p:ext uri="{BB962C8B-B14F-4D97-AF65-F5344CB8AC3E}">
        <p14:creationId xmlns:p14="http://schemas.microsoft.com/office/powerpoint/2010/main" val="5050676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84977373-08CC-4EBF-8630-9B455B5FA00A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276FE32B-450C-4471-8225-4D468B9C08B2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68A954A-FA03-482A-AF28-02F1AC435820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F94F8AC6-42B7-45AA-8F4B-75B8E929AA10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Convert fractions to decimals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BC83A3C1-6FAD-4A91-A28C-F73D593CADE9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4FF25934-F8F2-4B62-82F3-42DD86665551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FCCFE07C-2437-4468-A8C1-5816EC38C328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0.35.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33C7C807-DA6C-494A-8BB1-6A8987DFCE9D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F83B8271-EC85-4663-972C-75EBAB218E90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62.5%.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F8A15DC7-427E-4227-9515-DADCDBDEF1B8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81B97DD9-18AF-48E9-967D-EA669920DDD7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7/20.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1161EEB0-C0A2-4007-AC17-722443A5089B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FDDC8FBB-A698-4501-934A-064FC1BAA33E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0.35.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17E1252A-2F7D-48CC-A2BA-819A52434619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CF9C8555-1AC9-4DAF-930A-5DB7517107AC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62.5%.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9D920C9E-0917-4A1C-965E-2A5BD7082379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97BE67ED-1ECD-4C7D-955D-B92902554766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7/20.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5D9C10D0-5FFD-49AC-A05B-5B12048D27BC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6CC1318A-AE5C-4302-8F18-6ECB7A200D49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0.58, 3/5, 62%.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84AF2324-3404-4B3D-AE73-22DFE2AB75D5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95D62F24-5755-4833-B5E5-CC7D18B2684C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Use a hundred-square model or multiplication and division by 100, then check against a known benchmark.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539BF395-052C-41BC-9AB4-F807C33A03CA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8A5B089D-8AF5-4256-8049-EEFA7126B70A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A964BD52-7933-4853-BA3D-759C4EAAFC04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CBA67A28-C181-4646-9F72-9C50BAD2C76B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53845201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875</Words>
  <Application>Microsoft Office PowerPoint</Application>
  <DocSecurity>0</DocSecurity>
  <PresentationFormat>Custom</PresentationFormat>
  <Paragraphs>110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2026-09-14T13:14:28Z</dcterms:created>
  <dcterms:modified xsi:type="dcterms:W3CDTF">2026-09-14T13:16:04Z</dcterms:modified>
</cp:coreProperties>
</file>