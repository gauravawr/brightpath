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6a840422d541a7" /><Relationship Type="http://schemas.openxmlformats.org/officeDocument/2006/relationships/extended-properties" Target="/docProps/app.xml" Id="R5959b8d83abb4ba0" /><Relationship Type="http://schemas.openxmlformats.org/officeDocument/2006/relationships/officeDocument" Target="/ppt/presentation.xml" Id="Rfb1afc284d5e4b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e57921f17c4477"/>
  </p:sldMasterIdLst>
  <p:notesMasterIdLst>
    <p:notesMasterId xmlns:r="http://schemas.openxmlformats.org/officeDocument/2006/relationships" r:id="R853bf4e6ade64267"/>
  </p:notesMasterIdLst>
  <p:sldIdLst>
    <p:sldId xmlns:r="http://schemas.openxmlformats.org/officeDocument/2006/relationships" id="256" r:id="Ra34a9b9674394060"/>
    <p:sldId xmlns:r="http://schemas.openxmlformats.org/officeDocument/2006/relationships" id="257" r:id="R58b23032aa654247"/>
    <p:sldId xmlns:r="http://schemas.openxmlformats.org/officeDocument/2006/relationships" id="258" r:id="R6011f2eae2ad4be2"/>
    <p:sldId xmlns:r="http://schemas.openxmlformats.org/officeDocument/2006/relationships" id="259" r:id="Raf7f8d150aa54399"/>
    <p:sldId xmlns:r="http://schemas.openxmlformats.org/officeDocument/2006/relationships" id="260" r:id="R746792706c3b4470"/>
    <p:sldId xmlns:r="http://schemas.openxmlformats.org/officeDocument/2006/relationships" id="261" r:id="Rcb80490b08aa48ed"/>
    <p:sldId xmlns:r="http://schemas.openxmlformats.org/officeDocument/2006/relationships" id="262" r:id="R34d20a8604074e6d"/>
    <p:sldId xmlns:r="http://schemas.openxmlformats.org/officeDocument/2006/relationships" id="263" r:id="R580c68f42f1d4119"/>
    <p:sldId xmlns:r="http://schemas.openxmlformats.org/officeDocument/2006/relationships" id="264" r:id="R66ca8fc711d4497f"/>
    <p:sldId xmlns:r="http://schemas.openxmlformats.org/officeDocument/2006/relationships" id="265" r:id="R7cfae5ae21a74e5c"/>
    <p:sldId xmlns:r="http://schemas.openxmlformats.org/officeDocument/2006/relationships" id="266" r:id="R926a28c79a7740ff"/>
    <p:sldId xmlns:r="http://schemas.openxmlformats.org/officeDocument/2006/relationships" id="267" r:id="R137c281cbebd4d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b636c33265446a" /><Relationship Type="http://schemas.openxmlformats.org/officeDocument/2006/relationships/slideMaster" Target="/ppt/slideMasters/slideMaster1.xml" Id="R42e57921f17c4477" /><Relationship Type="http://schemas.openxmlformats.org/officeDocument/2006/relationships/notesMaster" Target="/ppt/notesMasters/notesMaster1.xml" Id="R853bf4e6ade64267" /><Relationship Type="http://schemas.openxmlformats.org/officeDocument/2006/relationships/presProps" Target="/ppt/presProps.xml" Id="Rdefa60951f854e01" /><Relationship Type="http://schemas.openxmlformats.org/officeDocument/2006/relationships/tableStyles" Target="/ppt/tableStyles.xml" Id="Rd67d6a0f375648db" /><Relationship Type="http://schemas.openxmlformats.org/officeDocument/2006/relationships/slide" Target="/ppt/slides/slide1.xml" Id="Ra34a9b9674394060" /><Relationship Type="http://schemas.openxmlformats.org/officeDocument/2006/relationships/slide" Target="/ppt/slides/slide2.xml" Id="R58b23032aa654247" /><Relationship Type="http://schemas.openxmlformats.org/officeDocument/2006/relationships/slide" Target="/ppt/slides/slide3.xml" Id="R6011f2eae2ad4be2" /><Relationship Type="http://schemas.openxmlformats.org/officeDocument/2006/relationships/slide" Target="/ppt/slides/slide4.xml" Id="Raf7f8d150aa54399" /><Relationship Type="http://schemas.openxmlformats.org/officeDocument/2006/relationships/slide" Target="/ppt/slides/slide5.xml" Id="R746792706c3b4470" /><Relationship Type="http://schemas.openxmlformats.org/officeDocument/2006/relationships/slide" Target="/ppt/slides/slide6.xml" Id="Rcb80490b08aa48ed" /><Relationship Type="http://schemas.openxmlformats.org/officeDocument/2006/relationships/slide" Target="/ppt/slides/slide7.xml" Id="R34d20a8604074e6d" /><Relationship Type="http://schemas.openxmlformats.org/officeDocument/2006/relationships/slide" Target="/ppt/slides/slide8.xml" Id="R580c68f42f1d4119" /><Relationship Type="http://schemas.openxmlformats.org/officeDocument/2006/relationships/slide" Target="/ppt/slides/slide9.xml" Id="R66ca8fc711d4497f" /><Relationship Type="http://schemas.openxmlformats.org/officeDocument/2006/relationships/slide" Target="/ppt/slides/slide10.xml" Id="R7cfae5ae21a74e5c" /><Relationship Type="http://schemas.openxmlformats.org/officeDocument/2006/relationships/slide" Target="/ppt/slides/slide11.xml" Id="R926a28c79a7740ff" /><Relationship Type="http://schemas.openxmlformats.org/officeDocument/2006/relationships/slide" Target="/ppt/slides/slide12.xml" Id="R137c281cbebd4d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a27bd2ba804d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493a6706f14cb3" /><Relationship Type="http://schemas.openxmlformats.org/officeDocument/2006/relationships/notesMaster" Target="/ppt/notesMasters/notesMaster1.xml" Id="Rd1a5be3b666d45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ec47c2ad2c43b0" /><Relationship Type="http://schemas.openxmlformats.org/officeDocument/2006/relationships/notesMaster" Target="/ppt/notesMasters/notesMaster1.xml" Id="Rb20edfc028684d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226a7dec5d410f" /><Relationship Type="http://schemas.openxmlformats.org/officeDocument/2006/relationships/notesMaster" Target="/ppt/notesMasters/notesMaster1.xml" Id="R231c91f55cf242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cc3bcaad634166" /><Relationship Type="http://schemas.openxmlformats.org/officeDocument/2006/relationships/notesMaster" Target="/ppt/notesMasters/notesMaster1.xml" Id="R4a2b546a548e4d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ea3e4c2b1f43ca" /><Relationship Type="http://schemas.openxmlformats.org/officeDocument/2006/relationships/notesMaster" Target="/ppt/notesMasters/notesMaster1.xml" Id="Rf435b6afcdf949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5139352adb4a77" /><Relationship Type="http://schemas.openxmlformats.org/officeDocument/2006/relationships/notesMaster" Target="/ppt/notesMasters/notesMaster1.xml" Id="Rc9c98083c91f4a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ac50ccce60428f" /><Relationship Type="http://schemas.openxmlformats.org/officeDocument/2006/relationships/notesMaster" Target="/ppt/notesMasters/notesMaster1.xml" Id="Ra112abd1713e4d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64125bc0c14be6" /><Relationship Type="http://schemas.openxmlformats.org/officeDocument/2006/relationships/notesMaster" Target="/ppt/notesMasters/notesMaster1.xml" Id="Rbcd8490c5c4a41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a4a4eb8df44b5f" /><Relationship Type="http://schemas.openxmlformats.org/officeDocument/2006/relationships/notesMaster" Target="/ppt/notesMasters/notesMaster1.xml" Id="R45ed378dcc6f4e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8ce74755644ceb" /><Relationship Type="http://schemas.openxmlformats.org/officeDocument/2006/relationships/notesMaster" Target="/ppt/notesMasters/notesMaster1.xml" Id="R255a8e4520774e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64f48d16f04aa6" /><Relationship Type="http://schemas.openxmlformats.org/officeDocument/2006/relationships/notesMaster" Target="/ppt/notesMasters/notesMaster1.xml" Id="R2429198fa21641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73984451114c25" /><Relationship Type="http://schemas.openxmlformats.org/officeDocument/2006/relationships/notesMaster" Target="/ppt/notesMasters/notesMaster1.xml" Id="R6e9c245897ef4c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Hundred squares, fraction strips, double number lines, conversion grids,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62.5%. | Choose a representation out of 100 or use division. | Use a hundred-square model or multiplication and division by 100, then check against a known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fraction, decimal, percentage, equivalent, hundredths, convert.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0.35.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62.5%.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a hundred-square model or multiplication and division by 100, then check against a known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62.5%..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7/20..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0.58, 3/5, 62%.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7/20.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7/20. | Use a hundred-square model or multiplication and division by 100, then check against a known benchmark.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350fd767a47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345c094554253" /><Relationship Type="http://schemas.openxmlformats.org/officeDocument/2006/relationships/slideLayout" Target="/ppt/slideLayouts/slideLayout1.xml" Id="R2a7c5e6edef746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7c5e6edef746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23f8414b144e0" /><Relationship Type="http://schemas.openxmlformats.org/officeDocument/2006/relationships/notesSlide" Target="/ppt/notesSlides/notesSlide1.xml" Id="Rc62e67c417f143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7517fc7a147e5" /><Relationship Type="http://schemas.openxmlformats.org/officeDocument/2006/relationships/notesSlide" Target="/ppt/notesSlides/notesSlide2.xml" Id="Rbb3c8d8fefa541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8139d1ff74c41" /><Relationship Type="http://schemas.openxmlformats.org/officeDocument/2006/relationships/notesSlide" Target="/ppt/notesSlides/notesSlide3.xml" Id="Rd20c3632e3a245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4494617454904" /><Relationship Type="http://schemas.openxmlformats.org/officeDocument/2006/relationships/notesSlide" Target="/ppt/notesSlides/notesSlide4.xml" Id="R32f38fc3376340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2ffbdf4224bd4" /><Relationship Type="http://schemas.openxmlformats.org/officeDocument/2006/relationships/notesSlide" Target="/ppt/notesSlides/notesSlide5.xml" Id="Ra158692e250044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e269713fd48ad" /><Relationship Type="http://schemas.openxmlformats.org/officeDocument/2006/relationships/notesSlide" Target="/ppt/notesSlides/notesSlide6.xml" Id="R2ce26228ce2b47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8860b9e944fb3" /><Relationship Type="http://schemas.openxmlformats.org/officeDocument/2006/relationships/image" Target="/ppt/media/image.png" Id="R6274089c6065432f" /><Relationship Type="http://schemas.openxmlformats.org/officeDocument/2006/relationships/notesSlide" Target="/ppt/notesSlides/notesSlide7.xml" Id="Rfa1f4ac443f54e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42d2d3de14098" /><Relationship Type="http://schemas.openxmlformats.org/officeDocument/2006/relationships/notesSlide" Target="/ppt/notesSlides/notesSlide8.xml" Id="R0d79fb8e84ab43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80503ede94d1d" /><Relationship Type="http://schemas.openxmlformats.org/officeDocument/2006/relationships/notesSlide" Target="/ppt/notesSlides/notesSlide9.xml" Id="Rbbeb38ea026b4c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8183885934c00" /><Relationship Type="http://schemas.openxmlformats.org/officeDocument/2006/relationships/notesSlide" Target="/ppt/notesSlides/notesSlide10.xml" Id="R8859630c4a1f44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65aab38124581" /><Relationship Type="http://schemas.openxmlformats.org/officeDocument/2006/relationships/notesSlide" Target="/ppt/notesSlides/notesSlide11.xml" Id="Rb7e9c0ebe2b243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0088e698f44fb" /><Relationship Type="http://schemas.openxmlformats.org/officeDocument/2006/relationships/notesSlide" Target="/ppt/notesSlides/notesSlide12.xml" Id="R6c7c3b78ee6041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AAF9D-15F7-4B49-A244-DC273152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E51B6-E645-42DA-8C9E-2B557C90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E6C2A-2EBC-4EFC-92BF-561A9747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A2050-0302-4194-A4B8-3277A18B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C41F6-F123-4606-84AC-A91E0AC0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B7F82-D431-469E-BD6A-20355C0F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46728-508C-4E5D-9B53-51679A61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673AA-3D3A-4628-81FA-5B3BFDFB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convert fractions to terminating decimals.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615FE-C83F-4DEB-BBAC-453F68CC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225F8-2099-4F94-B0EA-FDE25675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Hundred squares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54985-9DAD-4CC8-A8C4-E58D13E9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073115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1C3C6-F86E-42AF-A284-1046C3D6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0FEE7-E134-4168-9DE7-0CE77F5A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9C52C-494B-4491-B18E-6057A9FB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FFBF8-E628-440C-AAE1-F85B93EF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889C3-6BD0-46B7-9B07-45E5D6D0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631F6-AF41-47E0-932E-56A28959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D30F6-8031-434D-85A7-26548A2C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FAD3C-F7CF-4399-BAAC-CA549559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16B92-C2E4-40E9-9119-234A43BE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8525E-C6B4-466C-AF6B-36920117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68E60-8D08-4441-80F8-936718A9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4C7E6-0EEC-4563-AEE9-CF468CD1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769B9-DFC5-4893-841F-3BB00367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common equivalences and convert between fractions, decimals and percentages.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171B9-7F24-4372-930E-33B0605A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E6F8D-93A4-422C-A5F2-A2CD3FE7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45E36-9259-418D-B983-085011EA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78388-00DA-4493-94DF-EB486301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0.625 as a percentage.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3FEB6-611E-477E-9FF5-FCDA5096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49EFC-4AC9-4176-BF69-496F3259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FC8BF-F727-4BB8-928E-1E4853DB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7736D-3F66-4C41-8550-600DFD9A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Write 7/20 as a decimal.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4DC84-F2FE-41CC-9A06-3631FD79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49799844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3B738-B1B5-47B8-A34F-09B10BD0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57897-6745-45F2-A3B7-9868E7B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28128-0655-4FD7-9717-0330A9AE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77767-3D9E-46EE-92D3-C128EE5E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1EA07-97FC-4A46-897B-03E75E0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9B6AD-F09B-4664-9CAF-1473181A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05EDC-0D54-4B6F-9407-2ABD11C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63B41-D544-45CD-8394-47339714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40FEC-D31F-4E89-A281-C8CA8D52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20ACD-CBD4-47CF-9412-0305F62E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convert fractions to terminating decimals.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50F35-B782-4A40-A121-FB7B2248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ACCC3-9951-4BE5-A7DC-F0A76BA7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Choose a representation out of 100 or use division.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EBD1B-43F3-4BAA-A847-A9076373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Convert carefully while preserving the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BD9E4-75EC-4B21-A5FB-1909077A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three forms against a benchmark such as one half.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64665-B495-4F6E-88ED-C0A5AB99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fraction  |  decimal  |  percentage  |  equivalent  |  hundredths  |  convert</a:t>
            </a:r>
          </a:p>
        </p:txBody>
      </p:sp>
    </p:spTree>
    <p:extLst>
      <p:ext uri="{BB962C8B-B14F-4D97-AF65-F5344CB8AC3E}">
        <p14:creationId xmlns:p14="http://schemas.microsoft.com/office/powerpoint/2010/main" val="22715171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24928-7FCC-4F12-9F65-76EAAA7F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D3122-6337-4BA3-B5CB-3BF50930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A4D96-A73A-4550-93F4-7C94B1D1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E5B83-6C57-4014-B240-00594CA2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1A8B7-79DD-4B47-943C-7550EB8C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1F4C6-75E8-41C1-BAD7-790B36A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25FC7-6C65-4DF7-ABE6-E883F454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7A648-377C-47A9-8F6A-6A3355E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67D91-5DB0-4439-A19F-FA185E02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43246-EF4B-4D54-BAAF-9C3DAA4A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7/20 as a decimal.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AE5C7-288A-41CC-8C3E-421F8FB5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ABC0C-B375-42BD-BF01-3D8EBAB6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9510A-8F53-4C97-B186-F4436CFD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7/20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AA229-4B58-4BCE-8372-3A006C3D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A54CB-8E85-4748-99D9-9A95CAE2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41F56-CE96-4D47-9962-82E0D438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Make the denominator 100: 20 × 5 =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98D27-42F2-446D-8277-098B108E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9AC27-E76E-4D79-999F-53DCDF2C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FFD98-2117-4A05-ABF3-61C0BDD3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× 5 = 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34FDA-39AA-4671-BFAA-E13AC9B1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E54A0-3C19-424A-AFB9-411A825D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345D5-3F75-4841-8500-10C01785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7/20 = 35/100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293D1-30D4-4220-8625-8682D8E5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7CC5C-D70A-4668-8CD0-6FEECFE3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D9F96-13E1-4C0E-A05E-3540516A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35/100 = 0.35</a:t>
            </a:r>
          </a:p>
        </p:txBody>
      </p:sp>
    </p:spTree>
    <p:extLst>
      <p:ext uri="{BB962C8B-B14F-4D97-AF65-F5344CB8AC3E}">
        <p14:creationId xmlns:p14="http://schemas.microsoft.com/office/powerpoint/2010/main" val="18091409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8372C-86C6-4626-8BD4-6B2987DF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BF66E-9C32-49AC-B032-B814524C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3D66C-16E6-48D7-BC95-43650B1A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F5C74-7673-4EAF-89B1-4293CE72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4B2FF-997E-4782-844A-E88DD55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4D839-A4E5-4032-8F6D-E9043989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E8E91-9E7A-4E5A-859D-1B5CEBFF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95E6A-8EAF-4D8A-B650-723D0FA9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CF104-33C1-490A-9390-CB861D01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CAD0E-0719-4C92-9839-2CA80CBB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4E10E-B413-42D6-A734-663AD038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0.35.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48EC5-5BCA-4B6C-BCDF-4D2F145C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9E2FD-A587-405F-B24E-E2B898C7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three forms against a benchmark such as one half.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8F402-F66D-4D84-B8E8-34689A8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69059763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39B43-56CA-4B4A-B83A-92ED760C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42503-D1AC-41F4-B5FF-954DACEA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FFC94-D2A7-48EE-A1A2-2C9D2C1F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640DC-9DD2-48EE-8FB0-EC943C7C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79C64-D86B-4A51-98FD-DD320362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FC093-5806-4BD9-99D1-E8E7257A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18648-9580-4C4C-A0A3-F3BC00D5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25FB3-6C65-488A-A92E-DD1A3EEE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B9EF8-2F5D-4074-9A84-F2C7B011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ACC63-0787-465A-871A-7800DD58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0.625 as a percentage.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F5A40-5727-4F1D-9E47-628A0718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57518-6746-40C7-8BD6-124E8E5C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45193-5186-4B42-A5D1-45640C80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FB857-BAA2-4533-B47C-640105E5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C97FB-1DE3-4B5F-8676-6EECDA87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62.5%.</a:t>
            </a:r>
          </a:p>
        </p:txBody>
      </p:sp>
    </p:spTree>
    <p:extLst>
      <p:ext uri="{BB962C8B-B14F-4D97-AF65-F5344CB8AC3E}">
        <p14:creationId xmlns:p14="http://schemas.microsoft.com/office/powerpoint/2010/main" val="17033947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4F369-A4BF-4ED6-B20D-164AF44E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65EF2-830A-4008-A0C1-5AE74E21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8A61E-98D3-4408-8BF4-02115EFD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7432F-CB38-491C-A29F-FBDAA9EC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3A55E-85C5-463D-A0E5-55E29282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A563F-F404-4667-9EEA-503CDC70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B338D-5FE2-417E-9502-9032F03B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FB88B-29C6-4258-876C-ADAE3D98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7C959-2A96-400D-99C7-02336E15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4089c6065432f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9CAD2-1306-4CFE-9FAA-68CD63FA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4B82E-4CA1-4FA8-9817-F432C136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moves the decimal point without considering the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9560E-0196-4315-9F30-F96890AE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3D162-AAF5-4E3A-AB31-1A675337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F5EF3-A24D-465D-B995-8D0E1FC3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a hundred-square model or multiplication and division by 100, then check against a known benchmark.</a:t>
            </a:r>
          </a:p>
        </p:txBody>
      </p:sp>
    </p:spTree>
    <p:extLst>
      <p:ext uri="{BB962C8B-B14F-4D97-AF65-F5344CB8AC3E}">
        <p14:creationId xmlns:p14="http://schemas.microsoft.com/office/powerpoint/2010/main" val="18193571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BBC254-2CA2-483A-84AF-F5535CE0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E56D5-E00D-4F67-B03E-E186B5D1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F82C9-BF54-4EA6-A474-1EF16A75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5B9C8-5379-4D4B-9A28-AC67AA64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B25DD-B90D-4A2C-ACF5-3EEBABC4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9AB25-4008-4471-8A55-983BC576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6F362-0751-4F5B-8ED5-FDF69A56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41ED4-5DFE-46B0-BC08-6A884FC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0C899-F426-4A52-A623-4D83EC6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3AAFF-9DEF-4989-AA11-F84796CE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62854-5056-4C42-821F-6333B93F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7459E-AA9E-48D8-9370-B6610A73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5BFBE-DC21-4A4F-839E-0AAC2C5E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0.625 as a percentage.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A05A5-530A-4CE3-851F-B6EB2707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B08BD-D137-4A0B-AD31-E89BAED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7D2CC-82FD-4E78-928A-58312A78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99E76-92C1-4E44-A551-04CC2617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384B1-387F-4945-9DBE-F2CAE86F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BF755-4EA1-483F-87DA-773CFA8F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53F3E-0A17-4BAF-BD52-D403678A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8FA3C-1068-4159-9EF7-8F5ED181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62.5%.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142B7-CDFF-4B05-B99E-828C5302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65197743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B6253-6D4F-4401-9387-22839504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E275F-3B0C-48F0-B889-6656B98A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0D10D-6781-4A83-8348-A64AFFB7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E0912-3CCA-40AF-8115-4D10110C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3CE35-B9A3-4508-958C-F5A58827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F1518-5075-4EA8-A098-AC85D5C5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C0353-DB94-4AC9-9253-BC15FD93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E00F1-0CAE-4712-82FD-A5F29F1C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14460-EB38-4B95-8808-AE241C86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878C9-8F4D-4CFB-BF31-A224D422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577CE-83A4-48C7-A03B-EEB5AFD2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E1483-C7E9-4F2D-8A2A-695C75E6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915D7-3713-4DE9-97A7-373B6D46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35% as a fraction in simplest form.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BCA66-6542-4FD4-A128-8D70FD0A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B6DBF-ADBF-41A8-9F7B-309FFD13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1677E-E90C-42B4-8C5B-33D14835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07096-0082-4D79-98A6-52BD251A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76FD0-7C0C-47E0-BDEF-1ACACEE4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78205-0D4D-4A55-B663-31614B4E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D71E0-4130-417A-BA10-5DB3D607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DE432-7B06-45FD-A6AE-8FC4CD43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3813815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32871-00E2-49AF-A3BD-DCB622DE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95F24-D415-4DAA-923B-1976F7B1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DBCF6-AD7A-4AB7-9E5F-BF78F5C6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70070-56E9-4670-B32E-1B2AA706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F8D56-B0FB-46CC-98D5-54700E9C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33BD1-25DD-4CE9-A794-D2B2117B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3F015-FB12-4BAD-A753-31E685C7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8CEBF-5692-407F-AA50-F9995D6C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FB517-93F1-4365-8BBE-4E79DF8D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9659C-C8FB-4C4C-9A6C-D4554A62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Order 3/5, 0.58 and 62% from least to greatest.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11067-F31E-460E-A7DC-5C0DC36C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1CAE0-18A6-475A-8DC3-83DFC274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5AA45-41EC-419E-8ECE-5C4F141E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0.58, 3/5, 62%.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6708543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B6B57-B017-4B82-8166-C7EEA753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A54D7-6C0B-459E-9549-42F745FF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CE59A-35A5-4487-B981-48D9EC26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66F5B-7930-464D-9D98-22615D3E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31C06-C69A-4AAF-8482-64DD0D01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1E98D-3E02-4648-83B2-EF8ABD46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713DD-2457-41FC-AEF6-7BACF40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8C08C-48C1-4074-B434-AAAD7106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6DE6E-9C43-430D-8078-14E43B9D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17ABA-3374-4BEF-9414-84DFBA03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92731-EFA3-4B7A-A00B-6D50B18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CAEB4-A783-4F13-8208-C791CB13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35% as a fraction in simplest form.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9A8F6-3A71-4D3F-A34E-570FF259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EE5FB-985A-43CD-B6A5-BF3BD50E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0C00C-2F11-4F6D-9748-E1208631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03D26-5373-4262-A646-64ED51F6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7/20.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4B08B-7F85-4D13-8F02-035ACFFF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460EB-12ED-471D-8554-249C07DB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83934226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F98D7-91AF-4713-90D5-B266C3DB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F5185-8F6E-4320-A081-0FC88A6F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DBB27-61F7-48D0-B89B-34375777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2E472-3B46-477D-9DEF-CF8A129B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1FFCA-7F36-4D98-A80B-765DA52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1E33F-F32F-4BA3-BD51-77C78276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C0C8C-C693-4AC9-AA8E-3185DA53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0A1A6-8E49-44F3-8B14-D1B5295A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C5449-8579-4BF3-9E2E-58ECA20A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Convert fractions to decimals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1DE36-B0FC-4A83-A43B-9A6B6537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D8AAA-4237-4BB1-9416-00DE4379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501A6-F8E7-4B04-93F1-5B9B811C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E9DA6-E53E-4AF8-BA89-D1E9D823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35% as a fraction in simplest form.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E4A17-4D2F-44FF-AA80-FFA8F6D8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CCD7B-F5BE-4980-8B38-8FF51DA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08ED4-B353-45A6-BD3F-C971E1BC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7B551-812A-4C3B-8720-D302E16B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moves the decimal point without considering the value.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1A200-557F-4BA6-9D02-C01381ED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2CB89-9D74-4D8F-9030-BF871F93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21F5A-88EB-4A7D-AAB1-699ECF91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54C3B-F9D0-4A5A-8107-6C2B22E7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54596B-20A0-4CAF-9D03-FA3C5F8A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70698554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2026-09-09T22:13:59.7190000Z</dcterms:created>
  <dcterms:modified xsi:type="dcterms:W3CDTF">2026-09-09T22:13:59.7190000Z</dcterms:modified>
</coreProperties>
</file>