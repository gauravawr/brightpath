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243f5f8f8845f2" /><Relationship Type="http://schemas.openxmlformats.org/officeDocument/2006/relationships/extended-properties" Target="/docProps/app.xml" Id="R041eb7c07f50424e" /><Relationship Type="http://schemas.openxmlformats.org/officeDocument/2006/relationships/officeDocument" Target="/ppt/presentation.xml" Id="R73ce6981776141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edabdd4bea49e9"/>
  </p:sldMasterIdLst>
  <p:notesMasterIdLst>
    <p:notesMasterId xmlns:r="http://schemas.openxmlformats.org/officeDocument/2006/relationships" r:id="R5a52e5f7b6b84643"/>
  </p:notesMasterIdLst>
  <p:sldIdLst>
    <p:sldId xmlns:r="http://schemas.openxmlformats.org/officeDocument/2006/relationships" id="256" r:id="R4535e65683c44753"/>
    <p:sldId xmlns:r="http://schemas.openxmlformats.org/officeDocument/2006/relationships" id="257" r:id="R9c9017bdf7124e19"/>
    <p:sldId xmlns:r="http://schemas.openxmlformats.org/officeDocument/2006/relationships" id="258" r:id="R27a83e3a5b354d6c"/>
    <p:sldId xmlns:r="http://schemas.openxmlformats.org/officeDocument/2006/relationships" id="259" r:id="Rd1d7642004904d81"/>
    <p:sldId xmlns:r="http://schemas.openxmlformats.org/officeDocument/2006/relationships" id="260" r:id="Rab1542b7e8704554"/>
    <p:sldId xmlns:r="http://schemas.openxmlformats.org/officeDocument/2006/relationships" id="261" r:id="R5a41eee9627d4a78"/>
    <p:sldId xmlns:r="http://schemas.openxmlformats.org/officeDocument/2006/relationships" id="262" r:id="R6581626872ad49e2"/>
    <p:sldId xmlns:r="http://schemas.openxmlformats.org/officeDocument/2006/relationships" id="263" r:id="R943f38f0a3f74de6"/>
    <p:sldId xmlns:r="http://schemas.openxmlformats.org/officeDocument/2006/relationships" id="264" r:id="R8c43112e7e2b4775"/>
    <p:sldId xmlns:r="http://schemas.openxmlformats.org/officeDocument/2006/relationships" id="265" r:id="R2238d52b4c60476b"/>
    <p:sldId xmlns:r="http://schemas.openxmlformats.org/officeDocument/2006/relationships" id="266" r:id="R1a79969eed324ab8"/>
    <p:sldId xmlns:r="http://schemas.openxmlformats.org/officeDocument/2006/relationships" id="267" r:id="Rf6fadbbe112a44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8d107c53fc424c" /><Relationship Type="http://schemas.openxmlformats.org/officeDocument/2006/relationships/slideMaster" Target="/ppt/slideMasters/slideMaster1.xml" Id="Ra5edabdd4bea49e9" /><Relationship Type="http://schemas.openxmlformats.org/officeDocument/2006/relationships/notesMaster" Target="/ppt/notesMasters/notesMaster1.xml" Id="R5a52e5f7b6b84643" /><Relationship Type="http://schemas.openxmlformats.org/officeDocument/2006/relationships/presProps" Target="/ppt/presProps.xml" Id="Rbcf701530ae94d25" /><Relationship Type="http://schemas.openxmlformats.org/officeDocument/2006/relationships/tableStyles" Target="/ppt/tableStyles.xml" Id="R22514032f4f44323" /><Relationship Type="http://schemas.openxmlformats.org/officeDocument/2006/relationships/slide" Target="/ppt/slides/slide1.xml" Id="R4535e65683c44753" /><Relationship Type="http://schemas.openxmlformats.org/officeDocument/2006/relationships/slide" Target="/ppt/slides/slide2.xml" Id="R9c9017bdf7124e19" /><Relationship Type="http://schemas.openxmlformats.org/officeDocument/2006/relationships/slide" Target="/ppt/slides/slide3.xml" Id="R27a83e3a5b354d6c" /><Relationship Type="http://schemas.openxmlformats.org/officeDocument/2006/relationships/slide" Target="/ppt/slides/slide4.xml" Id="Rd1d7642004904d81" /><Relationship Type="http://schemas.openxmlformats.org/officeDocument/2006/relationships/slide" Target="/ppt/slides/slide5.xml" Id="Rab1542b7e8704554" /><Relationship Type="http://schemas.openxmlformats.org/officeDocument/2006/relationships/slide" Target="/ppt/slides/slide6.xml" Id="R5a41eee9627d4a78" /><Relationship Type="http://schemas.openxmlformats.org/officeDocument/2006/relationships/slide" Target="/ppt/slides/slide7.xml" Id="R6581626872ad49e2" /><Relationship Type="http://schemas.openxmlformats.org/officeDocument/2006/relationships/slide" Target="/ppt/slides/slide8.xml" Id="R943f38f0a3f74de6" /><Relationship Type="http://schemas.openxmlformats.org/officeDocument/2006/relationships/slide" Target="/ppt/slides/slide9.xml" Id="R8c43112e7e2b4775" /><Relationship Type="http://schemas.openxmlformats.org/officeDocument/2006/relationships/slide" Target="/ppt/slides/slide10.xml" Id="R2238d52b4c60476b" /><Relationship Type="http://schemas.openxmlformats.org/officeDocument/2006/relationships/slide" Target="/ppt/slides/slide11.xml" Id="R1a79969eed324ab8" /><Relationship Type="http://schemas.openxmlformats.org/officeDocument/2006/relationships/slide" Target="/ppt/slides/slide12.xml" Id="Rf6fadbbe112a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d542e671764b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8884fb67ad42d8" /><Relationship Type="http://schemas.openxmlformats.org/officeDocument/2006/relationships/notesMaster" Target="/ppt/notesMasters/notesMaster1.xml" Id="R10e5a31af8c84c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c5ba1deb884bfe" /><Relationship Type="http://schemas.openxmlformats.org/officeDocument/2006/relationships/notesMaster" Target="/ppt/notesMasters/notesMaster1.xml" Id="R1702ae2157bd4b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cb23ae8e364d7a" /><Relationship Type="http://schemas.openxmlformats.org/officeDocument/2006/relationships/notesMaster" Target="/ppt/notesMasters/notesMaster1.xml" Id="R3bfce13dc11a43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52453731464cab" /><Relationship Type="http://schemas.openxmlformats.org/officeDocument/2006/relationships/notesMaster" Target="/ppt/notesMasters/notesMaster1.xml" Id="R7c048d35ddcc4b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b9b634efd54749" /><Relationship Type="http://schemas.openxmlformats.org/officeDocument/2006/relationships/notesMaster" Target="/ppt/notesMasters/notesMaster1.xml" Id="Rc43cb230ca904c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df974aa5324f73" /><Relationship Type="http://schemas.openxmlformats.org/officeDocument/2006/relationships/notesMaster" Target="/ppt/notesMasters/notesMaster1.xml" Id="R73726b7d29ff4c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9d41e4a87e4f0d" /><Relationship Type="http://schemas.openxmlformats.org/officeDocument/2006/relationships/notesMaster" Target="/ppt/notesMasters/notesMaster1.xml" Id="R10dd9a51bd5d46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f933317e4a4a8c" /><Relationship Type="http://schemas.openxmlformats.org/officeDocument/2006/relationships/notesMaster" Target="/ppt/notesMasters/notesMaster1.xml" Id="Ra22cf0a607d44e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4464d971d747c7" /><Relationship Type="http://schemas.openxmlformats.org/officeDocument/2006/relationships/notesMaster" Target="/ppt/notesMasters/notesMaster1.xml" Id="Rf9c49f68aafb40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094f254bb24dbe" /><Relationship Type="http://schemas.openxmlformats.org/officeDocument/2006/relationships/notesMaster" Target="/ppt/notesMasters/notesMaster1.xml" Id="R6410bea5eefb4c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49d1d1b19c4d66" /><Relationship Type="http://schemas.openxmlformats.org/officeDocument/2006/relationships/notesMaster" Target="/ppt/notesMasters/notesMaster1.xml" Id="R13926be00bc743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67777a1b064750" /><Relationship Type="http://schemas.openxmlformats.org/officeDocument/2006/relationships/notesMaster" Target="/ppt/notesMasters/notesMaster1.xml" Id="Rea55b03c69bb45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62.5%.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0.35.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62.5%.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62.5%..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7/20..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0.58, 3/5, 62%.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7/20.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a1cb6c1fb94d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b346cea1c54c0e" /><Relationship Type="http://schemas.openxmlformats.org/officeDocument/2006/relationships/slideLayout" Target="/ppt/slideLayouts/slideLayout1.xml" Id="R84c5ce182d4846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c5ce182d4846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ad9106f6345da" /><Relationship Type="http://schemas.openxmlformats.org/officeDocument/2006/relationships/notesSlide" Target="/ppt/notesSlides/notesSlide1.xml" Id="R40b98f05a55944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c4bf6a0cd41a4" /><Relationship Type="http://schemas.openxmlformats.org/officeDocument/2006/relationships/notesSlide" Target="/ppt/notesSlides/notesSlide2.xml" Id="R82b5d006133444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972a72437423e" /><Relationship Type="http://schemas.openxmlformats.org/officeDocument/2006/relationships/notesSlide" Target="/ppt/notesSlides/notesSlide3.xml" Id="R69526c10062f4f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e5a6e7ce24b82" /><Relationship Type="http://schemas.openxmlformats.org/officeDocument/2006/relationships/notesSlide" Target="/ppt/notesSlides/notesSlide4.xml" Id="Ra96955a4e4b843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83388f75f469f" /><Relationship Type="http://schemas.openxmlformats.org/officeDocument/2006/relationships/notesSlide" Target="/ppt/notesSlides/notesSlide5.xml" Id="R4b019d9eb5d340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dea66f03343f1" /><Relationship Type="http://schemas.openxmlformats.org/officeDocument/2006/relationships/notesSlide" Target="/ppt/notesSlides/notesSlide6.xml" Id="Rdea57caf4db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df35183594da1" /><Relationship Type="http://schemas.openxmlformats.org/officeDocument/2006/relationships/image" Target="/ppt/media/image.png" Id="R41489d1765e54292" /><Relationship Type="http://schemas.openxmlformats.org/officeDocument/2006/relationships/notesSlide" Target="/ppt/notesSlides/notesSlide7.xml" Id="R7e1f9e0388184e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5b986d0f34f73" /><Relationship Type="http://schemas.openxmlformats.org/officeDocument/2006/relationships/notesSlide" Target="/ppt/notesSlides/notesSlide8.xml" Id="R0a79d310e44d4b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902ea3928489f" /><Relationship Type="http://schemas.openxmlformats.org/officeDocument/2006/relationships/notesSlide" Target="/ppt/notesSlides/notesSlide9.xml" Id="Rc8e46ab6345241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1506dcd04478e" /><Relationship Type="http://schemas.openxmlformats.org/officeDocument/2006/relationships/notesSlide" Target="/ppt/notesSlides/notesSlide10.xml" Id="R967f5bbd1e9f42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3a0fe722f403e" /><Relationship Type="http://schemas.openxmlformats.org/officeDocument/2006/relationships/notesSlide" Target="/ppt/notesSlides/notesSlide11.xml" Id="Rd997c1354f964e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5af656e4b4ce3" /><Relationship Type="http://schemas.openxmlformats.org/officeDocument/2006/relationships/notesSlide" Target="/ppt/notesSlides/notesSlide12.xml" Id="R0992b322ba8c4e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B6CFF-4405-4BB6-9693-5B77CC7A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8DA25-C6AE-48F3-8E1B-6AC506C8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96C55-03EC-4E79-A7A3-CB023BB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BACBD1-FF26-4CC7-BB57-A3143037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5738E-F2B6-447A-A9B8-E7E41A5A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9A84-DA76-4F78-B908-3542120F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C0D75-DDB7-452B-A4EB-D7B107AF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35EE2-6FC1-4321-84B1-BBC9D726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fractions to terminating decimals.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B3EC5-0A33-4C4D-A4CB-4CBC22FE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66A96-D26C-4941-AD2F-FD1183B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8EAF6-8E9C-41D0-8E3D-64864867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90625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4E4528-5C45-47B6-977E-72545EF2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37168-6B55-4E32-9241-D1148D1D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3F0BA-DF13-46F2-9766-84C0A855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3676E-2ACC-4942-BAEA-9F19AD7F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A388A-CBA7-4095-A597-36EFA157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A1CC5-4406-49FE-9398-A5D4FA99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8C37F-882F-4DC0-82CC-F713D2D7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7206BA-C923-43D1-A97F-C081AA1E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B6F01-D2C0-4AF6-8C73-EB44F274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3A50A-8D73-4D31-911E-7BCF5D2A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94C69-1CC9-44ED-85E3-FDA314A8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2F07A-1E63-4ADE-9808-BEE3C081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70177-1454-4DAB-9FBF-9B36159F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96464-CDD0-4A07-9D47-B9955F75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745DD0-C496-43E6-86C8-ADE6A83E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6E669-3BCF-4A0B-BD57-9FBC79D3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CA80BB-1B2F-423F-9B4D-D67BBA3B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1C2C44-A1DB-4AF9-9FAE-FA20220A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8736A-4E0D-4B5D-BC63-11E69ACA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8F5546-55E2-4C3A-AC9D-DE0C9EB7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5397F-8C99-42E0-9DBC-87AEAB9D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7/20 as a decimal.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214F61-C4E4-4597-AAC0-E1893139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060557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13D1A-B177-4095-B832-0E493423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800EC-0F5F-4A54-B64D-885E055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8EA0C-B504-4767-AADB-6784773C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DE6C7-5587-49F5-8EAD-759E7EDC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493A6-A7EA-40CF-8F75-52C5E369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57FA4-4030-4F1A-9A28-85415A9A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FC210-6939-41EA-A7B1-D78B344C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FBF19-BCDE-4221-9A9F-41529774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F9D56-A839-41CD-9970-7D2E47B2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9C458-8BE6-4762-BF75-4E9868B2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fractions to terminating decimals.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235AF-3BA3-45FB-8C56-C7EC1363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224E98-243F-4F5E-95BA-9AC494F2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7E883-9BB3-47F7-AE70-050D0851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D2062-AD0E-4E05-AAE2-78578B23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A0FE2-E681-4A71-89B3-BB52FB62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237011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4A18D-9ABC-4223-9556-33DD274D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159EE-77CD-472D-81DC-EFCD77A5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9A940-94D9-4204-B518-3BBB525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B8482-A9E1-473B-98A0-BBD32BD9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470F2-3D0A-4CAC-8B50-45E6F636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2DBA-2CDF-40DE-A9AC-E301F468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E6393-4571-402F-91EB-DF5B5536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F6FE0-4C39-4522-A45D-858F40B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92E32-8112-464E-AD55-EE3758C7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0FC2B-6862-4039-BB2C-8210DA1B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6ED229-9E47-4149-A017-B065A553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F8D84-0585-4CEF-AF84-D1D7993B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16A4D2-FF64-40D8-8A09-7A1B557D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Choose a representation out of 100 or use division.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05BB8-3E1A-4AF7-A618-7BB6EDAD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979CD-E07C-435F-908E-0F659407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5BC11-4612-4015-BC5E-01409271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carefully while preserving the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53699-1C01-431D-A8DB-A4F64EB9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A26F1-B69A-4926-93E2-A23E3B36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70264F-DAA1-4F38-9A4B-778EA56E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0.35.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21563-0CED-4D5E-B720-F7CBAAAD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29D21-3726-4A14-9153-51DAAC21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44C1-5FAD-4428-97CD-159BB423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three forms against a benchmark such as one half.</a:t>
            </a:r>
          </a:p>
        </p:txBody>
      </p:sp>
    </p:spTree>
    <p:extLst>
      <p:ext uri="{BB962C8B-B14F-4D97-AF65-F5344CB8AC3E}">
        <p14:creationId xmlns:p14="http://schemas.microsoft.com/office/powerpoint/2010/main" val="5131801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355E7-3A13-4DEF-98B3-B8292D74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FD5B5-0A68-44AF-B8BF-0576686E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64E0D-DCAF-4AED-8D4B-4C0E96C5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24070-2524-4A2A-A36A-F1BA07BC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37857-2D55-49E3-8840-F2056303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F37DD-E4F9-45EA-8E8E-E2BAB18F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7248B-F555-4376-9B8E-7A8C4D6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00087-132F-44B6-A4C2-28FC3325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31673-FC87-45E2-A51B-0FA5322E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8B6C4-A793-4CE3-A601-036B492D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808982-316B-44F4-9B28-544CA886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0.35.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F51E17-DF43-4059-A137-9526263A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104D6-8FAF-43A1-9E9F-05570542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FCCC3-7805-4A96-B03B-0C5F059E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1548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9DC80-E80B-4331-9863-F96C5966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E7A7C-76F9-4202-A2CB-889F087A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3FF1B-79AF-4E6D-82BF-C47B7FCC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A04DF-4B37-4556-A71B-7169F9D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67C3D-14BA-4488-878B-5AF9BCDC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C49A1-A1C3-47E5-9D13-E9A6742C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8DB3C-992E-467D-921F-3158DC09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8E89E-4726-4EF6-9545-2B9DE0B2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3CA90-E9C9-478F-8284-95384B07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282DC-BC35-4BB0-8825-79C9272E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17B0B-A8AB-4A6A-8F7D-ED7227D9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5EB8C-6DB9-45C7-9AB8-530EE067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D7E06F-5E70-45E3-B961-5E686C81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16FD9-9B75-4993-862B-A579A1B8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56E6DA-234E-49B2-B2B8-92469F90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62.5%.</a:t>
            </a:r>
          </a:p>
        </p:txBody>
      </p:sp>
    </p:spTree>
    <p:extLst>
      <p:ext uri="{BB962C8B-B14F-4D97-AF65-F5344CB8AC3E}">
        <p14:creationId xmlns:p14="http://schemas.microsoft.com/office/powerpoint/2010/main" val="10414843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C0D689-191D-4E42-87F1-F4604B3A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32532-2527-4716-B067-93F63E79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034F0-3D94-4CBC-8B3A-F19A0CC3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DF4D0-210C-436C-B428-D69D3FF5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84A7E-371D-4452-921E-722DAB9A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0E30D-5564-47BC-B91F-2780A8E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1195C-C3CB-49CA-936C-6750DBE2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F4B19-1F73-49B2-98FD-C9BE22BD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3D36C-01DB-4C60-9051-FD43E14B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89d1765e5429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FBF81B-333F-49FB-8255-4D28203C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E7CAA-261D-48E7-8B8F-C9856D63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DB3F3-508D-4E39-8DC9-54AAC642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BB990-8D3E-46FD-BEC9-F00EA060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7A2B6-6584-47DD-BB1E-33BFD093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10934845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160DB8-50F9-43A1-B21F-7FEE88A9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9A555-9FFA-4737-BFF2-6A3FD640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0780B-661C-40E5-A8FC-82B6AC9B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EC764-2844-4B3E-BFD8-A2CE6FB9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D414E-5199-4F0B-912B-1E4AAC26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B0F4C-A960-49AD-824B-BC194659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B4E94-38BA-40DA-9E9B-2E81F304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9DB53-AC46-459C-8A9B-95C3E6E3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6FD88-CF76-44B7-AFF9-6DD856C4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58E431-CE8C-4455-8FFC-D03CDD5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307D33-5A75-4910-98F9-9BB7B587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99D74-63EF-44DD-9200-9829D4D2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F97990-BE6C-4260-A132-B5C979BF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4571E-FD8D-491F-84AE-C5B1589C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FB710-B7C9-4054-92D1-2A80F111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C8FEC-37CC-490A-8B3D-FF5208C8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1BD5B-2EEE-4A89-B2F7-594D19B6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0A72C-E612-485C-8046-A8F75239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8CBA4F-68D0-48AC-B06C-1F2DAB7D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B464E8-0799-4139-BFF1-A161C9B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5ED15-9240-4CE3-AE3B-A1127300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62.5%.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BE209B-37FD-42BD-B229-2C6929E1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743834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B987B5-7399-4C50-99BC-207FA4C5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B25B5-639B-4F6D-8EE7-90E6767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90E28-BED0-45FF-9A61-95BD3D4A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FC24E-2FBC-4FAD-AF72-21072CEB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DE9C0-42A7-40C7-976F-28557426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F357A-577B-43EB-9883-6BA749C9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42796-A8D3-43FA-A82E-385E84EB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52095-CD5B-4F4D-8D1D-2DB8397F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2EC7C-8F22-452C-B4BF-CE1EE9EB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2B2F3-7D1E-4010-8C00-2B0A1A74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6411F-A9FF-48F7-B724-D5A25438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51036-BD0B-4CA3-B8AD-91489FC6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F702B-4E3B-4AE2-B3D8-55285F8B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C7629-ED0E-45DE-B08D-B702C237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86816-3EED-44F6-827E-86451A9B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9B220-1A03-4363-B549-A5CDFDA1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B4DC3-1121-4E45-A27E-6F9AB53F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ADA0D-2E65-4965-8A53-6D95E961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629C6-AA7C-40CA-9A1B-61C7849D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12CCCB-A6F8-4A02-85B0-6D28E2DC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AE05D-814B-4258-85B6-D711ABD5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282723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557C6-106F-4192-8378-17597568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5C856-6997-4F1D-AC19-DBC7C68F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4CC209-6902-48BC-BA98-06895B2D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E5329-918C-4D4D-96C6-506B4BD2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F3994-4F0A-4CB6-A102-1FA0C831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641ED-A8C6-461F-A443-4773DDB6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27238-CE51-4497-B870-87EE0A29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658CB-7A11-4B91-B703-2176AD47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B4603-6816-4B7A-951F-AC18B0CF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B66CC-0E0F-4F4B-8704-398381F9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Order 3/5, 0.58 and 62%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B4161-AD09-43B7-BA0A-8B845411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A118F-D9E7-4BF6-B426-2E41215A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8E4EB-0A3D-446C-BFA6-3C4424EE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0.58, 3/5, 62%.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227236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E112D-6FB5-4F1A-84E9-F5B503BF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B96CDE-A7CB-4CC8-BCEF-79B38149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68280-D6A9-4D07-B1DC-E26063CC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82562-E007-4685-8368-A741E63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F730B-58A4-492E-B86C-66BADE43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D4189-C6D3-4C84-95AB-17C86E45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191-7094-4E56-A63D-8059708F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EBD0C-7BEA-4F7B-99DD-8E970EE2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94205-37DF-4859-AB11-306EE9E7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E1FEE-5EC3-48E6-843A-AA43E51C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0FEC1B-B18E-454D-8B11-8BA33A13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3C4AB-A51B-4BDF-8C57-3E6B64EC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E2BD3-74A7-4144-A72D-780B3D67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01D0C4-E883-499F-8956-17CCF78D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230D7-AAE0-47B0-8470-C5844E43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AC28FF-0BB0-4862-814F-21FBCC35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7/20.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83A25-4EA0-4E53-A5D0-8DF8976B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17BDE-566A-4E30-A05E-76B4B2AE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828134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B4331-74D8-451D-84CC-ECD675FC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119D1-B9C8-48E3-9367-C605DF0F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1166F-8F5E-4B64-B593-16431A1D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252D1-28A5-4B9F-89D5-1251BA64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1CD305-65FF-4EB5-83C1-9C94F713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FD428-AF22-4BBC-ACEA-32487B4B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69BA1-A6A9-4B14-B7AE-B0AFE506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1BB595-2C42-493C-9587-5D85045A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56F1CE-E449-4AC0-A9E4-679E305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fractions to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F366F5-D7F4-4B00-8FC8-5AEFD288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11DF6-EBA0-490A-A979-1E273ACA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73BFA-CC14-4962-9E8C-A0E2D5FD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297DCD-F530-4A29-8789-7CE79FB1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55DE55-1B0E-4110-89F2-C795F0C1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7BDB5-3551-43F7-B788-C7E5BDD4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89F22-084D-4325-AA97-F87ACE30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A1BD2D-756B-49D2-9C5A-D2E2CE25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0C4A5-CF6D-49FD-B6BB-19858155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A1122-B007-4541-9E83-046AE20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9342EC-8C5E-42C4-9B59-52C827A4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78B431-215D-4156-A2D0-CBAE2F50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77CB93-1574-4D61-AB31-AC549D20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576371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2026-09-09T20:46:55.0170000Z</dcterms:created>
  <dcterms:modified xsi:type="dcterms:W3CDTF">2026-09-09T20:46:55.0170000Z</dcterms:modified>
</coreProperties>
</file>