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Solve equivalence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equivalence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EB813B71-2022-4F72-B012-329A28AC680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D4EC45D-BE43-4E34-A005-7F0A1DE7922E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ED97459-E0F8-480E-B8FF-DA3C8445797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53B90EC-9966-4F2A-A7CD-71A86ABB4FA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F70220E-FB40-40C6-9C99-21C1EA36B6D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1EAF4CC-5F7B-4FDB-9059-6535BDA508D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missing-value problems using fraction decimal percentage equivalence.</a:t>
            </a:r>
          </a:p>
        </p:txBody>
      </p:sp>
    </p:spTree>
    <p:extLst>
      <p:ext uri="{BB962C8B-B14F-4D97-AF65-F5344CB8AC3E}">
        <p14:creationId xmlns:p14="http://schemas.microsoft.com/office/powerpoint/2010/main" val="52496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bject-1">
            <a:extLst>
              <a:ext uri="{FF2B5EF4-FFF2-40B4-BE49-F238E27FC236}">
                <a16:creationId xmlns:a16="http://schemas.microsoft.com/office/drawing/2014/main" id="{DB7EA3E5-FCC0-4F2D-B25B-5E859F83004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19BD660-A62C-49B3-BA36-A3467B9C4B4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9/25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64196B3-D552-4B88-AF3B-FC4B5B39E00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A592F8A-DBC2-4433-8F16-B9734F1EF31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256B01B-4582-4634-84A9-1BE4448DC12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88E0723-AD66-4A2F-B3EC-60F6C9231D34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0B6F9E2-BE6E-4D6A-8849-06E02B18CB27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7C187DB-B4F9-4B75-9CC8-31ED31CCB3C0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5D59F6C-EE64-4AD9-B00D-699DADBC8AD4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911943A-42AA-428E-99C2-F7DCFEAD5E4B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B9B4EFD-F9DF-4213-A9A6-4EAD9D62972D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F547727-4065-4B91-BFA2-81D109E594E3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89998EA-8046-46E0-8958-BB3183977CBD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5F55693-6186-47E3-A25E-8BDC31B22A37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7179DBB-014A-405D-979C-70D6AFF1163D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8851E24-C244-4790-A107-19872640D7B1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5DE5F79-258F-47BF-AC65-7FAFE43D270A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68D99EF-4EF8-49E6-B41F-3850BB386511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6FBD00F-D9EE-4CCB-BBCC-7D1400AC43B4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536B241-199C-47D9-8A96-4630A611952F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DFD304E-A69A-486E-A354-C8B8B2C7933F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CB588B3-58E0-4D58-BD4A-39DF44754A0A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1A723C2-0E60-4945-B2C5-FDB80A0A9931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7F23681-8665-49A0-B6A3-C1C9A1C60F1E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F6A2E70-C0C8-4D29-B740-DFA07388A16B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0CACC6A-1D31-4C82-8BEC-CCAC69599D62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3DBD289-1387-425F-A3C5-2E831FB531A6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B089230B-C206-44EB-8CE5-95919E2171B9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4A734B9-6EBC-45D6-A8FD-A199747B29E8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1C32750-F50F-46AB-93A7-A07031E8D0D7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0470836C-8206-4D45-830A-9651295FAFE5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4C30F57E-1A17-44D5-9382-867E07669751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84B47AAE-BA8C-4721-922D-F2FDA0559F37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4BCB9A3-95CD-4E6E-A033-A0DD42373E96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291AFABE-2090-4BD2-ABBD-E5CCA3AAAB75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FC6FC9A4-B7A1-49BA-BA84-340512D0DA0B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FBFDBCC7-5B1E-4CC4-B000-D93D06440F82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A119919-0A38-4156-AB1D-74DE3B2D00B5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F9128D6-4CDB-4DB6-9DD8-1D80AA0D13B2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24F78846-C907-4870-BCBE-C12E341AFBC0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0F504432-0BC2-428D-8E50-D8F8D49976F3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F6877C0-A51B-4048-8CE0-ABEBC53B17F8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20D4618-2917-4446-B411-48BE6E80FE4E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D235E328-1AC8-4A02-82AC-73CB480F1A5C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E5CF435C-425E-4217-B888-6FED7CAC491D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236B3A8-EB2A-41FA-BAA2-B2160F752F92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3820D49B-B9E0-45BF-9C02-0FD97908ECC3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16C73AD3-55AD-4C30-BA78-44766637BAAC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ED776B77-31F1-45AC-AD6A-D156EF7ADEFA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D801DA67-BA74-43DD-BB1D-D31CA191EB4E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C82CBB8C-EAB7-4878-845E-FFCE123857E0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02E3D4E4-BDF0-48EB-974C-229714DC4862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703DA503-1641-4223-94BB-ABFB71D8B4FD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3C8B6ACF-035E-44F4-B764-2E44F6DC852D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0179A198-8CAB-4F1A-B743-9E8C8AD7D9D5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00237DA7-DBF1-4D4D-9F92-21CC4A40B7BA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075EFFCA-F9C6-407B-AC9E-E03FBBAD1C14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EAFA45FF-A091-421A-AB35-B96A13AEC2B4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E30ED635-8C18-4F18-95A6-A3DFFF2946D6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07DD80C7-C02F-4354-B906-5664B8238496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D3AE34D7-59B8-4EDC-AD7C-8C3BF4D0F196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5062CAAD-54EB-48C7-A54C-BC4AC34F777E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EE2871F6-BC2C-4222-A414-354D619A7473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A01CFC9-071A-4672-A92E-7CDB0D720523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1A72DA5B-B42B-47E0-B788-FE3238FBA787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49DA8F31-3DAF-43E0-8954-CF9FB04144B5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8CF54A64-81BA-4650-874C-65548848D310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CC5E25F7-B90D-41F7-99BD-2C5683A181C8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FDF74276-B79E-40C7-BF63-B5F1E6951518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C597A996-37A6-44FC-892E-319D7A7D0981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E4275CB1-3EF2-4C52-A4B8-E44F19E57366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C7CE1206-62EE-4E8D-AC39-E306246223DC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320CECAD-E8D2-4103-B1A8-0602B4F7167E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B7588580-7E98-431C-82E2-11C1E3E56368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F61F57AA-AE71-40EE-A9AD-1DFD8C6C6FD6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9B6B86EC-7994-48B7-A7BE-E2D58E47592D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F33163BC-B271-428D-BF84-B259AF57B4B9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B60F820B-5819-47BB-AB91-3F6F540EA306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E230C6DD-75EC-4B74-93B6-2507800ED52D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EE2C8529-347C-48DF-9357-3BCD995EF77D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2DEB7A72-E62B-4C7B-8D8F-968BF6DA00E4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3CFEE163-2504-461B-9AB9-9874772359D8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82496F6C-96DA-4F64-885D-5408580F0756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8AE29E50-1DD6-4CCF-98BB-396DE3DD3691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73A7CD84-B3B2-43EB-91D1-EC585BE6C660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2BCE41FE-BBD0-4DA7-AD71-836443AECF7C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7458612F-A87E-4F55-B32E-762BA7EF529F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27980A9D-65AA-482F-A286-6B6404D22734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82ED1BA8-670E-4F6F-A34D-7B4DD34027BD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6ACE03D5-A301-4893-924E-148F40C9815C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5DE1328B-786F-4E79-BFA3-B32568425070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8DB892D2-286B-4274-B9C9-2B083C823DD9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E7AB1746-E9AF-4EE7-A4CE-A1632B81F45C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8A6E47A4-DF39-4C13-86F1-78F4870ACE51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95ED28CE-17BE-4DEC-A4B9-A68A1FDDC3AE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ACEB6A3B-062B-463B-AEF0-2825166EB6C7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CBD2A93D-ACD3-4A3F-BD74-42E26EA31D00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1F9D18BC-0A4C-4B07-85AC-10A3D089744F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585E86CF-3066-4A26-80B9-861E09FC0AB9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0930B30A-8127-48C0-ABE0-60A1807A0095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B7FF5179-349E-45D9-BBE4-3DBD6FAB1372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25B3CC48-05A4-41C9-8706-BF2C7F116255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5A280224-7555-4DBE-9225-C0A74A25FB0E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0788FED0-5296-46FD-B1F7-CCE1378D2272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00803802-8B14-4C2A-82F1-4909C7CE9282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AC8F684C-0B4E-4268-A71A-DD3F1AF4F2F6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1F4D95E0-0260-42D3-9A41-13240AAEE0F0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F850544F-58E1-4211-B9F9-8434ABACB427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990122C3-44D2-46AB-85DA-4CA5498DC659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67E9F62D-5837-490E-AC38-5A2C067C4179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0.36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9F4D68B3-9F17-40EB-BB1B-9DA698F53CC2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36%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2520E1F2-8974-4A7E-BE7E-945605FBC95B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9/25 = 0.36 = 36%</a:t>
            </a:r>
          </a:p>
        </p:txBody>
      </p:sp>
    </p:spTree>
    <p:extLst>
      <p:ext uri="{BB962C8B-B14F-4D97-AF65-F5344CB8AC3E}">
        <p14:creationId xmlns:p14="http://schemas.microsoft.com/office/powerpoint/2010/main" val="196431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93" dur="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/>
      <p:bldP spid="108" grpId="0"/>
      <p:bldP spid="109" grpId="0"/>
      <p:bldP spid="110" grpId="0"/>
      <p:bldP spid="110" grpId="1"/>
      <p:bldP spid="111" grpId="0"/>
      <p:bldP spid="1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66F0671A-265A-4181-AB78-E451127A8F4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3155461-1477-4B23-8AAF-5463CC62808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3FEFB33-3913-4E7E-8C76-9B86F57DE6D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10/25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D480D39-BAB0-42E5-8DC0-0408114BA24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01DF13D-EE99-48B8-9EA2-7D14117C2DE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58A781D-320D-4598-8BB8-054FF08FF6A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36AE368-A2D9-47DA-B4C9-5B401423FD31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864693A-BC31-407F-B36A-13AF6C2B0007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E4FB599-D93E-47B5-8E42-47FF8686D11F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BE788F6-4927-4CEA-B74C-E6D887B2A59C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9A2CA5C-9FA7-4ADE-BD37-B1C8C1C3CE55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8266456-71D7-4521-82DA-2020D00C8F43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4B0EC62-9C67-44B4-9BDB-49D6C5E9783C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E1C1018-7DC8-4A31-9CA2-888269596FEA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A8850E2-66ED-4A37-A8EA-BBC78265EF51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B90DC3C-6844-4950-880E-1882C3FDB0F9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3272A08-6B2F-4253-9A34-7C17FF52B15D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4FA12A1-6BF2-4D74-AE2A-0C7CAF3A05FF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0F5A2B8-9DC9-4B36-8435-DD0FE20C01D8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9492C21-15D5-4B56-BB98-1D173B2ACD80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6CB57CE-6CCF-417D-8983-9386906A1655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9B786FF-A218-4C68-AA3A-89ED98E065E3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6B59711-52BF-4A6B-BC1C-17EE40CDD811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403FB866-70CE-42A1-A497-B2F2390B9850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EB32B0B-A614-4B38-8F6B-3C1862BA61EF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046C28B-A84F-4DBD-8B01-0323B4FDE0E6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25B35A1-70E0-4312-B837-CAC99EB52F6C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FD78240-6BE6-419D-BA9E-8B62DAC02C62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839ECA0-1C78-415B-AC7F-C7AF59A3629A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EF8E672B-BCE5-41D1-A345-8C46AE810B4A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083A2B5-524F-4CE5-8B22-9E5A6822AC34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0D14650A-B7DB-499F-B512-127CB6F7B5F2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2307096C-2081-44D9-81D5-A0B928696DD4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326D3A1-8068-43BA-8B4B-0BFD4EAC2F4B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3CAD2BD-59E7-499D-B0C4-AB4C1B12A019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599EFDB4-125E-40E8-8F3B-60B87E5F3497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F676E140-B7D4-47C2-8FE1-F7B202444EF4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4E33753E-3089-40D1-8A17-B75680644035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7E5F613-FAA9-4BFE-B16F-E438E6321E19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D3C9209C-E2EB-49B5-90FB-C01CFA5F77A4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49F5D119-939D-4E6C-A107-91091102CA64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1D251FC1-B178-40AA-9D7C-AC30E11126D9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659B4313-4DD9-484E-9C2E-E4396E903DF7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63E2D2E3-6EF9-44D2-90CB-9A476EB06BB2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21EFDC73-88AE-40DC-8DC1-82E2DFEFEB48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B5BC968C-3C87-490B-AF32-3D30A85A2FA5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554D11A0-6B28-4B07-A189-F5CE7E57F0B5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7724768A-1E6A-4CF2-AB91-DFB6A1B252BA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8ADC75D5-557C-4877-AB98-1559B5726FA6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32068A1-C326-4F24-9E91-0BC58B09B819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7626FF17-BD76-40C8-9CFA-08CA5F80BB2B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980203C8-FE8D-4A5B-8961-0EFFB7C193D2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BA94BEE9-A605-4CC0-88EC-876A078A7404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F631037-81D7-41BE-A33B-C926D71DD2A9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91AB8497-6498-4AA8-B11D-FBD9BBC35F11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C9FCCA77-F6BF-4CC2-B086-3759D07CC3B8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164B68A8-99E8-42A8-BB79-3855E4E7275C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C90D88FB-BA2E-4CB8-BF34-B15811A5FF4E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B56605CB-E3D7-41A4-940D-57866B0FAE89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0FD5450F-4DEC-4CE3-AA83-32EEFD8C79EC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FDC53265-C896-4251-8980-34C678FE51EE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2534693C-9401-4476-BC82-7357374DD29B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B057C7B2-8623-439D-B0A0-CC5E1F628D8A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E81CC017-4349-450F-8639-D4B955995B26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08E89CE6-D903-41E3-91BC-192E07121460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FCABAEF9-B17E-43D3-9378-AAAB8B55A28A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5F85AE9-6384-426C-9EA5-A74CBABA4B63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A52799A3-2CC8-4575-AB9F-BF7ACA045095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FD8A3930-1F5E-42D7-BBED-763D1DA2C585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554E2233-9EAB-4DDA-A4B8-FF0A81DC093F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33046CE6-C4A5-47F3-94E8-8F517BD04BBE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03EB7075-AC50-4A59-B684-FC8734F17D41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E715AB04-6BDF-4E0B-A007-C7A0F66EB3E7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21C75322-E5C2-42B4-A681-FFBD1FACBF01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AD910AE4-4E92-4F97-B29A-EFB13E721919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4B6B2D01-7481-4D23-84C4-CF707B8B58B2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544AEBBF-20DD-47FE-9AED-D939CB6C585B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6BBE229E-6C24-40D0-AA6C-0E90A6A71AC6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CB248ACD-943F-4AF6-812F-680417011803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27E16794-0B91-4851-9441-EA534CEBE4B9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87B29693-FF1C-4EE2-B550-602FAC71FCD0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AD2ABD00-C9F4-4F98-AF21-F5A87B758401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05F53FE6-34C6-4356-AC45-3A9D798AE00F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62B24891-6DFE-4B78-B06F-E1CBAF732045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3056DBF0-56A9-4A27-958D-38CCD9D04BC1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A6BA96F3-0816-49CE-B297-A5C11C2281D6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E2CD9D41-A65E-4FEC-9533-A61B0D3BF297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1D73F704-6469-4062-A47E-F9AC823F946B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A65074A-EF95-4A1A-8269-D83CF63F854F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66D8AA30-C0E0-46C7-BBEB-3D06629D66AB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9FA11023-5A0E-4581-A71E-50134BF34B8B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BBAB21AF-8A2D-4F12-B427-498F1F966A59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4F13661A-B0A1-4B91-B48B-0B04E4A87A1E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A98E0FC4-9D33-4E25-8EB6-B30D093F4B3D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E713D6B1-D80E-43FD-B9F6-A012F69EF1CE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6747B05D-B51F-4784-B762-E7E1F1F6D7F8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AEFF2AB5-2265-4081-A048-3536B7821E11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BAB3189D-024D-4B2A-9B97-71BE9E1C44D9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E70654C7-EBFC-4DCD-B0E5-7F45B75D2213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7ACFD718-F746-42D3-BA3F-CAED123C750F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B40CFCC9-8DE6-4355-8CDB-70FC140208C8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6E986979-73DD-457E-B52D-FAC084357762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A992AD58-8D1C-4DA5-B6B2-82398CE80924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2A67ADAB-5551-467A-B323-97D26E415DD7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444CEED1-B942-4C77-9D0F-79FDBA953BA2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4439FD59-DFB8-409C-9D09-F94ADCCB407D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13BC4D2B-1EEB-4523-9FA9-B05604F1E88F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76601843-47ED-473A-BF80-877B17CC2B29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53E1A9DF-C2D2-45BB-AD96-BBDAA4B17D95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B9DAEC3E-D84E-4F08-B9CF-61E7C3D66C86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DA9708E4-BC97-4A6B-B4FE-26E289A8E6EF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1B7F2BAC-E945-4D17-A016-F3C711EA9A47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17BA7A3E-2441-4F28-9512-C5FAD1288DD7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10/25 = 0.4 = 40%</a:t>
            </a:r>
          </a:p>
        </p:txBody>
      </p:sp>
    </p:spTree>
    <p:extLst>
      <p:ext uri="{BB962C8B-B14F-4D97-AF65-F5344CB8AC3E}">
        <p14:creationId xmlns:p14="http://schemas.microsoft.com/office/powerpoint/2010/main" val="1343006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01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object-1">
            <a:extLst>
              <a:ext uri="{FF2B5EF4-FFF2-40B4-BE49-F238E27FC236}">
                <a16:creationId xmlns:a16="http://schemas.microsoft.com/office/drawing/2014/main" id="{F5AE9C13-5A16-4C9C-8DC6-68551CEA6BF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C32C002-B01D-45AA-9C0D-0F19BA9AF42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11/25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1DDE46D-828A-4B10-AC6C-5C5CCC11FB7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79D417C-61BC-433A-BD0E-6E1B9076CE8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CE77266-7450-4A3B-975C-A87024E2827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0ECEBC3-856E-4DB4-A8C4-337892AB7457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C0C8808-7D37-4064-A3AF-1191DD5DA9DD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49F5FD0-C88C-4687-9E4A-1591AF0B64EA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A5405CB-D4BE-4627-BFB3-E9FA3D1D218F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0FB538E-BAE4-4904-A7B6-CC8A4A532D50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8558243-6030-43A1-9FD4-1D563A251C0D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73B9393-C8C3-47C3-B26C-3A0F5BE8CEE5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3269B3C-265A-4273-A6F6-3C47B5F1B75A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E907D14-88F4-4213-8F22-11CF1C689F10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A2B1A18-4667-4203-96AF-7802C8F4D125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F7C6E6E-9F49-4F1A-8B2E-33FE572AD729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0540A25-F435-4501-ABAE-194B4A3E21F9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D1D96A2-D3B6-413E-AB97-7B722B68293A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81C9EAD-70B5-435B-870F-4CA13224243F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F03917F-C5E9-47CA-9418-83AC3A5189DC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BED706C-F6D2-4F9A-9AF8-6F0706B67A38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FB515F3-7825-4480-B2A0-B458D008847C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8D1DD74-A5CE-4945-A74B-D673CFF7D48A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3EC7A02-AAE0-4285-A01D-F3C98495AF69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B7B094D-F4F2-4A11-B115-CAD78585AEEF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3D7FD22-4780-4D7F-899E-F12FC976D356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20CCD24-9467-463E-A9BC-21270BFF58FF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F73333D-5C9B-4788-900B-BFCAFB3DBBF6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E18348E-B832-4EA0-8B99-40133F4A2B6F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C22CB502-ED5E-48AE-BE50-72576A133786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1585E227-BE1B-417F-BF04-30721D8AA13C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633DF05-3582-455A-8F2F-E9DFF561BB0A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50B69F36-1E5C-4ACB-9499-8C491E33EAE7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CAB2A55-4FD1-4CC1-A936-813D50494BF3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C91491BD-A009-492E-80B5-E7482A58AADA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8854BF0-5372-47E4-B771-2457732FA906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AF9196FE-A5AD-4FD7-A5AE-4F00E23AD715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2441398-C98B-454F-BDE2-B20EC1CE2D9E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454AFD74-040E-4500-A608-CC943B9C33E6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B70C2D5-CB97-4753-9700-F7FDEAE95952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D9C160A-104B-42D0-88DE-5C0C4F5A224F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8CFFB97D-16AA-4A57-97FB-489ABEAF21F9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F7E29D57-2EF1-4A69-82C1-57993CB943E8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E740A342-7046-465F-BCE0-F9E7D71F070E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CFF49130-1C39-40FF-8314-572DCCE3A7B4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41363FBC-89F3-42B2-8823-B76E20CD2530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561F637-3612-4849-A856-2D3A6AC8F85C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07E2DBD3-499A-4E95-A297-FA8B15758A95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9F2B5476-45A1-4B55-8F6B-8A74A521F09B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CC018BB3-D14C-495C-94F8-0E8E16EF9103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3BC1198A-3C8C-4059-8AFA-C27EF7634342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3B760629-0CFF-4BBF-B78E-A64EA6066352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B78D0CE-9FB0-4D3D-830F-5FA78D1E20B3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0A8101A5-5FE7-4BC4-A8CC-5B3A7F40C408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D90E7521-9209-4DF7-93D6-0E79A5EC240D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1F34C9D-D622-4CB8-A334-5A0CECDA8B81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BECB683A-81CF-419A-B19F-71C8566291D4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99C4DC6E-FA9A-4803-8C8D-FC9EA8E46F03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8701999-3A4D-41B0-8165-3CA575E0C6A4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EF07C413-0667-40B4-A99E-A5EB7324C52F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251BB43B-3E72-474F-9927-746393E668AB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93DCDBEC-1EE7-45BE-A6AB-67E1AEC5159B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2E74DFD2-38C3-4F78-A266-EEA6090C4F99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81351EFD-9143-4E09-9CD9-BA371FA90176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567DC638-72AF-4BEB-B08F-327244DA4DBF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7523C0FA-E2BA-4F4D-B0C0-2B135A624561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4588F1BA-EF38-4882-8633-D47D61B4FDF9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B778C5FF-837C-430B-9DFA-85D3A04D1A37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75B994E3-E765-4C0B-8093-219F3AD830B1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530747E2-490B-45C6-B28E-FBB2DB8218C7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273F1272-0C6F-4CDD-B371-22971F675AD4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F121F5EB-9BC0-48B5-A1B2-14F845B5DE21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C8966C24-3B97-4A9C-A706-F9A4F78F570D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A61B3037-01DC-41CB-AD21-D480A20159A3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F38E662F-08EF-47E9-B82A-1AE96DAD68E2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0BF59C31-FB48-4056-9BA2-92A11B01A45E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C616759B-57F9-4AD5-BB9D-275E9E92EF11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C50AF299-9EDD-4BF7-BFD1-9E22D963DD77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7D7955B9-DC58-4272-9790-71F893548D60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DB3564BC-854F-483A-B908-A23AF755D4AF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5590FC69-74A6-4B60-886D-777FEAA5D1E5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9108DAEF-DEA8-4783-9C36-8A8747482FDE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9ADFDDFE-1760-4A2E-ACAD-45B0134B440F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7E06E7CF-BF5C-4207-9CFD-635ABE5AAB8B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05EBA87B-EE30-4622-A6AA-8F1D3A6F9055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7E0239A5-BB28-407E-B395-D54511253B55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FE6F522C-A02A-41E4-9A6D-1C4A86CE54FC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5893BCA2-BEBF-488D-8246-783F1123F58E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8BC3BD2-D020-4923-A296-1D86AD8CC159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E77BA080-367A-4D37-9B37-1463BD250594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9BBC9433-057E-44FE-8721-CBAE7424BFFD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8D62B660-CD69-4D92-9F6A-C20BE7DD0839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55677202-AF9B-45AA-A0D8-26F87253BACA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EBE3CC14-DAF3-46EA-9B17-7A16BE699BBA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44771F32-1BAC-4E65-8D82-94F50183D32F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3174208C-A4C8-4673-861C-EFAE897E6C55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789D3EBD-C2A6-44EF-993E-95CF6C9A70B5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2A4BE918-2D82-41A3-A92D-3B0A24CE2525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B5475FF6-D397-4423-B8B8-8AF687F15EBD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D90BD454-58A5-4518-931E-CC6BA0982D3F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EC29D073-9F75-4095-A738-71344A3A5596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272D82F2-947A-4937-8EA7-997FBD7AE393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67B711DA-E03B-4661-AEF9-90C5F0E33F90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CD1AACA0-7C1B-41CE-8E84-A88FBD1A3151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F62A9273-1CA1-45AE-AD48-1C7ED19313AD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7076703A-FB8D-4FAA-B51D-DF3DE511E9D3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8FB386BE-B5B6-4BE7-A70C-5F7D7505BA12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237AE686-2C34-4EAA-ADB7-D894E482C6A7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40F13795-57BF-4364-BF7F-D9E7E4CD93AB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364E03D1-DD28-4E30-92AA-C6AE144EED1E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0.44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AFAAE237-B472-4F84-BB35-89FB08EEDA8D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052033A3-9800-46D0-8CD7-C5ACB79910D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11/25 = 0.44 = 44%</a:t>
            </a:r>
          </a:p>
        </p:txBody>
      </p:sp>
    </p:spTree>
    <p:extLst>
      <p:ext uri="{BB962C8B-B14F-4D97-AF65-F5344CB8AC3E}">
        <p14:creationId xmlns:p14="http://schemas.microsoft.com/office/powerpoint/2010/main" val="1268512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09" dur="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/>
      <p:bldP spid="108" grpId="0"/>
      <p:bldP spid="109" grpId="0"/>
      <p:bldP spid="110" grpId="0"/>
      <p:bldP spid="110" grpId="1"/>
      <p:bldP spid="111" grpId="0"/>
      <p:bldP spid="1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ED38B288-AD78-4F35-9B89-2CA8F1E6E1A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0857D56-F9D1-4153-8996-CE5BA63FCE5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31F09DD-8810-49A0-9766-644FB3D7F82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12/25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6CFC08E-AD92-4108-9093-D4BC550FFCB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03BE8DD-BB35-45A3-9A20-8FA2995F818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46D996B-1E38-4062-BF58-732C5CF7C14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C3F4CF5-AC3E-444F-A26B-4E72792B303C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547A819-1053-49AF-81CB-5D687E063CA7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3C8CFA5-A92C-465E-9BF6-0472D678919D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0FFE2D0-8BF5-468B-B5E8-ECF322C3F76F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FA81AF7-884E-40A9-B84D-787629DBA360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B0F4286-6443-4822-936F-9ED143E0C7FE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02F053C-EEC0-43B0-B8A8-B4C09951621D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71F76FD-756B-4F86-AC9C-8CAA67F02F11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FC4F43F-CFCE-4D75-A145-3ABEAD182E3A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09FEE0C-F86B-4DD3-85FD-50463A1444D6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421449C-260B-4640-ABEB-6DC1ED47F1BA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168EB8F-19AD-4613-934B-8A3D404A3A50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BF33701-E6B4-46AF-9C61-8D196FAE1780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B3E6AC0-3892-4F6D-B574-4DD8AC6200B3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E0E0F06-2EFE-4A90-A0F2-F06F615FC36E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7EEABFE-08E3-49B6-B002-3D612EA540F6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2447080-8425-4570-AD0E-5FB90D36364D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01C5C2E-EC3A-459D-90DC-D49CD1366BC1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B6C9401-5848-4C0B-8536-91A0EEF4F2EE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148C0F4-C565-449B-B77E-0B6AB1ED8A92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D63AC142-15D4-4A2B-AEDB-17EA30ED4A06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81DF89C-E251-4959-9CF0-69E3B514F3C5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D1CBD26-3228-4544-B828-1D3B2EEDC0E9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B6705E9-D277-4A1E-B5C0-C5537B8D8FFB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FDCF7DD-9493-4AD0-81F7-9F6568476387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43C8113B-7379-4DB2-9706-CCC356411CA9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AC329129-8ECA-460B-9DD0-04DF10A5F4AD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A8D590F-7140-4299-86D1-9881F738A0C5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D650736-0381-49B3-842A-FBD01577FB49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C11ADDC-25BB-4D69-951F-B195EF8AEEDB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4F1D9B7A-7F63-408D-8918-7FF6ABAD4B56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E41603E-4B6F-4F49-B563-84B2C2FB6CF6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97E43D69-4E0F-4405-8538-81563BADD51B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0AD989C-7973-4FA9-905B-FECDCFC3C54F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B1F348BF-EC83-44C6-ADC3-50E394B5D92C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A99F9D20-5BD2-40B1-9C7F-DB488E06BB16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52D5F329-68A7-451E-B977-84B60BE30869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5C2FC50F-F9E2-436F-BF80-C7C5AAAF0E56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E5698C8-BC45-4553-99CB-0B9B2E0E47CF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8BA45837-5A73-47F5-9912-5156C1D889DA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9067B022-339E-4841-8718-93F0B26E0362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69B38AED-7AB0-4537-AE9B-A3F672DC1D03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67B464AF-4FC6-41F1-A613-871774BBCBBE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469AC822-C6EA-46E5-B55C-2A357AD2E10B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BBC26FBB-DD6C-49CD-8C24-863663BDB54F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93E97278-51A6-4C66-8824-E1B55C490573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51784320-89ED-4302-A420-54EDE3E3708D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F2BB9DE7-2824-43E6-ACED-8F9E62952A2F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9AA542A3-EAC0-4B71-8871-94DA5B6CDD7F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7E7AC8E0-2BDE-4E8B-ABD7-5451567AE61E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38035F72-2D8F-4B5C-8106-6BFA91762436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E8C0AAB6-2FE7-453A-B3F1-0F2BC15D42B1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60FBA4EF-C881-4739-B303-99E8AB21E41F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D1E7626A-BE9E-483C-8586-1087A6530407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5AD6B12A-01FC-4217-A0DE-D2031BF028D3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93324902-9782-4538-89A4-1C9C3A6A3D37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91323754-B505-46CA-BBC5-A0579D7D7A3E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DD399FA8-8016-4152-96A8-224B9B90CB82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EE2EAD8-D167-4F21-A44B-05D445DDEDFF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51B106BD-57AE-445D-B505-B7D1AA7DC357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F931E617-534B-45BB-B8C4-95355E637001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4F3C800F-2E42-455E-9DED-FD5C2AB899C9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091B24B6-D448-4B52-AFA6-5ABEB7FAAA2B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6559330E-E7AF-4C60-A604-A7A5CEA0A99C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C2B086B5-D9D2-4462-A7FB-46B63F4352DB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558E015D-D5F9-41E2-9E56-01639B454C0D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E49786AA-6BD9-4A83-BEFE-46C39C2AD509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6DEC466B-670D-47CC-AEEE-E21DE760E3F3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85EA3058-1E74-4416-8351-3EE91A8C2B8F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50BE9EA5-E59B-4786-BDDE-A9972B43E8AD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421B5A04-E6BB-45AB-B042-69E3D945C811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7C2C4C20-67D2-48BD-AF68-9905D8D85BB9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DC2301CE-54A5-4B90-B6C2-869BA2D34531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9FA188E4-3CE3-40D9-92A3-CA93B7648F67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9FD79309-4340-4A83-BD7E-70D9185C6F03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05172CE2-6FB0-4C13-8FCA-6CA0DB3ECF0A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DD824575-7D81-4B27-ADEF-3A105CF6B7CB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D3962529-BC04-4378-971D-5BBB5D1CD0E3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C017A1EF-C702-4E8C-81A3-440891820854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D8030D98-F894-456E-B256-E591E4B9F008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C51B7247-CF6A-4E99-9D91-FCDC16FD5259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898A5D7E-6262-4A6C-8B3F-F06E8AD4AC75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E964910-A402-4E05-BB88-44A17D8634BD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9FCB80FF-2D1E-46A5-BBAB-026E8210D936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E1734B18-7CF3-4480-B993-D0CDF05EB632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FA305A19-1698-487E-9EA9-B0A814236BB7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4A1C39B8-FAB7-417B-8FC2-F26C02D99A00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EDF037CA-73EA-4A9A-ACFF-391B1023D358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909C2CBB-417C-4E15-A0CE-124817030F81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B0573F60-A4B0-42DA-979B-04373CA550EC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D6CD7668-48CB-4387-B992-C7E18A6F3CF3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FF8FE8DA-F835-4AF1-BDB6-C7341202F347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403A62E4-69A0-4EAC-905C-D354EE7F938D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75448AC1-AF23-4186-AA51-CA59A065B32E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F305BB1D-6CD6-4161-895B-E0A6930F036E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F982966C-6B13-48F5-AAE0-F5BA960CC419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FCDB15BF-98C1-48C6-BA59-28A34E64EF2D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2286020C-6448-4F5B-A728-3CE0391E65BE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355F4DCD-3FA0-486B-8346-D84E2B97B939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3C3C9D55-187D-44FB-8B5D-6E5BF6126EF1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9637E0A2-7C82-464F-B7F1-4A819D3B21C1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2AFB2B55-2233-4EF9-8DD9-8EA6FA1202A5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59C44D39-2738-4421-AA55-B2D5F3D50AFD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3F323DA1-AA80-49B5-A548-5AE968612027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C938834F-AA8D-4FF9-B1F1-8C0BA6C0494C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0.48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56671572-4B64-408A-A867-A39C79A10AE6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4FBFA987-1ACB-4541-B787-1EC6297DAEB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12/25 = 0.48 = 48%</a:t>
            </a:r>
          </a:p>
        </p:txBody>
      </p:sp>
    </p:spTree>
    <p:extLst>
      <p:ext uri="{BB962C8B-B14F-4D97-AF65-F5344CB8AC3E}">
        <p14:creationId xmlns:p14="http://schemas.microsoft.com/office/powerpoint/2010/main" val="310058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17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9DAD6AC-539E-4E6E-AFC1-5ABC93B6350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56A7F10-DCB3-4053-B405-F13F4BD7693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ED7A97E-1FC7-4760-A01C-1341DCC84DB1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CC8F192-1247-4E58-9DD3-27E2563384C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44E7D9A-94D6-44AA-8D60-C8404436185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FB48914-799E-458C-8628-5A15FB8F2B4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FBCDB07-48CB-4ADE-8710-3845DEC3F7D6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4CCBF1A-2932-4618-AA09-29F3436A23A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45D4528-8662-45E6-B8FD-5687609F9FFE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3C03A5E-CE0E-4AB8-BCCE-7A28E4CD421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C320C48-C4E1-4AF7-A500-B7DA9C3CEA1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156A8E2-77A7-4CBE-A3EB-D9DDBD52242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A53B947-D062-4F9E-A91C-F55CCF4D0CA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F7E78F9-999B-4647-AF8B-27A765201C9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Complete: 9/25 = __ = __%.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4DE8978-7125-4FCE-8F3D-8562DB49C990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132C50E-4AC6-4EF2-98D0-B1C9DF58B56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7/20 as a decimal.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BBCA087-6D0B-4CCB-8FC7-4CBA57B6E46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E1E3517-0B51-4199-9127-E83D3B22FFBA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Write 0.625 as a percentage.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32980E9-9AAE-42AC-B89D-C0CE8F70EAE0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CB330D6-3C79-4346-9E55-C0975EC3127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Write 35% as a fraction in simplest form.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4289EAB-5E14-435F-9A16-DE2B5ED262F4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1355B2E-7B24-4BF0-917A-479DADDAFBB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moves the decimal point without considering the value.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70B8C40-DD28-4208-8BC5-C4E7367770C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0626B54-F480-4857-954F-9EC0848641D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782F905-63BF-40E4-9EAB-727D70DB8AD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D1E8FB1-1169-42D9-A2BD-EBB9C815435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Write 0.625 as a percentage.</a:t>
            </a:r>
          </a:p>
        </p:txBody>
      </p:sp>
    </p:spTree>
    <p:extLst>
      <p:ext uri="{BB962C8B-B14F-4D97-AF65-F5344CB8AC3E}">
        <p14:creationId xmlns:p14="http://schemas.microsoft.com/office/powerpoint/2010/main" val="2092424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260C24AA-3E95-4CBA-8A89-E10CB16292A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7B5F54A-E059-4A51-9AE1-33B38B4C932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9B63B66-68AB-46D5-AC90-EEBF6086A83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30B0E2D-9E8D-4BEF-A7E8-20305E60CDF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equivalence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6E3191E-C8AB-43DC-A252-E3ACAD1F18A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CE17183-505D-423E-9177-C806BA595AC8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5D888AE-C6BD-42A9-A90F-72D695CD86CB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0.36 and 36%.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0777CC2-E39F-4888-A536-8F6E6C35895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C4590D5-801A-4400-8A42-831CDD6CC7D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0.35.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5232FC7-243C-4E23-8EAA-49FEEEE897E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E93E26C-E210-4B65-A0C7-D6FE80DACB8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EAAC7C0-875F-410B-9C2A-002909A7BF5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880DC6A-F09B-4C41-A541-504FF7288D80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0.36 and 36%.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22F3DD5-5226-404C-B087-489C8776FD9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E2AAA80-0712-4FFA-BB6A-0E3B9319D656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0.35.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F1DA4C0-0835-46F7-A634-365EB8958886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60A0599-D183-4B9A-9685-ED9A270C6C6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62.5%.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B92D75A-A89F-4190-92FA-0A91731E261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28A1FE5-16A6-4AA4-9057-CEE53A74DCA9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9ED81D0-40F5-4EAC-BD4B-F0CB70DC28B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5E73A64-4536-4332-B4EC-C9ADCFB5DA8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3B09B5F-82FE-460C-858E-0FDA17E20B93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F9665B4-754E-4F5C-9EE2-58CCE7195F0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6A546D9-183D-4DA8-9E6D-D0F35BAF3C5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DBBF3B6-33E7-45E0-B834-6E06242A075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9703028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850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2026-09-14T13:14:30Z</dcterms:created>
  <dcterms:modified xsi:type="dcterms:W3CDTF">2026-09-14T13:16:31Z</dcterms:modified>
</cp:coreProperties>
</file>