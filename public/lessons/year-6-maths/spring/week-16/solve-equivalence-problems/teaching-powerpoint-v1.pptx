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6627b20104a7a" /><Relationship Type="http://schemas.openxmlformats.org/officeDocument/2006/relationships/extended-properties" Target="/docProps/app.xml" Id="Rf05894ca64074fda" /><Relationship Type="http://schemas.openxmlformats.org/officeDocument/2006/relationships/officeDocument" Target="/ppt/presentation.xml" Id="Rf5e40697bad5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8be7c54a04190"/>
  </p:sldMasterIdLst>
  <p:notesMasterIdLst>
    <p:notesMasterId xmlns:r="http://schemas.openxmlformats.org/officeDocument/2006/relationships" r:id="R95c727c5f80f48fa"/>
  </p:notesMasterIdLst>
  <p:sldIdLst>
    <p:sldId xmlns:r="http://schemas.openxmlformats.org/officeDocument/2006/relationships" id="256" r:id="Rb027d599a8d64a28"/>
    <p:sldId xmlns:r="http://schemas.openxmlformats.org/officeDocument/2006/relationships" id="257" r:id="R063f3d42666e4685"/>
    <p:sldId xmlns:r="http://schemas.openxmlformats.org/officeDocument/2006/relationships" id="258" r:id="R5155c33877aa460e"/>
    <p:sldId xmlns:r="http://schemas.openxmlformats.org/officeDocument/2006/relationships" id="259" r:id="R25f29840160c413c"/>
    <p:sldId xmlns:r="http://schemas.openxmlformats.org/officeDocument/2006/relationships" id="260" r:id="R76d90a0df7fc4557"/>
    <p:sldId xmlns:r="http://schemas.openxmlformats.org/officeDocument/2006/relationships" id="261" r:id="Rc9ac68f3364a43bd"/>
    <p:sldId xmlns:r="http://schemas.openxmlformats.org/officeDocument/2006/relationships" id="262" r:id="Re02675e53d234ded"/>
    <p:sldId xmlns:r="http://schemas.openxmlformats.org/officeDocument/2006/relationships" id="263" r:id="Rb07d7aea22a34c2c"/>
    <p:sldId xmlns:r="http://schemas.openxmlformats.org/officeDocument/2006/relationships" id="264" r:id="Rcd48f2bb60d94e81"/>
    <p:sldId xmlns:r="http://schemas.openxmlformats.org/officeDocument/2006/relationships" id="265" r:id="Ra85ef529a1bc443e"/>
    <p:sldId xmlns:r="http://schemas.openxmlformats.org/officeDocument/2006/relationships" id="266" r:id="Rfe6021d1b114485d"/>
    <p:sldId xmlns:r="http://schemas.openxmlformats.org/officeDocument/2006/relationships" id="267" r:id="Rb6f2ffd5b8e848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3c11788904546" /><Relationship Type="http://schemas.openxmlformats.org/officeDocument/2006/relationships/slideMaster" Target="/ppt/slideMasters/slideMaster1.xml" Id="R4718be7c54a04190" /><Relationship Type="http://schemas.openxmlformats.org/officeDocument/2006/relationships/notesMaster" Target="/ppt/notesMasters/notesMaster1.xml" Id="R95c727c5f80f48fa" /><Relationship Type="http://schemas.openxmlformats.org/officeDocument/2006/relationships/presProps" Target="/ppt/presProps.xml" Id="R982028e8f6604a65" /><Relationship Type="http://schemas.openxmlformats.org/officeDocument/2006/relationships/tableStyles" Target="/ppt/tableStyles.xml" Id="R399e95269fb646c1" /><Relationship Type="http://schemas.openxmlformats.org/officeDocument/2006/relationships/slide" Target="/ppt/slides/slide1.xml" Id="Rb027d599a8d64a28" /><Relationship Type="http://schemas.openxmlformats.org/officeDocument/2006/relationships/slide" Target="/ppt/slides/slide2.xml" Id="R063f3d42666e4685" /><Relationship Type="http://schemas.openxmlformats.org/officeDocument/2006/relationships/slide" Target="/ppt/slides/slide3.xml" Id="R5155c33877aa460e" /><Relationship Type="http://schemas.openxmlformats.org/officeDocument/2006/relationships/slide" Target="/ppt/slides/slide4.xml" Id="R25f29840160c413c" /><Relationship Type="http://schemas.openxmlformats.org/officeDocument/2006/relationships/slide" Target="/ppt/slides/slide5.xml" Id="R76d90a0df7fc4557" /><Relationship Type="http://schemas.openxmlformats.org/officeDocument/2006/relationships/slide" Target="/ppt/slides/slide6.xml" Id="Rc9ac68f3364a43bd" /><Relationship Type="http://schemas.openxmlformats.org/officeDocument/2006/relationships/slide" Target="/ppt/slides/slide7.xml" Id="Re02675e53d234ded" /><Relationship Type="http://schemas.openxmlformats.org/officeDocument/2006/relationships/slide" Target="/ppt/slides/slide8.xml" Id="Rb07d7aea22a34c2c" /><Relationship Type="http://schemas.openxmlformats.org/officeDocument/2006/relationships/slide" Target="/ppt/slides/slide9.xml" Id="Rcd48f2bb60d94e81" /><Relationship Type="http://schemas.openxmlformats.org/officeDocument/2006/relationships/slide" Target="/ppt/slides/slide10.xml" Id="Ra85ef529a1bc443e" /><Relationship Type="http://schemas.openxmlformats.org/officeDocument/2006/relationships/slide" Target="/ppt/slides/slide11.xml" Id="Rfe6021d1b114485d" /><Relationship Type="http://schemas.openxmlformats.org/officeDocument/2006/relationships/slide" Target="/ppt/slides/slide12.xml" Id="Rb6f2ffd5b8e848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a266db8e8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c54c783b64aaa" /><Relationship Type="http://schemas.openxmlformats.org/officeDocument/2006/relationships/notesMaster" Target="/ppt/notesMasters/notesMaster1.xml" Id="R97e031e1655747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833e7a1f246a0" /><Relationship Type="http://schemas.openxmlformats.org/officeDocument/2006/relationships/notesMaster" Target="/ppt/notesMasters/notesMaster1.xml" Id="Rfe1914f19b4e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e00ab10be44888" /><Relationship Type="http://schemas.openxmlformats.org/officeDocument/2006/relationships/notesMaster" Target="/ppt/notesMasters/notesMaster1.xml" Id="Raaff4e44bde5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0712a77f34748" /><Relationship Type="http://schemas.openxmlformats.org/officeDocument/2006/relationships/notesMaster" Target="/ppt/notesMasters/notesMaster1.xml" Id="Re39de06d04224c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c1496eaf04fce" /><Relationship Type="http://schemas.openxmlformats.org/officeDocument/2006/relationships/notesMaster" Target="/ppt/notesMasters/notesMaster1.xml" Id="R582602fdb6ac40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8064caa5fc46f7" /><Relationship Type="http://schemas.openxmlformats.org/officeDocument/2006/relationships/notesMaster" Target="/ppt/notesMasters/notesMaster1.xml" Id="R4da6f2d5bcae41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1d1207fb7e49ba" /><Relationship Type="http://schemas.openxmlformats.org/officeDocument/2006/relationships/notesMaster" Target="/ppt/notesMasters/notesMaster1.xml" Id="R17a0e1d83cc740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2d1c258b2f4df7" /><Relationship Type="http://schemas.openxmlformats.org/officeDocument/2006/relationships/notesMaster" Target="/ppt/notesMasters/notesMaster1.xml" Id="Rb3b0f53953da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f424c9b5a54f05" /><Relationship Type="http://schemas.openxmlformats.org/officeDocument/2006/relationships/notesMaster" Target="/ppt/notesMasters/notesMaster1.xml" Id="Rdd1bf95daeae49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76b69a847a4af6" /><Relationship Type="http://schemas.openxmlformats.org/officeDocument/2006/relationships/notesMaster" Target="/ppt/notesMasters/notesMaster1.xml" Id="Rb69dc9e04688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6c8234db5f498e" /><Relationship Type="http://schemas.openxmlformats.org/officeDocument/2006/relationships/notesMaster" Target="/ppt/notesMasters/notesMaster1.xml" Id="Raef350f7bf8047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9e6ea6a97848f9" /><Relationship Type="http://schemas.openxmlformats.org/officeDocument/2006/relationships/notesMaster" Target="/ppt/notesMasters/notesMaster1.xml" Id="R4246a54ae12b48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fraction strips, double number lines, conversion grids,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0.35. | Choose a representation out of 100 or use division. |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fraction, decimal, percentage, equivalent, hundredths, convert.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0.36 and 36%.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0.35.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0.35..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62.5%..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7/20.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62.5%.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62.5%. | Use a hundred-square model or multiplication and division by 100, then check against a known benchmark.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154a1be0c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e45ad50b544250" /><Relationship Type="http://schemas.openxmlformats.org/officeDocument/2006/relationships/slideLayout" Target="/ppt/slideLayouts/slideLayout1.xml" Id="R7cdc62f2251f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c62f2251f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7f2ef6c2f4cad" /><Relationship Type="http://schemas.openxmlformats.org/officeDocument/2006/relationships/notesSlide" Target="/ppt/notesSlides/notesSlide1.xml" Id="R0d38c49c4751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e2a2721524f12" /><Relationship Type="http://schemas.openxmlformats.org/officeDocument/2006/relationships/notesSlide" Target="/ppt/notesSlides/notesSlide2.xml" Id="Rde79fe40421d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133595a0241a5" /><Relationship Type="http://schemas.openxmlformats.org/officeDocument/2006/relationships/notesSlide" Target="/ppt/notesSlides/notesSlide3.xml" Id="R79cee7ad9b72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351007fb24efd" /><Relationship Type="http://schemas.openxmlformats.org/officeDocument/2006/relationships/notesSlide" Target="/ppt/notesSlides/notesSlide4.xml" Id="R620b5a3a1738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164b3dd7b460b" /><Relationship Type="http://schemas.openxmlformats.org/officeDocument/2006/relationships/notesSlide" Target="/ppt/notesSlides/notesSlide5.xml" Id="R2ef687e136fe4b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85767b6154e6a" /><Relationship Type="http://schemas.openxmlformats.org/officeDocument/2006/relationships/notesSlide" Target="/ppt/notesSlides/notesSlide6.xml" Id="R1a7668f8c43846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f0d1eec294736" /><Relationship Type="http://schemas.openxmlformats.org/officeDocument/2006/relationships/image" Target="/ppt/media/image.png" Id="Rf163060639a3489b" /><Relationship Type="http://schemas.openxmlformats.org/officeDocument/2006/relationships/notesSlide" Target="/ppt/notesSlides/notesSlide7.xml" Id="Rcb0f75442ac5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aaf88bf4b4cfa" /><Relationship Type="http://schemas.openxmlformats.org/officeDocument/2006/relationships/notesSlide" Target="/ppt/notesSlides/notesSlide8.xml" Id="R70a72883f7ca49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a7448dcdf4923" /><Relationship Type="http://schemas.openxmlformats.org/officeDocument/2006/relationships/notesSlide" Target="/ppt/notesSlides/notesSlide9.xml" Id="R342f1b35812648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ca11c11b94262" /><Relationship Type="http://schemas.openxmlformats.org/officeDocument/2006/relationships/notesSlide" Target="/ppt/notesSlides/notesSlide10.xml" Id="R8a17dcd3e4c540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e6e125c44272" /><Relationship Type="http://schemas.openxmlformats.org/officeDocument/2006/relationships/notesSlide" Target="/ppt/notesSlides/notesSlide11.xml" Id="Rc5030079f50a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2c1cd27f4c5d" /><Relationship Type="http://schemas.openxmlformats.org/officeDocument/2006/relationships/notesSlide" Target="/ppt/notesSlides/notesSlide12.xml" Id="R69660a79c1ec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C3422-DD9E-4CC2-B751-5B50A7B8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3E2FB-42D9-4003-8F3A-E8C681A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C205A-251F-44E0-A54B-11A1F87E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197EB-C169-4A2C-80E8-0D112CF5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254CF-B6CD-4B40-8925-739CB0F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69A49-98A7-4C79-B487-830D33F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39629-9A3B-4045-AA24-26603E6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FDF4A-166C-484E-AD97-F6C8CF1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missing-value problems using fraction decimal percentage equivalence.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D11D1-13F0-494D-ABCD-F1402F4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1C337-B711-41BF-ACB7-725DE1B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F8F8C-A00A-42D0-9505-043CA187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52864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9EE72-93E6-4625-9E5C-3685E3AC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A61B1-2038-4FC5-AC4F-48205E71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6EE8F-9D7C-46EB-8D17-907775E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49E77-3D23-4850-A4BA-D8CFC2B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4CE9A-C525-4D22-8CCF-FED3817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9BBB3-EA65-45E0-B3D1-B1F48DD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2692D-DF1F-41DC-A61D-CAA6A1C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416A0-B3A0-41EF-B9DA-2789270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08B19-9650-4069-831F-17C9063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7D311-B857-441F-8BD0-D3C9081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56BF2-D3FF-471B-BE61-ACF66F2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2EB67-8198-4037-B944-52B984AE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6819D-9EFD-4A4A-8189-B8C2A33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common equivalences and convert between fractions, decimals and percentages.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C7BBA-D52C-4796-A311-6D18B69F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F99C6-2F3E-4DE2-8091-0BFA6BF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86DAB-64A7-4B1A-8210-DF864DCF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18F5C-8259-4A8A-8FE0-2FB09654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9D268-6ACB-4895-B3A3-DCD7A49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A0A9C-E348-49BD-A06C-97A4AB9D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9B635-A8CC-4BD1-A978-237240B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4992B-14F3-4029-B98D-C39C836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Complete: 9/25 = __ = __%.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3406A-2689-49F8-A5F6-A83FDEE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0173123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176DE-B872-445F-B7B5-60625D7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7C052-FD8A-46E9-9DD4-F5BE408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63A97-4DA1-43EF-819E-3853E01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AF63-3E7D-45B3-B6FA-B9210AB9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52613-0612-403A-8335-7B0607C5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05DBA-586B-4DBA-B59B-9EE680E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67CBD-4E46-4D09-A7E7-9F25B64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231AF-6F25-4AD1-BBE6-9CA29F7A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A2574-72A2-4DEA-8AD7-A4595418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98CBD-6794-4A15-9009-C4CE734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02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missing-value problems using fraction decimal percentage equivalence.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E5A3E-5C60-4DFE-B97B-1CEE6DA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BE6F7-DBCD-4FEB-A165-D73A3FA7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Choose a representation out of 100 or use division.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76C59-171C-4AD0-8CCA-7D2528B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carefully while preserving the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5B152-B293-4163-A53D-FCA8BD9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three forms against a benchmark such as one half.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9E74A-E810-4D0B-89F9-1E140D4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fraction  |  decimal  |  percentage  |  equivalent  |  hundredths  |  convert</a:t>
            </a:r>
          </a:p>
        </p:txBody>
      </p:sp>
    </p:spTree>
    <p:extLst>
      <p:ext uri="{BB962C8B-B14F-4D97-AF65-F5344CB8AC3E}">
        <p14:creationId xmlns:p14="http://schemas.microsoft.com/office/powerpoint/2010/main" val="6041118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55127-7291-4F52-AA0C-073558B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C8981-4560-4BE3-B273-CC981328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647E4-4E86-4274-B4BD-37FE8B8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A3DAA-FB27-40AC-ADD0-E44CADD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B43B7-C9D6-453E-A76E-89ED0905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855BC-103A-4FF3-B1F6-3DE2C776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11F34-98F0-4C6C-BEBC-BF840EF9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3A6FE-AFA7-4D7E-9DBF-36BF6D36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DE7A0-0038-44B4-990B-F00A9D0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17D5F-5273-4E31-B823-088E378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Complete: 9/25 = __ = __%.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93F81-D19F-4507-BCC9-D48710F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EEA09-F8E0-4A47-A10D-C5588F7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A2EC2-04B3-4737-B81E-EFA22C77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9/25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17A0F-BADB-4724-B07E-6C32D8F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14156-0142-420C-833C-09781FB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7F34D-BE30-419F-8A28-3837CAB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Make hundredths: 25 × 4 =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7040-5A7A-4B36-BA3B-6DFC1362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EC604-5E03-4B5A-B88F-E13E948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69C6A-77DE-4BD3-877D-00E1F96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 × 4 = 36 → 36/100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451F9-A916-4091-AD96-5D435E0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51939-B14B-4606-AD32-98D071D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DCFFD-34E0-40EE-B9AB-6E45F4A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36/100 = 0.36 = 36%</a:t>
            </a:r>
          </a:p>
        </p:txBody>
      </p:sp>
    </p:spTree>
    <p:extLst>
      <p:ext uri="{BB962C8B-B14F-4D97-AF65-F5344CB8AC3E}">
        <p14:creationId xmlns:p14="http://schemas.microsoft.com/office/powerpoint/2010/main" val="10769352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29184-EF0F-46A1-BECB-EE0606D7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CC15C-D076-46E5-85B3-CAA587D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F87B3-F2B9-4A46-A7E4-AF614F38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FA80-F25B-42D2-87E0-4F45C44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16ECC-C8D4-4405-AFC1-D67482AF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9EA0F-4F70-42CD-8311-406907C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BC677-E145-4654-B93F-6D71E77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4AACA-82BE-48A4-A3F0-A3BF1089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AFCC3-859E-4A65-9357-60105531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7DB6F-6F02-4D7A-8E52-0FC17ED2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4B6B3-BEA8-463A-8F02-1B371A4F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0.36 and 36%.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803B0-0A19-44ED-916A-0D9B7BED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3C81D-C9BB-41DE-B956-05B1F3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three forms against a benchmark such as one half.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CF316-F69F-4CFE-A372-1559A970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7234836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009BA-FE18-41E0-A108-9F632F2B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ACC7E-7CA0-4AE6-A4A2-9FA2D54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541E-F380-4EF1-96A7-4AAC940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1024-4A93-494C-AAC1-F0377072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488CD-7C35-4BA9-BE36-E0BA119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7756-C147-44EE-9502-D4E279D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AD3C1-85BE-4655-B555-B02C3CC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16624-95DC-45CE-A753-622F13B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4E727-9AA4-460F-9C19-96ED129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E9A85-5207-4369-B457-C671C779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F47C7-0A14-4A62-A10D-07147740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B3492-4945-41DA-868E-E998FF3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D9097-24E5-4B21-8FF2-E6896BE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1B96A-7392-44D4-BC01-7F1B2CE8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2E79A-93CC-4EB0-B2D0-E2581A8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0.35.</a:t>
            </a:r>
          </a:p>
        </p:txBody>
      </p:sp>
    </p:spTree>
    <p:extLst>
      <p:ext uri="{BB962C8B-B14F-4D97-AF65-F5344CB8AC3E}">
        <p14:creationId xmlns:p14="http://schemas.microsoft.com/office/powerpoint/2010/main" val="19981177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F9572-D386-4D1C-AD93-8D84B5FD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17904-3818-48C5-ADAE-23DF8970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35110-DC12-4ED7-B173-EBD5DD35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150A-1C8C-44DE-ABEF-79D0137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E4CD0-9BF7-4B4D-8F65-A35B70F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618F-FF48-43AE-B05D-EA044478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D29D0-A851-4DCD-9009-C98622A6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DC522-A53D-4174-9159-7D5738D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A9331-2AAD-4BAD-B178-FB231D9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3060639a3489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407D4-E7E5-42EE-8DE6-0B0DC2D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C5738-F8D2-430A-9973-A945C0F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moves the decimal point without considering the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6D35F-3607-4A3C-85BC-E740DA3F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2E82C-AF21-414A-9B1F-8B9106D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18510-8A40-46EF-BEBA-24557AE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 hundred-square model or multiplication and division by 100, then check against a known benchmark.</a:t>
            </a:r>
          </a:p>
        </p:txBody>
      </p:sp>
    </p:spTree>
    <p:extLst>
      <p:ext uri="{BB962C8B-B14F-4D97-AF65-F5344CB8AC3E}">
        <p14:creationId xmlns:p14="http://schemas.microsoft.com/office/powerpoint/2010/main" val="14478247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C9FDD-A2C9-4D67-B750-84BF11A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A4A30-1358-492C-9323-8983387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057C4-512F-4912-9847-F0429B53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DC624-926D-4EE5-8209-6BC13D2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9A5F-B0F9-40A4-ABDD-5E9FC8F9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55D21-9110-451C-A14B-C2D0C7C7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A1D5D-55DA-4B97-9304-C3B1677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39D4-7D66-4ED3-B5AC-79E1BAA3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39132-A0DD-4AD3-A588-4343246F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5A42E-6581-4315-A714-231316C3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CC8E6-7B4D-4C5D-BB62-8F4C5DF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BFF3F-6694-455E-A060-218A8D2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D3CE7-1587-4DF0-ADF6-009B7BDF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A2D21-DCDE-44BE-BA2B-094F6AA9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7CC8B-864D-4633-8E04-C5D0BE1D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AABC9-1E98-4EF3-9AFD-49BCB43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6D9B1-D84A-43A8-B11A-19A5406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3887B-06F7-46D3-A17E-BA4B4A0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6C071-1B94-46BF-A8BA-824307C4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5575A-7F1C-45A0-BD69-E32EB60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E6896-C259-49EC-8F79-97C2CAF4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0.35.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E3843-D2DD-4F39-B8A1-504749B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201863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C37D2-21A7-443D-BF8F-7AED20C9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84753-C0CA-4570-B5A8-E897FD5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35C91-0AEC-4FE5-B780-04F0B2B5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9D19E-4635-411D-8231-F87EF66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DB4C8-4E8E-414D-AECE-130A403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49D1-B635-4CA6-9B7A-8BDD6A5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432A2-7864-45B7-BC76-B0569261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71B98-EB81-4A15-87CE-966E7193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6D32C-EBC6-4503-B5F1-AA20CE1C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1F633-1A6E-49CF-A8C1-B4D91B0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26171-FC92-48A7-BB30-4207683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BD01D-0EBD-4B38-98A0-7112933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9F7C8-7ABE-4EAF-BF97-1B3D1E2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CAF7A-BF74-4AAB-840C-C2700168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F0026-9D49-4689-B87D-C32B9A8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FB528-94C5-4430-BD3F-846E35E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D47A8-AE91-419F-AED0-A363E2B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8AC64-24A2-4A40-9009-CF2E4C0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548ED-1822-4FF5-965E-E98E01D8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CA86E-8EB8-4192-929E-76F5159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7B1FB-12D5-4735-B35C-744BD8E5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281808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09300-E0A2-4F86-A39B-62625B8D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19B2-D98D-4826-AB66-46AF71E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DEB3F-D779-4D70-977D-61E0381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E547-0860-4C0E-9412-AC39DFE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B8DA9-5002-4281-B27E-08FBA39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C8BC-BBF5-4FEC-BE90-03B00C87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F8965-6932-4A3C-8F8A-ADDB838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A4019-E111-43A1-A705-4FE1C04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DAFF1-706C-49FC-BBE3-73BF0C9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6FADA-0037-4DE4-9527-D4541BC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Write 35% as a fraction in simplest 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29D20-AF65-4CC9-B863-559693ED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3498E-9721-463E-999C-CA14B04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98830-C275-487D-9CBC-EC9C834F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7/20.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3832354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08B66-1044-4F6F-99B2-9E1B8581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9E0E5-E85C-4654-AF4F-AF241ED7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0564E-0EF4-4A1B-9F62-0E09A334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D978B-A172-4CC9-AB24-389106A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C8677-B67A-43F5-9265-E42C0CD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AD25-E673-4C62-8085-6C81316D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63AB-1759-4025-A794-2D94124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110A5-0C6C-4374-B0BC-137551F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E554F-3D15-4C3B-9F1C-68A2DA0F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F5489-C7C4-43A8-90B7-123FF974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79694-3308-4F7E-B258-5CC5C5D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C4CF1-86CC-4E10-923C-615551C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0CA78-1DEE-4653-ADA8-C7B73D52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E8067-1E27-4E9C-8840-F161F03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A0681-31B2-4184-9C32-6BBF13F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F171D-8E9E-43F2-B7CA-8427ACC1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62.5%.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01227-4D02-4D68-9C56-93B56E78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78D8-735D-4306-BFEB-6F9E5229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2532068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A3CF0-D4EF-4794-AAA7-61C4A017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EB8B5-0DDD-4B85-BCFA-E34E106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52EFB-3DCB-4034-A7DB-63C1254A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E1DA7-402F-4325-9D49-11D8BFFD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FC44-0305-477E-AC67-F16CF3F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DB84-B17D-470E-985B-8C1E93D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9C7E5-BEF8-4719-AA6A-EB0712A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2F788-6D72-4513-A7AF-B03B802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7F900-A442-4607-A967-375218CF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equivalence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79023-99C1-40E6-AFF9-56B935A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60255-D8C4-4DEC-B7A5-2D41BCA8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8F9D2-6663-4EA7-BD07-7D32F786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B77B-1E92-4665-92DC-52E91B3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B79DF-6D50-4212-9665-5F1C0612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83F93-685F-4B67-9F85-6D3D8AD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BC309-936C-4CC8-894B-EC52B47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7646B-35B8-4997-811E-6169519F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moves the decimal point without considering the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DA799-0406-4D16-A705-DF451957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C7C32-9EE2-4FC4-A26F-C322896C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D5E4B-9465-42AF-AFBB-C1661C96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54C2D-7CD3-4530-A9B0-4F4AEFD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0FE9D-243E-4742-9359-8320BE0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8509279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2026-09-09T22:14:05.2210000Z</dcterms:created>
  <dcterms:modified xsi:type="dcterms:W3CDTF">2026-09-09T22:14:05.2210000Z</dcterms:modified>
</coreProperties>
</file>