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3329aecded495d" /><Relationship Type="http://schemas.openxmlformats.org/officeDocument/2006/relationships/extended-properties" Target="/docProps/app.xml" Id="Rd598b8b1e95540a8" /><Relationship Type="http://schemas.openxmlformats.org/officeDocument/2006/relationships/officeDocument" Target="/ppt/presentation.xml" Id="R69f50f8fd7d746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2625ce350a40f9"/>
  </p:sldMasterIdLst>
  <p:notesMasterIdLst>
    <p:notesMasterId xmlns:r="http://schemas.openxmlformats.org/officeDocument/2006/relationships" r:id="Ref39fe3191e0499d"/>
  </p:notesMasterIdLst>
  <p:sldIdLst>
    <p:sldId xmlns:r="http://schemas.openxmlformats.org/officeDocument/2006/relationships" id="256" r:id="Re799b98d647a482f"/>
    <p:sldId xmlns:r="http://schemas.openxmlformats.org/officeDocument/2006/relationships" id="257" r:id="Re01baa6555954629"/>
    <p:sldId xmlns:r="http://schemas.openxmlformats.org/officeDocument/2006/relationships" id="258" r:id="Reb914350d691433f"/>
    <p:sldId xmlns:r="http://schemas.openxmlformats.org/officeDocument/2006/relationships" id="259" r:id="Rdf61e5be19284446"/>
    <p:sldId xmlns:r="http://schemas.openxmlformats.org/officeDocument/2006/relationships" id="260" r:id="Rf0acc668a6b94472"/>
    <p:sldId xmlns:r="http://schemas.openxmlformats.org/officeDocument/2006/relationships" id="261" r:id="Ra12e520267f94827"/>
    <p:sldId xmlns:r="http://schemas.openxmlformats.org/officeDocument/2006/relationships" id="262" r:id="Rea493556a6544191"/>
    <p:sldId xmlns:r="http://schemas.openxmlformats.org/officeDocument/2006/relationships" id="263" r:id="R7ed46150f7a64ba1"/>
    <p:sldId xmlns:r="http://schemas.openxmlformats.org/officeDocument/2006/relationships" id="264" r:id="R2c00ed6db1ca4f36"/>
    <p:sldId xmlns:r="http://schemas.openxmlformats.org/officeDocument/2006/relationships" id="265" r:id="Rcc49b3d153444e51"/>
    <p:sldId xmlns:r="http://schemas.openxmlformats.org/officeDocument/2006/relationships" id="266" r:id="Raa08f0d3ddc6471e"/>
    <p:sldId xmlns:r="http://schemas.openxmlformats.org/officeDocument/2006/relationships" id="267" r:id="Rc21efe5cb2d147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fc669c8e6e40a5" /><Relationship Type="http://schemas.openxmlformats.org/officeDocument/2006/relationships/slideMaster" Target="/ppt/slideMasters/slideMaster1.xml" Id="R2e2625ce350a40f9" /><Relationship Type="http://schemas.openxmlformats.org/officeDocument/2006/relationships/notesMaster" Target="/ppt/notesMasters/notesMaster1.xml" Id="Ref39fe3191e0499d" /><Relationship Type="http://schemas.openxmlformats.org/officeDocument/2006/relationships/presProps" Target="/ppt/presProps.xml" Id="R861759cabcac4ab5" /><Relationship Type="http://schemas.openxmlformats.org/officeDocument/2006/relationships/tableStyles" Target="/ppt/tableStyles.xml" Id="R19802b730f444c43" /><Relationship Type="http://schemas.openxmlformats.org/officeDocument/2006/relationships/slide" Target="/ppt/slides/slide1.xml" Id="Re799b98d647a482f" /><Relationship Type="http://schemas.openxmlformats.org/officeDocument/2006/relationships/slide" Target="/ppt/slides/slide2.xml" Id="Re01baa6555954629" /><Relationship Type="http://schemas.openxmlformats.org/officeDocument/2006/relationships/slide" Target="/ppt/slides/slide3.xml" Id="Reb914350d691433f" /><Relationship Type="http://schemas.openxmlformats.org/officeDocument/2006/relationships/slide" Target="/ppt/slides/slide4.xml" Id="Rdf61e5be19284446" /><Relationship Type="http://schemas.openxmlformats.org/officeDocument/2006/relationships/slide" Target="/ppt/slides/slide5.xml" Id="Rf0acc668a6b94472" /><Relationship Type="http://schemas.openxmlformats.org/officeDocument/2006/relationships/slide" Target="/ppt/slides/slide6.xml" Id="Ra12e520267f94827" /><Relationship Type="http://schemas.openxmlformats.org/officeDocument/2006/relationships/slide" Target="/ppt/slides/slide7.xml" Id="Rea493556a6544191" /><Relationship Type="http://schemas.openxmlformats.org/officeDocument/2006/relationships/slide" Target="/ppt/slides/slide8.xml" Id="R7ed46150f7a64ba1" /><Relationship Type="http://schemas.openxmlformats.org/officeDocument/2006/relationships/slide" Target="/ppt/slides/slide9.xml" Id="R2c00ed6db1ca4f36" /><Relationship Type="http://schemas.openxmlformats.org/officeDocument/2006/relationships/slide" Target="/ppt/slides/slide10.xml" Id="Rcc49b3d153444e51" /><Relationship Type="http://schemas.openxmlformats.org/officeDocument/2006/relationships/slide" Target="/ppt/slides/slide11.xml" Id="Raa08f0d3ddc6471e" /><Relationship Type="http://schemas.openxmlformats.org/officeDocument/2006/relationships/slide" Target="/ppt/slides/slide12.xml" Id="Rc21efe5cb2d147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3bdf9594cf42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df727f87f14737" /><Relationship Type="http://schemas.openxmlformats.org/officeDocument/2006/relationships/notesMaster" Target="/ppt/notesMasters/notesMaster1.xml" Id="R40cc21c7856c41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474457a9a9402b" /><Relationship Type="http://schemas.openxmlformats.org/officeDocument/2006/relationships/notesMaster" Target="/ppt/notesMasters/notesMaster1.xml" Id="R33d852f666e847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2e5e6964264e2b" /><Relationship Type="http://schemas.openxmlformats.org/officeDocument/2006/relationships/notesMaster" Target="/ppt/notesMasters/notesMaster1.xml" Id="R3fe159b9eb8e42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963260a1634758" /><Relationship Type="http://schemas.openxmlformats.org/officeDocument/2006/relationships/notesMaster" Target="/ppt/notesMasters/notesMaster1.xml" Id="Rba97165d1a6740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f300266f3d4339" /><Relationship Type="http://schemas.openxmlformats.org/officeDocument/2006/relationships/notesMaster" Target="/ppt/notesMasters/notesMaster1.xml" Id="R4f15455d06ed41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1197113d6449a2" /><Relationship Type="http://schemas.openxmlformats.org/officeDocument/2006/relationships/notesMaster" Target="/ppt/notesMasters/notesMaster1.xml" Id="R65c2d6692e8e46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5ca9a211ce040a1" /><Relationship Type="http://schemas.openxmlformats.org/officeDocument/2006/relationships/notesMaster" Target="/ppt/notesMasters/notesMaster1.xml" Id="R846d4d18c7544b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a817c90b324ea1" /><Relationship Type="http://schemas.openxmlformats.org/officeDocument/2006/relationships/notesMaster" Target="/ppt/notesMasters/notesMaster1.xml" Id="R339bcba4565249c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63ec3649077421e" /><Relationship Type="http://schemas.openxmlformats.org/officeDocument/2006/relationships/notesMaster" Target="/ppt/notesMasters/notesMaster1.xml" Id="R0a83e603f2494ef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d9c8ebe6af4875" /><Relationship Type="http://schemas.openxmlformats.org/officeDocument/2006/relationships/notesMaster" Target="/ppt/notesMasters/notesMaster1.xml" Id="R3f6332b270344f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2fcc509cd894007" /><Relationship Type="http://schemas.openxmlformats.org/officeDocument/2006/relationships/notesMaster" Target="/ppt/notesMasters/notesMaster1.xml" Id="R8e9c39f54155461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86dd01446f4d95" /><Relationship Type="http://schemas.openxmlformats.org/officeDocument/2006/relationships/notesMaster" Target="/ppt/notesMasters/notesMaster1.xml" Id="R2e276b2090d44d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Hundred squares, fraction strips, double number lines, conversion grids,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0.35. | Choose a representation out of 100 or use division. | Use a hundred-square model or multiplication and division by 100, then check against a known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fraction, decimal, percentage, equivalent, hundredths, convert.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0.36 and 36%.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0.35.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 hundred-square model or multiplication and division by 100, then check against a known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0.35..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62.5%..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7/20.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62.5%.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62.5%. | Use a hundred-square model or multiplication and division by 100, then check against a known benchmark.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b1583bcd0b40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3d306bf5b444dc" /><Relationship Type="http://schemas.openxmlformats.org/officeDocument/2006/relationships/slideLayout" Target="/ppt/slideLayouts/slideLayout1.xml" Id="Rfeb041d5307d42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b041d5307d42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7b39f61e044413" /><Relationship Type="http://schemas.openxmlformats.org/officeDocument/2006/relationships/notesSlide" Target="/ppt/notesSlides/notesSlide1.xml" Id="R9bf68442aad943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9e5ec307f74364" /><Relationship Type="http://schemas.openxmlformats.org/officeDocument/2006/relationships/notesSlide" Target="/ppt/notesSlides/notesSlide2.xml" Id="Re4f7d6baec8e46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80be6fec44aeb" /><Relationship Type="http://schemas.openxmlformats.org/officeDocument/2006/relationships/notesSlide" Target="/ppt/notesSlides/notesSlide3.xml" Id="R9e8279c30a8643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09dd11e2094279" /><Relationship Type="http://schemas.openxmlformats.org/officeDocument/2006/relationships/notesSlide" Target="/ppt/notesSlides/notesSlide4.xml" Id="R2eadac62446a4f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ea0471d34f401e" /><Relationship Type="http://schemas.openxmlformats.org/officeDocument/2006/relationships/notesSlide" Target="/ppt/notesSlides/notesSlide5.xml" Id="Rbcacea96192041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9e38bfb8314432" /><Relationship Type="http://schemas.openxmlformats.org/officeDocument/2006/relationships/notesSlide" Target="/ppt/notesSlides/notesSlide6.xml" Id="R3fb18ec9ee13457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843093d4f4ca1" /><Relationship Type="http://schemas.openxmlformats.org/officeDocument/2006/relationships/image" Target="/ppt/media/image.png" Id="R4f84a93c8d084b52" /><Relationship Type="http://schemas.openxmlformats.org/officeDocument/2006/relationships/notesSlide" Target="/ppt/notesSlides/notesSlide7.xml" Id="Rc6980a3b200f4d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2f06fc5124f52" /><Relationship Type="http://schemas.openxmlformats.org/officeDocument/2006/relationships/notesSlide" Target="/ppt/notesSlides/notesSlide8.xml" Id="R655afed5a29e46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38adeaf914ecc" /><Relationship Type="http://schemas.openxmlformats.org/officeDocument/2006/relationships/notesSlide" Target="/ppt/notesSlides/notesSlide9.xml" Id="R2b9978392a7042e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e92b473ceb41a8" /><Relationship Type="http://schemas.openxmlformats.org/officeDocument/2006/relationships/notesSlide" Target="/ppt/notesSlides/notesSlide10.xml" Id="R46b7c9d569f4405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8be7fa23b9493d" /><Relationship Type="http://schemas.openxmlformats.org/officeDocument/2006/relationships/notesSlide" Target="/ppt/notesSlides/notesSlide11.xml" Id="Rf29ebee615f2432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c2e506681b4ea5" /><Relationship Type="http://schemas.openxmlformats.org/officeDocument/2006/relationships/notesSlide" Target="/ppt/notesSlides/notesSlide12.xml" Id="R3e048bcca32446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AC492F-CB87-4633-937C-9F8D0660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C85FD2-0F4A-4EBC-BA7D-E454C9F4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FDE5A6-6DE9-4423-A0B4-4131AA92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56FF1-AE6A-4635-9008-E96ABA28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57014-17DD-4640-B031-450841639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292D68-EB6D-4311-88F1-15205C6C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640EC2-2F45-4216-96B7-6E3A1F22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8B69E4-0F65-495D-B751-ADFB6A22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3951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missing-value problems using fraction decimal percentage equivalence.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9B4A6F-3688-4F0A-B965-A1F2BBD5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8B5396-FCE9-486E-9B29-CE538C67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Hundred squares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06BFE8-6298-483B-A1B1-A99CF5E9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6345438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B98D70-B87A-43BF-9F2B-BFF1A824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2B3155-AAD6-4751-A65E-F700A46A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15CC43-9318-4B15-B0D1-05B68E51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12153-4FA4-4D9C-B9D7-08C7AAB5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B1FBC4-3945-48B6-BFFD-E2CD42582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1DFCE3-7FC9-420E-BDFD-1C6B44E4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42D879-4920-4ADC-93F3-B4FECCCC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D63B03-13E7-43EE-BB41-D8454AA0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F16706-DBF8-40BD-8872-5AD2E154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013E59-1460-4D6E-BC9A-40FF1B0C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65E2BE-BA40-4DFB-BE26-F28F27F8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5D6F43-30C0-4C7C-8D46-9BE3270D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A43BC5-27F3-4771-A946-2AC1B69F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common equivalences and convert between fractions, decimals and percentages.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FBA9B6-8D8A-4A52-84E1-E94DD3C58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7291FC-3DB7-45CB-ADAB-A89AA3BF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10AA5D-5396-48C2-8B6D-4FA41DF6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4B2FDD-FBBF-4821-BE9A-34885B76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7/20 as a decimal.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14BF02-F5CD-4FA8-9F36-54531F28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E666B6-716E-4125-A27F-C19B89A7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81B046-DB31-42D4-BB9E-70EAF106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E4756B-63A5-471C-9236-036B5252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Complete: 9/25 = __ = __%.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DF7062-A7FD-4535-A672-C1FB5BBC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123213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023BEE-6C40-432E-9EBF-39E1E618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D779C1-2752-4C42-AD67-7DBC0B00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209009-EF8E-49D8-BB0A-39F3992D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CFCC85-8EF2-4FE1-9602-2C36354C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4B6B94-DF3D-4A59-930B-6C3FAE59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3C4D4D-A557-4333-A3D9-6B0BABCB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D0DEBD-694B-4256-B2A0-0CF8FD7B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F68537-8DC8-4540-A190-D3EEAADE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617F98-1EB3-4502-9EFA-FFBA60A7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2DC65C-99FC-4CFC-9470-F4E5FDC8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402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missing-value problems using fraction decimal percentage equivalence.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63F7E1-2696-4126-B8E3-A5BC2FA7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CF96A6-5A7A-4FA4-8059-EA47BE7E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Choose a representation out of 100 or use division.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E3E82E-7F13-4A2E-8351-DB30218E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Convert carefully while preserving the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00C1FE-B30E-4ABD-9050-BB194316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three forms against a benchmark such as one half.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6E82BF-2931-4BC5-AE85-31B8A0E0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fraction  |  decimal  |  percentage  |  equivalent  |  hundredths  |  convert</a:t>
            </a:r>
          </a:p>
        </p:txBody>
      </p:sp>
    </p:spTree>
    <p:extLst>
      <p:ext uri="{BB962C8B-B14F-4D97-AF65-F5344CB8AC3E}">
        <p14:creationId xmlns:p14="http://schemas.microsoft.com/office/powerpoint/2010/main" val="21323857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1DF3E8-D7D4-4223-AF21-4243CC97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336B18-ED3C-4020-AE8C-CD7AEAC3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F7222C-A8FC-4DA5-B870-10DCC8F7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EB65F-856D-46B7-83CD-CF487463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CD20E5-93CF-475C-B41A-D5B49207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0BC522-8AE3-4E2C-9D36-6F5C759E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F54AAF-D838-4B6D-8479-F61EF9C0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B409A-239E-43B6-AF92-B3E8622B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668D34-3CEB-4E87-8126-D2461375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80BEA-64AF-4445-8293-34C6238D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9/25 = __ = __%.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D541CF-20C6-4D5F-9400-8FC3DBF1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BA2BF2-8EC9-4A4E-8B05-35F1F0E0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01695-21EC-4C07-8DFB-CC1A3335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Choose a representation out of 100 or use division.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912E5-2B73-491F-9B43-70D50D9F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7E499-D771-4982-85D2-DCDC35C8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FEF795-844D-4B6D-8D2A-9CCAA2AF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Convert carefully while preserving the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29FE13-3158-41A3-8F61-634936FA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5A7C68-F062-4EFA-884D-4A27723C4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AD50FA-BEF5-4E83-81ED-B1BEC50D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0.36 and 36%.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ADBC9D-6AD0-4193-AB4B-5E61FA6B4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4CE242-2F67-4EBD-9009-E2AD1FBA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960498-D8A3-4A76-9F11-F1EE3054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three forms against a benchmark such as one half.</a:t>
            </a:r>
          </a:p>
        </p:txBody>
      </p:sp>
    </p:spTree>
    <p:extLst>
      <p:ext uri="{BB962C8B-B14F-4D97-AF65-F5344CB8AC3E}">
        <p14:creationId xmlns:p14="http://schemas.microsoft.com/office/powerpoint/2010/main" val="18782504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F5FE20-EA57-4D5C-BB39-721ED2C2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9EE93-7513-42C6-B219-AE256CEF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61A987-A2A2-4D46-A863-6118C11A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200D43-1290-4788-92D8-6A63024A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7E3A23-F4C5-4778-819C-BF4F77B2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7A2F75-2BAC-46A7-9090-B96F6B22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E74EE6-033E-4F28-AE53-D5E09A1F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0174B3-3625-45AD-A365-098DEC4D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5A4792-A046-47E3-9BC4-2D468F39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B7FD9-B013-4E21-87A4-BEF9012F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3A3A2-9EDD-4E67-8827-3FF16BEC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0.36 and 36%.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ABE6D1-D2CF-429C-9E47-E333F012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65D34E-518F-457E-A7BF-78C1F2A5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three forms against a benchmark such as one half.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D4E342-9FAD-4CA1-B160-BE8152D8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245951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CBA820-BB06-4D2B-9FDD-1231CBC3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817EC-5D50-439A-A28B-3384D98C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08A6FF-A27A-484D-B9C9-4B7460FC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C87CDD-F602-4BC5-ABCA-0E34D21B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96DD5F-D424-4B6F-8BC7-96D3BAAC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69D52-DD64-4049-8B1F-CCD76AF4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C8829E-0359-483C-AC62-30402CBE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D19567-1123-4B74-BB8D-C8926ED9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60AE84-822B-41B5-9C59-0FE0AE95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9FDD1B-01A4-4E5C-AC12-44418BD4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7/20 as a decimal.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5B9F69-16BC-4F2A-BACA-847083EB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52BFD7-8B28-40BB-A659-9B685206A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0DC6AB-76F4-41CF-873D-C6F2477A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B430F-5E82-4125-96A1-FCAB84CF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02E6F9-6CDD-47F5-AD40-F0366B4E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0.35.</a:t>
            </a:r>
          </a:p>
        </p:txBody>
      </p:sp>
    </p:spTree>
    <p:extLst>
      <p:ext uri="{BB962C8B-B14F-4D97-AF65-F5344CB8AC3E}">
        <p14:creationId xmlns:p14="http://schemas.microsoft.com/office/powerpoint/2010/main" val="7555320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6981C9-6F61-4889-93D0-3D082494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CA42DC-EECD-419A-A9E9-4B12F3B4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F446C-4019-4995-86AE-47B13F47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4724C8-2FD9-4B42-891D-B59CBE87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E93012-7EFE-4479-B5CA-E66BB7BD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69194-8FFB-468E-84E7-38DE28A0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6BC884-42A6-4A57-8ECD-B6795121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6069D-A0D3-4FE8-AB89-B60BBFF7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84213-1485-4A24-AD60-FB82ACAB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84a93c8d084b52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D77C16-DEE4-4A69-9222-8CF1A669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DEF757-FCA2-47A5-873D-B3B9420F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moves the decimal point without considering the value.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E1C660-BD13-4694-946E-AB834690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DABBAE-9125-4136-9EE3-894DC414D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1E7FFE-9832-4023-9AE9-8F6784CC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 hundred-square model or multiplication and division by 100, then check against a known benchmark.</a:t>
            </a:r>
          </a:p>
        </p:txBody>
      </p:sp>
    </p:spTree>
    <p:extLst>
      <p:ext uri="{BB962C8B-B14F-4D97-AF65-F5344CB8AC3E}">
        <p14:creationId xmlns:p14="http://schemas.microsoft.com/office/powerpoint/2010/main" val="13384430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2C3F54-ECE3-4CBE-B3A1-19800F6F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64ABD1-8268-46DA-AAD6-2F67764C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37F2B-E701-4981-8657-05148653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7BAB89-6240-4F90-A3EE-B298D8AE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A3E95-9CC9-425E-9838-D5A9938C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D158F3-6DD3-47FD-A7A4-9665A687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DE3A9C-43E6-42C4-A683-CE4E9525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4BC46D-7619-45F9-BDA0-B32A8226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653BC4-0CB3-4494-BF50-42F18DC1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63AF22-DDB9-406C-BB9D-C15D3724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CAA93B-16AE-4843-8F0E-7ACBD83D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670E90-D4A1-42EB-80E1-12115565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5FBDD0-3DA6-4CF0-B76E-4EDEB483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7/20 as a decimal.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374AFD-6B63-4569-84FD-A3708839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D0998D-A230-43FE-99D7-E536EAA5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87200B-66F9-49CF-82E5-142CF6AE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A88511-1020-41BE-8F13-0AA445DB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2A0907-C641-45FA-A9CF-ADC6A679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9AA662-66CD-4EC0-B3D5-B2CAE5A5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CB0ECB-04EB-4643-AAC9-DFFA3BC7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F09A6D-FC69-430F-BDFD-048308B3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0.35.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70A99F-39AD-40C1-B644-1C0128D1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628564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E384B1-D394-4D6C-A055-220128F9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31E4B8-476E-4016-9528-01F66E75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98375F-B08C-4131-9B45-9DF37BBB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E60946-FCF3-46B0-BF14-9C8A9EBF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A1DFEA-67BD-4181-88FA-745B745D6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955B12-320F-46AB-8ECA-8609C4DA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8AA859-C259-4006-B594-6C0EDFBE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33F7AB-00B3-4405-A7DF-4A59E3C0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35E8B1-148A-4922-8FFF-D9859B14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EDEFB-F23E-42B0-AA42-8A307E79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C76F8-76FC-4309-870B-A62F717C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3FDC87-489C-4EAB-BA92-25FF1E57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8851AB-8FAC-48CF-A81D-035C1019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0.625 as a percentage.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617F02-D061-42C0-8F36-0ADE4A9D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25AD14-C146-4873-A355-4E7A8B98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D2149D-B27A-4CC3-8495-FE6271A0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87FCC4-8E1B-49A3-8588-625E4ADD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6B97F0-F93C-4F73-89C9-20DFD85D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47436C-B3FE-4365-90E1-0E8A4EFC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45620E-39CE-47DE-A134-CB37C29A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57D6F5-B8EF-431F-9A89-24F0F023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214330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DA308C-BF09-4A8B-8A66-5DCFA4A9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5FCE2-A830-4446-941E-C6E6CCC2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5B4CF2-6588-4527-BCFB-54017FD0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E967CB-25D6-4DD6-8A31-E9090BC1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8A699-FBF4-437F-8BFB-02606993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6E931D-9044-46F4-8297-747AF876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1027F-18D3-4EDF-80F4-5406842A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B3057D-B463-4B65-BD9B-C8324BA7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A6BD38-4295-4790-BADF-C6BC875A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1B690D-3E34-4ABB-881E-C97F6426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Write 35% as a fraction in simplest form.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6F46F3-4B06-4BAF-8564-094C934F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99C725-4AC2-4855-9420-C39DB3D4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FBB652-32F1-4AF0-AFA4-52D03E04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7/20.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5461924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C3D1B8-D7CB-4344-A7CD-437A4171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243C04-D4C7-4762-94CC-9B3EA491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B30D92-4D03-417F-B01D-D3535FF0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66C097-1930-459B-BA7C-5859E795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9639D1-7147-4391-92E8-2DBA7454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59F0A-95F3-46E9-AB01-9217A79E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5CA4A-A758-4AFF-9FFC-51DCF2DD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BB5B76-E500-476F-B388-89A9E929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277E1-DCFC-4311-859A-31F47938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21352C-8AFB-4C38-9A0D-02C05FBE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AE4A0-0B05-42D2-B5DA-12087D8B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3FEB8-1EFC-440D-8B77-C2351E90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0.625 as a percentage.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36BA7E-9560-4AED-A3F4-C4EA7CFA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5426B9-12BD-437E-8EE0-08D8C901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75836-1099-4607-A45A-E7E5A7EB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8484A0-B95F-4ABB-A638-F39ABE43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62.5%.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2D99DF-0A46-4D50-B022-9645759A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2C7AD1-ADD1-4289-ADBA-7C777168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301233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4C45E6-6213-4BDA-A628-6BBCFAE1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620BAA-0AD8-491E-86D9-39493038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1F83F5-6795-4F90-ACFD-CA87D6A0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023FC-F388-4FB1-B28D-288A81DF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72591-9D84-4485-A7FD-51B466D2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9E676E-AC79-4C71-94BB-EE00A3EE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81DF7-EEE2-49F1-AE66-B57316CC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EFB9B-5786-4A5A-BBC4-235DC864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78396-0DC4-4586-9FE0-8DB83B6B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equivalence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2D50AC-68EE-45D3-B0BD-EF537F32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E94074-EDA2-47CF-9AC8-5417FE55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190912-92E2-4D98-9B7B-6154F20A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67D7A2-BFBD-4D12-B030-11E1EE04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0.625 as a percentage.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CB84C6-1545-410C-B390-E78696040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2BD08C-7E68-445A-9B0A-A14367A3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134FFD-6367-4D43-B139-5946BB03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08946E-1937-4960-B114-674D305F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moves the decimal point without considering the value.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53EAE8-A86D-4625-A486-F6678F52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AE54A3-BD3C-4428-A169-79C66CC7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C41D9C-BCA0-4DCB-9A35-6A4DE1FA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BE54B6-5375-44D4-B6AE-B0497758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D26F53-37AB-48B9-8D6C-96CBC91B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712065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2026-09-09T20:46:59.1190000Z</dcterms:created>
  <dcterms:modified xsi:type="dcterms:W3CDTF">2026-09-09T20:46:59.1190000Z</dcterms:modified>
</coreProperties>
</file>