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b92eae62b74ea5" /><Relationship Type="http://schemas.openxmlformats.org/officeDocument/2006/relationships/extended-properties" Target="/docProps/app.xml" Id="R321a043f61164a5f" /><Relationship Type="http://schemas.openxmlformats.org/officeDocument/2006/relationships/officeDocument" Target="/ppt/presentation.xml" Id="Rdf14ee5454bc40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09442ee3214799"/>
  </p:sldMasterIdLst>
  <p:notesMasterIdLst>
    <p:notesMasterId xmlns:r="http://schemas.openxmlformats.org/officeDocument/2006/relationships" r:id="R59914063a920404c"/>
  </p:notesMasterIdLst>
  <p:sldIdLst>
    <p:sldId xmlns:r="http://schemas.openxmlformats.org/officeDocument/2006/relationships" id="256" r:id="R2efe2efed2f04523"/>
    <p:sldId xmlns:r="http://schemas.openxmlformats.org/officeDocument/2006/relationships" id="257" r:id="Ra1fedce3e2c34981"/>
    <p:sldId xmlns:r="http://schemas.openxmlformats.org/officeDocument/2006/relationships" id="258" r:id="Rbb92581e9b974dcb"/>
    <p:sldId xmlns:r="http://schemas.openxmlformats.org/officeDocument/2006/relationships" id="259" r:id="R3b18a19dd0ac4952"/>
    <p:sldId xmlns:r="http://schemas.openxmlformats.org/officeDocument/2006/relationships" id="260" r:id="Re038ea1db55c401d"/>
    <p:sldId xmlns:r="http://schemas.openxmlformats.org/officeDocument/2006/relationships" id="261" r:id="R26249a93636c465e"/>
    <p:sldId xmlns:r="http://schemas.openxmlformats.org/officeDocument/2006/relationships" id="262" r:id="R945d4bcec0314a7c"/>
    <p:sldId xmlns:r="http://schemas.openxmlformats.org/officeDocument/2006/relationships" id="263" r:id="R47f85859c8f24b1f"/>
    <p:sldId xmlns:r="http://schemas.openxmlformats.org/officeDocument/2006/relationships" id="264" r:id="R8ce77c8e2e124caa"/>
    <p:sldId xmlns:r="http://schemas.openxmlformats.org/officeDocument/2006/relationships" id="265" r:id="R950ae2d1b08c4938"/>
    <p:sldId xmlns:r="http://schemas.openxmlformats.org/officeDocument/2006/relationships" id="266" r:id="R73eb93b1db7b4a05"/>
    <p:sldId xmlns:r="http://schemas.openxmlformats.org/officeDocument/2006/relationships" id="267" r:id="R9372b18a24d042d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72d46d61cb421b" /><Relationship Type="http://schemas.openxmlformats.org/officeDocument/2006/relationships/slideMaster" Target="/ppt/slideMasters/slideMaster1.xml" Id="Ra009442ee3214799" /><Relationship Type="http://schemas.openxmlformats.org/officeDocument/2006/relationships/notesMaster" Target="/ppt/notesMasters/notesMaster1.xml" Id="R59914063a920404c" /><Relationship Type="http://schemas.openxmlformats.org/officeDocument/2006/relationships/presProps" Target="/ppt/presProps.xml" Id="R577d0c9c7ad34d1a" /><Relationship Type="http://schemas.openxmlformats.org/officeDocument/2006/relationships/tableStyles" Target="/ppt/tableStyles.xml" Id="R098f628ecaf54ddd" /><Relationship Type="http://schemas.openxmlformats.org/officeDocument/2006/relationships/slide" Target="/ppt/slides/slide1.xml" Id="R2efe2efed2f04523" /><Relationship Type="http://schemas.openxmlformats.org/officeDocument/2006/relationships/slide" Target="/ppt/slides/slide2.xml" Id="Ra1fedce3e2c34981" /><Relationship Type="http://schemas.openxmlformats.org/officeDocument/2006/relationships/slide" Target="/ppt/slides/slide3.xml" Id="Rbb92581e9b974dcb" /><Relationship Type="http://schemas.openxmlformats.org/officeDocument/2006/relationships/slide" Target="/ppt/slides/slide4.xml" Id="R3b18a19dd0ac4952" /><Relationship Type="http://schemas.openxmlformats.org/officeDocument/2006/relationships/slide" Target="/ppt/slides/slide5.xml" Id="Re038ea1db55c401d" /><Relationship Type="http://schemas.openxmlformats.org/officeDocument/2006/relationships/slide" Target="/ppt/slides/slide6.xml" Id="R26249a93636c465e" /><Relationship Type="http://schemas.openxmlformats.org/officeDocument/2006/relationships/slide" Target="/ppt/slides/slide7.xml" Id="R945d4bcec0314a7c" /><Relationship Type="http://schemas.openxmlformats.org/officeDocument/2006/relationships/slide" Target="/ppt/slides/slide8.xml" Id="R47f85859c8f24b1f" /><Relationship Type="http://schemas.openxmlformats.org/officeDocument/2006/relationships/slide" Target="/ppt/slides/slide9.xml" Id="R8ce77c8e2e124caa" /><Relationship Type="http://schemas.openxmlformats.org/officeDocument/2006/relationships/slide" Target="/ppt/slides/slide10.xml" Id="R950ae2d1b08c4938" /><Relationship Type="http://schemas.openxmlformats.org/officeDocument/2006/relationships/slide" Target="/ppt/slides/slide11.xml" Id="R73eb93b1db7b4a05" /><Relationship Type="http://schemas.openxmlformats.org/officeDocument/2006/relationships/slide" Target="/ppt/slides/slide12.xml" Id="R9372b18a24d042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5d7302483f4b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be99340252498d" /><Relationship Type="http://schemas.openxmlformats.org/officeDocument/2006/relationships/notesMaster" Target="/ppt/notesMasters/notesMaster1.xml" Id="R83dfe42c916c40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742bb8e0734bd8" /><Relationship Type="http://schemas.openxmlformats.org/officeDocument/2006/relationships/notesMaster" Target="/ppt/notesMasters/notesMaster1.xml" Id="R9d20ce6535fb47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438f8f5e5446c8" /><Relationship Type="http://schemas.openxmlformats.org/officeDocument/2006/relationships/notesMaster" Target="/ppt/notesMasters/notesMaster1.xml" Id="Rc2f3b8f8d7a44b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f32d7c6d59491d" /><Relationship Type="http://schemas.openxmlformats.org/officeDocument/2006/relationships/notesMaster" Target="/ppt/notesMasters/notesMaster1.xml" Id="Rcfe180c3d06347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260d94c0c54b95" /><Relationship Type="http://schemas.openxmlformats.org/officeDocument/2006/relationships/notesMaster" Target="/ppt/notesMasters/notesMaster1.xml" Id="R512f91631a3c44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03fbbdd55e475b" /><Relationship Type="http://schemas.openxmlformats.org/officeDocument/2006/relationships/notesMaster" Target="/ppt/notesMasters/notesMaster1.xml" Id="Rbb4569e4d9d44d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fe2d73dae7440a" /><Relationship Type="http://schemas.openxmlformats.org/officeDocument/2006/relationships/notesMaster" Target="/ppt/notesMasters/notesMaster1.xml" Id="R0cf87b6c19bb40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d9119bc4ee420d" /><Relationship Type="http://schemas.openxmlformats.org/officeDocument/2006/relationships/notesMaster" Target="/ppt/notesMasters/notesMaster1.xml" Id="R83fd227c5aa44c3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624878a4c014f3f" /><Relationship Type="http://schemas.openxmlformats.org/officeDocument/2006/relationships/notesMaster" Target="/ppt/notesMasters/notesMaster1.xml" Id="R7d518227e9bd4ba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75df0eee964b30" /><Relationship Type="http://schemas.openxmlformats.org/officeDocument/2006/relationships/notesMaster" Target="/ppt/notesMasters/notesMaster1.xml" Id="Rd5295e5ef54d4da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f55fdbbc604d60" /><Relationship Type="http://schemas.openxmlformats.org/officeDocument/2006/relationships/notesMaster" Target="/ppt/notesMasters/notesMaster1.xml" Id="R6c578e6eb20e45e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ff06917668c4e49" /><Relationship Type="http://schemas.openxmlformats.org/officeDocument/2006/relationships/notesMaster" Target="/ppt/notesMasters/notesMaster1.xml" Id="Refcc1c01edc74b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fraction strips, double number lines, conversion grids,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7/20. | Choose a representation out of 100 or use division. | Use a hundred-square model or multiplication and division by 100, then check against a known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fraction, decimal, percentage, equivalent, hundredths, convert.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62.5%.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7/20.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 hundred-square model or multiplication and division by 100, then check against a known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7/20..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0.58, 3/5, 62%..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0.36 and 36%.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0.58, 3/5, 62%.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0.58, 3/5, 62%. | Use a hundred-square model or multiplication and division by 100, then check against a known benchmark.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2d313add2840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6ce2a80a30494e" /><Relationship Type="http://schemas.openxmlformats.org/officeDocument/2006/relationships/slideLayout" Target="/ppt/slideLayouts/slideLayout1.xml" Id="R343b30290a484a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43b30290a484a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afeec9a554292" /><Relationship Type="http://schemas.openxmlformats.org/officeDocument/2006/relationships/notesSlide" Target="/ppt/notesSlides/notesSlide1.xml" Id="R05bcf7f91590409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a83b3c5b447ba" /><Relationship Type="http://schemas.openxmlformats.org/officeDocument/2006/relationships/notesSlide" Target="/ppt/notesSlides/notesSlide2.xml" Id="R390bffa1465741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33f71f72d4347" /><Relationship Type="http://schemas.openxmlformats.org/officeDocument/2006/relationships/notesSlide" Target="/ppt/notesSlides/notesSlide3.xml" Id="Rfd6f697ffabe49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e9795dbd5943d7" /><Relationship Type="http://schemas.openxmlformats.org/officeDocument/2006/relationships/notesSlide" Target="/ppt/notesSlides/notesSlide4.xml" Id="R33f49194be1044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159e348fcc40e5" /><Relationship Type="http://schemas.openxmlformats.org/officeDocument/2006/relationships/notesSlide" Target="/ppt/notesSlides/notesSlide5.xml" Id="Rd75e8767abca40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2c7a569a548c7" /><Relationship Type="http://schemas.openxmlformats.org/officeDocument/2006/relationships/notesSlide" Target="/ppt/notesSlides/notesSlide6.xml" Id="R2bda16c9456149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38680fcd9d4de3" /><Relationship Type="http://schemas.openxmlformats.org/officeDocument/2006/relationships/image" Target="/ppt/media/image.png" Id="R928009977fa04fcb" /><Relationship Type="http://schemas.openxmlformats.org/officeDocument/2006/relationships/notesSlide" Target="/ppt/notesSlides/notesSlide7.xml" Id="R7efca60791a643e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9921ef9ce4702" /><Relationship Type="http://schemas.openxmlformats.org/officeDocument/2006/relationships/notesSlide" Target="/ppt/notesSlides/notesSlide8.xml" Id="Raee432da513d45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5fa4e16e9143f7" /><Relationship Type="http://schemas.openxmlformats.org/officeDocument/2006/relationships/notesSlide" Target="/ppt/notesSlides/notesSlide9.xml" Id="R986e5b52644d45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96f578c9445ac" /><Relationship Type="http://schemas.openxmlformats.org/officeDocument/2006/relationships/notesSlide" Target="/ppt/notesSlides/notesSlide10.xml" Id="R557e98f44f4c4b8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2b7a558514ce5" /><Relationship Type="http://schemas.openxmlformats.org/officeDocument/2006/relationships/notesSlide" Target="/ppt/notesSlides/notesSlide11.xml" Id="R7916a687d4f6412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e83db6213a4f15" /><Relationship Type="http://schemas.openxmlformats.org/officeDocument/2006/relationships/notesSlide" Target="/ppt/notesSlides/notesSlide12.xml" Id="R2a3ac584fe0e4af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62C4A-2CF1-405D-9FA6-D5588366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B74FD-7AA8-462A-A988-52A7DD64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2F48B5-DA9D-4ABE-ABCA-7105CB1A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89DA88-71F6-4706-8224-FC25C227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864F7-782E-4128-9A9A-46790385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E6AE72-F302-4887-AA1D-0F2FBA5D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098ABC-EA91-476D-BA10-1F54C119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A1FF11-FBF1-4518-B906-9CB6E450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convert decimals to percentages.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A8485E-8593-4338-BC09-0CA0FE8B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49385D-5410-4900-8007-26332839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199F9F-1953-4841-A82A-849DD995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358156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7E84B5-76BB-40CC-894C-25814801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7B050D-B231-4766-8A2C-E0C042F0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F8357-5C7D-4F57-8332-4CFF7BD7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7809B-F811-4919-97E5-FB9E9B44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6C4FFB-520B-4E5C-A046-9B9896D8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4AE763-7790-4878-AFBE-FC9BFBE2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50002D-494D-4319-A7EF-FA5F64C1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4EDA92-8022-400F-BC5D-49766467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9F88EF-12B3-4415-B550-06240436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8B780D-306D-4218-9DE8-A636A35E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D8CF4E-0967-4985-BC72-4BA77D97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B79352-3BD3-437F-B80E-D1EF836C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C98E5E-7042-493E-8091-2011BC2B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common equivalences and convert between fractions, decimals and percentages.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82C21D-FAFB-45D6-AF3C-E5225F0A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F4D584-EBF2-4430-B33D-5DBFF6B7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31CF3A-B1C2-4EB8-8896-581920EB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44B74A-4BFF-4918-9614-1B41C798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35% as a fraction in simplest form.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D1C4C7-6BCB-4F55-9A4E-9E8D43EC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FC6B1A-10D3-44F4-BEE4-938FB555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67E865-BC4B-46A0-A86B-C085FC14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4A6A87-0331-407B-AEB2-5099EA54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Write 0.625 as a percentage.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8405A9-BE69-449D-9DAD-9C996C00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472330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48C137-17B6-43F1-946D-9FE13A8E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738C31-72B4-4EF4-806B-5A9DD3EE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260340-6B2C-4D10-9B31-519670C9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B6524F-6F29-4EAA-A690-EAFEE15A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71B25C-917F-4D51-9C16-0AE912D2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7DDCE7-F36D-4FDF-9A7C-4FEA8D45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4A6FBA-552D-4DE8-A712-C28B85BF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F7935A-EC9A-402C-8882-311DBDA7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A1778C-138A-4983-B671-EE0D8678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C562E7-4EB0-44EF-8309-CD9510D4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convert decimals to percentages.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912576-3B0F-4E7B-A98E-7027A4B7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C0B85F-6DC3-4320-9654-B6090A36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Choose a representation out of 100 or use division.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832B1-DBA6-4378-8EEA-4DFEA49C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Convert carefully while preserving the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BB21B5-2DA7-49B5-9D0D-EA9FD4C5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three forms against a benchmark such as one half.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072E55-8FC7-4586-AAAF-C135A112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fraction  |  decimal  |  percentage  |  equivalent  |  hundredths  |  convert</a:t>
            </a:r>
          </a:p>
        </p:txBody>
      </p:sp>
    </p:spTree>
    <p:extLst>
      <p:ext uri="{BB962C8B-B14F-4D97-AF65-F5344CB8AC3E}">
        <p14:creationId xmlns:p14="http://schemas.microsoft.com/office/powerpoint/2010/main" val="10266845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3C110C-62DB-4D6E-8F13-D9974A98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FE963-F1BF-4143-8D8D-6D9060D0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7E3A57-3801-4D4D-8742-92EFA6E5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ED703-4514-4490-9DE3-9151867B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DB1DE-A769-44B4-8BF7-7389B822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B2EBC-A191-4039-B494-88D8CB3C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806A67-B169-43DA-BEB8-D75C64C8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ED8AAB-C298-4178-89FB-5D2F4600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90AB0-115A-478C-BFF5-0F25BC59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BB17CD-0730-4BD1-8D48-12DC7E9B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0.625 as a percentage.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3288EB-954B-4D9C-BA0B-EBF86DF5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95081-F831-4DA5-AC2A-A5A4362A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DCFD82-1FC5-4154-8127-667D6524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Choose a representation out of 100 or use division.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7D3297-26AA-4A00-9178-D999DE3D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FF82F0-EBBF-48FC-98E0-3D6889C1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F86A7B-3E88-4688-B990-9C8832D6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Convert carefully while preserving the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8E931A-8B65-4087-9571-F4FA8193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554898-9D72-4D01-B2D3-8B3CD1D1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50701C-17A6-4D70-A642-743792A6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62.5%.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F0897F-D166-4AB0-8E9D-685C453E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C93ADE-46F7-411A-BC79-0032180F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8EB701-FBAD-42CE-8D2B-233B44AD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three forms against a benchmark such as one half.</a:t>
            </a:r>
          </a:p>
        </p:txBody>
      </p:sp>
    </p:spTree>
    <p:extLst>
      <p:ext uri="{BB962C8B-B14F-4D97-AF65-F5344CB8AC3E}">
        <p14:creationId xmlns:p14="http://schemas.microsoft.com/office/powerpoint/2010/main" val="15986165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B92DFC-9B5E-45DA-ABBA-20F19D30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F5F275-D381-4B99-952B-BA7EF514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095841-24D3-4E46-BBA7-28704AEF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C84214-5CBD-4924-9F04-EF770156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FA01FE-16AE-46D3-82D6-6381D4D68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4F5EFC-694B-4F96-9A49-83E8F983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71A3B8-D7F9-427F-928A-DAA22C06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30A339-0724-4FD6-BBC0-993D82C8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A26AA4-FE5F-4780-BB76-7B28D057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D0E195-FF4B-4980-BC5A-551413EC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FC40CC-418B-4C2D-9698-28FA8478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62.5%.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B96DB1-2F05-4B67-8FDF-6571648D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CDACC7-881B-4812-9311-2AF740E2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three forms against a benchmark such as one half.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D1A59-6B53-45D9-AF7A-65D5374D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836116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78B44E-5434-480B-ABBA-A998306B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523D36-2356-4868-A52E-E988E933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215DF5-A641-4365-9202-AFBE2548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1A6EE0-A5B1-47AD-839D-9FE32E48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82AFA9-449D-4F4A-B703-951DF118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3674FC-E103-41F4-B50B-72C06C2D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940A90-4524-4E67-A134-10139D42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636406-EB07-4D24-9C8D-074805DE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C6BA56-20A0-4518-B9DD-F0674994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AF7D4B-B352-42F1-A7F2-F9ABE957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35% as a fraction in simplest form.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DCD1FF-DE4A-49E1-9506-5F986AD1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411961-108B-4938-BEF5-9ED3410A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6BA6F6-C3BD-403B-9338-091BA29C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8FFF87-5592-463B-AADB-A150DB34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5A194A-1C01-4269-8CDC-88732947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7/20.</a:t>
            </a:r>
          </a:p>
        </p:txBody>
      </p:sp>
    </p:spTree>
    <p:extLst>
      <p:ext uri="{BB962C8B-B14F-4D97-AF65-F5344CB8AC3E}">
        <p14:creationId xmlns:p14="http://schemas.microsoft.com/office/powerpoint/2010/main" val="16346527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E92375-203F-47A6-8111-DCCB32BE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EB93D-2DBB-4373-9CA1-321CCAC20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7AE8F-A285-4216-A8CF-25E19901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193D05-77AB-491D-8343-E9A3E746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17AA6-10BF-4EA8-8612-8D14DBE0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7FBE4-5872-4341-BCAB-70A56F12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C6043-8BB7-47E1-A231-E6F84B92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F98CA5-7097-49C6-BFC9-468DBE97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C8DC6-5241-4207-9EC6-F4548A52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8009977fa04fc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E53FC-CE54-4E4B-947E-0D42837B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7E748E-0AA7-4A92-9D64-2A972DCD8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moves the decimal point without considering the value.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C4E318-9123-4287-B5C1-38411B78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AA9787-10C2-4B76-A882-A284DE32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FDB233-6326-4228-852B-2A65B15B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 hundred-square model or multiplication and division by 100, then check against a known benchmark.</a:t>
            </a:r>
          </a:p>
        </p:txBody>
      </p:sp>
    </p:spTree>
    <p:extLst>
      <p:ext uri="{BB962C8B-B14F-4D97-AF65-F5344CB8AC3E}">
        <p14:creationId xmlns:p14="http://schemas.microsoft.com/office/powerpoint/2010/main" val="18691955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486CDB-1919-4470-9652-7288683B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AF0531-E62E-4E16-BF76-A7F4296F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28081-0CB1-4A63-8957-09C30900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9B4D27-0897-491A-8FBA-B52ED95A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13DAED-84CF-41DD-A7CB-8A98C1C2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A503F6-A19F-43CA-94DB-1123030F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895082-4962-4A56-81D1-CCE4BE27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63271-06D3-47F2-8C66-8FC6CC4D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E41BCB-6D0A-4A84-B801-D5F5E308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999CE9-0BF9-4CDC-BC9E-B127A4D7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F51FB1-9A76-4E34-91ED-641B5E01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E81D42-0265-4EC4-A962-2E022C14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573EBC-925E-44A5-ABC7-C751D83B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35% as a fraction in simplest form.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B4CA22-B155-4D1A-8CB9-87CAC35C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B1BC6-E677-4DB6-9D7C-7D2520C2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0C71E8-0153-43F9-A6C9-A551EE813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CF87F0-A384-4FB4-AA52-E12DF33D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B9791C-10D3-4F68-897D-29F64796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E32B16-4F08-436C-8015-C8391F02B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08910D-F65B-4F83-B665-EB052EE4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76132A-253B-46F4-A960-305C6BF1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7/20.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FB2E5F-C016-4E2C-835C-9E7155C0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383342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42E818-73BB-4FF6-9B11-53B84D2B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C9D2A6-FE99-4D4D-AE2F-3D0FD899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043E2A-9660-4F25-AF51-444CA77B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267539-7346-4432-ACB1-B12B51BB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0C65BB-3216-421B-924E-8647660B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DA8EA9-6C7F-41DA-9CC7-F2AFF76E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051B0A-CF02-42DF-8B67-D63C727C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4F65A-CFBA-4BEE-88C8-325B46AB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48724F-15A5-4AD4-A0E9-2286E22F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5ECFA2-5671-4DEE-9604-BD66D288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7FA7E2-F260-4FB2-88C5-B4DF4562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0E62A2-1045-4E3F-AFE8-B94E8FE5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4A2D68-1F2F-4E1C-A024-9993BF2B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3/5, 0.58 and 62% from least to greatest.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60D996-FE7E-4657-9236-778FB990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827015-DF23-4CAB-93A6-C70EED6F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64120E-A064-4E82-A54E-FDBFA81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B8D0AC-81C3-441F-92CA-DF8D9DDD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B1D0D1-A695-4439-AD15-9946F308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8814FC-BB3E-4A6B-B403-93318765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B7C8E8-C8C1-4EA9-A9B0-66412B34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121F42-2811-4985-8233-5A1A1014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199261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E809E-211B-4951-8096-D27A6BA9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4AADB6-CE99-45DB-86CA-6CE6ED84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055AF-5802-44C4-A939-AF491858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7C789A-F133-4A1C-B39F-7CDFB0B9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CCCD4-2710-4E82-ACFA-171BA366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E322B7-8F11-4C52-8FC8-6274C822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2A10A4-D909-477C-AA58-2F1C2AA1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BABB24-2CA1-4B7C-B381-AD6FF960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A8B42B-5C5E-44EF-B28D-2F0CF7CC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AB9D0B-78FC-4E0A-B22D-B3EE90CF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Complete: 9/25 = __ = __%.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0EDD95-3206-4567-8F05-918D1CD4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495E5D-05B0-41B1-A9A9-67D77F23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538A86-9C07-40CA-8B65-5F1EC8AC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0.36 and 36%.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4476387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73F806-81C0-425B-A9ED-E9495EC9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5087A9-35D5-4945-A335-6ABB2997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C7210-BF46-4C4F-974F-6FBC1839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6A9103-D052-446A-BEC6-8B54E142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7C3695-2230-449A-BFB0-8206B7258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2E80F6-3090-459D-99D6-75474FFA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F2B9D6-99D4-4210-90A3-4F2B4B2E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F34BAD-65CB-423F-A61D-94497FD9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41BF1A-4E14-46B0-A47D-0AC5E63E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F2ACAD-73A5-4F05-B551-42E8687A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BCB57D-C4E3-4386-8321-06636F27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8D7001-A64E-46FE-8B23-4C366656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3/5, 0.58 and 62% from least to greatest.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113943-DA8F-4FEE-AE2F-AAB490B2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CD5A10-2891-41F7-8B90-4C6C7C16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CE9859-6408-4A76-A707-3BDD88F4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BE9563-88B2-46FC-9033-0CEF4A33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0.58, 3/5, 62%.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2373B2-EFC6-44AB-A997-B0BC0818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2C2FDD-074A-4DD4-B0CC-6249FD86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627454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45E11C-E92D-4DDF-BF52-F5C8C958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B6480-B65B-4DC3-971F-CFE4A985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F0E3E-7EB1-4A6A-AB3E-AC74D1E3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EF0C5F-2B6D-4438-9269-9634CE3D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F7958-5165-4BAA-A863-4B320AAF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790D8F-EACF-427C-AA2E-762155CB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99FC5-D2D4-47AE-A461-7DFCEFF4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18D16-8E36-4ADF-8F36-E8ECF379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389DD5-1EBA-431D-9EFA-482BCABA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1EF4C5-B9D8-466A-9349-F69C3044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89243C-1974-4467-8D13-B17EC9EB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CEDE16-2F2D-4837-AD1B-EAEFBBBC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12876B-4481-403E-AB93-CF2AF2D8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3/5, 0.58 and 62% from least to greatest.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1E260E-C4D8-4FA5-94BF-E97829CF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CC8E2D-5825-4A69-B8C7-0682D092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0A2B35-2F74-4E66-98C7-3676B96D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2AEF1-FE9D-43E0-8074-95F12E89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moves the decimal point without considering the value.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890975-AF5B-43AA-B917-E5A812A3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BE7B2C-E4E3-4B64-98EB-99A84C62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130C0E-80F4-4139-8F98-E6E1F97D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5D72FD-22D9-40E1-BD42-2AA6C8AE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EC557C-8DE0-497A-A045-4B44374C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291191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2026-09-09T20:46:56.0610000Z</dcterms:created>
  <dcterms:modified xsi:type="dcterms:W3CDTF">2026-09-09T20:46:56.0610000Z</dcterms:modified>
</coreProperties>
</file>