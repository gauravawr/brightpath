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Convert decimals to percentages.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I do.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You do. Pause before clicking. Let pupils try independently, then reveal and discuss every step. Use a hundred-square or equivalent fraction out of 100. One whole is 100%.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Convert decimals to percentages.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23FB739B-0903-4672-A5B1-CA941F08B9C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Convert decimals to percentages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594F27E-F7B0-4D59-9635-6366A84085FE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FE42003-7FC0-422C-8121-F51C41AC2B4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81D6415-064B-4293-9E74-31FABBEDC8D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7D1AF06-8E7A-496F-A90A-C650019014C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4685B70-7504-421E-BAD3-54E47C9201E6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convert decimals to percentages.</a:t>
            </a:r>
          </a:p>
        </p:txBody>
      </p:sp>
    </p:spTree>
    <p:extLst>
      <p:ext uri="{BB962C8B-B14F-4D97-AF65-F5344CB8AC3E}">
        <p14:creationId xmlns:p14="http://schemas.microsoft.com/office/powerpoint/2010/main" val="130848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8DF5CE6C-A7B6-4D06-8768-69C4D5F35FF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AFBF1CD-F5AF-4829-97A7-C688424B4D7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5/8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539478E-F900-465B-B2BA-30D25F8C84C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FEBB575-7657-44B9-AE30-6E89BDE5BE4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478F95E-CC95-4E47-A9B0-BDC4E0D31F9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AD0F64E-B18E-47F3-AFB3-70753E928F0F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9CF6203-B15E-4C64-91AF-702A44A1100C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493E62F-E619-4BEF-B3CE-E5188A2E10EE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5B410CC-4A71-4183-8920-6058D676F702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3E098E2-54E3-40E3-9B34-EB034AE5D0CD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6CF044-1645-4F0A-8C7B-1BF45A856227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9355D72-D185-420E-B11F-ADF9B73846F5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0A4D88A-C09C-44C9-B153-0F3106E4C63E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4DAA15A-C6F6-4B9D-9784-83DCE739C598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C07B76F-B963-4C5B-A388-258646FC7063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5BB6931-8E08-4F9C-B9C4-25DC437C3305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528CEF40-BB7E-4C67-B8DD-27835E6E5206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FD8FC26-9425-43A3-9CBA-1D38AB3FE90A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8C0D5CE-41A3-440D-B913-D27D14998D32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E76247D-A663-444B-9F4A-F2E65A7555AD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15DB1C-2651-4727-A88E-D321C092DA3E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564515B-5F3A-47A2-BC90-9196548B4E86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4A6CD94-7335-4E47-B42B-5769666C497E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BDCD01D-1BC9-4D04-A43C-CBBF610C0E7B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C289359-8AB1-4A5F-A8E1-4D5CD34DAEE6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A1D2ABD9-9F1A-4A7D-A1F8-60D5F5F8320E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3739340D-0CAC-4A71-A55F-E658292E4674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1AED54A-79D8-4B5B-9B41-ED44D2E09EBF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380499B-38DB-4B57-A30B-81E0DDB4656E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8B08200-B37D-4D65-9FB1-ADFC80BAE093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2D95AD63-9214-4124-B2C3-932D342853D8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466FAB4-DC07-4072-BF76-A633A1517CAA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C36E834-DE26-4A02-91A6-6D305B03C4FC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C2B41CD-2253-416C-A5C6-9DEB86F423A8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529A12BF-FBAB-4CA3-8B2B-583272A21186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14BADF2-E75C-4D13-B072-4D66D5DFA1FD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2DED683-A7FE-4C73-8695-8F380A894C6B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4EA99FD1-D4FE-4319-83A6-BBF0225513FF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E01CB0F-4469-4B9E-A4B0-EEE6CFCC37AD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B1CDA6A7-53FE-4B71-9F6E-D1BB26E9F3F9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CE760060-091C-461D-BB3C-996A5891B285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D101263-BDC5-4487-9986-1F60A2F6F5CF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5A9F99D9-3FD4-4613-8179-38A97995BCDA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D45C47F-1656-4D89-8DB9-F097FE710825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F64A72A7-0055-4656-B3DC-1B5B19870D03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6E8D626B-F83C-494C-BAEB-F5AC3E7E01BF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3EFF0A90-B31C-4507-A275-9064CDC8A0B0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7D0AAD73-5664-451F-8D18-A76FFB53560C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082DCA88-0300-4C09-9902-9F830CC87A9E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65B996E6-5AFE-4C48-A122-2AA2BB8436C7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2A503EC8-36BC-44AE-A6DF-487959232D69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2FF37567-6C79-485C-8E0B-70C37AD396FD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8E2B6F6F-2627-4BC6-842D-E6A685CCE921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71431D9E-6361-4447-AB81-F11589199B09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7CB33914-534E-4F40-9441-B12E97A57CDE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8E304F07-2B7A-46F5-9AFE-86BF1449D7CC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A4BCFDE2-0A70-4BBF-8B21-F4D68F025868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053D5001-EA2A-44BA-B67D-825996BD46CD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949A52B-A631-462E-AA7C-7E3E972ACA53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7D878075-2552-4F1D-912B-3A3455DAC042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2F9EC4EE-8D8F-40B8-8937-D4FCF108C653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D077219D-9704-4494-87B4-1DD23CB0B59F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97EE25BF-0B19-45C9-BC4C-16A6245F7F5A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D40A7F0A-1740-476A-81D8-2E6537FEE4E9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D041D209-5981-4C32-85BB-1F3C64434666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B68FEB97-D6D3-43DB-BB70-51DC909EC5FF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5F99E48B-B5A0-4C52-9FBE-103D4A2EEAF6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AD24633D-2D46-4B1D-9A2B-76B98CEABBEF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94D3D8BA-DB89-4D12-9DFF-9E237E8C416B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25019752-1713-4F51-96EE-3F5DF192941D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16F40F53-1AB3-40F0-8501-77CFA1363014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609223A4-2125-4966-95CC-2D253E861851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05E26C2E-832A-4917-8913-3F882A642249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3A603397-2F4E-40D5-84FE-EDB700D444A0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EC45A631-5646-4811-9D49-43733724B110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94A1E27D-C597-4EB9-A106-95F35BB7ED40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424F677C-AFF4-467C-92C0-3FE3EFACF141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2B451037-2759-4CA8-8872-FB211B179FFB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5B360076-A02F-463B-A5F4-5C977F1E07D3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2D945F46-31A6-44C4-AC94-A60BA370E356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2AA7528E-A42D-4678-A99B-5E834F77BA9D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A1AF350C-4AF7-4F8F-9CF2-C836B87EF745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7CFC03EA-6747-4FB3-A254-D8EAA1466E18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21B6CE79-5F83-4FFD-80BC-CDAE30FD4016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30FE64A3-5393-49DA-B090-78B7F12193AC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F6642331-9B51-4B65-8F46-C85AA3C1D35D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056D4179-B67B-4FA5-A903-2A82A808E8E0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EEFF4AAC-E7D0-4179-9E5A-E26A79EFA2C2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8771AEF-2A46-46B7-837B-D0F9D29EC07F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17E7499C-423C-4D64-9470-DABF9D7EA1CE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8DED2F81-4201-4571-A38E-034EFC81A2F8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5746B04C-7978-4E41-A15C-1FF5D4A49857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9D7853C6-0BFB-482B-8B26-86820A40DB74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70CB9884-A037-4079-AFD5-7AB479196F9B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6EA0520B-9542-4CA3-9CA4-BA498A010804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18D99A6D-BAB8-4382-BDC4-0B4115A43678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1675FB6B-CAFE-448F-B045-5E7760131BBD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FB136177-1CF9-44A2-887F-C2DB1F0C6156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2DB8BD91-03E3-4B92-8846-E0C185EE0B76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8B46C57A-03FF-434F-B2FC-B300885288B9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6FFB73E8-FAB8-49FC-A26E-2C51467A19CD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3E31E0DD-331D-49E3-B7B9-77FBB4ECC2E6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84E6D8CD-C5A7-401F-811D-F13D7EB7D5E9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017DB652-0C41-47D7-874C-1E2C3EC58B14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895FE1C4-98F1-426D-9582-1E52686240AA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77840092-F3A9-440F-8541-1BE4E490A8B7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166688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C5C160B2-789C-4D53-A10C-27130EAF35AE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62.5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8E90CE8C-1CF0-49AB-8186-8B699F7941FD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BAC560F7-F73B-4AEF-AF9E-F8DDA2A3E577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011FD220-48A1-4130-BFDC-57D662753CEA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6E273812-C47A-447A-9B73-11FAC9BF4F82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0.625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9D38706D-1031-4840-ADD2-9FBEBD13948B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62.5%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B22854CA-F0A2-474A-929F-54078B4031FA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5/8 = 0.625 = 62.5%</a:t>
            </a:r>
          </a:p>
        </p:txBody>
      </p:sp>
    </p:spTree>
    <p:extLst>
      <p:ext uri="{BB962C8B-B14F-4D97-AF65-F5344CB8AC3E}">
        <p14:creationId xmlns:p14="http://schemas.microsoft.com/office/powerpoint/2010/main" val="1138712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49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0" fill="hold">
                      <p:stCondLst>
                        <p:cond delay="indefinite"/>
                      </p:stCondLst>
                      <p:childTnLst>
                        <p:par>
                          <p:cTn id="151" fill="hold">
                            <p:stCondLst>
                              <p:cond delay="0"/>
                            </p:stCondLst>
                            <p:childTnLst>
                              <p:par>
                                <p:cTn id="1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4" fill="hold">
                      <p:stCondLst>
                        <p:cond delay="indefinite"/>
                      </p:stCondLst>
                      <p:childTnLst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1743A0A3-D888-4D49-B6A7-4D548807F1D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87A0FCB-A212-4372-B5A8-FF9BD179CA95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E1AF8CA-4BAA-4DC7-A99F-63276007DF4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6/8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DAA1B57-6FE9-4E34-AEC6-EE3B4F41D4D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13D2EA6-9884-4ACE-A073-B137420630F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8E6EC35-EDFE-4272-9088-FDD2489456C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C7EA05D-6E23-4EA5-BA9A-00D798E995E8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5FE1B34-E551-4916-B45C-1B5A3D90258D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02FFEDF-3079-4AD2-99CC-1D08501E50E3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76C6AD3-390A-44B4-A985-AB0EA436AE0C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B53EACD-CF2B-4630-95EB-160C2F18901E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2EA34BE-EAB4-4851-8FC2-7164E1C8C59F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4879774-D890-4D24-AE29-4E25D3BDCD49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07A6555-8328-4313-8FE8-59EBB089312A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D3FF9A9-4C25-4CC3-B549-D0BCE2161BFD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F8DBFF6-4D9E-48B7-AE72-CD132A446B4D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70AD734-6CD8-41F1-B076-5165CE792BC2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93482BE-80FC-4AF2-8E4F-B805D28DEE14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4D38EA3D-43F8-4858-88DF-312B11A97243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25CBB6C-E5D7-42DA-A6C9-07077AEEB666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7287F44-96EA-4C10-AD7E-37B7FB4F5919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FBAEE9F-9637-436A-9058-1C091D0CE312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ECDD02B-3770-4D26-A9A0-BB1D090B3B37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4C737AF-1A6A-4649-BBBA-50591AF2960D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8CE8E76-5DB6-4014-AB13-3E845AA5D7C1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7944A3E-72E0-4508-9453-816BA6D9BD3A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4A0379B-5BEF-4894-BFC1-D72086686788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1AFF2E2E-DC94-4B51-B20C-335BD86330B7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96D3A1B1-4392-4B36-A98D-6FC7007BBB45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1FC4C163-DC0D-43CB-BFCE-3734521F0B57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0C08E4A4-F92C-474C-9EF2-5971BFFF5331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2B3736B-292A-488F-B597-154D2C33FB28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57248052-AC95-4F65-B265-6A2454D8E2D7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824EF48-2A35-43B1-B363-B153DD0D1D64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3B7AE56-3061-40B1-B3A8-1E04DE7658F1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F90F0F97-F2FC-47F2-854E-F256D97C3665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6E86A178-95A9-4F65-AC7D-AD235CBA6372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1E275E5A-D7E0-4ACE-8448-542AC8A31FBF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8CFC16E6-E4F8-4C21-BDDE-DA2B12F3B8E0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E186BE5-91DA-4CD6-8C82-5ADA742027C3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E6CAC5F-F62C-4AC8-BABF-BC67182EE262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6F91A715-E54C-4FA4-B1D3-3F3E9A36129A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C4627CCA-6F42-48BC-8A7B-345D3954DC9B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82B864B1-2D17-46F2-8DFC-E4BB0978C2BE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A37F8637-17B3-4E8E-B2A8-8BE0C7E11AE6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DA16871E-4E3F-4D0B-A1D3-0F5AA086D7C0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ABDFA018-EA1B-4B94-8D50-743B4E011EF2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E97CC4C4-FB28-4C43-94E5-FD74D4386EC2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E24AB415-B53E-4B99-A63E-36C554672792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569F22FF-75FA-4013-9FEA-4CBAD2A4B9C6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DEF0E9FA-8C58-41D6-801B-8D88618A7603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4215EA85-C3B9-42F0-9CA1-03A5DA0DEE80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FB087F54-956A-42D3-B995-4130595D9E12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C3A25A8D-E0EA-4F06-8AD9-BBC59A86574B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09E87672-FBD7-4B34-BA5C-165D72B7133A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F338E37-A66F-4B9D-A708-39BE350246E1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83C7CEFC-31B2-44D7-BAB1-5F1A6A3E665C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E1D6099B-55C0-4133-8555-01577BC290F8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9EFB71BE-B31F-4EBD-B4CB-D79F77F2C776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8D9C1E4E-B163-45FF-9C36-C719871E0441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726A876A-C6A2-4B0D-BEEC-CDBD577F0D37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A8A7AAE9-9615-42B3-893E-D205292CE751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468D93C1-5CB2-4923-9AC1-81F321F1E5AB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3983091B-753D-4AE2-9E95-5324CAF51945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74DF6D42-3295-4DBC-A688-0504DE12529D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29B44B1C-E804-4699-850E-7B27C99B0BDE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27F9AF17-048B-441A-B776-6B28F339D1E4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7B680DD2-ED2F-4429-83D8-C78ECD790AAB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509FD926-3447-473D-BBD4-3A237F545C30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FD3E4472-FFA4-4392-94B0-281D75C909E2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6334EF6A-FAF3-4A7C-B3F3-790BF0C16D4E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F3B58E08-41E6-4ADE-AEE5-0A213183E147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5D019F6A-6060-4D6A-96D7-A169953A675D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4CEBB895-4BD6-4456-B486-57218F5A38FC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5DA9DD0E-6955-45EA-BEEC-C6D723FB353B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CECF7E48-8688-4389-8943-285E09FB3C30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9530817D-ABFB-46DE-B889-5F50CDB15399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6295CE02-0174-4E6B-A60A-F629667C31EA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27EAEA1D-77AA-4AA0-B140-A13C56AC9F76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E5059997-5B0D-4992-9940-42B84E26BA8E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654ECFEA-667B-4FFE-82EC-88BF3D6059BC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EF4258D1-F173-4977-89F4-DCFEE0863534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6AAFFF6A-7916-4B23-B5CE-7F5A51169DB0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51CA325B-7160-4A48-9E26-69000E3895FE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911D514B-D7A4-42B9-9A99-FAF42427E49F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BEACFDD4-0126-4630-B507-8B4CE1DE4C12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72208BE3-88D0-43E7-8D19-2F473136EB15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34583611-36A0-44EB-A28C-48D2B8593291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75619BCD-60A3-42CA-B292-D834FEE614B9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CC54E9EB-EEF9-4293-BB73-B330C2D27C01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A5CAB655-1DAB-4E07-A8E0-817BA270335E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3A3F181F-67C0-45D2-B91D-751CC74BCECB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FE91A90B-52F6-412A-A967-95DB765973D9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5957042C-F6AA-49F3-A6A4-5037F8001D6F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856DE0C5-B89E-4250-838B-5FA238D096E1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68035BA6-3DFD-4EF0-B3DB-5F8DF2E06EC2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DF737B9B-CCCA-460A-92F5-C360579974C0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E225F4CB-2AFD-43D1-B242-9A81ABDF317F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E02D6182-4588-42CB-B123-20889BE3908B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EFB43BB7-C37E-48CE-88E2-1681A6E41D16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2F44713C-6646-4465-95B4-F60B8E799D25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E9E35A21-06CB-4338-92C3-F746E755BF35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14B17040-3AE5-45EF-BB8A-37DA787BB24C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C313E041-CBD2-4DC8-A517-A785B3B457BB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0DC0FCF2-5889-429A-887B-DC2C33B088DB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42BE5CF5-1488-4684-BC34-16C5793DCF2C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242CDA8B-9EF8-4E55-98C8-DEC56FC00569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75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43CF0E8E-B497-4BC4-9487-9E82A7984B46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BF1FE169-6132-4D89-AB1C-C0B2050F3989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716A9B01-3FEB-472A-AFA2-3192D6C9E1E2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348D010A-93AB-4AB5-ACAE-AB3087FA5D07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0.75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813D573B-4E99-433A-BD23-83A3D8E5EFD6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75%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40A14AF6-AA8A-42B6-9330-E2E1ECBA55C2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6/8 = 0.75 = 75%</a:t>
            </a:r>
          </a:p>
        </p:txBody>
      </p:sp>
    </p:spTree>
    <p:extLst>
      <p:ext uri="{BB962C8B-B14F-4D97-AF65-F5344CB8AC3E}">
        <p14:creationId xmlns:p14="http://schemas.microsoft.com/office/powerpoint/2010/main" val="466596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5" fill="hold">
                      <p:stCondLst>
                        <p:cond delay="indefinite"/>
                      </p:stCondLst>
                      <p:childTnLst>
                        <p:par>
                          <p:cTn id="166" fill="hold">
                            <p:stCondLst>
                              <p:cond delay="0"/>
                            </p:stCondLst>
                            <p:childTnLst>
                              <p:par>
                                <p:cTn id="1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9" fill="hold">
                            <p:stCondLst>
                              <p:cond delay="0"/>
                            </p:stCondLst>
                            <p:childTnLst>
                              <p:par>
                                <p:cTn id="17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71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7E4A6853-4EB4-452D-9F00-FFDC0F77F60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08AE2B1-CFC0-42DB-903B-C2ABD8BDE9A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7/8 as a decimal and percentage.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BB808EB-98B5-446D-8E3B-E51346F41C6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9115571-48D8-4369-8B3D-77568CC9B3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48D72FA-5703-41A5-9043-96F6D82AED6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0F52389-75B5-4689-B08A-6D41EAE2CCBA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416DA8E-E18C-4527-8B7C-7260EA762378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ABA98E7-33E8-45CC-B80F-08828F69221F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569FD02A-4A04-419B-834C-7ABFBFEFDD82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7D88E41-7DDE-45E0-8D9B-776C5A0F1304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F9A18894-5987-4180-8483-11C307E200BD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D80C9DB3-EA7E-4B22-824A-0DD3B6F725B9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1E4215A-CB71-4972-A521-CFA7C73034C3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9FCE627-17CA-4960-A9F0-68AAC173F533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823C589-330A-4357-A3F0-705669C5F78C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230AB0A-6188-40FC-AB9A-8663F5A8FA91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24996BC-5F64-4BE9-9685-643A31FF9A69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18254DC-36B6-4400-B08E-69DBAF18A4EA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7FDBAE7-7758-4CEB-96BC-3F2C00D36937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2805F2B-D695-4DF5-91CE-E6CB6C8A8B51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471525AB-41DC-47F0-9F28-4045F534C05F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943EFF3-EF5A-49A2-9E40-1C27A95A153E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74B2591-F653-4DD0-BB5B-8403A98C649B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33A02C1-7103-4BC4-A636-E597764D3823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5F9A16A-340F-4821-B566-9412C47C3F37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7CC03679-F1F4-4415-B50C-84CA0CABFEA2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2BD24B5-6C67-48C8-AE4B-141AE38B3830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09236A1-DB75-44B1-9F6D-6A272171499F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1BD4A21D-01C9-41CB-904A-F835DE29F892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ED35ABA-8DEE-438D-86D4-3B3FE9D1DE00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D6EBC113-6EB7-47E9-8D6F-026BD4AA4091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2BC6BD03-4351-4FC3-9E63-DC6DC6BE0353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8E430357-C2AA-4DA7-9B8C-7F1079D5E76F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DEAB98DF-D87A-4591-934E-C533B0FFD620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84A7786A-A8D8-4EE7-8519-2E196E75196A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D4A824F9-5EAD-47C3-9DE5-E33EC99A5925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4C964BA-7304-42B1-94CD-FF934DFBBC1E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E430884-E563-4F48-8F86-9B5D3254964E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3FC5598-CDCD-4C74-B0A3-372ACB96636C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3D77155-2648-4D76-86DB-BDBC332F9926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2ACFE989-6781-4806-82B0-A033352DCE10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C2F783CA-C030-4A7D-BD22-5B73F255E433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898E9907-5C10-40B0-85BD-73B7D0635B2C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C523ADC-6799-4D0E-A071-C15712B4592C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BB6B34D-3E6A-43C0-906E-E1BA8F84C3A3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4088F333-B0B8-481B-AC4C-012FDEB035B6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9C98C797-EB30-4224-AAA8-03F6BE6299CF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FA6669C8-2088-402C-8803-FB3426D1BD93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6656A42B-F1B8-4988-9E0E-5653D8A1A775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AB51C02A-52B9-40BC-A9FA-990F3C6A9A99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3B3CED14-9B4D-43D4-A43C-458ED0C9C4D4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C6E379DC-186A-4181-9686-9A7759B20AAB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67419EA8-8A08-4376-B0D4-1756A5F25BC9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B8C2990-1AC0-462D-ACDD-AF89541B34F7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8187C35-38F7-4A9A-BC9C-D16EE0336505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D4B7098E-0389-47F4-8361-2727CA3A5F6A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58F734AD-37AF-48D1-B284-32968E76A0E4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F8B6BDFF-4AB9-479B-824E-F5D096A9A326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777E677B-0166-43E4-9947-CDD50A317AF7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1F1E529E-9F81-497F-955D-6A2EBBD6983A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9F658B1C-A293-469F-8EAA-C3D6949209F6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6B09E50E-BE71-4A0F-9AC4-59E2FA92798F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142F2612-DDD6-4A15-B5B2-7C7AAED72207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B93088B6-2E3C-4EBB-86AC-F7BD10F33B9F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9FE6A089-2DD7-490A-825F-066BD3D589E2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703A8A20-675E-4A5C-9F6D-785DA1CA25D2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4E84E8A1-6E89-47ED-945D-4D2FAB6A84C4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48F2EF66-04FE-4D12-B26C-6582426460B8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4320757E-FB45-49D1-8D82-0DAA2B02C050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83113489-2EAB-4A05-B4A8-AC8B64019762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0B285D6E-001F-4B61-9621-57C0015FCCB9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A5ABA3E0-AA8D-42AA-B343-85E183380E30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D3148E12-A06C-4724-9B53-164F064E8FF2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C9A0763B-FE92-44F5-B6C8-FB134F423921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59844D53-8F00-4CA1-A1CE-E257B3CA15B7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258661C3-94BC-4D73-BCC4-A18A999D81FA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A0102E70-6905-4115-936A-902407209B7B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258A016B-E2CE-4B66-ADE8-D4358A34BE15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1CA42B18-663F-48C1-8ECC-68043D982C43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D95AC4ED-6FEF-40FE-98BB-AFAB607B0C12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E774282B-4726-4528-8E99-9300BB3AE098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B63E9A1B-437E-4D0D-A1F6-49F664D8F19D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DEE3F0CA-587B-4550-A1E2-C742B44F4300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CB9456A0-0644-4CF7-ACE2-DA8DDACA1779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3A3EEB4C-2557-4EA0-B7EF-AFCA4D1AE16B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1EF183A3-6943-4036-95CC-7EEF7BA6E946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65D1D74D-38AD-4E3B-B3B2-EF4538F8112B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122103A7-C0CC-4A0C-AA1A-45E486330FEF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A6B50F53-3EE6-44DA-83B8-077347CDFFA1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75FB279C-DB75-4CAB-BD9C-FC8E782CFF35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EADF3933-2DF4-4C7C-9ACD-7C6BF6B2838C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956B4FAB-1927-44D6-8180-CB7D5D85FC39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817E897C-A5A8-4D56-A081-513B1BF6BA30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8144D4ED-0830-4FF4-8ED7-04C3D5A0FFA5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AFF60283-70AC-4282-BD5F-53CB5E749B0A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5E948164-2EF7-48BC-A7F0-E9003A3D6988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33E6FA19-E7DE-4315-B727-562B8DE093EF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90347D39-7B5A-45DE-8432-14B4602912C4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0547B78D-ABFB-4B7F-922E-3CE78B30868A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22986DB7-BFC8-4FAA-8CE6-0EF2F2B6BB6C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1907436B-F26C-4C5F-981E-3DAD4AC70375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847AFB67-D134-49AB-873D-B136017183A1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562B2466-DAD2-41E8-A08C-2F72D73A705E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D1500ABA-3C53-4767-9734-9EECE52228EB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29ADFF3E-0767-4D3E-B1CD-1291964BB6F7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FFFFFF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F28FE4A6-13E9-41D9-A0A7-625A112B2991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166688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EE1C6C24-B892-43FF-BCCB-1915B32FA0B2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87.5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A1A70D8F-4D9E-4090-8494-2B1FA9A668FD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B448917E-F9D1-4935-A45B-0D99C1C2DA96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5E9FF0BD-6F3A-4D44-825F-9A5C72C66E84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939A0363-0C45-4279-AE10-BB2D5154438A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0.875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C1E468A6-5297-40BD-9139-2127D54AA0AB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87.5%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CF7F30DC-FD1B-43DF-81DE-0AB550DC911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7/8 = 0.875 = 87.5%</a:t>
            </a:r>
          </a:p>
        </p:txBody>
      </p:sp>
    </p:spTree>
    <p:extLst>
      <p:ext uri="{BB962C8B-B14F-4D97-AF65-F5344CB8AC3E}">
        <p14:creationId xmlns:p14="http://schemas.microsoft.com/office/powerpoint/2010/main" val="188066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3" fill="hold">
                      <p:stCondLst>
                        <p:cond delay="indefinite"/>
                      </p:stCondLst>
                      <p:childTnLst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199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0" fill="hold">
                      <p:stCondLst>
                        <p:cond delay="indefinite"/>
                      </p:stCondLst>
                      <p:childTnLst>
                        <p:par>
                          <p:cTn id="201" fill="hold">
                            <p:stCondLst>
                              <p:cond delay="0"/>
                            </p:stCondLst>
                            <p:childTnLst>
                              <p:par>
                                <p:cTn id="20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" fill="hold">
                      <p:stCondLst>
                        <p:cond delay="indefinite"/>
                      </p:stCondLst>
                      <p:childTnLst>
                        <p:par>
                          <p:cTn id="205" fill="hold">
                            <p:stCondLst>
                              <p:cond delay="0"/>
                            </p:stCondLst>
                            <p:childTnLst>
                              <p:par>
                                <p:cTn id="20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object-1">
            <a:extLst>
              <a:ext uri="{FF2B5EF4-FFF2-40B4-BE49-F238E27FC236}">
                <a16:creationId xmlns:a16="http://schemas.microsoft.com/office/drawing/2014/main" id="{561B82B8-5578-4288-BD69-F1CE0D65C81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AF1AC80-5468-47D6-81F7-95A3F263394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CD2E5E3-FC39-4B3B-9BD9-1FC54209371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8/8 as a decimal and percentage.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404FCAE-D9E3-4332-BE75-0576D6795B2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A30003E-0C55-47BF-B68A-43A3800C22B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F8F7899-559A-4FAF-A93D-923B027D04D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6EE0DEC-0CAD-4626-A86B-0238EEEF7154}"/>
              </a:ext>
            </a:extLst>
          </p:cNvPr>
          <p:cNvSpPr>
            <a:spLocks noGrp="1"/>
          </p:cNvSpPr>
          <p:nvPr/>
        </p:nvSpPr>
        <p:spPr>
          <a:xfrm>
            <a:off x="1190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0140AE9-F620-44E3-A1CD-1F3C54FADBE4}"/>
              </a:ext>
            </a:extLst>
          </p:cNvPr>
          <p:cNvSpPr>
            <a:spLocks noGrp="1"/>
          </p:cNvSpPr>
          <p:nvPr/>
        </p:nvSpPr>
        <p:spPr>
          <a:xfrm>
            <a:off x="1524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46E731F-D012-4F46-9C03-910BDE328C12}"/>
              </a:ext>
            </a:extLst>
          </p:cNvPr>
          <p:cNvSpPr>
            <a:spLocks noGrp="1"/>
          </p:cNvSpPr>
          <p:nvPr/>
        </p:nvSpPr>
        <p:spPr>
          <a:xfrm>
            <a:off x="18573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336E9BC-8900-4191-91D0-C36F6031225D}"/>
              </a:ext>
            </a:extLst>
          </p:cNvPr>
          <p:cNvSpPr>
            <a:spLocks noGrp="1"/>
          </p:cNvSpPr>
          <p:nvPr/>
        </p:nvSpPr>
        <p:spPr>
          <a:xfrm>
            <a:off x="21907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2B9F418-9B3C-4FAD-AB44-CA428D4FB9BE}"/>
              </a:ext>
            </a:extLst>
          </p:cNvPr>
          <p:cNvSpPr>
            <a:spLocks noGrp="1"/>
          </p:cNvSpPr>
          <p:nvPr/>
        </p:nvSpPr>
        <p:spPr>
          <a:xfrm>
            <a:off x="25241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5679264-9911-47B7-BB02-A7E068AD0A80}"/>
              </a:ext>
            </a:extLst>
          </p:cNvPr>
          <p:cNvSpPr>
            <a:spLocks noGrp="1"/>
          </p:cNvSpPr>
          <p:nvPr/>
        </p:nvSpPr>
        <p:spPr>
          <a:xfrm>
            <a:off x="28575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8AD6055-5426-4178-9E48-D93B33312759}"/>
              </a:ext>
            </a:extLst>
          </p:cNvPr>
          <p:cNvSpPr>
            <a:spLocks noGrp="1"/>
          </p:cNvSpPr>
          <p:nvPr/>
        </p:nvSpPr>
        <p:spPr>
          <a:xfrm>
            <a:off x="319087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8F3A92E-B473-4DD6-BD10-7999E6214BF6}"/>
              </a:ext>
            </a:extLst>
          </p:cNvPr>
          <p:cNvSpPr>
            <a:spLocks noGrp="1"/>
          </p:cNvSpPr>
          <p:nvPr/>
        </p:nvSpPr>
        <p:spPr>
          <a:xfrm>
            <a:off x="352425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AD40659-395B-4684-A30B-309145C19DEE}"/>
              </a:ext>
            </a:extLst>
          </p:cNvPr>
          <p:cNvSpPr>
            <a:spLocks noGrp="1"/>
          </p:cNvSpPr>
          <p:nvPr/>
        </p:nvSpPr>
        <p:spPr>
          <a:xfrm>
            <a:off x="3857625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323B12B-8F63-4FD1-AD14-68897ED114E7}"/>
              </a:ext>
            </a:extLst>
          </p:cNvPr>
          <p:cNvSpPr>
            <a:spLocks noGrp="1"/>
          </p:cNvSpPr>
          <p:nvPr/>
        </p:nvSpPr>
        <p:spPr>
          <a:xfrm>
            <a:off x="4191000" y="2857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5F80821-DCA2-443E-89E0-CAC40FB64C0F}"/>
              </a:ext>
            </a:extLst>
          </p:cNvPr>
          <p:cNvSpPr>
            <a:spLocks noGrp="1"/>
          </p:cNvSpPr>
          <p:nvPr/>
        </p:nvSpPr>
        <p:spPr>
          <a:xfrm>
            <a:off x="1190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52280F9F-0A82-4FF5-AE59-4ED65E6EA262}"/>
              </a:ext>
            </a:extLst>
          </p:cNvPr>
          <p:cNvSpPr>
            <a:spLocks noGrp="1"/>
          </p:cNvSpPr>
          <p:nvPr/>
        </p:nvSpPr>
        <p:spPr>
          <a:xfrm>
            <a:off x="1524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36EDE2CA-E36A-4E04-9CF4-6722EFBF44B8}"/>
              </a:ext>
            </a:extLst>
          </p:cNvPr>
          <p:cNvSpPr>
            <a:spLocks noGrp="1"/>
          </p:cNvSpPr>
          <p:nvPr/>
        </p:nvSpPr>
        <p:spPr>
          <a:xfrm>
            <a:off x="18573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EADB993-5D1C-4627-92F5-56568B09C676}"/>
              </a:ext>
            </a:extLst>
          </p:cNvPr>
          <p:cNvSpPr>
            <a:spLocks noGrp="1"/>
          </p:cNvSpPr>
          <p:nvPr/>
        </p:nvSpPr>
        <p:spPr>
          <a:xfrm>
            <a:off x="21907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E2CCA27-CB75-4726-B59E-13F9EBC69C8C}"/>
              </a:ext>
            </a:extLst>
          </p:cNvPr>
          <p:cNvSpPr>
            <a:spLocks noGrp="1"/>
          </p:cNvSpPr>
          <p:nvPr/>
        </p:nvSpPr>
        <p:spPr>
          <a:xfrm>
            <a:off x="25241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812F4A2-E474-4AC2-A043-49AAD50932A1}"/>
              </a:ext>
            </a:extLst>
          </p:cNvPr>
          <p:cNvSpPr>
            <a:spLocks noGrp="1"/>
          </p:cNvSpPr>
          <p:nvPr/>
        </p:nvSpPr>
        <p:spPr>
          <a:xfrm>
            <a:off x="28575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DBFB487-848D-4569-9870-ECBBDECAAC38}"/>
              </a:ext>
            </a:extLst>
          </p:cNvPr>
          <p:cNvSpPr>
            <a:spLocks noGrp="1"/>
          </p:cNvSpPr>
          <p:nvPr/>
        </p:nvSpPr>
        <p:spPr>
          <a:xfrm>
            <a:off x="319087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8CEDEEAA-7C96-4AC7-BE9F-46D87BA9D701}"/>
              </a:ext>
            </a:extLst>
          </p:cNvPr>
          <p:cNvSpPr>
            <a:spLocks noGrp="1"/>
          </p:cNvSpPr>
          <p:nvPr/>
        </p:nvSpPr>
        <p:spPr>
          <a:xfrm>
            <a:off x="352425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6A8896A-565C-48AA-811F-F3CA1FC8AD94}"/>
              </a:ext>
            </a:extLst>
          </p:cNvPr>
          <p:cNvSpPr>
            <a:spLocks noGrp="1"/>
          </p:cNvSpPr>
          <p:nvPr/>
        </p:nvSpPr>
        <p:spPr>
          <a:xfrm>
            <a:off x="3857625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A0512EA-1FBC-4155-BF5D-C296F987F592}"/>
              </a:ext>
            </a:extLst>
          </p:cNvPr>
          <p:cNvSpPr>
            <a:spLocks noGrp="1"/>
          </p:cNvSpPr>
          <p:nvPr/>
        </p:nvSpPr>
        <p:spPr>
          <a:xfrm>
            <a:off x="4191000" y="3190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C5B3E6D-1BAE-4398-BEC4-728547165124}"/>
              </a:ext>
            </a:extLst>
          </p:cNvPr>
          <p:cNvSpPr>
            <a:spLocks noGrp="1"/>
          </p:cNvSpPr>
          <p:nvPr/>
        </p:nvSpPr>
        <p:spPr>
          <a:xfrm>
            <a:off x="1190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0B0BBE1-9E34-4986-8D94-110EE1233BE8}"/>
              </a:ext>
            </a:extLst>
          </p:cNvPr>
          <p:cNvSpPr>
            <a:spLocks noGrp="1"/>
          </p:cNvSpPr>
          <p:nvPr/>
        </p:nvSpPr>
        <p:spPr>
          <a:xfrm>
            <a:off x="1524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C01868F-66D6-4D4F-BD95-3D13794EAD69}"/>
              </a:ext>
            </a:extLst>
          </p:cNvPr>
          <p:cNvSpPr>
            <a:spLocks noGrp="1"/>
          </p:cNvSpPr>
          <p:nvPr/>
        </p:nvSpPr>
        <p:spPr>
          <a:xfrm>
            <a:off x="18573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0E8D3F84-EB52-4B30-A871-1DFBD07F71ED}"/>
              </a:ext>
            </a:extLst>
          </p:cNvPr>
          <p:cNvSpPr>
            <a:spLocks noGrp="1"/>
          </p:cNvSpPr>
          <p:nvPr/>
        </p:nvSpPr>
        <p:spPr>
          <a:xfrm>
            <a:off x="21907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681BED6C-AA94-4E51-AC12-6B57DC2DC948}"/>
              </a:ext>
            </a:extLst>
          </p:cNvPr>
          <p:cNvSpPr>
            <a:spLocks noGrp="1"/>
          </p:cNvSpPr>
          <p:nvPr/>
        </p:nvSpPr>
        <p:spPr>
          <a:xfrm>
            <a:off x="25241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B1E1693-0E80-412B-A33D-BEA17B9F7A7A}"/>
              </a:ext>
            </a:extLst>
          </p:cNvPr>
          <p:cNvSpPr>
            <a:spLocks noGrp="1"/>
          </p:cNvSpPr>
          <p:nvPr/>
        </p:nvSpPr>
        <p:spPr>
          <a:xfrm>
            <a:off x="28575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3CAA8D0F-2D50-4BAF-AD21-950FBCD02768}"/>
              </a:ext>
            </a:extLst>
          </p:cNvPr>
          <p:cNvSpPr>
            <a:spLocks noGrp="1"/>
          </p:cNvSpPr>
          <p:nvPr/>
        </p:nvSpPr>
        <p:spPr>
          <a:xfrm>
            <a:off x="319087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1CE5492B-DF5B-4C54-A9DD-6456D32F63C2}"/>
              </a:ext>
            </a:extLst>
          </p:cNvPr>
          <p:cNvSpPr>
            <a:spLocks noGrp="1"/>
          </p:cNvSpPr>
          <p:nvPr/>
        </p:nvSpPr>
        <p:spPr>
          <a:xfrm>
            <a:off x="352425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A7DC52A0-78D3-40F1-9432-AAC3CAC079B8}"/>
              </a:ext>
            </a:extLst>
          </p:cNvPr>
          <p:cNvSpPr>
            <a:spLocks noGrp="1"/>
          </p:cNvSpPr>
          <p:nvPr/>
        </p:nvSpPr>
        <p:spPr>
          <a:xfrm>
            <a:off x="3857625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CF818356-3D0F-4A73-A769-20B9F3666984}"/>
              </a:ext>
            </a:extLst>
          </p:cNvPr>
          <p:cNvSpPr>
            <a:spLocks noGrp="1"/>
          </p:cNvSpPr>
          <p:nvPr/>
        </p:nvSpPr>
        <p:spPr>
          <a:xfrm>
            <a:off x="4191000" y="35242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D69AC69A-6950-4736-A308-18787752E7C3}"/>
              </a:ext>
            </a:extLst>
          </p:cNvPr>
          <p:cNvSpPr>
            <a:spLocks noGrp="1"/>
          </p:cNvSpPr>
          <p:nvPr/>
        </p:nvSpPr>
        <p:spPr>
          <a:xfrm>
            <a:off x="1190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C7812F3-5A9A-49A9-A8D8-331DC6A28423}"/>
              </a:ext>
            </a:extLst>
          </p:cNvPr>
          <p:cNvSpPr>
            <a:spLocks noGrp="1"/>
          </p:cNvSpPr>
          <p:nvPr/>
        </p:nvSpPr>
        <p:spPr>
          <a:xfrm>
            <a:off x="1524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E7E2D6D-31B2-41A8-B1D3-1B88823F1C8F}"/>
              </a:ext>
            </a:extLst>
          </p:cNvPr>
          <p:cNvSpPr>
            <a:spLocks noGrp="1"/>
          </p:cNvSpPr>
          <p:nvPr/>
        </p:nvSpPr>
        <p:spPr>
          <a:xfrm>
            <a:off x="18573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E701B635-44A9-446B-B539-D9AD845BDD25}"/>
              </a:ext>
            </a:extLst>
          </p:cNvPr>
          <p:cNvSpPr>
            <a:spLocks noGrp="1"/>
          </p:cNvSpPr>
          <p:nvPr/>
        </p:nvSpPr>
        <p:spPr>
          <a:xfrm>
            <a:off x="21907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9B6B92E5-A5E5-4C5E-AC05-6DEAAF2D142B}"/>
              </a:ext>
            </a:extLst>
          </p:cNvPr>
          <p:cNvSpPr>
            <a:spLocks noGrp="1"/>
          </p:cNvSpPr>
          <p:nvPr/>
        </p:nvSpPr>
        <p:spPr>
          <a:xfrm>
            <a:off x="25241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54F7E2B1-82DA-4D03-B7EA-FE326881F7DF}"/>
              </a:ext>
            </a:extLst>
          </p:cNvPr>
          <p:cNvSpPr>
            <a:spLocks noGrp="1"/>
          </p:cNvSpPr>
          <p:nvPr/>
        </p:nvSpPr>
        <p:spPr>
          <a:xfrm>
            <a:off x="28575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E488879-B0A2-4317-BA0B-0A27B372EB71}"/>
              </a:ext>
            </a:extLst>
          </p:cNvPr>
          <p:cNvSpPr>
            <a:spLocks noGrp="1"/>
          </p:cNvSpPr>
          <p:nvPr/>
        </p:nvSpPr>
        <p:spPr>
          <a:xfrm>
            <a:off x="319087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BCDA774F-D452-47DF-B875-455432BDA62A}"/>
              </a:ext>
            </a:extLst>
          </p:cNvPr>
          <p:cNvSpPr>
            <a:spLocks noGrp="1"/>
          </p:cNvSpPr>
          <p:nvPr/>
        </p:nvSpPr>
        <p:spPr>
          <a:xfrm>
            <a:off x="352425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06636D50-4F07-41F5-80F1-2CA2322A379E}"/>
              </a:ext>
            </a:extLst>
          </p:cNvPr>
          <p:cNvSpPr>
            <a:spLocks noGrp="1"/>
          </p:cNvSpPr>
          <p:nvPr/>
        </p:nvSpPr>
        <p:spPr>
          <a:xfrm>
            <a:off x="3857625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955078FF-517C-4D63-B656-94F8B139854D}"/>
              </a:ext>
            </a:extLst>
          </p:cNvPr>
          <p:cNvSpPr>
            <a:spLocks noGrp="1"/>
          </p:cNvSpPr>
          <p:nvPr/>
        </p:nvSpPr>
        <p:spPr>
          <a:xfrm>
            <a:off x="4191000" y="38576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0C63642E-B24C-4AA5-93E7-B147CC44A3EA}"/>
              </a:ext>
            </a:extLst>
          </p:cNvPr>
          <p:cNvSpPr>
            <a:spLocks noGrp="1"/>
          </p:cNvSpPr>
          <p:nvPr/>
        </p:nvSpPr>
        <p:spPr>
          <a:xfrm>
            <a:off x="1190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D70A483C-67AF-464E-9524-C54E18097439}"/>
              </a:ext>
            </a:extLst>
          </p:cNvPr>
          <p:cNvSpPr>
            <a:spLocks noGrp="1"/>
          </p:cNvSpPr>
          <p:nvPr/>
        </p:nvSpPr>
        <p:spPr>
          <a:xfrm>
            <a:off x="1524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BB46FFD2-02E1-4A31-A15A-85488D49B1BE}"/>
              </a:ext>
            </a:extLst>
          </p:cNvPr>
          <p:cNvSpPr>
            <a:spLocks noGrp="1"/>
          </p:cNvSpPr>
          <p:nvPr/>
        </p:nvSpPr>
        <p:spPr>
          <a:xfrm>
            <a:off x="18573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4F7261A2-713A-4262-B7B3-585A5011275C}"/>
              </a:ext>
            </a:extLst>
          </p:cNvPr>
          <p:cNvSpPr>
            <a:spLocks noGrp="1"/>
          </p:cNvSpPr>
          <p:nvPr/>
        </p:nvSpPr>
        <p:spPr>
          <a:xfrm>
            <a:off x="21907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7EB4B4CA-7C4D-43BA-9164-C33753AFBFCB}"/>
              </a:ext>
            </a:extLst>
          </p:cNvPr>
          <p:cNvSpPr>
            <a:spLocks noGrp="1"/>
          </p:cNvSpPr>
          <p:nvPr/>
        </p:nvSpPr>
        <p:spPr>
          <a:xfrm>
            <a:off x="25241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07EF6157-A704-4B98-AB2F-D07DC1FAC5ED}"/>
              </a:ext>
            </a:extLst>
          </p:cNvPr>
          <p:cNvSpPr>
            <a:spLocks noGrp="1"/>
          </p:cNvSpPr>
          <p:nvPr/>
        </p:nvSpPr>
        <p:spPr>
          <a:xfrm>
            <a:off x="28575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0BF9CDA6-6B0F-4459-B135-060F2982B460}"/>
              </a:ext>
            </a:extLst>
          </p:cNvPr>
          <p:cNvSpPr>
            <a:spLocks noGrp="1"/>
          </p:cNvSpPr>
          <p:nvPr/>
        </p:nvSpPr>
        <p:spPr>
          <a:xfrm>
            <a:off x="319087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22B3E147-F26B-4F76-8E1E-F2C21850FE52}"/>
              </a:ext>
            </a:extLst>
          </p:cNvPr>
          <p:cNvSpPr>
            <a:spLocks noGrp="1"/>
          </p:cNvSpPr>
          <p:nvPr/>
        </p:nvSpPr>
        <p:spPr>
          <a:xfrm>
            <a:off x="352425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1C5F91BE-B8E8-430F-B944-908D0E9A681C}"/>
              </a:ext>
            </a:extLst>
          </p:cNvPr>
          <p:cNvSpPr>
            <a:spLocks noGrp="1"/>
          </p:cNvSpPr>
          <p:nvPr/>
        </p:nvSpPr>
        <p:spPr>
          <a:xfrm>
            <a:off x="3857625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866EE9F-9426-4A2A-86C3-D951B83127C2}"/>
              </a:ext>
            </a:extLst>
          </p:cNvPr>
          <p:cNvSpPr>
            <a:spLocks noGrp="1"/>
          </p:cNvSpPr>
          <p:nvPr/>
        </p:nvSpPr>
        <p:spPr>
          <a:xfrm>
            <a:off x="4191000" y="41910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89F6108-E7AC-430D-BA9B-32FB35059F31}"/>
              </a:ext>
            </a:extLst>
          </p:cNvPr>
          <p:cNvSpPr>
            <a:spLocks noGrp="1"/>
          </p:cNvSpPr>
          <p:nvPr/>
        </p:nvSpPr>
        <p:spPr>
          <a:xfrm>
            <a:off x="1190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8A65B65B-4744-40F2-B906-3620CD4A7548}"/>
              </a:ext>
            </a:extLst>
          </p:cNvPr>
          <p:cNvSpPr>
            <a:spLocks noGrp="1"/>
          </p:cNvSpPr>
          <p:nvPr/>
        </p:nvSpPr>
        <p:spPr>
          <a:xfrm>
            <a:off x="1524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F41C2DFD-B30D-4E33-A6C5-F44C1095CA3E}"/>
              </a:ext>
            </a:extLst>
          </p:cNvPr>
          <p:cNvSpPr>
            <a:spLocks noGrp="1"/>
          </p:cNvSpPr>
          <p:nvPr/>
        </p:nvSpPr>
        <p:spPr>
          <a:xfrm>
            <a:off x="18573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C9E89862-BD00-4397-9508-E37205A9CC82}"/>
              </a:ext>
            </a:extLst>
          </p:cNvPr>
          <p:cNvSpPr>
            <a:spLocks noGrp="1"/>
          </p:cNvSpPr>
          <p:nvPr/>
        </p:nvSpPr>
        <p:spPr>
          <a:xfrm>
            <a:off x="21907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3498C679-8DDA-4DD1-BD81-BF749D39EF06}"/>
              </a:ext>
            </a:extLst>
          </p:cNvPr>
          <p:cNvSpPr>
            <a:spLocks noGrp="1"/>
          </p:cNvSpPr>
          <p:nvPr/>
        </p:nvSpPr>
        <p:spPr>
          <a:xfrm>
            <a:off x="25241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AF5567D6-5549-40E8-ACEF-8E2CB6088101}"/>
              </a:ext>
            </a:extLst>
          </p:cNvPr>
          <p:cNvSpPr>
            <a:spLocks noGrp="1"/>
          </p:cNvSpPr>
          <p:nvPr/>
        </p:nvSpPr>
        <p:spPr>
          <a:xfrm>
            <a:off x="28575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8036BB4C-57B0-4CA4-AE39-CF2D5D0634ED}"/>
              </a:ext>
            </a:extLst>
          </p:cNvPr>
          <p:cNvSpPr>
            <a:spLocks noGrp="1"/>
          </p:cNvSpPr>
          <p:nvPr/>
        </p:nvSpPr>
        <p:spPr>
          <a:xfrm>
            <a:off x="319087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876D6853-CF14-4100-AF61-E7D9156EFA6E}"/>
              </a:ext>
            </a:extLst>
          </p:cNvPr>
          <p:cNvSpPr>
            <a:spLocks noGrp="1"/>
          </p:cNvSpPr>
          <p:nvPr/>
        </p:nvSpPr>
        <p:spPr>
          <a:xfrm>
            <a:off x="352425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498B723B-9938-42C3-A4BF-69B939E27EA9}"/>
              </a:ext>
            </a:extLst>
          </p:cNvPr>
          <p:cNvSpPr>
            <a:spLocks noGrp="1"/>
          </p:cNvSpPr>
          <p:nvPr/>
        </p:nvSpPr>
        <p:spPr>
          <a:xfrm>
            <a:off x="3857625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13110930-CF7A-4936-8C9E-DF6820E1FE7C}"/>
              </a:ext>
            </a:extLst>
          </p:cNvPr>
          <p:cNvSpPr>
            <a:spLocks noGrp="1"/>
          </p:cNvSpPr>
          <p:nvPr/>
        </p:nvSpPr>
        <p:spPr>
          <a:xfrm>
            <a:off x="4191000" y="45243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D42E58E-5E6D-46CF-8E6E-7A7ABB78392C}"/>
              </a:ext>
            </a:extLst>
          </p:cNvPr>
          <p:cNvSpPr>
            <a:spLocks noGrp="1"/>
          </p:cNvSpPr>
          <p:nvPr/>
        </p:nvSpPr>
        <p:spPr>
          <a:xfrm>
            <a:off x="1190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F904E168-ED49-4F0D-BB38-78D382E6F509}"/>
              </a:ext>
            </a:extLst>
          </p:cNvPr>
          <p:cNvSpPr>
            <a:spLocks noGrp="1"/>
          </p:cNvSpPr>
          <p:nvPr/>
        </p:nvSpPr>
        <p:spPr>
          <a:xfrm>
            <a:off x="1524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CBD34A54-7C39-4989-AE72-FD0138F387FF}"/>
              </a:ext>
            </a:extLst>
          </p:cNvPr>
          <p:cNvSpPr>
            <a:spLocks noGrp="1"/>
          </p:cNvSpPr>
          <p:nvPr/>
        </p:nvSpPr>
        <p:spPr>
          <a:xfrm>
            <a:off x="18573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14F17671-4A64-4E86-BD9D-D16031F16C51}"/>
              </a:ext>
            </a:extLst>
          </p:cNvPr>
          <p:cNvSpPr>
            <a:spLocks noGrp="1"/>
          </p:cNvSpPr>
          <p:nvPr/>
        </p:nvSpPr>
        <p:spPr>
          <a:xfrm>
            <a:off x="21907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E277E9FD-E175-43D9-A9DE-B54B5C6DAE79}"/>
              </a:ext>
            </a:extLst>
          </p:cNvPr>
          <p:cNvSpPr>
            <a:spLocks noGrp="1"/>
          </p:cNvSpPr>
          <p:nvPr/>
        </p:nvSpPr>
        <p:spPr>
          <a:xfrm>
            <a:off x="25241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93C0E2F6-FD9C-41C1-BF10-B5F027FAFED8}"/>
              </a:ext>
            </a:extLst>
          </p:cNvPr>
          <p:cNvSpPr>
            <a:spLocks noGrp="1"/>
          </p:cNvSpPr>
          <p:nvPr/>
        </p:nvSpPr>
        <p:spPr>
          <a:xfrm>
            <a:off x="28575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6A73667A-30A2-497B-B444-1B9396270FF7}"/>
              </a:ext>
            </a:extLst>
          </p:cNvPr>
          <p:cNvSpPr>
            <a:spLocks noGrp="1"/>
          </p:cNvSpPr>
          <p:nvPr/>
        </p:nvSpPr>
        <p:spPr>
          <a:xfrm>
            <a:off x="319087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2D22404C-027D-4CDE-A109-0A1687F777E5}"/>
              </a:ext>
            </a:extLst>
          </p:cNvPr>
          <p:cNvSpPr>
            <a:spLocks noGrp="1"/>
          </p:cNvSpPr>
          <p:nvPr/>
        </p:nvSpPr>
        <p:spPr>
          <a:xfrm>
            <a:off x="352425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1FA61959-11F1-4171-83B7-9C41BEB739CA}"/>
              </a:ext>
            </a:extLst>
          </p:cNvPr>
          <p:cNvSpPr>
            <a:spLocks noGrp="1"/>
          </p:cNvSpPr>
          <p:nvPr/>
        </p:nvSpPr>
        <p:spPr>
          <a:xfrm>
            <a:off x="3857625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0D1570F3-610E-41EE-949F-AA9B2C0967E1}"/>
              </a:ext>
            </a:extLst>
          </p:cNvPr>
          <p:cNvSpPr>
            <a:spLocks noGrp="1"/>
          </p:cNvSpPr>
          <p:nvPr/>
        </p:nvSpPr>
        <p:spPr>
          <a:xfrm>
            <a:off x="4191000" y="485775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0CF3C656-9354-43B0-AF4F-386664FEE274}"/>
              </a:ext>
            </a:extLst>
          </p:cNvPr>
          <p:cNvSpPr>
            <a:spLocks noGrp="1"/>
          </p:cNvSpPr>
          <p:nvPr/>
        </p:nvSpPr>
        <p:spPr>
          <a:xfrm>
            <a:off x="11906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E55439D3-B67A-470A-B4B9-F28F5A6E2A9C}"/>
              </a:ext>
            </a:extLst>
          </p:cNvPr>
          <p:cNvSpPr>
            <a:spLocks noGrp="1"/>
          </p:cNvSpPr>
          <p:nvPr/>
        </p:nvSpPr>
        <p:spPr>
          <a:xfrm>
            <a:off x="15240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48E10FB4-0D68-4C92-B6D9-E66882A725DB}"/>
              </a:ext>
            </a:extLst>
          </p:cNvPr>
          <p:cNvSpPr>
            <a:spLocks noGrp="1"/>
          </p:cNvSpPr>
          <p:nvPr/>
        </p:nvSpPr>
        <p:spPr>
          <a:xfrm>
            <a:off x="185737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41233682-8F07-4BC8-BA04-8C25FE906CF7}"/>
              </a:ext>
            </a:extLst>
          </p:cNvPr>
          <p:cNvSpPr>
            <a:spLocks noGrp="1"/>
          </p:cNvSpPr>
          <p:nvPr/>
        </p:nvSpPr>
        <p:spPr>
          <a:xfrm>
            <a:off x="219075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A3284E93-E3FA-4995-8A32-86BE69E65984}"/>
              </a:ext>
            </a:extLst>
          </p:cNvPr>
          <p:cNvSpPr>
            <a:spLocks noGrp="1"/>
          </p:cNvSpPr>
          <p:nvPr/>
        </p:nvSpPr>
        <p:spPr>
          <a:xfrm>
            <a:off x="25241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42D8A897-ABA0-4418-992F-209D61B41B0A}"/>
              </a:ext>
            </a:extLst>
          </p:cNvPr>
          <p:cNvSpPr>
            <a:spLocks noGrp="1"/>
          </p:cNvSpPr>
          <p:nvPr/>
        </p:nvSpPr>
        <p:spPr>
          <a:xfrm>
            <a:off x="28575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C2DD3E85-B13D-4E41-9F54-8F1F3B6F9707}"/>
              </a:ext>
            </a:extLst>
          </p:cNvPr>
          <p:cNvSpPr>
            <a:spLocks noGrp="1"/>
          </p:cNvSpPr>
          <p:nvPr/>
        </p:nvSpPr>
        <p:spPr>
          <a:xfrm>
            <a:off x="319087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93943935-FD6B-46BC-8957-0B4FD50A0336}"/>
              </a:ext>
            </a:extLst>
          </p:cNvPr>
          <p:cNvSpPr>
            <a:spLocks noGrp="1"/>
          </p:cNvSpPr>
          <p:nvPr/>
        </p:nvSpPr>
        <p:spPr>
          <a:xfrm>
            <a:off x="352425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E116E9B0-F245-4FB7-AC75-F9A6922FE443}"/>
              </a:ext>
            </a:extLst>
          </p:cNvPr>
          <p:cNvSpPr>
            <a:spLocks noGrp="1"/>
          </p:cNvSpPr>
          <p:nvPr/>
        </p:nvSpPr>
        <p:spPr>
          <a:xfrm>
            <a:off x="3857625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54BCC1B6-94BE-4AF7-9CB3-A156E92554DD}"/>
              </a:ext>
            </a:extLst>
          </p:cNvPr>
          <p:cNvSpPr>
            <a:spLocks noGrp="1"/>
          </p:cNvSpPr>
          <p:nvPr/>
        </p:nvSpPr>
        <p:spPr>
          <a:xfrm>
            <a:off x="4191000" y="519112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5CA4C61E-9DC9-402E-A8D1-C5508B3A6C46}"/>
              </a:ext>
            </a:extLst>
          </p:cNvPr>
          <p:cNvSpPr>
            <a:spLocks noGrp="1"/>
          </p:cNvSpPr>
          <p:nvPr/>
        </p:nvSpPr>
        <p:spPr>
          <a:xfrm>
            <a:off x="119062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69711397-67AA-4508-90DB-34B44DDD4017}"/>
              </a:ext>
            </a:extLst>
          </p:cNvPr>
          <p:cNvSpPr>
            <a:spLocks noGrp="1"/>
          </p:cNvSpPr>
          <p:nvPr/>
        </p:nvSpPr>
        <p:spPr>
          <a:xfrm>
            <a:off x="152400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BB73E574-5D40-4A85-8798-5143C3312C46}"/>
              </a:ext>
            </a:extLst>
          </p:cNvPr>
          <p:cNvSpPr>
            <a:spLocks noGrp="1"/>
          </p:cNvSpPr>
          <p:nvPr/>
        </p:nvSpPr>
        <p:spPr>
          <a:xfrm>
            <a:off x="185737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37CB4BA5-5098-4E88-B149-0923DA9DFAC6}"/>
              </a:ext>
            </a:extLst>
          </p:cNvPr>
          <p:cNvSpPr>
            <a:spLocks noGrp="1"/>
          </p:cNvSpPr>
          <p:nvPr/>
        </p:nvSpPr>
        <p:spPr>
          <a:xfrm>
            <a:off x="219075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8A3444D6-06B9-4BF1-A6CF-4094D55D027A}"/>
              </a:ext>
            </a:extLst>
          </p:cNvPr>
          <p:cNvSpPr>
            <a:spLocks noGrp="1"/>
          </p:cNvSpPr>
          <p:nvPr/>
        </p:nvSpPr>
        <p:spPr>
          <a:xfrm>
            <a:off x="252412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DBA25178-8988-4793-B69F-1CAA6FAF34C3}"/>
              </a:ext>
            </a:extLst>
          </p:cNvPr>
          <p:cNvSpPr>
            <a:spLocks noGrp="1"/>
          </p:cNvSpPr>
          <p:nvPr/>
        </p:nvSpPr>
        <p:spPr>
          <a:xfrm>
            <a:off x="285750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EF59EE37-02CE-451B-8248-F620E6D96E49}"/>
              </a:ext>
            </a:extLst>
          </p:cNvPr>
          <p:cNvSpPr>
            <a:spLocks noGrp="1"/>
          </p:cNvSpPr>
          <p:nvPr/>
        </p:nvSpPr>
        <p:spPr>
          <a:xfrm>
            <a:off x="319087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1FA12733-70A5-475C-925B-5EE7FBD3AB88}"/>
              </a:ext>
            </a:extLst>
          </p:cNvPr>
          <p:cNvSpPr>
            <a:spLocks noGrp="1"/>
          </p:cNvSpPr>
          <p:nvPr/>
        </p:nvSpPr>
        <p:spPr>
          <a:xfrm>
            <a:off x="352425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4ED45E32-CF9C-4420-8531-FB21731FA137}"/>
              </a:ext>
            </a:extLst>
          </p:cNvPr>
          <p:cNvSpPr>
            <a:spLocks noGrp="1"/>
          </p:cNvSpPr>
          <p:nvPr/>
        </p:nvSpPr>
        <p:spPr>
          <a:xfrm>
            <a:off x="3857625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AA31574D-C446-4BB9-A3DB-F5ED513D1004}"/>
              </a:ext>
            </a:extLst>
          </p:cNvPr>
          <p:cNvSpPr>
            <a:spLocks noGrp="1"/>
          </p:cNvSpPr>
          <p:nvPr/>
        </p:nvSpPr>
        <p:spPr>
          <a:xfrm>
            <a:off x="4191000" y="5524500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C326675C-DC8F-4CF3-B812-AD489FDFACA8}"/>
              </a:ext>
            </a:extLst>
          </p:cNvPr>
          <p:cNvSpPr>
            <a:spLocks noGrp="1"/>
          </p:cNvSpPr>
          <p:nvPr/>
        </p:nvSpPr>
        <p:spPr>
          <a:xfrm>
            <a:off x="1190625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DC46AA6A-9A0F-4100-814E-278F14272288}"/>
              </a:ext>
            </a:extLst>
          </p:cNvPr>
          <p:cNvSpPr>
            <a:spLocks noGrp="1"/>
          </p:cNvSpPr>
          <p:nvPr/>
        </p:nvSpPr>
        <p:spPr>
          <a:xfrm>
            <a:off x="1524000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597CE3A6-D8C9-4202-9B5A-5E1C77475C10}"/>
              </a:ext>
            </a:extLst>
          </p:cNvPr>
          <p:cNvSpPr>
            <a:spLocks noGrp="1"/>
          </p:cNvSpPr>
          <p:nvPr/>
        </p:nvSpPr>
        <p:spPr>
          <a:xfrm>
            <a:off x="1857375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2470F402-4A97-419E-ABE6-0D44781CD9B9}"/>
              </a:ext>
            </a:extLst>
          </p:cNvPr>
          <p:cNvSpPr>
            <a:spLocks noGrp="1"/>
          </p:cNvSpPr>
          <p:nvPr/>
        </p:nvSpPr>
        <p:spPr>
          <a:xfrm>
            <a:off x="2190750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05C110D3-539D-4C55-83C3-672121796F22}"/>
              </a:ext>
            </a:extLst>
          </p:cNvPr>
          <p:cNvSpPr>
            <a:spLocks noGrp="1"/>
          </p:cNvSpPr>
          <p:nvPr/>
        </p:nvSpPr>
        <p:spPr>
          <a:xfrm>
            <a:off x="2524125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CAB0F3DD-97B1-4CF6-BA9D-3FB45ABC5683}"/>
              </a:ext>
            </a:extLst>
          </p:cNvPr>
          <p:cNvSpPr>
            <a:spLocks noGrp="1"/>
          </p:cNvSpPr>
          <p:nvPr/>
        </p:nvSpPr>
        <p:spPr>
          <a:xfrm>
            <a:off x="2857500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3C948F4F-FDDE-4ED7-87BA-2B2469B4293C}"/>
              </a:ext>
            </a:extLst>
          </p:cNvPr>
          <p:cNvSpPr>
            <a:spLocks noGrp="1"/>
          </p:cNvSpPr>
          <p:nvPr/>
        </p:nvSpPr>
        <p:spPr>
          <a:xfrm>
            <a:off x="3190875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37967312-E720-4E4D-94C8-0A1DECCCF42E}"/>
              </a:ext>
            </a:extLst>
          </p:cNvPr>
          <p:cNvSpPr>
            <a:spLocks noGrp="1"/>
          </p:cNvSpPr>
          <p:nvPr/>
        </p:nvSpPr>
        <p:spPr>
          <a:xfrm>
            <a:off x="3524250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005DCF80-71FF-434F-9E6F-FF9CBDED0582}"/>
              </a:ext>
            </a:extLst>
          </p:cNvPr>
          <p:cNvSpPr>
            <a:spLocks noGrp="1"/>
          </p:cNvSpPr>
          <p:nvPr/>
        </p:nvSpPr>
        <p:spPr>
          <a:xfrm>
            <a:off x="3857625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B236F6EE-06D9-47A2-B8E7-2EAE9A0B3E3B}"/>
              </a:ext>
            </a:extLst>
          </p:cNvPr>
          <p:cNvSpPr>
            <a:spLocks noGrp="1"/>
          </p:cNvSpPr>
          <p:nvPr/>
        </p:nvSpPr>
        <p:spPr>
          <a:xfrm>
            <a:off x="4191000" y="5857875"/>
            <a:ext cx="333375" cy="333375"/>
          </a:xfrm>
          <a:prstGeom prst="rect">
            <a:avLst/>
          </a:prstGeom>
          <a:solidFill>
            <a:srgbClr val="1D4ED8"/>
          </a:solidFill>
          <a:ln w="11906">
            <a:solidFill>
              <a:srgbClr val="BCD0EA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43C46941-1F04-4D43-8326-9E2BB7B3CCC9}"/>
              </a:ext>
            </a:extLst>
          </p:cNvPr>
          <p:cNvSpPr>
            <a:spLocks noGrp="1"/>
          </p:cNvSpPr>
          <p:nvPr/>
        </p:nvSpPr>
        <p:spPr>
          <a:xfrm>
            <a:off x="6310313" y="32742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DFE5E89B-5B3C-4518-96DB-8FFA23E48FE5}"/>
              </a:ext>
            </a:extLst>
          </p:cNvPr>
          <p:cNvSpPr>
            <a:spLocks noGrp="1"/>
          </p:cNvSpPr>
          <p:nvPr/>
        </p:nvSpPr>
        <p:spPr>
          <a:xfrm>
            <a:off x="6310313" y="4131469"/>
            <a:ext cx="1547813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C3E1502F-C604-4C1A-97D1-94929DB17BEB}"/>
              </a:ext>
            </a:extLst>
          </p:cNvPr>
          <p:cNvSpPr>
            <a:spLocks noGrp="1"/>
          </p:cNvSpPr>
          <p:nvPr/>
        </p:nvSpPr>
        <p:spPr>
          <a:xfrm>
            <a:off x="6310313" y="4226719"/>
            <a:ext cx="1547813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506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51FB9240-116B-402F-A52F-5A5BAB4D2377}"/>
              </a:ext>
            </a:extLst>
          </p:cNvPr>
          <p:cNvSpPr>
            <a:spLocks noGrp="1"/>
          </p:cNvSpPr>
          <p:nvPr/>
        </p:nvSpPr>
        <p:spPr>
          <a:xfrm>
            <a:off x="8512969" y="3810000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AE737082-EE42-47F1-AA34-A997B7CEED31}"/>
              </a:ext>
            </a:extLst>
          </p:cNvPr>
          <p:cNvSpPr>
            <a:spLocks noGrp="1"/>
          </p:cNvSpPr>
          <p:nvPr/>
        </p:nvSpPr>
        <p:spPr>
          <a:xfrm>
            <a:off x="10001250" y="2917031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97B8DDBC-2AF8-4DBD-A4E6-1BD3E8028C59}"/>
              </a:ext>
            </a:extLst>
          </p:cNvPr>
          <p:cNvSpPr>
            <a:spLocks noGrp="1"/>
          </p:cNvSpPr>
          <p:nvPr/>
        </p:nvSpPr>
        <p:spPr>
          <a:xfrm>
            <a:off x="10001250" y="5238750"/>
            <a:ext cx="3571875" cy="952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506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506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D57A63E4-A7F0-4B11-B743-E105D56B2D9D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8/8 = 1 = 100%</a:t>
            </a:r>
          </a:p>
        </p:txBody>
      </p:sp>
    </p:spTree>
    <p:extLst>
      <p:ext uri="{BB962C8B-B14F-4D97-AF65-F5344CB8AC3E}">
        <p14:creationId xmlns:p14="http://schemas.microsoft.com/office/powerpoint/2010/main" val="776306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5" fill="hold">
                      <p:stCondLst>
                        <p:cond delay="indefinite"/>
                      </p:stCondLst>
                      <p:childTnLst>
                        <p:par>
                          <p:cTn id="216" fill="hold">
                            <p:stCondLst>
                              <p:cond delay="0"/>
                            </p:stCondLst>
                            <p:childTnLst>
                              <p:par>
                                <p:cTn id="2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0"/>
                            </p:stCondLst>
                            <p:childTnLst>
                              <p:par>
                                <p:cTn id="220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4861111 E" pathEditMode="relative" ptsTypes="">
                                      <p:cBhvr>
                                        <p:cTn id="221" dur="800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2" fill="hold">
                      <p:stCondLst>
                        <p:cond delay="indefinite"/>
                      </p:stCondLst>
                      <p:childTnLst>
                        <p:par>
                          <p:cTn id="223" fill="hold">
                            <p:stCondLst>
                              <p:cond delay="0"/>
                            </p:stCondLst>
                            <p:childTnLst>
                              <p:par>
                                <p:cTn id="22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6" fill="hold">
                      <p:stCondLst>
                        <p:cond delay="indefinite"/>
                      </p:stCondLst>
                      <p:childTnLst>
                        <p:par>
                          <p:cTn id="227" fill="hold">
                            <p:stCondLst>
                              <p:cond delay="0"/>
                            </p:stCondLst>
                            <p:childTnLst>
                              <p:par>
                                <p:cTn id="2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7" grpId="0"/>
      <p:bldP spid="109" grpId="0"/>
      <p:bldP spid="110" grpId="0"/>
      <p:bldP spid="111" grpId="0"/>
      <p:bldP spid="111" grpId="1"/>
      <p:bldP spid="112" grpId="0"/>
      <p:bldP spid="1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9B30E244-1C1A-44BE-B81C-149EE33450A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4164BFBB-030B-4853-82B3-065261C71B2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673034B5-F5DB-4925-9F9D-54989702C92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ED02A65-728B-43EE-8484-2F2320E1F76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BF94460-D6D3-4F61-B52D-C93DF3E05AA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915F37F-AB10-47E2-85EE-D61D4F23A98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C9F5293-97CD-43E8-A0F0-2E3047B0DC35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FEAB311-28D2-4A7D-9349-CD9B0C8AA0C7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0.625 as a percentage.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CD257C6-BDBE-46EB-B673-468B228772C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EB7DD4C-974C-4078-997D-0D56CDBD7976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35% as a fraction in simplest form.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C84C382-D3A8-4AC8-AFF2-BF93F27B044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26FD063F-1DD4-4596-8A69-7DFA623C3D0E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Order 3/5, 0.58 and 62% from least to greatest.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FD96AB5-F255-4D95-9FDA-596F045480E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ECC5FEE-858B-4343-B38F-13DBC0ADA98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Write 0.625 as a percentage.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9769438-98A4-4F68-9708-74DA9B06480C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A45C9B4-37E3-4469-B496-CA38A043AFC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Write 35% as a fraction in simplest form.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0262B5E-8664-4015-B673-91064730B3DC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D2541EB-2F3D-492F-9D77-11BE8DD9698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Order 3/5, 0.58 and 62% from least to greatest.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FD22E03A-07DE-41A5-AC1B-455FF56852B4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098D061-8AFC-4056-A71D-17E4A820333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Complete: 9/25 = __ = __%.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FEDB7E6-285E-4E8C-B3D3-F7B5529250A8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556BB9E-6E69-4106-8D31-EE427A5C5B47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moves the decimal point without considering the value.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95B01576-C793-4934-99FF-6F7D34696FC7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E0012C4-8365-4608-8CC2-0DC7834886C4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B7C9D38-AAFC-447D-9F64-79C8494D3D2D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3193AD8-C142-4634-A7DA-A799C00FB99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Order 3/5, 0.58 and 62% from least to greatest.</a:t>
            </a:r>
          </a:p>
        </p:txBody>
      </p:sp>
    </p:spTree>
    <p:extLst>
      <p:ext uri="{BB962C8B-B14F-4D97-AF65-F5344CB8AC3E}">
        <p14:creationId xmlns:p14="http://schemas.microsoft.com/office/powerpoint/2010/main" val="68219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E0A8E6B7-895E-469C-9F1A-720EB1FC776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61BC463-B106-4C5E-ADD8-29D9A3605A8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1346551-9D79-44FC-92B2-D0C040EBE4D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22FCBAA-76F6-47CB-A276-9C17493CF09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Convert decimals to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AD2EC61-AC2E-46EC-AA6E-B0B3951C76F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16F1762-274A-4209-A165-2E9F0563823B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CFB0030-143D-42F7-9A69-2242EC8116A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99D6CC3-62E6-4561-ACD0-DC713F196FFD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FD798121-F7DD-4F3F-9B2C-1E17AB0852FB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DFB49CF-40EA-442F-B0DB-F8F22F93018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DB675EC-3685-426C-A7F7-E08D43348417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0.58, 3/5, 62%.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6F986E8-729F-4EC1-B3EA-C7F648D1495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E225948-7F5F-4E40-B8C1-67ECC8F0CDB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62.5%.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B0D0E04-0136-4C09-98CA-30E9083E5A7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68449B4-E240-4A5F-B9AA-B771E0E6BBE5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7/20.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774D528-68CF-4B8C-803B-A92B9E28ADFE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43F5DCEE-15A6-4FAA-9A7F-22FDB14440A2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0.58, 3/5, 62%.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5BC7B34-2FE5-4743-993A-7E090D10056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B2264E9-6919-4765-8E93-1646AEBA622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0.36 and 36%.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9CAE092-6B1C-45C5-B330-402D461696A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175890C-BB61-4786-A567-6579DFB8BC61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a hundred-square model or multiplication and division by 100, then check against a known benchmark.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0A5416A-B0EB-4192-B0EF-5A08601C2718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B8E283F-2496-4F2A-9B85-19B439384E3D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5E25036-D9A6-418C-B730-004DDA39634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666065BF-9239-4303-AF42-DD3E2C2AA100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85940613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889</Words>
  <Application>Microsoft Office PowerPoint</Application>
  <DocSecurity>0</DocSecurity>
  <PresentationFormat>Custom</PresentationFormat>
  <Paragraphs>110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2026-09-14T13:14:28Z</dcterms:created>
  <dcterms:modified xsi:type="dcterms:W3CDTF">2026-09-14T13:16:06Z</dcterms:modified>
</cp:coreProperties>
</file>