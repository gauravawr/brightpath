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6b66e995784024" /><Relationship Type="http://schemas.openxmlformats.org/officeDocument/2006/relationships/extended-properties" Target="/docProps/app.xml" Id="Rdf9e1612e3f1460a" /><Relationship Type="http://schemas.openxmlformats.org/officeDocument/2006/relationships/officeDocument" Target="/ppt/presentation.xml" Id="R3a955b41457946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a194b660734f9b"/>
  </p:sldMasterIdLst>
  <p:notesMasterIdLst>
    <p:notesMasterId xmlns:r="http://schemas.openxmlformats.org/officeDocument/2006/relationships" r:id="Rcd07ac37f4154a4d"/>
  </p:notesMasterIdLst>
  <p:sldIdLst>
    <p:sldId xmlns:r="http://schemas.openxmlformats.org/officeDocument/2006/relationships" id="256" r:id="Raf3cb19787124351"/>
    <p:sldId xmlns:r="http://schemas.openxmlformats.org/officeDocument/2006/relationships" id="257" r:id="Rfda8a7a9fa03428e"/>
    <p:sldId xmlns:r="http://schemas.openxmlformats.org/officeDocument/2006/relationships" id="258" r:id="R0f5c8d36f4084c07"/>
    <p:sldId xmlns:r="http://schemas.openxmlformats.org/officeDocument/2006/relationships" id="259" r:id="R01de6a547fa44989"/>
    <p:sldId xmlns:r="http://schemas.openxmlformats.org/officeDocument/2006/relationships" id="260" r:id="R47e52a6b370c41fd"/>
    <p:sldId xmlns:r="http://schemas.openxmlformats.org/officeDocument/2006/relationships" id="261" r:id="R60574071c6124740"/>
    <p:sldId xmlns:r="http://schemas.openxmlformats.org/officeDocument/2006/relationships" id="262" r:id="R76485cdfe05d41ee"/>
    <p:sldId xmlns:r="http://schemas.openxmlformats.org/officeDocument/2006/relationships" id="263" r:id="R3c92a70bcb574a6f"/>
    <p:sldId xmlns:r="http://schemas.openxmlformats.org/officeDocument/2006/relationships" id="264" r:id="R8d8f33332da94461"/>
    <p:sldId xmlns:r="http://schemas.openxmlformats.org/officeDocument/2006/relationships" id="265" r:id="R0e687b85a33e43c5"/>
    <p:sldId xmlns:r="http://schemas.openxmlformats.org/officeDocument/2006/relationships" id="266" r:id="Raf75c7c51d294c9c"/>
    <p:sldId xmlns:r="http://schemas.openxmlformats.org/officeDocument/2006/relationships" id="267" r:id="R4b0e4931ed3b47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c03f75f3464e56" /><Relationship Type="http://schemas.openxmlformats.org/officeDocument/2006/relationships/slideMaster" Target="/ppt/slideMasters/slideMaster1.xml" Id="R7ca194b660734f9b" /><Relationship Type="http://schemas.openxmlformats.org/officeDocument/2006/relationships/notesMaster" Target="/ppt/notesMasters/notesMaster1.xml" Id="Rcd07ac37f4154a4d" /><Relationship Type="http://schemas.openxmlformats.org/officeDocument/2006/relationships/presProps" Target="/ppt/presProps.xml" Id="Reb4baf0e70914aff" /><Relationship Type="http://schemas.openxmlformats.org/officeDocument/2006/relationships/tableStyles" Target="/ppt/tableStyles.xml" Id="R0457a4e5002448aa" /><Relationship Type="http://schemas.openxmlformats.org/officeDocument/2006/relationships/slide" Target="/ppt/slides/slide1.xml" Id="Raf3cb19787124351" /><Relationship Type="http://schemas.openxmlformats.org/officeDocument/2006/relationships/slide" Target="/ppt/slides/slide2.xml" Id="Rfda8a7a9fa03428e" /><Relationship Type="http://schemas.openxmlformats.org/officeDocument/2006/relationships/slide" Target="/ppt/slides/slide3.xml" Id="R0f5c8d36f4084c07" /><Relationship Type="http://schemas.openxmlformats.org/officeDocument/2006/relationships/slide" Target="/ppt/slides/slide4.xml" Id="R01de6a547fa44989" /><Relationship Type="http://schemas.openxmlformats.org/officeDocument/2006/relationships/slide" Target="/ppt/slides/slide5.xml" Id="R47e52a6b370c41fd" /><Relationship Type="http://schemas.openxmlformats.org/officeDocument/2006/relationships/slide" Target="/ppt/slides/slide6.xml" Id="R60574071c6124740" /><Relationship Type="http://schemas.openxmlformats.org/officeDocument/2006/relationships/slide" Target="/ppt/slides/slide7.xml" Id="R76485cdfe05d41ee" /><Relationship Type="http://schemas.openxmlformats.org/officeDocument/2006/relationships/slide" Target="/ppt/slides/slide8.xml" Id="R3c92a70bcb574a6f" /><Relationship Type="http://schemas.openxmlformats.org/officeDocument/2006/relationships/slide" Target="/ppt/slides/slide9.xml" Id="R8d8f33332da94461" /><Relationship Type="http://schemas.openxmlformats.org/officeDocument/2006/relationships/slide" Target="/ppt/slides/slide10.xml" Id="R0e687b85a33e43c5" /><Relationship Type="http://schemas.openxmlformats.org/officeDocument/2006/relationships/slide" Target="/ppt/slides/slide11.xml" Id="Raf75c7c51d294c9c" /><Relationship Type="http://schemas.openxmlformats.org/officeDocument/2006/relationships/slide" Target="/ppt/slides/slide12.xml" Id="R4b0e4931ed3b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1dd20a8c5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9dcdd7378b4694" /><Relationship Type="http://schemas.openxmlformats.org/officeDocument/2006/relationships/notesMaster" Target="/ppt/notesMasters/notesMaster1.xml" Id="R4d50f566b43444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752c8ae0d541b5" /><Relationship Type="http://schemas.openxmlformats.org/officeDocument/2006/relationships/notesMaster" Target="/ppt/notesMasters/notesMaster1.xml" Id="R492478acd4f849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53f2151d744d19" /><Relationship Type="http://schemas.openxmlformats.org/officeDocument/2006/relationships/notesMaster" Target="/ppt/notesMasters/notesMaster1.xml" Id="Rfac1781a5c6442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087c28d47d4886" /><Relationship Type="http://schemas.openxmlformats.org/officeDocument/2006/relationships/notesMaster" Target="/ppt/notesMasters/notesMaster1.xml" Id="Ra810ab0f522843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7c066398904d1a" /><Relationship Type="http://schemas.openxmlformats.org/officeDocument/2006/relationships/notesMaster" Target="/ppt/notesMasters/notesMaster1.xml" Id="R3b3191e82a6d43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599379b4f04722" /><Relationship Type="http://schemas.openxmlformats.org/officeDocument/2006/relationships/notesMaster" Target="/ppt/notesMasters/notesMaster1.xml" Id="Rc515607c39004a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d09f1f534c4d60" /><Relationship Type="http://schemas.openxmlformats.org/officeDocument/2006/relationships/notesMaster" Target="/ppt/notesMasters/notesMaster1.xml" Id="R3e16eaddc85942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1bbe50fc354f9c" /><Relationship Type="http://schemas.openxmlformats.org/officeDocument/2006/relationships/notesMaster" Target="/ppt/notesMasters/notesMaster1.xml" Id="Rf792a2adfb8841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db96c0f1e84cd1" /><Relationship Type="http://schemas.openxmlformats.org/officeDocument/2006/relationships/notesMaster" Target="/ppt/notesMasters/notesMaster1.xml" Id="R6a729b5478f543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f17249cddc4314" /><Relationship Type="http://schemas.openxmlformats.org/officeDocument/2006/relationships/notesMaster" Target="/ppt/notesMasters/notesMaster1.xml" Id="Re2b1ef0bb87146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3d532b766a4d70" /><Relationship Type="http://schemas.openxmlformats.org/officeDocument/2006/relationships/notesMaster" Target="/ppt/notesMasters/notesMaster1.xml" Id="Rfd34c4380d3c4f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0c1ef3f28f4f9a" /><Relationship Type="http://schemas.openxmlformats.org/officeDocument/2006/relationships/notesMaster" Target="/ppt/notesMasters/notesMaster1.xml" Id="R90f618e48b5644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Hundred squares, fraction strips, double number lines, conversion grids,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7/20. | Choose a representation out of 100 or use division. | Use a hundred-square model or multiplication and division by 100, then check against a known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fraction, decimal, percentage, equivalent, hundredths, convert.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62.5%.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7/20.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 hundred-square model or multiplication and division by 100, then check against a known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7/20..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0.58, 3/5, 62%..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0.36 and 36%.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0.58, 3/5, 62%.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0.58, 3/5, 62%. | Use a hundred-square model or multiplication and division by 100, then check against a known benchmark.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4a61172b440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b603dea8d4dcb" /><Relationship Type="http://schemas.openxmlformats.org/officeDocument/2006/relationships/slideLayout" Target="/ppt/slideLayouts/slideLayout1.xml" Id="R0060e0822afd4d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60e0822afd4d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a71d7c93f43cb" /><Relationship Type="http://schemas.openxmlformats.org/officeDocument/2006/relationships/notesSlide" Target="/ppt/notesSlides/notesSlide1.xml" Id="Rc91f8d1466c140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086d7ee894a72" /><Relationship Type="http://schemas.openxmlformats.org/officeDocument/2006/relationships/notesSlide" Target="/ppt/notesSlides/notesSlide2.xml" Id="Rdbb198f4928d44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1946911fb4a86" /><Relationship Type="http://schemas.openxmlformats.org/officeDocument/2006/relationships/notesSlide" Target="/ppt/notesSlides/notesSlide3.xml" Id="Ra58f2437050d42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c72fbb0144aac" /><Relationship Type="http://schemas.openxmlformats.org/officeDocument/2006/relationships/notesSlide" Target="/ppt/notesSlides/notesSlide4.xml" Id="R4a4f4736843f4f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a38d6dd4c4a37" /><Relationship Type="http://schemas.openxmlformats.org/officeDocument/2006/relationships/notesSlide" Target="/ppt/notesSlides/notesSlide5.xml" Id="Rf87ec1da201c48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cf7e3ec144a8e" /><Relationship Type="http://schemas.openxmlformats.org/officeDocument/2006/relationships/notesSlide" Target="/ppt/notesSlides/notesSlide6.xml" Id="R72a5b24f7520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97aefd4f84794" /><Relationship Type="http://schemas.openxmlformats.org/officeDocument/2006/relationships/image" Target="/ppt/media/image.png" Id="Rcc0bbf8057544845" /><Relationship Type="http://schemas.openxmlformats.org/officeDocument/2006/relationships/notesSlide" Target="/ppt/notesSlides/notesSlide7.xml" Id="R69901dc412a74a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ff516685e48ba" /><Relationship Type="http://schemas.openxmlformats.org/officeDocument/2006/relationships/notesSlide" Target="/ppt/notesSlides/notesSlide8.xml" Id="Ra3e16af7e02442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68bbb4a104e7b" /><Relationship Type="http://schemas.openxmlformats.org/officeDocument/2006/relationships/notesSlide" Target="/ppt/notesSlides/notesSlide9.xml" Id="Re2edd288f63243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96fe99f1945e9" /><Relationship Type="http://schemas.openxmlformats.org/officeDocument/2006/relationships/notesSlide" Target="/ppt/notesSlides/notesSlide10.xml" Id="Rb4c18ea60e0642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967b7c62b4716" /><Relationship Type="http://schemas.openxmlformats.org/officeDocument/2006/relationships/notesSlide" Target="/ppt/notesSlides/notesSlide11.xml" Id="Rd7cd43e6cf3946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6914c349d442b" /><Relationship Type="http://schemas.openxmlformats.org/officeDocument/2006/relationships/notesSlide" Target="/ppt/notesSlides/notesSlide12.xml" Id="R5c08bd2f3bbf4a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E86AA-45E0-4582-B3A8-73B9342B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0AD51-B98F-4278-A411-44357486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7E047-41C4-4530-9568-C0A9DD25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ED4F0-4CB1-40BD-AE63-21D2478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BF969-23B8-4639-8F97-B2F865DF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22E8F-B028-4961-B54D-E70FDC04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BF3AA-6A4D-47DA-8D7F-13334B0A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2E6DD-0273-43E7-85CA-38CD7C24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convert decimals to percentages.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44EF0-687F-45F6-8B21-FBBC4B1D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74B18-C4F9-41B5-828A-5F7AB08C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Hundred squares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9DD2B-B85C-42F3-A5BA-3D78D8D6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834226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D12D0-130C-4AA8-AC15-F186EC1E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B2E5A-3759-4FFA-9713-F4B4E3C9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817D7-5915-4E19-92A3-10185E52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67CBF-DB3C-4E04-8D48-45CEA6E2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12F9F-B5AD-4DEC-9FC2-E860E5AD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FC093-FAAD-4C14-B855-DB741516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4C5A-CAD0-4372-9F33-F57F5A5E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ECE6A-CA30-4308-81DB-98A14230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82810-6E87-45C1-9271-0E4F03B9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D2503-B4C6-4C8D-9736-D8D74BFC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26B0F-1805-4573-83AC-8F5936B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A7952-7F5F-4D58-9D12-CA94FA05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92DA7-87D7-47EF-A8EE-EE2DEDCA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common equivalences and convert between fractions, decimals and percentages.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D5EF4-2A7A-476C-A0EF-98271F78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5F1F8-3E80-4D8A-8082-B307ABD5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6D893-2FE3-484D-8E69-A059896A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924B1-1D7A-42B6-AE8B-4A5F8F53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35% as a fraction in simplest form.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F49F0-8E35-41A4-81D4-8F6F13A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2D636-E1D8-41D6-B0BB-8E90AFB3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F90FC-2C09-4214-85D6-75C98EB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97C43-B84E-4443-9219-C0E7BD6D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Write 0.625 as a percentage.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73177-0A6B-475F-ABA7-10559B2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22467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2A5E4-E328-4C84-B1C3-4910FB0F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FF4C3-EEB7-452D-883E-C262D1FD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E1661-4EF8-45C6-858A-A1AC26EC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E8EE2-45CB-4D0C-B809-8FEEE85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B110B-11ED-47C0-8E9D-D66EAAB9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723D4-7483-4529-9018-5ED34204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9CE6A-1C43-485E-897B-2D97765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5394B-AAE5-49CE-9E3B-A22A6B36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25BB2-5F01-44E7-8141-1698FF2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E2533-C415-4625-ADD6-2ECDF9AC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convert decimals to percentages.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8D1D2-4726-4BD1-B001-53B47D79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BDEC7-3CA3-49B4-A1AC-DDDEA2AC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Choose a representation out of 100 or use division.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F2DF0-41E0-4675-8525-A3B38948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Convert carefully while preserving the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126F1-7ABA-4DE2-B249-E1D0137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three forms against a benchmark such as one half.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34400-4FDF-4871-9C8F-A37E4DE6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fraction  |  decimal  |  percentage  |  equivalent  |  hundredths  |  convert</a:t>
            </a:r>
          </a:p>
        </p:txBody>
      </p:sp>
    </p:spTree>
    <p:extLst>
      <p:ext uri="{BB962C8B-B14F-4D97-AF65-F5344CB8AC3E}">
        <p14:creationId xmlns:p14="http://schemas.microsoft.com/office/powerpoint/2010/main" val="6247952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00169-4501-434B-945F-61CD019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83FEC-5621-45B7-8CAE-2884FC7E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F9927-4C17-4DF7-921B-965601E1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4F35B-FECA-4903-B73D-8BC93FC7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F42BA-20DC-4F5F-AB3D-A938FCC9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DDF8A-3971-4169-8928-39E25BA9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81E7D-410E-410A-9DEB-2BD869B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2E957-6169-43DA-A217-48D6543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49917-4BEC-4E0A-A6FE-52DABD1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2433-FE7A-4C02-BF8B-DE62CC01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0.625 as a percentage.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8C8A5-12B4-461E-93AE-1F15543A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1CC2A-1451-44AA-B040-53573A8D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3CB1B-107D-4D86-932E-1B1471CE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0.625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97BCA-9921-4207-A4E3-32AE343B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0425A-B6BE-4A46-915C-7BA02304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6DE37-6E9D-4639-879B-27DCEAF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0.625 ×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4071A-EB5B-4737-AFC5-1803357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C0226-1A64-4BA8-A460-62C6E2EA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664E6-E6AF-4BED-9309-A6BA55AD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62.5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0F2C1-FC3E-40B6-89B5-6CCD92A4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87691-E028-4D5E-ADC2-7FD9AB8B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CB548-703C-498F-BDD1-009C6474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0.625 = 62.5%</a:t>
            </a:r>
          </a:p>
        </p:txBody>
      </p:sp>
    </p:spTree>
    <p:extLst>
      <p:ext uri="{BB962C8B-B14F-4D97-AF65-F5344CB8AC3E}">
        <p14:creationId xmlns:p14="http://schemas.microsoft.com/office/powerpoint/2010/main" val="4912646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AA367-80B1-45AB-A781-E259626B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DFF79-9DD0-49C7-AA33-BF5B409C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7EFAD-44F1-4ED4-B0F1-3E7B7ADA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9D978-F5F1-4E47-88D3-1E213F23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59E44-D15B-4CC0-BCCA-CA8D89E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36DA8-213F-4631-BE12-78357C34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10E5B-1C8F-4A23-BEF0-8354D186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21F89-7008-4B6A-A9B4-B9C5378E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B53AE-4CEE-429F-9F3C-54F66F51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9B04B-7875-450D-9459-38416CA6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C35E9-D2B2-49E1-B410-378892F1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62.5%.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E65BC-5147-41AE-88AD-FF2EA69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2C200-6FF3-4871-9962-666E3BCD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three forms against a benchmark such as one half.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FEFC5-858A-4ED8-9AAE-62B41B6D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2671469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C118E-E433-4474-9960-2FF56E5B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EDC84-6DA7-474C-B0E4-D24D6116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CA446-E242-41AB-8CE8-87D41E6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CB6ED-73A0-429E-B5D1-18056865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E6C27-CFEC-47A3-A490-F8D2B25E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EF371-8398-4F04-BDEE-6885DA94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E69E8-A9A6-43AE-892A-005B7DF8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82924-9AB1-44C2-A61D-BC43E781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8AA16-D763-4473-9AFF-04935C3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9C01F-6CE2-4611-B956-FBDD42EA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35% as a fraction in simplest 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79753-54D8-4B50-A25A-E4FE8A9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A3A83-81B5-4108-8A48-D560A625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6DF2E-8957-4EB9-B789-70B5A42A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B2405-5932-4AAC-9529-F7889BCB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16DF4-4622-403B-B33E-8C46ACD2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7/20.</a:t>
            </a:r>
          </a:p>
        </p:txBody>
      </p:sp>
    </p:spTree>
    <p:extLst>
      <p:ext uri="{BB962C8B-B14F-4D97-AF65-F5344CB8AC3E}">
        <p14:creationId xmlns:p14="http://schemas.microsoft.com/office/powerpoint/2010/main" val="8183030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60F9C-C7A7-44AC-94F2-87A9E313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7446F-FF7E-41C4-8E1C-0FEF1585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0A56C-39C7-4ED3-AEC0-8AADCF54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145D1-59E6-4C93-ACFB-834FC7FE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9D243-1A90-4611-82E2-10C6F36E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27109-4D63-4A02-80CC-A93EC419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DE41A-1979-48B3-8C1B-511FD09B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97DA1-7751-40BA-94ED-67D83604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6FBEF-AE99-41FF-A179-44C0B87B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bbf805754484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5A718-ADB5-4A59-93D2-D327BAFA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956A3-D7B4-4EBD-89C0-8946D8AA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moves the decimal point without considering the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CF5F3-9CA9-4BA0-8B4C-CD20293E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9159C-6176-4174-B71D-C33A5D47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5DF89-42FC-4043-A678-E2C017AC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 hundred-square model or multiplication and division by 100, then check against a known benchmark.</a:t>
            </a:r>
          </a:p>
        </p:txBody>
      </p:sp>
    </p:spTree>
    <p:extLst>
      <p:ext uri="{BB962C8B-B14F-4D97-AF65-F5344CB8AC3E}">
        <p14:creationId xmlns:p14="http://schemas.microsoft.com/office/powerpoint/2010/main" val="99168432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2115C7-F218-483E-8EBD-2E19CA0C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2A21-B9C0-4E21-8AC0-27FF8B20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302F8-DB7D-49CE-8CB7-3EA5425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E3812-B0EE-4A54-B191-04D280D9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CE874-6265-40A2-805E-8DF0C236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B52F5-F718-40F1-ACD1-1F4AC8EE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DEAFE-062F-4404-AD86-A734C4BF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E66F4-B982-4596-AD24-40E55BA9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A8527-0B52-42B2-8A36-A9795FFB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BB98B-ED40-4C1F-B5CA-00EF4666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6270B-6640-4943-936C-B1987687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955E8-CABD-4DD4-8F1F-60ED6F8F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9FC32-9B38-40B8-9843-0816A3A9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35% as a fraction in simplest form.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C365F-F816-4C21-A707-D3493F2E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06763-10E5-4DCA-BB80-6FA0A7F9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D5251-3499-417A-812C-6EA52D1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77087-43C9-43F8-808E-F9932B4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3E41D-44DF-487A-8A56-CDC3F949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855B2-96AF-47AC-A6D1-6894C1D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0B5EE-9925-4271-8DB0-C1ED1921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45218-3267-4BE3-9B83-50C9293F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7/20.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C8A09-36A7-4D7E-BACF-06FA4865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5177471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DC32A-7244-4F40-9B5F-EEDEE155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5F323-BB30-40A7-AECB-CA0132E9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E7CB2-B236-4739-98DA-88C060B8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D320F-E37F-47D1-A4CF-79BAEDC5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33C06-D77F-4B86-B10C-E7BEB0C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70F0B-B7C9-449C-8849-CF0F8F46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E9846-6083-48AE-9D0D-BBBD8A10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6135B-626C-45D4-BD4A-F8D0D24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E39A7-5630-4ED4-BE5E-01AFE734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E0016-D148-4950-BF4A-880C42A3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00FFD-E631-4AC5-A905-19442F8B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C542D-F133-4947-B71E-EC5E7ED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D6C2A-D1DD-4E0E-981E-2BA70A10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3/5, 0.58 and 62% from least to greatest.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390F5-3C59-4FD0-AA7B-9AA923D1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9A936-C39C-4871-8AAC-82519EF5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ECAB6-69F3-4BF3-B85D-A0165486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7065F-8442-414A-996F-E2A82911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F1595-D37C-4634-AC18-FA5E7892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EA6D9-A3CD-4827-9C13-E2B68BA9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DE98E-7959-48A3-94D4-CF98555B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8CDDB-8C13-4C4D-B6D7-B0446D53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4680108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6B165-7695-42EF-961B-AE580702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9343F-48BB-4B82-BA91-BF2535B7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AC308-D147-4C1D-883F-50A1BF9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05CB3-215A-420B-A28E-CAEE12EF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028D9-614A-4FDD-BFEA-3C9F93C1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F5AA2-7947-4494-BD1F-CEEF56ED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07BEB-8F69-406C-96FC-AE6FB4AA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6E03F-10F7-4328-B0C4-0964D408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68C2F-95DE-47CB-83F7-28FAEA0C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E6321-8809-480A-91B6-3054AD92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Complete: 9/25 = __ = __%.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4AB92-CA5C-4800-8B0A-AB40A9B2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74B3B-844B-4614-ADCC-2F446E4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201B7-34F2-42D9-A11B-25DACE3B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0.36 and 36%.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202278602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877A4-5974-4D81-BD20-4790B0C1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D4004-09B7-4689-801A-649C76FF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AE2D8-B739-49FD-AC2E-F48EAE4E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8438F-5466-4C2C-ABA3-FDA832A7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3F7F5-6974-442B-9352-7C3A60A3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6501D-45EE-49EA-B0A5-96AA211B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BA014-9267-431E-8A13-2B1895E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C2153-6907-4E41-BF2E-0A867D53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1A1C6-0FEC-4F78-8754-EC00C40C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6DE98-92E0-4FC3-BEE0-F576B2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BB3A4-F9EA-4A0D-BEC4-BA19F29A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809B1-46FE-4E72-AD2F-AE1BAB62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3/5, 0.58 and 62% from least to greatest.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F72AF-EFA7-49FE-9C71-A9A6E401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BACDC-4BA5-45F3-BA23-BF2928FC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6376C-BCA1-4806-9050-5A1139D7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2E09B-EADC-481E-99C4-EFDC5E71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0.58, 3/5, 62%.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217E8-072F-4709-B08D-B62802F2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2557A-ED82-4E55-A780-3200EFDF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243200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C9D87-A341-4F3B-BC7B-2ECA00D0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67A08-FDC5-4317-B8BA-6C6D8B5D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EF087-2C07-4872-A90C-7753750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6CAF3-23FF-4579-93CC-A76DC2CB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0400A-B1D7-411C-B237-E9C422C4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6319E-253C-434E-8DFB-CAD6D6C7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E97AE-0C0A-445F-92BA-6A09582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B6CC4-22B9-445C-876E-6FE665EE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4A472-B33B-42E3-AC0F-0CBE757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decimals to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C9565-BCEF-4932-A9D3-7A99B5E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370D8-55B7-41FB-9037-9D6D787A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9F72D-9C64-4D37-822A-3C7497B1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B73BD-A2B5-43C7-8CF4-317AC7B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3/5, 0.58 and 62% from least to greatest.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E6FC5-A6AA-411C-A52E-5D044A1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37141-719A-45A9-BF77-596D0F08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A742A-BF2B-40D7-8AA6-069960C2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2ED3A-48A5-4D84-ACB4-EBDC395D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moves the decimal point without considering the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3130A-70D8-4700-91B8-BF454B61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C9157-A83E-45A1-955A-3073868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32072-58BD-4390-A39E-24F5F8F7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033AD-888B-4984-91F9-F8E9DB00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20CB5-8343-4BFE-AA9A-2C7B893E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4413645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2026-09-09T22:14:01.0850000Z</dcterms:created>
  <dcterms:modified xsi:type="dcterms:W3CDTF">2026-09-09T22:14:01.0850000Z</dcterms:modified>
</coreProperties>
</file>