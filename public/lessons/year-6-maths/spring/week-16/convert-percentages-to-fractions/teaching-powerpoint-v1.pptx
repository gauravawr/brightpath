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74e415309b4b11" /><Relationship Type="http://schemas.openxmlformats.org/officeDocument/2006/relationships/extended-properties" Target="/docProps/app.xml" Id="R8f0ab71db8ce4181" /><Relationship Type="http://schemas.openxmlformats.org/officeDocument/2006/relationships/officeDocument" Target="/ppt/presentation.xml" Id="R8aae547dc4714c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da2fa87d27450b"/>
  </p:sldMasterIdLst>
  <p:notesMasterIdLst>
    <p:notesMasterId xmlns:r="http://schemas.openxmlformats.org/officeDocument/2006/relationships" r:id="Reee18a3e410945af"/>
  </p:notesMasterIdLst>
  <p:sldIdLst>
    <p:sldId xmlns:r="http://schemas.openxmlformats.org/officeDocument/2006/relationships" id="256" r:id="R94c1a28d867546f7"/>
    <p:sldId xmlns:r="http://schemas.openxmlformats.org/officeDocument/2006/relationships" id="257" r:id="R44201a4e307d4f2c"/>
    <p:sldId xmlns:r="http://schemas.openxmlformats.org/officeDocument/2006/relationships" id="258" r:id="Rb1bda7a20b144b44"/>
    <p:sldId xmlns:r="http://schemas.openxmlformats.org/officeDocument/2006/relationships" id="259" r:id="R4d68824a359749ef"/>
    <p:sldId xmlns:r="http://schemas.openxmlformats.org/officeDocument/2006/relationships" id="260" r:id="Rc364b6ed74424399"/>
    <p:sldId xmlns:r="http://schemas.openxmlformats.org/officeDocument/2006/relationships" id="261" r:id="R633981236da041b3"/>
    <p:sldId xmlns:r="http://schemas.openxmlformats.org/officeDocument/2006/relationships" id="262" r:id="Rb2130eea1dc74cf8"/>
    <p:sldId xmlns:r="http://schemas.openxmlformats.org/officeDocument/2006/relationships" id="263" r:id="R816beec14ef54d76"/>
    <p:sldId xmlns:r="http://schemas.openxmlformats.org/officeDocument/2006/relationships" id="264" r:id="Rf3f2b9b6bfb04e4c"/>
    <p:sldId xmlns:r="http://schemas.openxmlformats.org/officeDocument/2006/relationships" id="265" r:id="R0e5be36afbfc4a3f"/>
    <p:sldId xmlns:r="http://schemas.openxmlformats.org/officeDocument/2006/relationships" id="266" r:id="R4e113797d9e0448b"/>
    <p:sldId xmlns:r="http://schemas.openxmlformats.org/officeDocument/2006/relationships" id="267" r:id="Rf29dec717fce47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f1544dd28d4a51" /><Relationship Type="http://schemas.openxmlformats.org/officeDocument/2006/relationships/slideMaster" Target="/ppt/slideMasters/slideMaster1.xml" Id="R2bda2fa87d27450b" /><Relationship Type="http://schemas.openxmlformats.org/officeDocument/2006/relationships/notesMaster" Target="/ppt/notesMasters/notesMaster1.xml" Id="Reee18a3e410945af" /><Relationship Type="http://schemas.openxmlformats.org/officeDocument/2006/relationships/presProps" Target="/ppt/presProps.xml" Id="R4c498266b7c746a5" /><Relationship Type="http://schemas.openxmlformats.org/officeDocument/2006/relationships/tableStyles" Target="/ppt/tableStyles.xml" Id="R112a543ba99d4b54" /><Relationship Type="http://schemas.openxmlformats.org/officeDocument/2006/relationships/slide" Target="/ppt/slides/slide1.xml" Id="R94c1a28d867546f7" /><Relationship Type="http://schemas.openxmlformats.org/officeDocument/2006/relationships/slide" Target="/ppt/slides/slide2.xml" Id="R44201a4e307d4f2c" /><Relationship Type="http://schemas.openxmlformats.org/officeDocument/2006/relationships/slide" Target="/ppt/slides/slide3.xml" Id="Rb1bda7a20b144b44" /><Relationship Type="http://schemas.openxmlformats.org/officeDocument/2006/relationships/slide" Target="/ppt/slides/slide4.xml" Id="R4d68824a359749ef" /><Relationship Type="http://schemas.openxmlformats.org/officeDocument/2006/relationships/slide" Target="/ppt/slides/slide5.xml" Id="Rc364b6ed74424399" /><Relationship Type="http://schemas.openxmlformats.org/officeDocument/2006/relationships/slide" Target="/ppt/slides/slide6.xml" Id="R633981236da041b3" /><Relationship Type="http://schemas.openxmlformats.org/officeDocument/2006/relationships/slide" Target="/ppt/slides/slide7.xml" Id="Rb2130eea1dc74cf8" /><Relationship Type="http://schemas.openxmlformats.org/officeDocument/2006/relationships/slide" Target="/ppt/slides/slide8.xml" Id="R816beec14ef54d76" /><Relationship Type="http://schemas.openxmlformats.org/officeDocument/2006/relationships/slide" Target="/ppt/slides/slide9.xml" Id="Rf3f2b9b6bfb04e4c" /><Relationship Type="http://schemas.openxmlformats.org/officeDocument/2006/relationships/slide" Target="/ppt/slides/slide10.xml" Id="R0e5be36afbfc4a3f" /><Relationship Type="http://schemas.openxmlformats.org/officeDocument/2006/relationships/slide" Target="/ppt/slides/slide11.xml" Id="R4e113797d9e0448b" /><Relationship Type="http://schemas.openxmlformats.org/officeDocument/2006/relationships/slide" Target="/ppt/slides/slide12.xml" Id="Rf29dec717fce47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53b72513ca44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3d851faa924d31" /><Relationship Type="http://schemas.openxmlformats.org/officeDocument/2006/relationships/notesMaster" Target="/ppt/notesMasters/notesMaster1.xml" Id="R55a948217a574d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408018ff4548f8" /><Relationship Type="http://schemas.openxmlformats.org/officeDocument/2006/relationships/notesMaster" Target="/ppt/notesMasters/notesMaster1.xml" Id="Rbba66210ceeb46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3c4a4ea59f4d32" /><Relationship Type="http://schemas.openxmlformats.org/officeDocument/2006/relationships/notesMaster" Target="/ppt/notesMasters/notesMaster1.xml" Id="R24ef6dcefbe043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b6e46123d343ae" /><Relationship Type="http://schemas.openxmlformats.org/officeDocument/2006/relationships/notesMaster" Target="/ppt/notesMasters/notesMaster1.xml" Id="R8be0742ca74d4a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07785d81a140b4" /><Relationship Type="http://schemas.openxmlformats.org/officeDocument/2006/relationships/notesMaster" Target="/ppt/notesMasters/notesMaster1.xml" Id="R9c1478008d6448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749f59f6524e04" /><Relationship Type="http://schemas.openxmlformats.org/officeDocument/2006/relationships/notesMaster" Target="/ppt/notesMasters/notesMaster1.xml" Id="R6537bcdc87454a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e0b845591e4b3c" /><Relationship Type="http://schemas.openxmlformats.org/officeDocument/2006/relationships/notesMaster" Target="/ppt/notesMasters/notesMaster1.xml" Id="R1e2d6e20affb40c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7b2aa459714e01" /><Relationship Type="http://schemas.openxmlformats.org/officeDocument/2006/relationships/notesMaster" Target="/ppt/notesMasters/notesMaster1.xml" Id="R8af2966fe5db43a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d4de0ab174149c3" /><Relationship Type="http://schemas.openxmlformats.org/officeDocument/2006/relationships/notesMaster" Target="/ppt/notesMasters/notesMaster1.xml" Id="Rc3a876e73cae408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53d0fc031b4cd1" /><Relationship Type="http://schemas.openxmlformats.org/officeDocument/2006/relationships/notesMaster" Target="/ppt/notesMasters/notesMaster1.xml" Id="Rec0276ab70d84b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073a92cfd649ae" /><Relationship Type="http://schemas.openxmlformats.org/officeDocument/2006/relationships/notesMaster" Target="/ppt/notesMasters/notesMaster1.xml" Id="Rf701cafb2137434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0681455e514d18" /><Relationship Type="http://schemas.openxmlformats.org/officeDocument/2006/relationships/notesMaster" Target="/ppt/notesMasters/notesMaster1.xml" Id="R9ccd26aedc6c4a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fraction strips, double number lines, conversion grids,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0.58, 3/5, 62%. | Choose a representation out of 100 or use division. |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fraction, decimal, percentage, equivalent, hundredths, convert.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7/20.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0.58, 3/5, 62%.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0.58, 3/5, 62%..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0.36 and 36%..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0.35.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0.36 and 36%.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0.36 and 36%. | Use a hundred-square model or multiplication and division by 100, then check against a known benchmark.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c1532b694e4b6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b06ded6f3443e2" /><Relationship Type="http://schemas.openxmlformats.org/officeDocument/2006/relationships/slideLayout" Target="/ppt/slideLayouts/slideLayout1.xml" Id="R2dbc8df3d8f24d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bc8df3d8f24d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7c298a02746f7" /><Relationship Type="http://schemas.openxmlformats.org/officeDocument/2006/relationships/notesSlide" Target="/ppt/notesSlides/notesSlide1.xml" Id="R2e0a455f0bf04c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06883c859d49de" /><Relationship Type="http://schemas.openxmlformats.org/officeDocument/2006/relationships/notesSlide" Target="/ppt/notesSlides/notesSlide2.xml" Id="R9a2b7c432b0c42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568ee5c8949ce" /><Relationship Type="http://schemas.openxmlformats.org/officeDocument/2006/relationships/notesSlide" Target="/ppt/notesSlides/notesSlide3.xml" Id="R5e2cb1897c8849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8aea306ff4e18" /><Relationship Type="http://schemas.openxmlformats.org/officeDocument/2006/relationships/notesSlide" Target="/ppt/notesSlides/notesSlide4.xml" Id="R94b1652d127e41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c89e4fea0444e" /><Relationship Type="http://schemas.openxmlformats.org/officeDocument/2006/relationships/notesSlide" Target="/ppt/notesSlides/notesSlide5.xml" Id="R9c1cb0155aa042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cb2dd0c1b442a" /><Relationship Type="http://schemas.openxmlformats.org/officeDocument/2006/relationships/notesSlide" Target="/ppt/notesSlides/notesSlide6.xml" Id="Rda6b8010364a40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cf99fa0cb4024" /><Relationship Type="http://schemas.openxmlformats.org/officeDocument/2006/relationships/image" Target="/ppt/media/image.png" Id="Rcec8a34591294547" /><Relationship Type="http://schemas.openxmlformats.org/officeDocument/2006/relationships/notesSlide" Target="/ppt/notesSlides/notesSlide7.xml" Id="Rae9682549eeb4f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591e3b0404c40" /><Relationship Type="http://schemas.openxmlformats.org/officeDocument/2006/relationships/notesSlide" Target="/ppt/notesSlides/notesSlide8.xml" Id="R6b840f88d0f8428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f8e659cc7c46a7" /><Relationship Type="http://schemas.openxmlformats.org/officeDocument/2006/relationships/notesSlide" Target="/ppt/notesSlides/notesSlide9.xml" Id="Ra13c58b1dfb340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2728611934460e" /><Relationship Type="http://schemas.openxmlformats.org/officeDocument/2006/relationships/notesSlide" Target="/ppt/notesSlides/notesSlide10.xml" Id="R384fb326dde846a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2b44a4d9a442a" /><Relationship Type="http://schemas.openxmlformats.org/officeDocument/2006/relationships/notesSlide" Target="/ppt/notesSlides/notesSlide11.xml" Id="Re1083be193294f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5da5cae994a68" /><Relationship Type="http://schemas.openxmlformats.org/officeDocument/2006/relationships/notesSlide" Target="/ppt/notesSlides/notesSlide12.xml" Id="R6378fdfb76114c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7EA93-A028-460A-88A6-E6054581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202858-7CC8-43E9-9ABA-3DC22708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86E41-FEF1-41B9-91A7-81C217C2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AED867-EF5D-4D70-BB53-FA587869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828EF-7072-45AB-8B03-DE2E9E42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D6E0DB-1CD2-40B3-8FFB-AC1ACA5C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523B5A-89FE-40F2-B1E0-062F73A5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50883F-9DB8-4B72-8DD1-8FD0EF2A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percentages as simplified fractions.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E7525-FEAC-4233-8307-52EF438E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A7FB05-6567-4290-8017-9358F461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3F06C2-F9C3-46F4-9C38-7A7565F7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993809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F5D0DB-9960-4376-86F5-D7DDF6B2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DF7315-C7CC-4949-B39D-BA0AEE48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FA560-FB25-4795-856D-5A3951CA5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69579-AEC0-4E23-B324-4B5BA130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AC50A-DDCE-440A-AF69-E4889FC9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C0EE8E-F5AE-473A-A850-A4B0336B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9D2C46-5451-4B49-B8CA-C114D143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1499E-8149-4798-962F-23814DA3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DF835-BFA5-4BB6-9D6A-07A7E5C8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290EEA-F777-48C9-9F2D-1DBBE34B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A3ECA-8088-4ECC-B3F8-03712F11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961523-B28E-4ACA-AECE-91880E38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3F9F6-B2E9-4B15-8292-4642B181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common equivalences and convert between fractions, decimals and percentages.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0EC0A5-31CA-4DB1-A236-278A95F8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19A89C-F926-4649-9328-4DE60C6F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7AB79-D795-4B22-A527-F55A3012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DA0D8B-A155-4818-B6F2-803EB67B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AABA5B-4378-4DD2-A05A-7C035E41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790BB5-3943-43FA-8E1B-A772FE0C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645DCE-F96E-41E6-835D-DC44B3C1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2DAD32-F356-44E3-B81A-B29D4A08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Write 35% as a fraction in simplest form.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89DB03-C565-4FA2-B98E-9587E314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704995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2A68C5-5751-4636-851C-A74DBB3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3D113-6F16-4F2A-9073-39B1798E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167CC-C992-4AA9-9BCE-55422A656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18A67F-5D20-4F71-B70D-2A881B51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B0731-341E-406F-BBD1-A3A7FD66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2539A-A5B0-4259-965F-E8632404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91E941-7655-4381-8613-CB1F6325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8CD9C-6785-4E5B-A097-8999EA6B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09580-C503-4DE6-A8EB-29B08F97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E15FB-C03B-41D5-8479-000CFF2F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percentages as simplified fractions.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CA760-1504-4434-80C3-1CB2E302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79DA60-6CD0-4530-92A8-C86F07E1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Choose a representation out of 100 or use division.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BDE7AF-1718-4248-A7D3-81A84F9D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carefully while preserving the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EE38D8-968A-4DD1-9B8B-F8C9B257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three forms against a benchmark such as one half.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5B57B0-99BE-442E-912E-CB0F471D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fraction  |  decimal  |  percentage  |  equivalent  |  hundredths  |  convert</a:t>
            </a:r>
          </a:p>
        </p:txBody>
      </p:sp>
    </p:spTree>
    <p:extLst>
      <p:ext uri="{BB962C8B-B14F-4D97-AF65-F5344CB8AC3E}">
        <p14:creationId xmlns:p14="http://schemas.microsoft.com/office/powerpoint/2010/main" val="18400602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338C02-31A6-43EB-A311-46F6580D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9C9029-928B-4427-B047-AB602463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34BE86-41CC-4A39-8C56-55642E83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7F01B-0A4F-4436-AD37-73790EAC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9FC6E-7199-4168-86D8-D6483130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88C0F-5185-4C5F-84B4-AAC33D1C4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22813-3C53-4B1F-BB1F-AED938EC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E34F3-AE3A-4CF2-9DBF-96BE2CE6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B4BEE-3CDB-4A35-8EEB-0E70C7CE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C854F-492B-4BFD-8D5E-766CDB02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32F68B-6A0F-4C47-A00B-F172A599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E22CF-DEB5-43AB-ABA3-48E6D8E8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1C7AB8-307F-4E56-9157-5E9936B5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9625E6-5359-4E56-990D-74748CF0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4408DF-9ED4-4D84-AA46-3CF576AA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DE51A2-21AF-4405-98D3-139487CC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35% = 35/100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BC2BDD-C8AE-4C24-8D1D-5C8B30A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BF9C0-BD4B-4221-9CA7-41A36771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EFCA0-F068-4DA1-A247-0E836D48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numerator and denominator by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DDFD89-4B6F-4BAC-98A3-08A0D0AA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5DA8F0-BD85-457A-854F-73BDE95D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176DA0-FF8D-4BE9-92E5-2A6FD363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35/100 = 7/20</a:t>
            </a:r>
          </a:p>
        </p:txBody>
      </p:sp>
    </p:spTree>
    <p:extLst>
      <p:ext uri="{BB962C8B-B14F-4D97-AF65-F5344CB8AC3E}">
        <p14:creationId xmlns:p14="http://schemas.microsoft.com/office/powerpoint/2010/main" val="9698894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B6A89-762E-43B2-8A7F-8ACF45F3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CC53B-627F-42FF-97F2-EDAFB6E1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604456-5A16-4A07-B489-CE2975D0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277664-DCC9-4C66-B821-4800CBBF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CCEFA-E060-4C40-AB4B-8D835D39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8AD27-1A40-4F40-B010-53747E5B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F8AA6-848C-4100-87B6-BD5A1B51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9EC0B7-CFE8-488B-BB9B-FCA12D8D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63FE5-5983-498F-84CF-A6290B4F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D6F7A9-6E27-4D34-AE89-CDE469AD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31160-ACE7-48FC-B832-4C9046BA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7/20.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5A622-6DDA-4F96-8D78-F12E947E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2663F-76AC-416E-98B6-C7436DEB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three forms against a benchmark such as one half.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3740B7-F9E8-4333-9C03-84656E7B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1421192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F592CC-F262-4662-A2EB-5B9AEE18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4F613-FD97-4295-82A4-6D220EDC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E89E2B-AA89-44E8-BE29-42E50D88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09878-7ECE-4C38-BC3B-30698659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371C7-4A99-4C48-B0B9-398CA230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67E9A0-F181-47C9-A216-EA0F631F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401DC7-AB9B-4916-AFA2-86A09FB2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BFADF-F2B1-4047-80B0-2FD0FCC5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FACE4-CB72-4B02-9DBB-047DB534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8870A-81B8-421F-9BA8-D0E83423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35681-D786-4F97-BCA1-D446544F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53320A-2CB8-4413-ACF5-95415009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483D73-2823-46B1-BDFA-23CF3C13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0EE94-0DF9-4361-A2BD-16A28E35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4ED3AD-E8C8-461A-B1F6-0E1DF06C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0.58, 3/5, 62%.</a:t>
            </a:r>
          </a:p>
        </p:txBody>
      </p:sp>
    </p:spTree>
    <p:extLst>
      <p:ext uri="{BB962C8B-B14F-4D97-AF65-F5344CB8AC3E}">
        <p14:creationId xmlns:p14="http://schemas.microsoft.com/office/powerpoint/2010/main" val="11417041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D4AD9A-7673-4C06-A71A-F09A11B7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82CAE9-0109-498F-9946-C28CDE3B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007D3-ED17-49B3-9BAD-70E39332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1F430-13FF-4146-A8F8-3F97D32A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6A751-2384-4735-9087-1C149948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834457-3A06-42EC-99FB-43CBFDB0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AD1FF4-6D60-4674-A6BE-9C613EF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49DD22-31C6-4484-A92B-C09FD2A3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71C42C-C251-4035-9920-D247CBB7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8a34591294547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03EE67-ED1F-4B14-9B11-FC94F1B1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2C34C-022A-4967-B8D8-6460BC98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moves the decimal point without considering the value.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35639-7E53-43DD-BAAB-C416182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8730EB-1B67-42A4-AFBF-2F1EC625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838815-FB86-4CE7-BAB3-E14D716B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 hundred-square model or multiplication and division by 100, then check against a known benchmark.</a:t>
            </a:r>
          </a:p>
        </p:txBody>
      </p:sp>
    </p:spTree>
    <p:extLst>
      <p:ext uri="{BB962C8B-B14F-4D97-AF65-F5344CB8AC3E}">
        <p14:creationId xmlns:p14="http://schemas.microsoft.com/office/powerpoint/2010/main" val="5997860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AF46BB-6C3C-4698-AD8D-4CBB74E5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9BB4C9-A648-47FE-BFE2-E4EC005C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3FD9F-35ED-4889-A695-EFF862F6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81B7A-3A33-4B3C-AFC9-D46C34AC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F1D24-1D25-4CBF-AADC-60AB32BE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E37E5-1D59-4402-9054-5885A46D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E27BE-63E5-46E4-8811-0675B847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516B5-0982-4F11-AD6C-183E394A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6B1384-43C4-490E-BC4C-672B9F42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09203-C4BC-45FB-9685-D4693E4B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DAB06B-6C1D-4A26-82FD-6941415B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B50DE-5411-484A-8CA4-CAC5CDE4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FD9F61-7421-46DC-8323-7F2A5A59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A68B0C-13D5-42D4-9CC7-C903EDDD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AD7B88-85AA-4B94-A159-E7AB9160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5ECBBD-3DC7-464F-A926-01125B8F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AC36F1-727C-4511-BC7F-0CA95371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24E5E2-DC23-419B-ACF4-00B721E0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4B137E-3619-4548-A1D5-EFD69F19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9FEB66-08BB-466D-8899-038F5FE6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C65E4D-7DDE-44A1-AC54-AB080752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0.58, 3/5, 62%.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EB10D8-69FA-4B8F-AB8D-72F7A823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524614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83DED6-9F08-45A9-9A14-5332C099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1851BB-1ECC-4BC4-8163-D4CCD570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C00A7-F685-4CC8-9C3A-9DCBE9F0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F18221-43BC-412C-A6A3-B02C662C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12851F-E3C7-4CD0-B30A-D47313BC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8AED4-0A4C-426A-A788-808F7105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CE0F3-EFAD-49D6-9DBA-4604C876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F0847-8BB8-4962-972C-032CE00D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0E5402-694A-44C6-8901-0D5B4E23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62F789-164E-458A-A0AD-25E59258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E14D7-207A-402F-9AC4-21F6E974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8303E-80AF-49BC-9590-5089923A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2C829B-C712-430F-9EFF-8ABF578A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4B9434-B2EE-402A-A815-B3F9E204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5CA5E7-36BF-4DC0-87F5-541367EB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7C5A2F-8BE0-4797-BD7B-67F6116C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B5DE6D-EDE5-4106-8E93-694F6F58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AB92E-70A7-481F-AEE5-E8324121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ED18BD-57D4-4D89-B872-2D297F69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30F4B7-9D89-4CB4-B237-5D1E1C3A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23D329-4C71-4D0C-AB61-DC4A3719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2772675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229B62-7F0B-4948-8B6C-90272341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58732-B00C-4511-B16A-1E124C36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FC12EA-EEE5-43E5-9457-5C4A4F70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142590-214F-41E2-8D53-C2C079DB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65FA90-20A2-4E65-855B-9258DFB6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72F3E-882E-4B3F-A033-88905DD5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E1318-1697-4F47-9B14-25176C57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4ABFB3-CA10-4277-A368-F2B75BF0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EE2B0-2BFA-46CE-9EB0-55194C213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727BE6-9251-47DC-8E8F-1CA97958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Write 7/20 as a decimal.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3C2ECA-4BDA-48AA-A210-09850E20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8DC423-80E5-4F42-BEBB-A7FAD8BC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5FE25D-4880-4CCA-A5A7-66704A24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0.35.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0889647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4C7436-BEA0-422B-AFC8-6CEB3612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82577D-5F5F-401D-963A-5D386A74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52700-A331-4FBB-A587-D220CDF9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744E1C-7E5A-4DFC-895B-CDAEFC43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9FEA7D-02D9-43F4-AB83-9F60CCEE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98503-D542-45BD-9115-5BEFDF3B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1DE9B-65D9-4CC7-A9DB-A05B9B61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2B93F-4B43-42A6-B4BE-B154F9E2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8205F3-2686-45C9-BE0D-F6E05E9A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7FCD21-0CE6-4B00-AD16-64EFD256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36CA7F-9EC5-45EC-89F8-876E90EB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505FA0-BE1B-4A01-81F3-B2DE7CDB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DC97A3-0C16-4736-961F-F94A1992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054D02-A81A-404C-B657-C99B5BA8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2DD3DF-E21F-4C4B-99E0-9AFEE837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3A18E3-72A9-4AF0-9BF5-DF3DA9EB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0.36 and 36%.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5E523E-9BB9-4092-AE3C-97863455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D8A17D-D445-451D-AA40-87919A1E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154381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70AA95-F8C9-4C42-9D04-8E59061C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1D6CF9-5CB4-42A0-8EE2-8CCB38E7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8F3B6-887F-4369-B794-1037C486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F6901-693A-428B-9651-8F1821B9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605D9-D214-40E4-98B4-F0528E74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9933F-A777-4FC7-819B-05F54CE9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34372-E13B-4A39-97D8-9236101E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0C3D00-DFAF-4718-B20E-A0928D1C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B55DA-9320-412E-8398-0D7E3B7E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926B7B-5DE1-4AC1-ACE1-F286EA26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665E2D-E381-4F9A-8689-5034CFA9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E8932-61C1-4DF0-B46F-8EA34A71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54DE91-5544-4680-9D5A-0E029A4C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366C56-3F46-46FE-B6ED-EC28C406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2233E5-8584-4814-9BD7-5E84684C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73C43-4174-4C19-95DE-9C8A10E7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D06C36-0311-4DD0-9DDD-D357620D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moves the decimal point without considering the value.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D8274A-A4EE-4C2E-B52F-05BE82DD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6BFE54-BD9C-40C8-A235-F21E2B2B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E12EE5-1B3E-4081-92D2-9BF5F9EC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D04455-F966-4D5B-B4B0-690248FE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B132D9-4ACF-44F4-806A-66F28441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171303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2026-09-09T22:14:02.3820000Z</dcterms:created>
  <dcterms:modified xsi:type="dcterms:W3CDTF">2026-09-09T22:14:02.3820000Z</dcterms:modified>
</coreProperties>
</file>