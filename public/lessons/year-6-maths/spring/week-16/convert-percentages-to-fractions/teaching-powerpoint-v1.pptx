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457043091c4f70" /><Relationship Type="http://schemas.openxmlformats.org/officeDocument/2006/relationships/extended-properties" Target="/docProps/app.xml" Id="R459a91727e7f4750" /><Relationship Type="http://schemas.openxmlformats.org/officeDocument/2006/relationships/officeDocument" Target="/ppt/presentation.xml" Id="R39c5cc3831a543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8374324eb94eca"/>
  </p:sldMasterIdLst>
  <p:notesMasterIdLst>
    <p:notesMasterId xmlns:r="http://schemas.openxmlformats.org/officeDocument/2006/relationships" r:id="R073da240fcfd4eab"/>
  </p:notesMasterIdLst>
  <p:sldIdLst>
    <p:sldId xmlns:r="http://schemas.openxmlformats.org/officeDocument/2006/relationships" id="256" r:id="R0ae6302460bb42be"/>
    <p:sldId xmlns:r="http://schemas.openxmlformats.org/officeDocument/2006/relationships" id="257" r:id="R78d56ba8a82f4ee5"/>
    <p:sldId xmlns:r="http://schemas.openxmlformats.org/officeDocument/2006/relationships" id="258" r:id="R2e6b1e05b5b84a23"/>
    <p:sldId xmlns:r="http://schemas.openxmlformats.org/officeDocument/2006/relationships" id="259" r:id="R06cb028b94064c5b"/>
    <p:sldId xmlns:r="http://schemas.openxmlformats.org/officeDocument/2006/relationships" id="260" r:id="R74fc7d4aa6084b4b"/>
    <p:sldId xmlns:r="http://schemas.openxmlformats.org/officeDocument/2006/relationships" id="261" r:id="R35fa7b4fc380442d"/>
    <p:sldId xmlns:r="http://schemas.openxmlformats.org/officeDocument/2006/relationships" id="262" r:id="R9ee9ef067a7542f8"/>
    <p:sldId xmlns:r="http://schemas.openxmlformats.org/officeDocument/2006/relationships" id="263" r:id="R75fa7a43ad8f4fe4"/>
    <p:sldId xmlns:r="http://schemas.openxmlformats.org/officeDocument/2006/relationships" id="264" r:id="R2d2edf2ec14b4fc2"/>
    <p:sldId xmlns:r="http://schemas.openxmlformats.org/officeDocument/2006/relationships" id="265" r:id="Rb84b4904be994f3a"/>
    <p:sldId xmlns:r="http://schemas.openxmlformats.org/officeDocument/2006/relationships" id="266" r:id="Re0ad5559acbd4618"/>
    <p:sldId xmlns:r="http://schemas.openxmlformats.org/officeDocument/2006/relationships" id="267" r:id="Re068903ee1c941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1226e8fa1842a6" /><Relationship Type="http://schemas.openxmlformats.org/officeDocument/2006/relationships/slideMaster" Target="/ppt/slideMasters/slideMaster1.xml" Id="R618374324eb94eca" /><Relationship Type="http://schemas.openxmlformats.org/officeDocument/2006/relationships/notesMaster" Target="/ppt/notesMasters/notesMaster1.xml" Id="R073da240fcfd4eab" /><Relationship Type="http://schemas.openxmlformats.org/officeDocument/2006/relationships/presProps" Target="/ppt/presProps.xml" Id="Rc3223f458bec42a2" /><Relationship Type="http://schemas.openxmlformats.org/officeDocument/2006/relationships/tableStyles" Target="/ppt/tableStyles.xml" Id="R9ccdf4a003f74449" /><Relationship Type="http://schemas.openxmlformats.org/officeDocument/2006/relationships/slide" Target="/ppt/slides/slide1.xml" Id="R0ae6302460bb42be" /><Relationship Type="http://schemas.openxmlformats.org/officeDocument/2006/relationships/slide" Target="/ppt/slides/slide2.xml" Id="R78d56ba8a82f4ee5" /><Relationship Type="http://schemas.openxmlformats.org/officeDocument/2006/relationships/slide" Target="/ppt/slides/slide3.xml" Id="R2e6b1e05b5b84a23" /><Relationship Type="http://schemas.openxmlformats.org/officeDocument/2006/relationships/slide" Target="/ppt/slides/slide4.xml" Id="R06cb028b94064c5b" /><Relationship Type="http://schemas.openxmlformats.org/officeDocument/2006/relationships/slide" Target="/ppt/slides/slide5.xml" Id="R74fc7d4aa6084b4b" /><Relationship Type="http://schemas.openxmlformats.org/officeDocument/2006/relationships/slide" Target="/ppt/slides/slide6.xml" Id="R35fa7b4fc380442d" /><Relationship Type="http://schemas.openxmlformats.org/officeDocument/2006/relationships/slide" Target="/ppt/slides/slide7.xml" Id="R9ee9ef067a7542f8" /><Relationship Type="http://schemas.openxmlformats.org/officeDocument/2006/relationships/slide" Target="/ppt/slides/slide8.xml" Id="R75fa7a43ad8f4fe4" /><Relationship Type="http://schemas.openxmlformats.org/officeDocument/2006/relationships/slide" Target="/ppt/slides/slide9.xml" Id="R2d2edf2ec14b4fc2" /><Relationship Type="http://schemas.openxmlformats.org/officeDocument/2006/relationships/slide" Target="/ppt/slides/slide10.xml" Id="Rb84b4904be994f3a" /><Relationship Type="http://schemas.openxmlformats.org/officeDocument/2006/relationships/slide" Target="/ppt/slides/slide11.xml" Id="Re0ad5559acbd4618" /><Relationship Type="http://schemas.openxmlformats.org/officeDocument/2006/relationships/slide" Target="/ppt/slides/slide12.xml" Id="Re068903ee1c941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521d8b1329941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13622f742540f7" /><Relationship Type="http://schemas.openxmlformats.org/officeDocument/2006/relationships/notesMaster" Target="/ppt/notesMasters/notesMaster1.xml" Id="R7d377b08bc7a4f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fb9b1a693a4555" /><Relationship Type="http://schemas.openxmlformats.org/officeDocument/2006/relationships/notesMaster" Target="/ppt/notesMasters/notesMaster1.xml" Id="R561ee24f8ac647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86c29589f84ecf" /><Relationship Type="http://schemas.openxmlformats.org/officeDocument/2006/relationships/notesMaster" Target="/ppt/notesMasters/notesMaster1.xml" Id="R2487b6c82de744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9499a9daaa4ce0" /><Relationship Type="http://schemas.openxmlformats.org/officeDocument/2006/relationships/notesMaster" Target="/ppt/notesMasters/notesMaster1.xml" Id="R9461ac0fd3c94e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09d4cf37664a39" /><Relationship Type="http://schemas.openxmlformats.org/officeDocument/2006/relationships/notesMaster" Target="/ppt/notesMasters/notesMaster1.xml" Id="Ree5484aa585f41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d1e1a9a31646bd" /><Relationship Type="http://schemas.openxmlformats.org/officeDocument/2006/relationships/notesMaster" Target="/ppt/notesMasters/notesMaster1.xml" Id="R1f9c6cdd95a54c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34da8b5e884627" /><Relationship Type="http://schemas.openxmlformats.org/officeDocument/2006/relationships/notesMaster" Target="/ppt/notesMasters/notesMaster1.xml" Id="Rc205d0b2cf8245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52cc4d5dc742ae" /><Relationship Type="http://schemas.openxmlformats.org/officeDocument/2006/relationships/notesMaster" Target="/ppt/notesMasters/notesMaster1.xml" Id="Rbdaa786189c34f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7b82bd453149ba" /><Relationship Type="http://schemas.openxmlformats.org/officeDocument/2006/relationships/notesMaster" Target="/ppt/notesMasters/notesMaster1.xml" Id="Re81be28577c24c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26a478a6ae478b" /><Relationship Type="http://schemas.openxmlformats.org/officeDocument/2006/relationships/notesMaster" Target="/ppt/notesMasters/notesMaster1.xml" Id="R2f51ce96f47f42e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2e8ad9f0694783" /><Relationship Type="http://schemas.openxmlformats.org/officeDocument/2006/relationships/notesMaster" Target="/ppt/notesMasters/notesMaster1.xml" Id="R4eda0ca77c7949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0677aacf464c5f" /><Relationship Type="http://schemas.openxmlformats.org/officeDocument/2006/relationships/notesMaster" Target="/ppt/notesMasters/notesMaster1.xml" Id="R245c42e1223a4d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fraction strips, double number lines, conversion grids,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0.58, 3/5, 62%. | Choose a representation out of 100 or use division. |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fraction, decimal, percentage, equivalent, hundredths, convert.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7/20.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0.58, 3/5, 62%.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0.58, 3/5, 62%..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0.36 and 36%..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0.35.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0.36 and 36%.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0.36 and 36%. | Use a hundred-square model or multiplication and division by 100, then check against a known benchmark.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f14ec59d1a4b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8bcc60c1fb43f0" /><Relationship Type="http://schemas.openxmlformats.org/officeDocument/2006/relationships/slideLayout" Target="/ppt/slideLayouts/slideLayout1.xml" Id="R879605e6b30741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9605e6b30741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300353220438c" /><Relationship Type="http://schemas.openxmlformats.org/officeDocument/2006/relationships/notesSlide" Target="/ppt/notesSlides/notesSlide1.xml" Id="Rfdd847d5b9aa4e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d15284662471d" /><Relationship Type="http://schemas.openxmlformats.org/officeDocument/2006/relationships/notesSlide" Target="/ppt/notesSlides/notesSlide2.xml" Id="Ra7dd3a8b49d94d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85edf6d4634460" /><Relationship Type="http://schemas.openxmlformats.org/officeDocument/2006/relationships/notesSlide" Target="/ppt/notesSlides/notesSlide3.xml" Id="R9d41d9e1d28448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e219273b14a0f" /><Relationship Type="http://schemas.openxmlformats.org/officeDocument/2006/relationships/notesSlide" Target="/ppt/notesSlides/notesSlide4.xml" Id="R034bcd906cca49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6802315f247e5" /><Relationship Type="http://schemas.openxmlformats.org/officeDocument/2006/relationships/notesSlide" Target="/ppt/notesSlides/notesSlide5.xml" Id="R34e4a8e5bd6847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5a2e683a24456" /><Relationship Type="http://schemas.openxmlformats.org/officeDocument/2006/relationships/notesSlide" Target="/ppt/notesSlides/notesSlide6.xml" Id="R9bce0223e00141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2f4a8bbcd4c4a" /><Relationship Type="http://schemas.openxmlformats.org/officeDocument/2006/relationships/image" Target="/ppt/media/image.png" Id="Rf2599ede4eb44c88" /><Relationship Type="http://schemas.openxmlformats.org/officeDocument/2006/relationships/notesSlide" Target="/ppt/notesSlides/notesSlide7.xml" Id="Re94c2806d75e42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96212e8b04c73" /><Relationship Type="http://schemas.openxmlformats.org/officeDocument/2006/relationships/notesSlide" Target="/ppt/notesSlides/notesSlide8.xml" Id="R9bb29e6d89604a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1b178ecb44dc5" /><Relationship Type="http://schemas.openxmlformats.org/officeDocument/2006/relationships/notesSlide" Target="/ppt/notesSlides/notesSlide9.xml" Id="R64feb55f33714b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873b7fdde4ef7" /><Relationship Type="http://schemas.openxmlformats.org/officeDocument/2006/relationships/notesSlide" Target="/ppt/notesSlides/notesSlide10.xml" Id="R0ee44c8ef1e446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c7ec543744073" /><Relationship Type="http://schemas.openxmlformats.org/officeDocument/2006/relationships/notesSlide" Target="/ppt/notesSlides/notesSlide11.xml" Id="R16616b93c8854bc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1a754f9794cbf" /><Relationship Type="http://schemas.openxmlformats.org/officeDocument/2006/relationships/notesSlide" Target="/ppt/notesSlides/notesSlide12.xml" Id="R205f1ed8606d4d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5F906-2D5F-422D-843E-A28E55BA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88864-06D7-4382-A131-6280461E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A333A-61DD-41B1-86F5-A7B24375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B35A0-B2BD-40D4-BDA9-6FDA53B2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01043-92B8-4C5D-AF2A-901FA92E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6CEF7-48D3-4F9C-8412-8427C2BA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72D1D7-669C-472A-9FE4-9701955D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938AE3-9CC2-4CD5-8984-4856B9C4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percentages as simplified fractions.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8560EE-64DC-4DAE-8964-9A9DC895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B8FF2B-3E81-4644-9445-53F621A6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C4DC19-9986-4130-B17E-14C91E0F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972818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953A83-F26A-4260-B86C-7311EFB0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535ED1-7A35-49AF-8EA9-C537651A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677031-A14D-4275-8682-42A989DA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98182-E103-472C-8E9B-D87B69B7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7D3D2-A1EC-48FF-B2E7-B66D7240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C2DEB-C95E-484A-8E0E-6398D6B9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865A3-7D1C-45E5-8CFF-404E0C62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31FD5-8AAF-4A33-916A-EF679CDF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E16E5-AA98-4E3E-B88A-EF8AD534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69A725-2B0F-4F1F-A0AF-673461E8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8721C-7687-47E1-8089-6B05F874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71DC7-CD7F-4E12-B4D7-30604A33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63825-F135-4569-A3DC-02C55602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common equivalences and convert between fractions, decimals and percentages.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22644D-8168-4103-86B0-428208AA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DEADB5-4E03-40D5-BA93-977F583B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C44E93-EEE5-4A81-B261-52C7E085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FEF561-31F5-4E77-BEC6-8A10A3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492B65-003E-49A8-A1B8-E75956B8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46C517-69F8-4CC3-AF10-2EAFCFD0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3D443-1CB2-484E-8058-AA93938F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275C45-8654-49FF-BF92-A52B620C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Write 35% as a fraction in simplest form.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645AA5-75D0-4901-991E-74D314D8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433832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1A7E4-0D37-4924-88F1-55226790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B09BA4-EFA9-4003-899F-468E0D27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F9736-DC7B-4FE8-9F45-61FE33FD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A45D3-AA82-4CAC-B7B3-39755AB5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CECD9-9F10-48A6-B68C-5CE2B108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70414-B159-4555-94E9-A09C25F2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5C9DF-F491-4C08-99F0-8DE298FD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774BB6-8C07-4444-99AD-20BE29DC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1A4306-8FDC-4337-9A52-28A4C6EB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8819D4-56EC-47FF-BCE0-13109B15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percentages as simplified fractions.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2C554-3213-402E-BAF5-770928D2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8429F-6B2F-48C6-B5F3-E556E40E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Choose a representation out of 100 or use division.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CBFF1E-1DC6-491E-A257-067F33F3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carefully while preserving the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5604A-4941-440C-99F2-3E3B0B3C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three forms against a benchmark such as one half.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5945E-0738-42B6-95BA-1D761120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fraction  |  decimal  |  percentage  |  equivalent  |  hundredths  |  convert</a:t>
            </a:r>
          </a:p>
        </p:txBody>
      </p:sp>
    </p:spTree>
    <p:extLst>
      <p:ext uri="{BB962C8B-B14F-4D97-AF65-F5344CB8AC3E}">
        <p14:creationId xmlns:p14="http://schemas.microsoft.com/office/powerpoint/2010/main" val="15065526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785A59-EE6F-4AA1-B306-ECAD13A0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2A68D-811D-4D1E-8999-AD354544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E0FAE-7625-4BE9-B010-20BAA227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E665E-9A76-4DCE-8C37-CB9914E1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F41D6-92EC-48BC-A9FB-92C619C3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0F888-03FB-4E2A-9EF3-34A017BC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D0131-5581-4636-82B8-71B09F4D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B2B077-8523-4843-A478-E2C23E4D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992235-3B78-436F-A2C5-D084E621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F2CF42-C634-45BC-81A3-14736506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505375-B0A3-4939-A8B7-5F56E866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9595C0-E73A-4E5F-A5EC-88D24B6A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3342F4-BD7C-4DAC-A803-38F75C89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Choose a representation out of 100 or use division.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12F085-2A72-45C9-91E5-FDBF88BD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16FD44-9D16-4F5B-B836-3E9420A8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9399BE-ED08-4432-AA7D-87C7228B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carefully while preserving the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8F56D2-6BC2-412E-84DE-AB24290D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021E26-D20B-4633-859E-EE92E0B1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EA710A-FF86-4E67-BD58-663EE8AF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7/20.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F2CDD2-D7A0-4048-808D-3D039C36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E9D868-FE35-412D-9F46-A9932923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C7B8B4-E58B-4229-92E8-87BE10DD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three forms against a benchmark such as one half.</a:t>
            </a:r>
          </a:p>
        </p:txBody>
      </p:sp>
    </p:spTree>
    <p:extLst>
      <p:ext uri="{BB962C8B-B14F-4D97-AF65-F5344CB8AC3E}">
        <p14:creationId xmlns:p14="http://schemas.microsoft.com/office/powerpoint/2010/main" val="15811350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DB5E2B-12B0-4245-B968-F71FC3D9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030EC-804F-4949-9E06-FEC27FE5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3E468-EDDA-451D-9A16-322AA332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50C30-2123-4B46-A1A3-E725595A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6891D-9AF3-4F7F-B875-C6D76843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5B97F-376C-48AA-AD96-40C91187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F8F52D-6C5D-4E6B-9517-2C821A23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50EB5C-DF60-4A19-9996-A0239AB7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9AA87B-6A6D-4B82-82CD-18AEB341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EE6B3-3989-4562-A4C3-5CBCDFA7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56ADC5-9BCE-46F2-9CB0-CF6507FC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7/20.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551D57-A165-4385-8BF5-C72684CA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2903B-F237-4466-9E2B-478D4794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three forms against a benchmark such as one half.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B3CEEC-E87A-44D3-9CBF-D56764AA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889139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D68DC9-F42E-408D-B1FD-74EAB3E2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2EA05-5692-4BCC-A27D-4A2A7FAB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5EF47-3C0F-47D0-BB75-4C9423D8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36A46-9B00-402F-AB8C-15AEA64B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D08D3-7EA3-4856-B7AB-0C35D9E1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F0CE2-CCE1-45A6-8A05-E8BE28D1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26933-21F5-45D8-8E3C-5F1BFB8C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88B33F-7155-4BE4-949B-86EAC592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76902-D4E2-4887-97C2-C9CC4940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94DF0-BB51-40C9-96AD-25155DE7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7D120-59DE-4912-9E68-ABCB7CD1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20EB5-A5AA-4792-93AA-89A31DB4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8551F-9F06-4A7D-9551-0BA9AD90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D4A2E-8683-4CB5-AD0B-49450FE8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2FA985-54CA-43F7-8E59-AA89163D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0.58, 3/5, 62%.</a:t>
            </a:r>
          </a:p>
        </p:txBody>
      </p:sp>
    </p:spTree>
    <p:extLst>
      <p:ext uri="{BB962C8B-B14F-4D97-AF65-F5344CB8AC3E}">
        <p14:creationId xmlns:p14="http://schemas.microsoft.com/office/powerpoint/2010/main" val="3582657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F577DD-C93C-4E02-80E1-0128DA5A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EEF8C7-8A5B-400F-8BBB-E89B74D1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BC4CE-7A07-4620-9AE3-AB6C689B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C2815-D616-49D5-9576-14792A00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49744-4AB5-4DA9-8E1B-CBACC4B5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36A6E-B424-4323-BA13-D8416175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4742A-3E11-4C0E-84B2-5FCC12D9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8DCD5B-B980-4094-8C1B-FF47B6BF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C6BCD-7175-434C-9105-E82B50A7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599ede4eb44c8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CE159-10FF-4E86-B349-4901EE4F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C3088F-F102-45C9-ACC6-38E6B729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moves the decimal point without considering the value.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F252DB-1597-47F4-938B-2CDBE9B0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89884A-118F-48A6-80E9-551F0BCB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AC2E2E-CA7C-4898-8549-2F4A043D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</p:spTree>
    <p:extLst>
      <p:ext uri="{BB962C8B-B14F-4D97-AF65-F5344CB8AC3E}">
        <p14:creationId xmlns:p14="http://schemas.microsoft.com/office/powerpoint/2010/main" val="10636929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EDFD87-7A3A-4208-A8BB-8A659A84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6A6334-2B43-4465-9C9E-0726FDDB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88CFD4-58FD-495E-A1BD-A6E6DF2B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72F4F-D7B9-484D-B43D-1A86326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B552C-7A71-45A7-A9A4-E5DB2AAE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E12B8-2D34-497E-92E1-FB2C1D17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A98F49-F0F3-4AE1-8F19-C30FC107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BE27D-4C11-43E4-BB85-710BAA3F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4569B2-45D2-488E-BAAA-0A1FAE3C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F8E2E-AC43-4922-A6DC-F82B4275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F14C7-14A1-47CD-A212-A98AF5FE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4EB335-6945-4AC4-B056-36E288D9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4B10B-E249-4E5A-980B-22F5121B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B8CA5F-11ED-4FEE-BD8E-EA1B5333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55660A-A200-4806-BF79-3B2B5659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47EE7-8B58-4107-89E0-CA632956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243E97-C65C-4D82-A622-E2162C18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710E69-622B-4390-BA34-D6810F3D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4BBAB8-D208-4942-869D-09306104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C67469-760A-45EF-8626-C6B2A224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A0C735-EBE6-441A-995F-B0A5DD90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0.58, 3/5, 62%.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07FB66-ACB0-486E-A6D5-632CA1ED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283249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950911-AEDC-40ED-A802-5D3A6FA4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5A41A-B241-4BE3-8F61-BF632470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C7014-5D09-4841-AA0E-37CE5AB4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8DF28-ED99-4441-AD1E-875A87B7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ADCB9-3CB4-42C6-AA30-FDC2160E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16066-8327-461F-94F4-F4C97DC7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22A18-40B3-413A-9DE6-1623F6AA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3D826E-10DD-4466-8406-7347FE4D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C10F3-30CD-435D-8FE1-971CD843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7CEC7-C8EC-45F1-AA1A-D6BED548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1783C-8B6F-496A-8793-3871067B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0B70DE-ABA3-4643-B5B3-96535A09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E60314-8749-434E-90CC-8B65DD68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ED0C62-A805-490C-912F-E0B997D6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3231A5-C28D-4476-968A-DFDBD28D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02F2EC-8BA6-4728-9895-21D9787A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C4D41F-88A3-4040-A40B-2D2B1DEC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1F5980-99E3-471F-8BB9-DDFC6F13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8F98AA-2DD0-4FF4-A6E9-9BFA3095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8283FB-2A35-4C91-A120-E268AD1D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D3BE5C-330E-45F9-B60F-194739F4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2036961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164357-49EC-40E9-A33E-672BBDD9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AF5DD-4F3F-4947-B630-A043A200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76660-3815-4B9D-A633-1B006CA5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A25F2-439F-4677-B56A-DCBEC65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80EE02-AF19-4DFA-AEE4-7CB2F7AC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79358D-BC5E-4262-A86D-C5FAF35F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E3CB2E-66A8-4FA3-B8BC-5B77F998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F193E-CEEA-419C-9758-EEB95439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2758C0-96B6-4D38-AD3B-4079EF24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B9E4A-91CC-4A5D-8218-9D2D0DB1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Write 7/20 as a decimal.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27B3-E30B-4359-A56F-A9F13C03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ED8FC-E7AD-4215-8401-80AF66ED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61B231-634F-4B12-94F1-59B942AE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0.35.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2086627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75A56D-F19C-4F7E-B422-9A537E73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741115-4F80-4AFA-8FEF-FFC2B6F0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245141-C700-4A32-B0CE-195E4FB5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231150-F1D9-4CE0-A201-3A79FDBC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F091E-1F04-47F8-BC23-9EDA8548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48360-C25D-49D0-8972-72B58793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776FB-F8E5-4DA4-A359-189DB8F6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D098A-9824-4CC3-A574-C6066690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FB6B04-71C1-45B8-B8C1-D3F44E55D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BE0689-0069-4E63-9C3C-5615F6B5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EAD53E-86D9-4155-A3DB-9091B924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4F8AE-FB26-4043-ABA9-FEB813D4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45A445-2C75-4939-A8BA-D62E654E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F14CB0-017C-4855-A001-575E8F89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F7D34E-E61B-4EF5-AFBA-45166C16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D798BF-C648-4BF1-9D30-42F1510B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0.36 and 36%.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637C04-DEE6-4161-A6C6-940DD5FA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264A88-CB64-49BB-92AD-63435ED4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706590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1ADD17-39BB-4010-ADCA-C37B4A92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AC094-A990-4318-A588-74C7DD14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F0AE10-EDBF-4230-B851-45776FF5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541AD-85BB-4D98-8819-59B9354C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DD131-E654-4500-A855-EAF18D81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04A6F6-57C5-46E8-BF7F-9390F4FA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608CFA-9FAC-47A6-B17A-939FB409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EAD75-08BD-44A3-AD9F-262EBDF9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8CC59-AF2B-4B9E-B370-6868FB2B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percentages to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01A5C-3581-4375-9DCC-E951D770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2E5FC4-61E2-4A46-AA3C-09477307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ED9FF0-C3AD-4BF1-B23F-E3EFEE8E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12D85-BCFD-432A-B1B1-FF8EC863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52F6E-B1C0-4A3B-9F8D-6CA412BB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50CA1B-4A62-4B95-B56E-A124EF61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5A805-50C0-4839-84E2-21E7D77C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27AE5F-80EC-4AEB-AED4-87976C77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moves the decimal point without considering the value.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56A499-5DD9-41F2-8E9B-F81B6B83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063DF9-6CD8-454C-8E0A-01B80BD3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F16CE4-0FD3-44AF-8CA0-A13BEB58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AA537D-30EA-473D-A7BB-F4C662A5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4EB883-6D04-4948-B52E-CE24FDA1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147136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2026-09-09T20:46:56.9470000Z</dcterms:created>
  <dcterms:modified xsi:type="dcterms:W3CDTF">2026-09-09T20:46:56.9470000Z</dcterms:modified>
</coreProperties>
</file>