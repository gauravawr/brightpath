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Convert percentages to fractions. Convert percentages to fractions.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Convert percentages to fractions. I do. Use a hundred-square or equivalent fraction out of 100. One whole is 100%.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Convert percentages to fractions. You do. Pause before clicking. Let pupils try independently, then reveal and discuss every step. Use a hundred-square or equivalent fraction out of 100. One whole is 100%.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Convert percentages to fractions. I do. Use a hundred-square or equivalent fraction out of 100. One whole is 100%.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Convert percentages to fractions. You do. Pause before clicking. Let pupils try independently, then reveal and discuss every step. Use a hundred-square or equivalent fraction out of 100. One whole is 100%.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Convert percentages to fractions.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Convert percentages to fractions.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0E648067-7BF9-4E4B-8FDC-446677342BCF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Convert percentages to fractions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8CD4A015-4556-4374-9C48-91F5CD18400B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B09B5F1B-05E3-438C-A9CC-5C8C4232859A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BA819324-EB15-486F-883C-55E979E0305C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Convert percentages to fractions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69A6DE62-AC47-4CB5-B2FB-09ACE9A504DF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3CD929AE-DEC0-4A2D-A778-846AB6F08AB3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express percentages as simplified fractions.</a:t>
            </a:r>
          </a:p>
        </p:txBody>
      </p:sp>
    </p:spTree>
    <p:extLst>
      <p:ext uri="{BB962C8B-B14F-4D97-AF65-F5344CB8AC3E}">
        <p14:creationId xmlns:p14="http://schemas.microsoft.com/office/powerpoint/2010/main" val="902835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object-1">
            <a:extLst>
              <a:ext uri="{FF2B5EF4-FFF2-40B4-BE49-F238E27FC236}">
                <a16:creationId xmlns:a16="http://schemas.microsoft.com/office/drawing/2014/main" id="{ADFE70AB-2EC6-4342-8D66-9B0E97B8FF0A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E5FCA6F0-690A-48DE-B480-50EC4DB1170B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35/100 as a decimal and percentage.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BA2B6E8E-FCA1-49B1-88D7-B6A589C5304C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B7F2A146-25AA-42D6-BC50-6F10CD658848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Convert percentages to fractions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6D81215D-A544-4679-A64A-EC0B231B8A9E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4490DB42-A8E3-4945-BB7D-957AA69116C8}"/>
              </a:ext>
            </a:extLst>
          </p:cNvPr>
          <p:cNvSpPr>
            <a:spLocks noGrp="1"/>
          </p:cNvSpPr>
          <p:nvPr/>
        </p:nvSpPr>
        <p:spPr>
          <a:xfrm>
            <a:off x="1190625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5509D0D9-7FCB-4490-858C-394A52A5D529}"/>
              </a:ext>
            </a:extLst>
          </p:cNvPr>
          <p:cNvSpPr>
            <a:spLocks noGrp="1"/>
          </p:cNvSpPr>
          <p:nvPr/>
        </p:nvSpPr>
        <p:spPr>
          <a:xfrm>
            <a:off x="1524000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78980B13-6D2D-4383-B3BE-2C1703605DD0}"/>
              </a:ext>
            </a:extLst>
          </p:cNvPr>
          <p:cNvSpPr>
            <a:spLocks noGrp="1"/>
          </p:cNvSpPr>
          <p:nvPr/>
        </p:nvSpPr>
        <p:spPr>
          <a:xfrm>
            <a:off x="1857375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2EEBC7B0-8FBB-440D-960F-50D31099D6DA}"/>
              </a:ext>
            </a:extLst>
          </p:cNvPr>
          <p:cNvSpPr>
            <a:spLocks noGrp="1"/>
          </p:cNvSpPr>
          <p:nvPr/>
        </p:nvSpPr>
        <p:spPr>
          <a:xfrm>
            <a:off x="2190750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B81E566C-54AC-486D-8B0A-8E8ACE0F4DE3}"/>
              </a:ext>
            </a:extLst>
          </p:cNvPr>
          <p:cNvSpPr>
            <a:spLocks noGrp="1"/>
          </p:cNvSpPr>
          <p:nvPr/>
        </p:nvSpPr>
        <p:spPr>
          <a:xfrm>
            <a:off x="2524125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D47C298A-FF06-4206-A0B4-CA0C2DE6AA10}"/>
              </a:ext>
            </a:extLst>
          </p:cNvPr>
          <p:cNvSpPr>
            <a:spLocks noGrp="1"/>
          </p:cNvSpPr>
          <p:nvPr/>
        </p:nvSpPr>
        <p:spPr>
          <a:xfrm>
            <a:off x="2857500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69C17A62-F419-4B34-9A80-DD2D54F4D6F7}"/>
              </a:ext>
            </a:extLst>
          </p:cNvPr>
          <p:cNvSpPr>
            <a:spLocks noGrp="1"/>
          </p:cNvSpPr>
          <p:nvPr/>
        </p:nvSpPr>
        <p:spPr>
          <a:xfrm>
            <a:off x="3190875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D198147A-9346-4EF0-AA35-DE754DE57877}"/>
              </a:ext>
            </a:extLst>
          </p:cNvPr>
          <p:cNvSpPr>
            <a:spLocks noGrp="1"/>
          </p:cNvSpPr>
          <p:nvPr/>
        </p:nvSpPr>
        <p:spPr>
          <a:xfrm>
            <a:off x="3524250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2A8521CD-B48E-40F2-99BD-EFEAF8D93802}"/>
              </a:ext>
            </a:extLst>
          </p:cNvPr>
          <p:cNvSpPr>
            <a:spLocks noGrp="1"/>
          </p:cNvSpPr>
          <p:nvPr/>
        </p:nvSpPr>
        <p:spPr>
          <a:xfrm>
            <a:off x="3857625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0FEE72A8-5D9F-4FF0-BC75-876C917AD9CB}"/>
              </a:ext>
            </a:extLst>
          </p:cNvPr>
          <p:cNvSpPr>
            <a:spLocks noGrp="1"/>
          </p:cNvSpPr>
          <p:nvPr/>
        </p:nvSpPr>
        <p:spPr>
          <a:xfrm>
            <a:off x="4191000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4477C929-7B2F-4D6D-A042-93C700442C26}"/>
              </a:ext>
            </a:extLst>
          </p:cNvPr>
          <p:cNvSpPr>
            <a:spLocks noGrp="1"/>
          </p:cNvSpPr>
          <p:nvPr/>
        </p:nvSpPr>
        <p:spPr>
          <a:xfrm>
            <a:off x="1190625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81ED608E-E739-4C0B-9F95-607F5ACBE6DF}"/>
              </a:ext>
            </a:extLst>
          </p:cNvPr>
          <p:cNvSpPr>
            <a:spLocks noGrp="1"/>
          </p:cNvSpPr>
          <p:nvPr/>
        </p:nvSpPr>
        <p:spPr>
          <a:xfrm>
            <a:off x="1524000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8D69A6FC-D3A3-44BF-A1EB-51B0578D1F9A}"/>
              </a:ext>
            </a:extLst>
          </p:cNvPr>
          <p:cNvSpPr>
            <a:spLocks noGrp="1"/>
          </p:cNvSpPr>
          <p:nvPr/>
        </p:nvSpPr>
        <p:spPr>
          <a:xfrm>
            <a:off x="1857375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BD07A706-1C75-4BC0-B119-738F32D52538}"/>
              </a:ext>
            </a:extLst>
          </p:cNvPr>
          <p:cNvSpPr>
            <a:spLocks noGrp="1"/>
          </p:cNvSpPr>
          <p:nvPr/>
        </p:nvSpPr>
        <p:spPr>
          <a:xfrm>
            <a:off x="2190750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CDE6FDF4-E8D3-4BAE-8AF8-61A4B33E8500}"/>
              </a:ext>
            </a:extLst>
          </p:cNvPr>
          <p:cNvSpPr>
            <a:spLocks noGrp="1"/>
          </p:cNvSpPr>
          <p:nvPr/>
        </p:nvSpPr>
        <p:spPr>
          <a:xfrm>
            <a:off x="2524125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386823AD-2435-44B8-94F6-E8B960A4D77E}"/>
              </a:ext>
            </a:extLst>
          </p:cNvPr>
          <p:cNvSpPr>
            <a:spLocks noGrp="1"/>
          </p:cNvSpPr>
          <p:nvPr/>
        </p:nvSpPr>
        <p:spPr>
          <a:xfrm>
            <a:off x="2857500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CC51C5B6-E40C-4390-BFE5-94F02DB21F7A}"/>
              </a:ext>
            </a:extLst>
          </p:cNvPr>
          <p:cNvSpPr>
            <a:spLocks noGrp="1"/>
          </p:cNvSpPr>
          <p:nvPr/>
        </p:nvSpPr>
        <p:spPr>
          <a:xfrm>
            <a:off x="3190875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3F785EE0-B600-45D5-992F-33529E4CAE89}"/>
              </a:ext>
            </a:extLst>
          </p:cNvPr>
          <p:cNvSpPr>
            <a:spLocks noGrp="1"/>
          </p:cNvSpPr>
          <p:nvPr/>
        </p:nvSpPr>
        <p:spPr>
          <a:xfrm>
            <a:off x="3524250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10DEB5C4-B4B5-424D-8752-6D88A7E8B752}"/>
              </a:ext>
            </a:extLst>
          </p:cNvPr>
          <p:cNvSpPr>
            <a:spLocks noGrp="1"/>
          </p:cNvSpPr>
          <p:nvPr/>
        </p:nvSpPr>
        <p:spPr>
          <a:xfrm>
            <a:off x="3857625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A84AEC8B-D880-4A2D-BF12-C9A821793CDA}"/>
              </a:ext>
            </a:extLst>
          </p:cNvPr>
          <p:cNvSpPr>
            <a:spLocks noGrp="1"/>
          </p:cNvSpPr>
          <p:nvPr/>
        </p:nvSpPr>
        <p:spPr>
          <a:xfrm>
            <a:off x="4191000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8BCA4166-E3FC-4209-8D11-B7DBD966D213}"/>
              </a:ext>
            </a:extLst>
          </p:cNvPr>
          <p:cNvSpPr>
            <a:spLocks noGrp="1"/>
          </p:cNvSpPr>
          <p:nvPr/>
        </p:nvSpPr>
        <p:spPr>
          <a:xfrm>
            <a:off x="1190625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D20A60F8-2C45-43B5-8281-EF1F66E4BFE4}"/>
              </a:ext>
            </a:extLst>
          </p:cNvPr>
          <p:cNvSpPr>
            <a:spLocks noGrp="1"/>
          </p:cNvSpPr>
          <p:nvPr/>
        </p:nvSpPr>
        <p:spPr>
          <a:xfrm>
            <a:off x="1524000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12A0AAD0-1147-47E9-A8E4-1145EC1F7BC5}"/>
              </a:ext>
            </a:extLst>
          </p:cNvPr>
          <p:cNvSpPr>
            <a:spLocks noGrp="1"/>
          </p:cNvSpPr>
          <p:nvPr/>
        </p:nvSpPr>
        <p:spPr>
          <a:xfrm>
            <a:off x="1857375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3D5AF04B-ABCF-44F5-A0C3-4948159CC039}"/>
              </a:ext>
            </a:extLst>
          </p:cNvPr>
          <p:cNvSpPr>
            <a:spLocks noGrp="1"/>
          </p:cNvSpPr>
          <p:nvPr/>
        </p:nvSpPr>
        <p:spPr>
          <a:xfrm>
            <a:off x="2190750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A64D63A8-C8AB-4D3F-B8F3-DE196909CDFD}"/>
              </a:ext>
            </a:extLst>
          </p:cNvPr>
          <p:cNvSpPr>
            <a:spLocks noGrp="1"/>
          </p:cNvSpPr>
          <p:nvPr/>
        </p:nvSpPr>
        <p:spPr>
          <a:xfrm>
            <a:off x="2524125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CC0FACBC-D257-40BC-B01F-47FF047A9652}"/>
              </a:ext>
            </a:extLst>
          </p:cNvPr>
          <p:cNvSpPr>
            <a:spLocks noGrp="1"/>
          </p:cNvSpPr>
          <p:nvPr/>
        </p:nvSpPr>
        <p:spPr>
          <a:xfrm>
            <a:off x="2857500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0FD27BCE-7887-46BE-9038-B8C790AC3F84}"/>
              </a:ext>
            </a:extLst>
          </p:cNvPr>
          <p:cNvSpPr>
            <a:spLocks noGrp="1"/>
          </p:cNvSpPr>
          <p:nvPr/>
        </p:nvSpPr>
        <p:spPr>
          <a:xfrm>
            <a:off x="3190875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2A5A9B3C-01F3-4A9C-8788-486849F75077}"/>
              </a:ext>
            </a:extLst>
          </p:cNvPr>
          <p:cNvSpPr>
            <a:spLocks noGrp="1"/>
          </p:cNvSpPr>
          <p:nvPr/>
        </p:nvSpPr>
        <p:spPr>
          <a:xfrm>
            <a:off x="3524250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707C8453-74B6-407F-824F-FA25A3BE035B}"/>
              </a:ext>
            </a:extLst>
          </p:cNvPr>
          <p:cNvSpPr>
            <a:spLocks noGrp="1"/>
          </p:cNvSpPr>
          <p:nvPr/>
        </p:nvSpPr>
        <p:spPr>
          <a:xfrm>
            <a:off x="3857625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41077FB1-FE29-451E-9350-F60518753E75}"/>
              </a:ext>
            </a:extLst>
          </p:cNvPr>
          <p:cNvSpPr>
            <a:spLocks noGrp="1"/>
          </p:cNvSpPr>
          <p:nvPr/>
        </p:nvSpPr>
        <p:spPr>
          <a:xfrm>
            <a:off x="4191000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A62E0FAC-7F35-4129-9302-2F78D2B0163F}"/>
              </a:ext>
            </a:extLst>
          </p:cNvPr>
          <p:cNvSpPr>
            <a:spLocks noGrp="1"/>
          </p:cNvSpPr>
          <p:nvPr/>
        </p:nvSpPr>
        <p:spPr>
          <a:xfrm>
            <a:off x="1190625" y="385762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7" name="object-37">
            <a:extLst>
              <a:ext uri="{FF2B5EF4-FFF2-40B4-BE49-F238E27FC236}">
                <a16:creationId xmlns:a16="http://schemas.microsoft.com/office/drawing/2014/main" id="{F51DB326-DCF0-437A-B021-FFA8AB874EDA}"/>
              </a:ext>
            </a:extLst>
          </p:cNvPr>
          <p:cNvSpPr>
            <a:spLocks noGrp="1"/>
          </p:cNvSpPr>
          <p:nvPr/>
        </p:nvSpPr>
        <p:spPr>
          <a:xfrm>
            <a:off x="1524000" y="385762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8" name="object-38">
            <a:extLst>
              <a:ext uri="{FF2B5EF4-FFF2-40B4-BE49-F238E27FC236}">
                <a16:creationId xmlns:a16="http://schemas.microsoft.com/office/drawing/2014/main" id="{44515836-C09D-4E00-B929-51178ED3AFC8}"/>
              </a:ext>
            </a:extLst>
          </p:cNvPr>
          <p:cNvSpPr>
            <a:spLocks noGrp="1"/>
          </p:cNvSpPr>
          <p:nvPr/>
        </p:nvSpPr>
        <p:spPr>
          <a:xfrm>
            <a:off x="1857375" y="385762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9" name="object-39">
            <a:extLst>
              <a:ext uri="{FF2B5EF4-FFF2-40B4-BE49-F238E27FC236}">
                <a16:creationId xmlns:a16="http://schemas.microsoft.com/office/drawing/2014/main" id="{677A8364-6016-4EE2-BF8D-BC885717EBC8}"/>
              </a:ext>
            </a:extLst>
          </p:cNvPr>
          <p:cNvSpPr>
            <a:spLocks noGrp="1"/>
          </p:cNvSpPr>
          <p:nvPr/>
        </p:nvSpPr>
        <p:spPr>
          <a:xfrm>
            <a:off x="2190750" y="385762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40" name="object-40">
            <a:extLst>
              <a:ext uri="{FF2B5EF4-FFF2-40B4-BE49-F238E27FC236}">
                <a16:creationId xmlns:a16="http://schemas.microsoft.com/office/drawing/2014/main" id="{503D0BF1-E3B3-4FC1-A145-49B626016BAE}"/>
              </a:ext>
            </a:extLst>
          </p:cNvPr>
          <p:cNvSpPr>
            <a:spLocks noGrp="1"/>
          </p:cNvSpPr>
          <p:nvPr/>
        </p:nvSpPr>
        <p:spPr>
          <a:xfrm>
            <a:off x="2524125" y="385762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41" name="object-41">
            <a:extLst>
              <a:ext uri="{FF2B5EF4-FFF2-40B4-BE49-F238E27FC236}">
                <a16:creationId xmlns:a16="http://schemas.microsoft.com/office/drawing/2014/main" id="{BFB45102-D93E-447C-AA75-CE3AB2656467}"/>
              </a:ext>
            </a:extLst>
          </p:cNvPr>
          <p:cNvSpPr>
            <a:spLocks noGrp="1"/>
          </p:cNvSpPr>
          <p:nvPr/>
        </p:nvSpPr>
        <p:spPr>
          <a:xfrm>
            <a:off x="2857500" y="38576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42" name="object-42">
            <a:extLst>
              <a:ext uri="{FF2B5EF4-FFF2-40B4-BE49-F238E27FC236}">
                <a16:creationId xmlns:a16="http://schemas.microsoft.com/office/drawing/2014/main" id="{863B8644-05B3-4873-856A-B8F41F15C906}"/>
              </a:ext>
            </a:extLst>
          </p:cNvPr>
          <p:cNvSpPr>
            <a:spLocks noGrp="1"/>
          </p:cNvSpPr>
          <p:nvPr/>
        </p:nvSpPr>
        <p:spPr>
          <a:xfrm>
            <a:off x="3190875" y="38576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43" name="object-43">
            <a:extLst>
              <a:ext uri="{FF2B5EF4-FFF2-40B4-BE49-F238E27FC236}">
                <a16:creationId xmlns:a16="http://schemas.microsoft.com/office/drawing/2014/main" id="{BA9E87F6-5BCE-4B9E-97EA-23C580C10BE9}"/>
              </a:ext>
            </a:extLst>
          </p:cNvPr>
          <p:cNvSpPr>
            <a:spLocks noGrp="1"/>
          </p:cNvSpPr>
          <p:nvPr/>
        </p:nvSpPr>
        <p:spPr>
          <a:xfrm>
            <a:off x="3524250" y="38576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44" name="object-44">
            <a:extLst>
              <a:ext uri="{FF2B5EF4-FFF2-40B4-BE49-F238E27FC236}">
                <a16:creationId xmlns:a16="http://schemas.microsoft.com/office/drawing/2014/main" id="{133DE273-47E9-4C17-B0F5-33061E6F2E39}"/>
              </a:ext>
            </a:extLst>
          </p:cNvPr>
          <p:cNvSpPr>
            <a:spLocks noGrp="1"/>
          </p:cNvSpPr>
          <p:nvPr/>
        </p:nvSpPr>
        <p:spPr>
          <a:xfrm>
            <a:off x="3857625" y="38576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45" name="object-45">
            <a:extLst>
              <a:ext uri="{FF2B5EF4-FFF2-40B4-BE49-F238E27FC236}">
                <a16:creationId xmlns:a16="http://schemas.microsoft.com/office/drawing/2014/main" id="{F95D2867-F5A2-44AE-B79D-26F42A7BC579}"/>
              </a:ext>
            </a:extLst>
          </p:cNvPr>
          <p:cNvSpPr>
            <a:spLocks noGrp="1"/>
          </p:cNvSpPr>
          <p:nvPr/>
        </p:nvSpPr>
        <p:spPr>
          <a:xfrm>
            <a:off x="4191000" y="38576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46" name="object-46">
            <a:extLst>
              <a:ext uri="{FF2B5EF4-FFF2-40B4-BE49-F238E27FC236}">
                <a16:creationId xmlns:a16="http://schemas.microsoft.com/office/drawing/2014/main" id="{FB3935D2-D1AA-48E5-8C25-B0EE4D0A9FF4}"/>
              </a:ext>
            </a:extLst>
          </p:cNvPr>
          <p:cNvSpPr>
            <a:spLocks noGrp="1"/>
          </p:cNvSpPr>
          <p:nvPr/>
        </p:nvSpPr>
        <p:spPr>
          <a:xfrm>
            <a:off x="1190625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47" name="object-47">
            <a:extLst>
              <a:ext uri="{FF2B5EF4-FFF2-40B4-BE49-F238E27FC236}">
                <a16:creationId xmlns:a16="http://schemas.microsoft.com/office/drawing/2014/main" id="{2B189145-9974-4324-9999-F2C8FE3BE409}"/>
              </a:ext>
            </a:extLst>
          </p:cNvPr>
          <p:cNvSpPr>
            <a:spLocks noGrp="1"/>
          </p:cNvSpPr>
          <p:nvPr/>
        </p:nvSpPr>
        <p:spPr>
          <a:xfrm>
            <a:off x="1524000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48" name="object-48">
            <a:extLst>
              <a:ext uri="{FF2B5EF4-FFF2-40B4-BE49-F238E27FC236}">
                <a16:creationId xmlns:a16="http://schemas.microsoft.com/office/drawing/2014/main" id="{FE4976EB-13A5-4A02-B920-95353422F2AF}"/>
              </a:ext>
            </a:extLst>
          </p:cNvPr>
          <p:cNvSpPr>
            <a:spLocks noGrp="1"/>
          </p:cNvSpPr>
          <p:nvPr/>
        </p:nvSpPr>
        <p:spPr>
          <a:xfrm>
            <a:off x="1857375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49" name="object-49">
            <a:extLst>
              <a:ext uri="{FF2B5EF4-FFF2-40B4-BE49-F238E27FC236}">
                <a16:creationId xmlns:a16="http://schemas.microsoft.com/office/drawing/2014/main" id="{18E5EAFF-3F33-4CAF-AE90-B50FF63C9EEC}"/>
              </a:ext>
            </a:extLst>
          </p:cNvPr>
          <p:cNvSpPr>
            <a:spLocks noGrp="1"/>
          </p:cNvSpPr>
          <p:nvPr/>
        </p:nvSpPr>
        <p:spPr>
          <a:xfrm>
            <a:off x="2190750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0" name="object-50">
            <a:extLst>
              <a:ext uri="{FF2B5EF4-FFF2-40B4-BE49-F238E27FC236}">
                <a16:creationId xmlns:a16="http://schemas.microsoft.com/office/drawing/2014/main" id="{3CC7CF54-03B2-4B97-8D66-E2928C5A0639}"/>
              </a:ext>
            </a:extLst>
          </p:cNvPr>
          <p:cNvSpPr>
            <a:spLocks noGrp="1"/>
          </p:cNvSpPr>
          <p:nvPr/>
        </p:nvSpPr>
        <p:spPr>
          <a:xfrm>
            <a:off x="2524125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1" name="object-51">
            <a:extLst>
              <a:ext uri="{FF2B5EF4-FFF2-40B4-BE49-F238E27FC236}">
                <a16:creationId xmlns:a16="http://schemas.microsoft.com/office/drawing/2014/main" id="{9D64E557-4A8C-4D24-BF59-523F42D74B13}"/>
              </a:ext>
            </a:extLst>
          </p:cNvPr>
          <p:cNvSpPr>
            <a:spLocks noGrp="1"/>
          </p:cNvSpPr>
          <p:nvPr/>
        </p:nvSpPr>
        <p:spPr>
          <a:xfrm>
            <a:off x="2857500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2" name="object-52">
            <a:extLst>
              <a:ext uri="{FF2B5EF4-FFF2-40B4-BE49-F238E27FC236}">
                <a16:creationId xmlns:a16="http://schemas.microsoft.com/office/drawing/2014/main" id="{53AB43E3-F779-4135-B2CE-B52F3675C976}"/>
              </a:ext>
            </a:extLst>
          </p:cNvPr>
          <p:cNvSpPr>
            <a:spLocks noGrp="1"/>
          </p:cNvSpPr>
          <p:nvPr/>
        </p:nvSpPr>
        <p:spPr>
          <a:xfrm>
            <a:off x="3190875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3" name="object-53">
            <a:extLst>
              <a:ext uri="{FF2B5EF4-FFF2-40B4-BE49-F238E27FC236}">
                <a16:creationId xmlns:a16="http://schemas.microsoft.com/office/drawing/2014/main" id="{3FEA691C-8DC8-4931-89C6-D43081297E64}"/>
              </a:ext>
            </a:extLst>
          </p:cNvPr>
          <p:cNvSpPr>
            <a:spLocks noGrp="1"/>
          </p:cNvSpPr>
          <p:nvPr/>
        </p:nvSpPr>
        <p:spPr>
          <a:xfrm>
            <a:off x="3524250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4" name="object-54">
            <a:extLst>
              <a:ext uri="{FF2B5EF4-FFF2-40B4-BE49-F238E27FC236}">
                <a16:creationId xmlns:a16="http://schemas.microsoft.com/office/drawing/2014/main" id="{B5106359-38FA-422E-A6BA-B8665048354D}"/>
              </a:ext>
            </a:extLst>
          </p:cNvPr>
          <p:cNvSpPr>
            <a:spLocks noGrp="1"/>
          </p:cNvSpPr>
          <p:nvPr/>
        </p:nvSpPr>
        <p:spPr>
          <a:xfrm>
            <a:off x="3857625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5" name="object-55">
            <a:extLst>
              <a:ext uri="{FF2B5EF4-FFF2-40B4-BE49-F238E27FC236}">
                <a16:creationId xmlns:a16="http://schemas.microsoft.com/office/drawing/2014/main" id="{FD8E79D6-26F2-431B-9B14-A089B93EA77E}"/>
              </a:ext>
            </a:extLst>
          </p:cNvPr>
          <p:cNvSpPr>
            <a:spLocks noGrp="1"/>
          </p:cNvSpPr>
          <p:nvPr/>
        </p:nvSpPr>
        <p:spPr>
          <a:xfrm>
            <a:off x="4191000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6" name="object-56">
            <a:extLst>
              <a:ext uri="{FF2B5EF4-FFF2-40B4-BE49-F238E27FC236}">
                <a16:creationId xmlns:a16="http://schemas.microsoft.com/office/drawing/2014/main" id="{B5E129C1-52DA-47B6-A68A-6ECCAD7C3447}"/>
              </a:ext>
            </a:extLst>
          </p:cNvPr>
          <p:cNvSpPr>
            <a:spLocks noGrp="1"/>
          </p:cNvSpPr>
          <p:nvPr/>
        </p:nvSpPr>
        <p:spPr>
          <a:xfrm>
            <a:off x="1190625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7" name="object-57">
            <a:extLst>
              <a:ext uri="{FF2B5EF4-FFF2-40B4-BE49-F238E27FC236}">
                <a16:creationId xmlns:a16="http://schemas.microsoft.com/office/drawing/2014/main" id="{3B6B80BA-88DB-4DDF-A214-FC473C59AAC6}"/>
              </a:ext>
            </a:extLst>
          </p:cNvPr>
          <p:cNvSpPr>
            <a:spLocks noGrp="1"/>
          </p:cNvSpPr>
          <p:nvPr/>
        </p:nvSpPr>
        <p:spPr>
          <a:xfrm>
            <a:off x="1524000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8" name="object-58">
            <a:extLst>
              <a:ext uri="{FF2B5EF4-FFF2-40B4-BE49-F238E27FC236}">
                <a16:creationId xmlns:a16="http://schemas.microsoft.com/office/drawing/2014/main" id="{A63501A2-6748-4318-8986-F37D39511C06}"/>
              </a:ext>
            </a:extLst>
          </p:cNvPr>
          <p:cNvSpPr>
            <a:spLocks noGrp="1"/>
          </p:cNvSpPr>
          <p:nvPr/>
        </p:nvSpPr>
        <p:spPr>
          <a:xfrm>
            <a:off x="1857375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9" name="object-59">
            <a:extLst>
              <a:ext uri="{FF2B5EF4-FFF2-40B4-BE49-F238E27FC236}">
                <a16:creationId xmlns:a16="http://schemas.microsoft.com/office/drawing/2014/main" id="{2F4CDD06-BFB3-4B98-A498-F6CF83DE8F22}"/>
              </a:ext>
            </a:extLst>
          </p:cNvPr>
          <p:cNvSpPr>
            <a:spLocks noGrp="1"/>
          </p:cNvSpPr>
          <p:nvPr/>
        </p:nvSpPr>
        <p:spPr>
          <a:xfrm>
            <a:off x="2190750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0" name="object-60">
            <a:extLst>
              <a:ext uri="{FF2B5EF4-FFF2-40B4-BE49-F238E27FC236}">
                <a16:creationId xmlns:a16="http://schemas.microsoft.com/office/drawing/2014/main" id="{C33B2BDC-D14B-419E-A014-511010B76F3C}"/>
              </a:ext>
            </a:extLst>
          </p:cNvPr>
          <p:cNvSpPr>
            <a:spLocks noGrp="1"/>
          </p:cNvSpPr>
          <p:nvPr/>
        </p:nvSpPr>
        <p:spPr>
          <a:xfrm>
            <a:off x="2524125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1" name="object-61">
            <a:extLst>
              <a:ext uri="{FF2B5EF4-FFF2-40B4-BE49-F238E27FC236}">
                <a16:creationId xmlns:a16="http://schemas.microsoft.com/office/drawing/2014/main" id="{076C60E1-0896-4C0D-A70D-63AC6F90D6A0}"/>
              </a:ext>
            </a:extLst>
          </p:cNvPr>
          <p:cNvSpPr>
            <a:spLocks noGrp="1"/>
          </p:cNvSpPr>
          <p:nvPr/>
        </p:nvSpPr>
        <p:spPr>
          <a:xfrm>
            <a:off x="2857500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2" name="object-62">
            <a:extLst>
              <a:ext uri="{FF2B5EF4-FFF2-40B4-BE49-F238E27FC236}">
                <a16:creationId xmlns:a16="http://schemas.microsoft.com/office/drawing/2014/main" id="{8FAABD07-1D73-4687-8282-80DC100FD398}"/>
              </a:ext>
            </a:extLst>
          </p:cNvPr>
          <p:cNvSpPr>
            <a:spLocks noGrp="1"/>
          </p:cNvSpPr>
          <p:nvPr/>
        </p:nvSpPr>
        <p:spPr>
          <a:xfrm>
            <a:off x="3190875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3" name="object-63">
            <a:extLst>
              <a:ext uri="{FF2B5EF4-FFF2-40B4-BE49-F238E27FC236}">
                <a16:creationId xmlns:a16="http://schemas.microsoft.com/office/drawing/2014/main" id="{679B8562-87A6-4BCE-BF63-1F130E06F972}"/>
              </a:ext>
            </a:extLst>
          </p:cNvPr>
          <p:cNvSpPr>
            <a:spLocks noGrp="1"/>
          </p:cNvSpPr>
          <p:nvPr/>
        </p:nvSpPr>
        <p:spPr>
          <a:xfrm>
            <a:off x="3524250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4" name="object-64">
            <a:extLst>
              <a:ext uri="{FF2B5EF4-FFF2-40B4-BE49-F238E27FC236}">
                <a16:creationId xmlns:a16="http://schemas.microsoft.com/office/drawing/2014/main" id="{0815F46B-A935-4FF0-81F5-3416747DE7E1}"/>
              </a:ext>
            </a:extLst>
          </p:cNvPr>
          <p:cNvSpPr>
            <a:spLocks noGrp="1"/>
          </p:cNvSpPr>
          <p:nvPr/>
        </p:nvSpPr>
        <p:spPr>
          <a:xfrm>
            <a:off x="3857625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5" name="object-65">
            <a:extLst>
              <a:ext uri="{FF2B5EF4-FFF2-40B4-BE49-F238E27FC236}">
                <a16:creationId xmlns:a16="http://schemas.microsoft.com/office/drawing/2014/main" id="{BFE18023-44AB-4ECD-96B3-264C1A802678}"/>
              </a:ext>
            </a:extLst>
          </p:cNvPr>
          <p:cNvSpPr>
            <a:spLocks noGrp="1"/>
          </p:cNvSpPr>
          <p:nvPr/>
        </p:nvSpPr>
        <p:spPr>
          <a:xfrm>
            <a:off x="4191000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6" name="object-66">
            <a:extLst>
              <a:ext uri="{FF2B5EF4-FFF2-40B4-BE49-F238E27FC236}">
                <a16:creationId xmlns:a16="http://schemas.microsoft.com/office/drawing/2014/main" id="{35EB0B0F-22BF-4794-A932-BDC8349F3E21}"/>
              </a:ext>
            </a:extLst>
          </p:cNvPr>
          <p:cNvSpPr>
            <a:spLocks noGrp="1"/>
          </p:cNvSpPr>
          <p:nvPr/>
        </p:nvSpPr>
        <p:spPr>
          <a:xfrm>
            <a:off x="1190625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7" name="object-67">
            <a:extLst>
              <a:ext uri="{FF2B5EF4-FFF2-40B4-BE49-F238E27FC236}">
                <a16:creationId xmlns:a16="http://schemas.microsoft.com/office/drawing/2014/main" id="{153E8D22-5266-49F0-A48D-2D6D7A7A3DA2}"/>
              </a:ext>
            </a:extLst>
          </p:cNvPr>
          <p:cNvSpPr>
            <a:spLocks noGrp="1"/>
          </p:cNvSpPr>
          <p:nvPr/>
        </p:nvSpPr>
        <p:spPr>
          <a:xfrm>
            <a:off x="1524000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8" name="object-68">
            <a:extLst>
              <a:ext uri="{FF2B5EF4-FFF2-40B4-BE49-F238E27FC236}">
                <a16:creationId xmlns:a16="http://schemas.microsoft.com/office/drawing/2014/main" id="{B968CFD7-37DD-4F02-A447-FF23E57FF746}"/>
              </a:ext>
            </a:extLst>
          </p:cNvPr>
          <p:cNvSpPr>
            <a:spLocks noGrp="1"/>
          </p:cNvSpPr>
          <p:nvPr/>
        </p:nvSpPr>
        <p:spPr>
          <a:xfrm>
            <a:off x="1857375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9" name="object-69">
            <a:extLst>
              <a:ext uri="{FF2B5EF4-FFF2-40B4-BE49-F238E27FC236}">
                <a16:creationId xmlns:a16="http://schemas.microsoft.com/office/drawing/2014/main" id="{9640A052-0C58-4B36-85F9-0733CF106129}"/>
              </a:ext>
            </a:extLst>
          </p:cNvPr>
          <p:cNvSpPr>
            <a:spLocks noGrp="1"/>
          </p:cNvSpPr>
          <p:nvPr/>
        </p:nvSpPr>
        <p:spPr>
          <a:xfrm>
            <a:off x="2190750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0" name="object-70">
            <a:extLst>
              <a:ext uri="{FF2B5EF4-FFF2-40B4-BE49-F238E27FC236}">
                <a16:creationId xmlns:a16="http://schemas.microsoft.com/office/drawing/2014/main" id="{A4929857-2CAA-4F75-BB88-95F96D552C1A}"/>
              </a:ext>
            </a:extLst>
          </p:cNvPr>
          <p:cNvSpPr>
            <a:spLocks noGrp="1"/>
          </p:cNvSpPr>
          <p:nvPr/>
        </p:nvSpPr>
        <p:spPr>
          <a:xfrm>
            <a:off x="2524125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1" name="object-71">
            <a:extLst>
              <a:ext uri="{FF2B5EF4-FFF2-40B4-BE49-F238E27FC236}">
                <a16:creationId xmlns:a16="http://schemas.microsoft.com/office/drawing/2014/main" id="{B77D2D51-5E44-440D-8590-5A108DE17891}"/>
              </a:ext>
            </a:extLst>
          </p:cNvPr>
          <p:cNvSpPr>
            <a:spLocks noGrp="1"/>
          </p:cNvSpPr>
          <p:nvPr/>
        </p:nvSpPr>
        <p:spPr>
          <a:xfrm>
            <a:off x="2857500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2" name="object-72">
            <a:extLst>
              <a:ext uri="{FF2B5EF4-FFF2-40B4-BE49-F238E27FC236}">
                <a16:creationId xmlns:a16="http://schemas.microsoft.com/office/drawing/2014/main" id="{8F0608D9-1FB4-4428-B5D4-EF758104D6BD}"/>
              </a:ext>
            </a:extLst>
          </p:cNvPr>
          <p:cNvSpPr>
            <a:spLocks noGrp="1"/>
          </p:cNvSpPr>
          <p:nvPr/>
        </p:nvSpPr>
        <p:spPr>
          <a:xfrm>
            <a:off x="3190875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3" name="object-73">
            <a:extLst>
              <a:ext uri="{FF2B5EF4-FFF2-40B4-BE49-F238E27FC236}">
                <a16:creationId xmlns:a16="http://schemas.microsoft.com/office/drawing/2014/main" id="{6B85CCE2-5FBF-4264-BB47-D8F8A28BA7B4}"/>
              </a:ext>
            </a:extLst>
          </p:cNvPr>
          <p:cNvSpPr>
            <a:spLocks noGrp="1"/>
          </p:cNvSpPr>
          <p:nvPr/>
        </p:nvSpPr>
        <p:spPr>
          <a:xfrm>
            <a:off x="3524250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4" name="object-74">
            <a:extLst>
              <a:ext uri="{FF2B5EF4-FFF2-40B4-BE49-F238E27FC236}">
                <a16:creationId xmlns:a16="http://schemas.microsoft.com/office/drawing/2014/main" id="{BCD9D261-5943-449F-83B7-E4227BF9F159}"/>
              </a:ext>
            </a:extLst>
          </p:cNvPr>
          <p:cNvSpPr>
            <a:spLocks noGrp="1"/>
          </p:cNvSpPr>
          <p:nvPr/>
        </p:nvSpPr>
        <p:spPr>
          <a:xfrm>
            <a:off x="3857625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5" name="object-75">
            <a:extLst>
              <a:ext uri="{FF2B5EF4-FFF2-40B4-BE49-F238E27FC236}">
                <a16:creationId xmlns:a16="http://schemas.microsoft.com/office/drawing/2014/main" id="{4B3D4877-6AE5-47F5-AFFB-3AB7987487B0}"/>
              </a:ext>
            </a:extLst>
          </p:cNvPr>
          <p:cNvSpPr>
            <a:spLocks noGrp="1"/>
          </p:cNvSpPr>
          <p:nvPr/>
        </p:nvSpPr>
        <p:spPr>
          <a:xfrm>
            <a:off x="4191000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6" name="object-76">
            <a:extLst>
              <a:ext uri="{FF2B5EF4-FFF2-40B4-BE49-F238E27FC236}">
                <a16:creationId xmlns:a16="http://schemas.microsoft.com/office/drawing/2014/main" id="{6506973A-6F1F-4BE8-920F-82E98FC9F6DD}"/>
              </a:ext>
            </a:extLst>
          </p:cNvPr>
          <p:cNvSpPr>
            <a:spLocks noGrp="1"/>
          </p:cNvSpPr>
          <p:nvPr/>
        </p:nvSpPr>
        <p:spPr>
          <a:xfrm>
            <a:off x="1190625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7" name="object-77">
            <a:extLst>
              <a:ext uri="{FF2B5EF4-FFF2-40B4-BE49-F238E27FC236}">
                <a16:creationId xmlns:a16="http://schemas.microsoft.com/office/drawing/2014/main" id="{2BC30185-4554-4430-9698-30E4BCF298B1}"/>
              </a:ext>
            </a:extLst>
          </p:cNvPr>
          <p:cNvSpPr>
            <a:spLocks noGrp="1"/>
          </p:cNvSpPr>
          <p:nvPr/>
        </p:nvSpPr>
        <p:spPr>
          <a:xfrm>
            <a:off x="1524000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8" name="object-78">
            <a:extLst>
              <a:ext uri="{FF2B5EF4-FFF2-40B4-BE49-F238E27FC236}">
                <a16:creationId xmlns:a16="http://schemas.microsoft.com/office/drawing/2014/main" id="{FF2B9EFB-C0EA-4AF1-9FB7-3AA8D083482C}"/>
              </a:ext>
            </a:extLst>
          </p:cNvPr>
          <p:cNvSpPr>
            <a:spLocks noGrp="1"/>
          </p:cNvSpPr>
          <p:nvPr/>
        </p:nvSpPr>
        <p:spPr>
          <a:xfrm>
            <a:off x="1857375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9" name="object-79">
            <a:extLst>
              <a:ext uri="{FF2B5EF4-FFF2-40B4-BE49-F238E27FC236}">
                <a16:creationId xmlns:a16="http://schemas.microsoft.com/office/drawing/2014/main" id="{E6EF7738-3112-4678-B4D1-6E1EBD08F3BD}"/>
              </a:ext>
            </a:extLst>
          </p:cNvPr>
          <p:cNvSpPr>
            <a:spLocks noGrp="1"/>
          </p:cNvSpPr>
          <p:nvPr/>
        </p:nvSpPr>
        <p:spPr>
          <a:xfrm>
            <a:off x="2190750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0" name="object-80">
            <a:extLst>
              <a:ext uri="{FF2B5EF4-FFF2-40B4-BE49-F238E27FC236}">
                <a16:creationId xmlns:a16="http://schemas.microsoft.com/office/drawing/2014/main" id="{619826BA-831E-450B-82F8-55FBBF1412ED}"/>
              </a:ext>
            </a:extLst>
          </p:cNvPr>
          <p:cNvSpPr>
            <a:spLocks noGrp="1"/>
          </p:cNvSpPr>
          <p:nvPr/>
        </p:nvSpPr>
        <p:spPr>
          <a:xfrm>
            <a:off x="2524125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1" name="object-81">
            <a:extLst>
              <a:ext uri="{FF2B5EF4-FFF2-40B4-BE49-F238E27FC236}">
                <a16:creationId xmlns:a16="http://schemas.microsoft.com/office/drawing/2014/main" id="{F9D4424A-7A72-4F71-89CB-E413DAA538DF}"/>
              </a:ext>
            </a:extLst>
          </p:cNvPr>
          <p:cNvSpPr>
            <a:spLocks noGrp="1"/>
          </p:cNvSpPr>
          <p:nvPr/>
        </p:nvSpPr>
        <p:spPr>
          <a:xfrm>
            <a:off x="2857500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2" name="object-82">
            <a:extLst>
              <a:ext uri="{FF2B5EF4-FFF2-40B4-BE49-F238E27FC236}">
                <a16:creationId xmlns:a16="http://schemas.microsoft.com/office/drawing/2014/main" id="{32FC630E-9B1D-4966-BFCC-49C2170E529E}"/>
              </a:ext>
            </a:extLst>
          </p:cNvPr>
          <p:cNvSpPr>
            <a:spLocks noGrp="1"/>
          </p:cNvSpPr>
          <p:nvPr/>
        </p:nvSpPr>
        <p:spPr>
          <a:xfrm>
            <a:off x="3190875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3" name="object-83">
            <a:extLst>
              <a:ext uri="{FF2B5EF4-FFF2-40B4-BE49-F238E27FC236}">
                <a16:creationId xmlns:a16="http://schemas.microsoft.com/office/drawing/2014/main" id="{7F8DEE3F-0D33-4613-B0F9-E747FDAA94A0}"/>
              </a:ext>
            </a:extLst>
          </p:cNvPr>
          <p:cNvSpPr>
            <a:spLocks noGrp="1"/>
          </p:cNvSpPr>
          <p:nvPr/>
        </p:nvSpPr>
        <p:spPr>
          <a:xfrm>
            <a:off x="3524250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4" name="object-84">
            <a:extLst>
              <a:ext uri="{FF2B5EF4-FFF2-40B4-BE49-F238E27FC236}">
                <a16:creationId xmlns:a16="http://schemas.microsoft.com/office/drawing/2014/main" id="{10EEBA21-B6A1-41B8-94BE-76C8D8ADF764}"/>
              </a:ext>
            </a:extLst>
          </p:cNvPr>
          <p:cNvSpPr>
            <a:spLocks noGrp="1"/>
          </p:cNvSpPr>
          <p:nvPr/>
        </p:nvSpPr>
        <p:spPr>
          <a:xfrm>
            <a:off x="3857625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5" name="object-85">
            <a:extLst>
              <a:ext uri="{FF2B5EF4-FFF2-40B4-BE49-F238E27FC236}">
                <a16:creationId xmlns:a16="http://schemas.microsoft.com/office/drawing/2014/main" id="{9307209A-C815-469C-812A-0F1DA0ABEBDB}"/>
              </a:ext>
            </a:extLst>
          </p:cNvPr>
          <p:cNvSpPr>
            <a:spLocks noGrp="1"/>
          </p:cNvSpPr>
          <p:nvPr/>
        </p:nvSpPr>
        <p:spPr>
          <a:xfrm>
            <a:off x="4191000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6" name="object-86">
            <a:extLst>
              <a:ext uri="{FF2B5EF4-FFF2-40B4-BE49-F238E27FC236}">
                <a16:creationId xmlns:a16="http://schemas.microsoft.com/office/drawing/2014/main" id="{F095CF13-35E3-4041-81C2-F00B1B8B1E46}"/>
              </a:ext>
            </a:extLst>
          </p:cNvPr>
          <p:cNvSpPr>
            <a:spLocks noGrp="1"/>
          </p:cNvSpPr>
          <p:nvPr/>
        </p:nvSpPr>
        <p:spPr>
          <a:xfrm>
            <a:off x="1190625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7" name="object-87">
            <a:extLst>
              <a:ext uri="{FF2B5EF4-FFF2-40B4-BE49-F238E27FC236}">
                <a16:creationId xmlns:a16="http://schemas.microsoft.com/office/drawing/2014/main" id="{89022E78-D789-4584-94F6-AAD64056BDAC}"/>
              </a:ext>
            </a:extLst>
          </p:cNvPr>
          <p:cNvSpPr>
            <a:spLocks noGrp="1"/>
          </p:cNvSpPr>
          <p:nvPr/>
        </p:nvSpPr>
        <p:spPr>
          <a:xfrm>
            <a:off x="1524000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8" name="object-88">
            <a:extLst>
              <a:ext uri="{FF2B5EF4-FFF2-40B4-BE49-F238E27FC236}">
                <a16:creationId xmlns:a16="http://schemas.microsoft.com/office/drawing/2014/main" id="{CE4035B0-E21E-402B-9AAD-C83246C007B2}"/>
              </a:ext>
            </a:extLst>
          </p:cNvPr>
          <p:cNvSpPr>
            <a:spLocks noGrp="1"/>
          </p:cNvSpPr>
          <p:nvPr/>
        </p:nvSpPr>
        <p:spPr>
          <a:xfrm>
            <a:off x="1857375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9" name="object-89">
            <a:extLst>
              <a:ext uri="{FF2B5EF4-FFF2-40B4-BE49-F238E27FC236}">
                <a16:creationId xmlns:a16="http://schemas.microsoft.com/office/drawing/2014/main" id="{A284FF75-3D27-4AD7-B88B-F957F3EE5901}"/>
              </a:ext>
            </a:extLst>
          </p:cNvPr>
          <p:cNvSpPr>
            <a:spLocks noGrp="1"/>
          </p:cNvSpPr>
          <p:nvPr/>
        </p:nvSpPr>
        <p:spPr>
          <a:xfrm>
            <a:off x="2190750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0" name="object-90">
            <a:extLst>
              <a:ext uri="{FF2B5EF4-FFF2-40B4-BE49-F238E27FC236}">
                <a16:creationId xmlns:a16="http://schemas.microsoft.com/office/drawing/2014/main" id="{FC99EE31-BA97-4A2F-BE30-ACEB158D444A}"/>
              </a:ext>
            </a:extLst>
          </p:cNvPr>
          <p:cNvSpPr>
            <a:spLocks noGrp="1"/>
          </p:cNvSpPr>
          <p:nvPr/>
        </p:nvSpPr>
        <p:spPr>
          <a:xfrm>
            <a:off x="2524125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1" name="object-91">
            <a:extLst>
              <a:ext uri="{FF2B5EF4-FFF2-40B4-BE49-F238E27FC236}">
                <a16:creationId xmlns:a16="http://schemas.microsoft.com/office/drawing/2014/main" id="{596130DC-499B-460F-AE12-2DA2DF17CA10}"/>
              </a:ext>
            </a:extLst>
          </p:cNvPr>
          <p:cNvSpPr>
            <a:spLocks noGrp="1"/>
          </p:cNvSpPr>
          <p:nvPr/>
        </p:nvSpPr>
        <p:spPr>
          <a:xfrm>
            <a:off x="2857500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2" name="object-92">
            <a:extLst>
              <a:ext uri="{FF2B5EF4-FFF2-40B4-BE49-F238E27FC236}">
                <a16:creationId xmlns:a16="http://schemas.microsoft.com/office/drawing/2014/main" id="{8507D4AB-7F54-4A7F-921D-2DF2A4923E78}"/>
              </a:ext>
            </a:extLst>
          </p:cNvPr>
          <p:cNvSpPr>
            <a:spLocks noGrp="1"/>
          </p:cNvSpPr>
          <p:nvPr/>
        </p:nvSpPr>
        <p:spPr>
          <a:xfrm>
            <a:off x="3190875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3" name="object-93">
            <a:extLst>
              <a:ext uri="{FF2B5EF4-FFF2-40B4-BE49-F238E27FC236}">
                <a16:creationId xmlns:a16="http://schemas.microsoft.com/office/drawing/2014/main" id="{214C3D47-35DE-499F-9709-31DE43AD5EB8}"/>
              </a:ext>
            </a:extLst>
          </p:cNvPr>
          <p:cNvSpPr>
            <a:spLocks noGrp="1"/>
          </p:cNvSpPr>
          <p:nvPr/>
        </p:nvSpPr>
        <p:spPr>
          <a:xfrm>
            <a:off x="3524250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4" name="object-94">
            <a:extLst>
              <a:ext uri="{FF2B5EF4-FFF2-40B4-BE49-F238E27FC236}">
                <a16:creationId xmlns:a16="http://schemas.microsoft.com/office/drawing/2014/main" id="{5CB59658-407D-4564-9B62-2DFE1823F153}"/>
              </a:ext>
            </a:extLst>
          </p:cNvPr>
          <p:cNvSpPr>
            <a:spLocks noGrp="1"/>
          </p:cNvSpPr>
          <p:nvPr/>
        </p:nvSpPr>
        <p:spPr>
          <a:xfrm>
            <a:off x="3857625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5" name="object-95">
            <a:extLst>
              <a:ext uri="{FF2B5EF4-FFF2-40B4-BE49-F238E27FC236}">
                <a16:creationId xmlns:a16="http://schemas.microsoft.com/office/drawing/2014/main" id="{7BDADA85-3A22-4D39-961E-002D8D25308D}"/>
              </a:ext>
            </a:extLst>
          </p:cNvPr>
          <p:cNvSpPr>
            <a:spLocks noGrp="1"/>
          </p:cNvSpPr>
          <p:nvPr/>
        </p:nvSpPr>
        <p:spPr>
          <a:xfrm>
            <a:off x="4191000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6" name="object-96">
            <a:extLst>
              <a:ext uri="{FF2B5EF4-FFF2-40B4-BE49-F238E27FC236}">
                <a16:creationId xmlns:a16="http://schemas.microsoft.com/office/drawing/2014/main" id="{1DEDA494-C154-4430-A40A-D1D854C7D962}"/>
              </a:ext>
            </a:extLst>
          </p:cNvPr>
          <p:cNvSpPr>
            <a:spLocks noGrp="1"/>
          </p:cNvSpPr>
          <p:nvPr/>
        </p:nvSpPr>
        <p:spPr>
          <a:xfrm>
            <a:off x="1190625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7" name="object-97">
            <a:extLst>
              <a:ext uri="{FF2B5EF4-FFF2-40B4-BE49-F238E27FC236}">
                <a16:creationId xmlns:a16="http://schemas.microsoft.com/office/drawing/2014/main" id="{28D012FB-BD18-4850-B446-FA490731EBFF}"/>
              </a:ext>
            </a:extLst>
          </p:cNvPr>
          <p:cNvSpPr>
            <a:spLocks noGrp="1"/>
          </p:cNvSpPr>
          <p:nvPr/>
        </p:nvSpPr>
        <p:spPr>
          <a:xfrm>
            <a:off x="1524000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8" name="object-98">
            <a:extLst>
              <a:ext uri="{FF2B5EF4-FFF2-40B4-BE49-F238E27FC236}">
                <a16:creationId xmlns:a16="http://schemas.microsoft.com/office/drawing/2014/main" id="{5A941B2E-8A97-47FC-9EBF-4CAE5592EFD1}"/>
              </a:ext>
            </a:extLst>
          </p:cNvPr>
          <p:cNvSpPr>
            <a:spLocks noGrp="1"/>
          </p:cNvSpPr>
          <p:nvPr/>
        </p:nvSpPr>
        <p:spPr>
          <a:xfrm>
            <a:off x="1857375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9" name="object-99">
            <a:extLst>
              <a:ext uri="{FF2B5EF4-FFF2-40B4-BE49-F238E27FC236}">
                <a16:creationId xmlns:a16="http://schemas.microsoft.com/office/drawing/2014/main" id="{C4AE39CC-14C8-4FE2-AE34-543832BC2717}"/>
              </a:ext>
            </a:extLst>
          </p:cNvPr>
          <p:cNvSpPr>
            <a:spLocks noGrp="1"/>
          </p:cNvSpPr>
          <p:nvPr/>
        </p:nvSpPr>
        <p:spPr>
          <a:xfrm>
            <a:off x="2190750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100" name="object-100">
            <a:extLst>
              <a:ext uri="{FF2B5EF4-FFF2-40B4-BE49-F238E27FC236}">
                <a16:creationId xmlns:a16="http://schemas.microsoft.com/office/drawing/2014/main" id="{11A337F8-BFF8-4192-9698-CB2342F86019}"/>
              </a:ext>
            </a:extLst>
          </p:cNvPr>
          <p:cNvSpPr>
            <a:spLocks noGrp="1"/>
          </p:cNvSpPr>
          <p:nvPr/>
        </p:nvSpPr>
        <p:spPr>
          <a:xfrm>
            <a:off x="2524125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101" name="object-101">
            <a:extLst>
              <a:ext uri="{FF2B5EF4-FFF2-40B4-BE49-F238E27FC236}">
                <a16:creationId xmlns:a16="http://schemas.microsoft.com/office/drawing/2014/main" id="{34D664FF-9A37-4E25-A397-331EC77D6147}"/>
              </a:ext>
            </a:extLst>
          </p:cNvPr>
          <p:cNvSpPr>
            <a:spLocks noGrp="1"/>
          </p:cNvSpPr>
          <p:nvPr/>
        </p:nvSpPr>
        <p:spPr>
          <a:xfrm>
            <a:off x="2857500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102" name="object-102">
            <a:extLst>
              <a:ext uri="{FF2B5EF4-FFF2-40B4-BE49-F238E27FC236}">
                <a16:creationId xmlns:a16="http://schemas.microsoft.com/office/drawing/2014/main" id="{6754550D-5F51-4AA3-B0B9-8607D9E75A8E}"/>
              </a:ext>
            </a:extLst>
          </p:cNvPr>
          <p:cNvSpPr>
            <a:spLocks noGrp="1"/>
          </p:cNvSpPr>
          <p:nvPr/>
        </p:nvSpPr>
        <p:spPr>
          <a:xfrm>
            <a:off x="3190875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103" name="object-103">
            <a:extLst>
              <a:ext uri="{FF2B5EF4-FFF2-40B4-BE49-F238E27FC236}">
                <a16:creationId xmlns:a16="http://schemas.microsoft.com/office/drawing/2014/main" id="{AFD5E92F-00C9-499E-958C-1EA2C85E7D76}"/>
              </a:ext>
            </a:extLst>
          </p:cNvPr>
          <p:cNvSpPr>
            <a:spLocks noGrp="1"/>
          </p:cNvSpPr>
          <p:nvPr/>
        </p:nvSpPr>
        <p:spPr>
          <a:xfrm>
            <a:off x="3524250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104" name="object-104">
            <a:extLst>
              <a:ext uri="{FF2B5EF4-FFF2-40B4-BE49-F238E27FC236}">
                <a16:creationId xmlns:a16="http://schemas.microsoft.com/office/drawing/2014/main" id="{E382A886-215E-4F74-8C7F-EACDEAE1247D}"/>
              </a:ext>
            </a:extLst>
          </p:cNvPr>
          <p:cNvSpPr>
            <a:spLocks noGrp="1"/>
          </p:cNvSpPr>
          <p:nvPr/>
        </p:nvSpPr>
        <p:spPr>
          <a:xfrm>
            <a:off x="3857625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105" name="object-105">
            <a:extLst>
              <a:ext uri="{FF2B5EF4-FFF2-40B4-BE49-F238E27FC236}">
                <a16:creationId xmlns:a16="http://schemas.microsoft.com/office/drawing/2014/main" id="{9F2D538D-B214-4862-A336-41F3F5010276}"/>
              </a:ext>
            </a:extLst>
          </p:cNvPr>
          <p:cNvSpPr>
            <a:spLocks noGrp="1"/>
          </p:cNvSpPr>
          <p:nvPr/>
        </p:nvSpPr>
        <p:spPr>
          <a:xfrm>
            <a:off x="4191000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106" name="object-106">
            <a:extLst>
              <a:ext uri="{FF2B5EF4-FFF2-40B4-BE49-F238E27FC236}">
                <a16:creationId xmlns:a16="http://schemas.microsoft.com/office/drawing/2014/main" id="{478947C1-63C5-4138-88C2-056934563074}"/>
              </a:ext>
            </a:extLst>
          </p:cNvPr>
          <p:cNvSpPr>
            <a:spLocks noGrp="1"/>
          </p:cNvSpPr>
          <p:nvPr/>
        </p:nvSpPr>
        <p:spPr>
          <a:xfrm>
            <a:off x="6310313" y="3274219"/>
            <a:ext cx="1547813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50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50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107" name="object-107">
            <a:extLst>
              <a:ext uri="{FF2B5EF4-FFF2-40B4-BE49-F238E27FC236}">
                <a16:creationId xmlns:a16="http://schemas.microsoft.com/office/drawing/2014/main" id="{288BEEF0-1250-4EA9-9DD0-A7B8B381DED6}"/>
              </a:ext>
            </a:extLst>
          </p:cNvPr>
          <p:cNvSpPr>
            <a:spLocks noGrp="1"/>
          </p:cNvSpPr>
          <p:nvPr/>
        </p:nvSpPr>
        <p:spPr>
          <a:xfrm>
            <a:off x="6310313" y="4131469"/>
            <a:ext cx="1547813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08" name="object-108">
            <a:extLst>
              <a:ext uri="{FF2B5EF4-FFF2-40B4-BE49-F238E27FC236}">
                <a16:creationId xmlns:a16="http://schemas.microsoft.com/office/drawing/2014/main" id="{6D82CC08-8810-4A01-BD72-5ED01D573179}"/>
              </a:ext>
            </a:extLst>
          </p:cNvPr>
          <p:cNvSpPr>
            <a:spLocks noGrp="1"/>
          </p:cNvSpPr>
          <p:nvPr/>
        </p:nvSpPr>
        <p:spPr>
          <a:xfrm>
            <a:off x="6310313" y="4226719"/>
            <a:ext cx="1547813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50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50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09" name="object-109">
            <a:extLst>
              <a:ext uri="{FF2B5EF4-FFF2-40B4-BE49-F238E27FC236}">
                <a16:creationId xmlns:a16="http://schemas.microsoft.com/office/drawing/2014/main" id="{80014E14-5A83-4AF4-AB3D-7CA0F8298B93}"/>
              </a:ext>
            </a:extLst>
          </p:cNvPr>
          <p:cNvSpPr>
            <a:spLocks noGrp="1"/>
          </p:cNvSpPr>
          <p:nvPr/>
        </p:nvSpPr>
        <p:spPr>
          <a:xfrm>
            <a:off x="8512969" y="3810000"/>
            <a:ext cx="7143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10" name="object-110">
            <a:extLst>
              <a:ext uri="{FF2B5EF4-FFF2-40B4-BE49-F238E27FC236}">
                <a16:creationId xmlns:a16="http://schemas.microsoft.com/office/drawing/2014/main" id="{0708A898-B19D-4FFE-9F45-5AF1073E99AF}"/>
              </a:ext>
            </a:extLst>
          </p:cNvPr>
          <p:cNvSpPr>
            <a:spLocks noGrp="1"/>
          </p:cNvSpPr>
          <p:nvPr/>
        </p:nvSpPr>
        <p:spPr>
          <a:xfrm>
            <a:off x="10001250" y="2917031"/>
            <a:ext cx="3571875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506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506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0.35</a:t>
            </a:r>
          </a:p>
        </p:txBody>
      </p:sp>
      <p:sp>
        <p:nvSpPr>
          <p:cNvPr id="111" name="object-111">
            <a:extLst>
              <a:ext uri="{FF2B5EF4-FFF2-40B4-BE49-F238E27FC236}">
                <a16:creationId xmlns:a16="http://schemas.microsoft.com/office/drawing/2014/main" id="{DE38C015-624E-4B47-93E9-A97602A0302A}"/>
              </a:ext>
            </a:extLst>
          </p:cNvPr>
          <p:cNvSpPr>
            <a:spLocks noGrp="1"/>
          </p:cNvSpPr>
          <p:nvPr/>
        </p:nvSpPr>
        <p:spPr>
          <a:xfrm>
            <a:off x="10001250" y="5238750"/>
            <a:ext cx="3571875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506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506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35%</a:t>
            </a:r>
          </a:p>
        </p:txBody>
      </p:sp>
      <p:sp>
        <p:nvSpPr>
          <p:cNvPr id="112" name="object-112">
            <a:extLst>
              <a:ext uri="{FF2B5EF4-FFF2-40B4-BE49-F238E27FC236}">
                <a16:creationId xmlns:a16="http://schemas.microsoft.com/office/drawing/2014/main" id="{3D799D44-A83D-4CD8-99CA-5F2D58C7BB84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35/100 = 0.35 = 35%</a:t>
            </a:r>
          </a:p>
        </p:txBody>
      </p:sp>
    </p:spTree>
    <p:extLst>
      <p:ext uri="{BB962C8B-B14F-4D97-AF65-F5344CB8AC3E}">
        <p14:creationId xmlns:p14="http://schemas.microsoft.com/office/powerpoint/2010/main" val="295877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4861111 E" pathEditMode="relative" ptsTypes="">
                                      <p:cBhvr>
                                        <p:cTn id="91" dur="8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/>
      <p:bldP spid="108" grpId="0"/>
      <p:bldP spid="109" grpId="0"/>
      <p:bldP spid="110" grpId="0"/>
      <p:bldP spid="110" grpId="1"/>
      <p:bldP spid="111" grpId="0"/>
      <p:bldP spid="1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object-1">
            <a:extLst>
              <a:ext uri="{FF2B5EF4-FFF2-40B4-BE49-F238E27FC236}">
                <a16:creationId xmlns:a16="http://schemas.microsoft.com/office/drawing/2014/main" id="{7E8E1D5C-5852-4683-AE62-671E603D673C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321FDA1E-5C69-40AA-A81D-5986B742AFAE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02174A4B-5073-42B6-A818-9810EA6B02E9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36/100 as a decimal and percentage.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90A56E35-774B-4C3E-A143-E9E09E681B34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1D2084C8-BFE0-4DC2-92FF-1FB96708DE2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Convert percentages to fractions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E5650A17-A298-4282-B272-95D422850109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A84C1C56-5056-4583-BC4B-F7D851FA2FB5}"/>
              </a:ext>
            </a:extLst>
          </p:cNvPr>
          <p:cNvSpPr>
            <a:spLocks noGrp="1"/>
          </p:cNvSpPr>
          <p:nvPr/>
        </p:nvSpPr>
        <p:spPr>
          <a:xfrm>
            <a:off x="1190625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A23E17C5-3C1B-4993-8CCC-F6799DEC08C1}"/>
              </a:ext>
            </a:extLst>
          </p:cNvPr>
          <p:cNvSpPr>
            <a:spLocks noGrp="1"/>
          </p:cNvSpPr>
          <p:nvPr/>
        </p:nvSpPr>
        <p:spPr>
          <a:xfrm>
            <a:off x="1524000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6AC3DD15-04FC-400F-8044-79505683D452}"/>
              </a:ext>
            </a:extLst>
          </p:cNvPr>
          <p:cNvSpPr>
            <a:spLocks noGrp="1"/>
          </p:cNvSpPr>
          <p:nvPr/>
        </p:nvSpPr>
        <p:spPr>
          <a:xfrm>
            <a:off x="1857375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957E28E3-F63D-43A2-9320-AEB849536484}"/>
              </a:ext>
            </a:extLst>
          </p:cNvPr>
          <p:cNvSpPr>
            <a:spLocks noGrp="1"/>
          </p:cNvSpPr>
          <p:nvPr/>
        </p:nvSpPr>
        <p:spPr>
          <a:xfrm>
            <a:off x="2190750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AA763976-988B-4531-9385-2C25C19BAA7F}"/>
              </a:ext>
            </a:extLst>
          </p:cNvPr>
          <p:cNvSpPr>
            <a:spLocks noGrp="1"/>
          </p:cNvSpPr>
          <p:nvPr/>
        </p:nvSpPr>
        <p:spPr>
          <a:xfrm>
            <a:off x="2524125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15F95C66-D1DB-40B7-AB8F-ECBEC26BF817}"/>
              </a:ext>
            </a:extLst>
          </p:cNvPr>
          <p:cNvSpPr>
            <a:spLocks noGrp="1"/>
          </p:cNvSpPr>
          <p:nvPr/>
        </p:nvSpPr>
        <p:spPr>
          <a:xfrm>
            <a:off x="2857500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21AA13EE-E282-439F-A3FA-DA9189EE2EF1}"/>
              </a:ext>
            </a:extLst>
          </p:cNvPr>
          <p:cNvSpPr>
            <a:spLocks noGrp="1"/>
          </p:cNvSpPr>
          <p:nvPr/>
        </p:nvSpPr>
        <p:spPr>
          <a:xfrm>
            <a:off x="3190875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3F15CB28-4DE8-4F56-8B95-CE5F472E42CD}"/>
              </a:ext>
            </a:extLst>
          </p:cNvPr>
          <p:cNvSpPr>
            <a:spLocks noGrp="1"/>
          </p:cNvSpPr>
          <p:nvPr/>
        </p:nvSpPr>
        <p:spPr>
          <a:xfrm>
            <a:off x="3524250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35822B41-DFBB-4791-BD81-20E752DA36D6}"/>
              </a:ext>
            </a:extLst>
          </p:cNvPr>
          <p:cNvSpPr>
            <a:spLocks noGrp="1"/>
          </p:cNvSpPr>
          <p:nvPr/>
        </p:nvSpPr>
        <p:spPr>
          <a:xfrm>
            <a:off x="3857625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94846970-931C-48E4-872A-95C1073953FB}"/>
              </a:ext>
            </a:extLst>
          </p:cNvPr>
          <p:cNvSpPr>
            <a:spLocks noGrp="1"/>
          </p:cNvSpPr>
          <p:nvPr/>
        </p:nvSpPr>
        <p:spPr>
          <a:xfrm>
            <a:off x="4191000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44F0E05D-D84D-4C5D-A5C7-7CF4D9EE5850}"/>
              </a:ext>
            </a:extLst>
          </p:cNvPr>
          <p:cNvSpPr>
            <a:spLocks noGrp="1"/>
          </p:cNvSpPr>
          <p:nvPr/>
        </p:nvSpPr>
        <p:spPr>
          <a:xfrm>
            <a:off x="1190625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D1EA4FBF-E79C-44EB-8143-23DDB44C3BBC}"/>
              </a:ext>
            </a:extLst>
          </p:cNvPr>
          <p:cNvSpPr>
            <a:spLocks noGrp="1"/>
          </p:cNvSpPr>
          <p:nvPr/>
        </p:nvSpPr>
        <p:spPr>
          <a:xfrm>
            <a:off x="1524000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125738A6-3887-44FF-8E3A-95EA773D132F}"/>
              </a:ext>
            </a:extLst>
          </p:cNvPr>
          <p:cNvSpPr>
            <a:spLocks noGrp="1"/>
          </p:cNvSpPr>
          <p:nvPr/>
        </p:nvSpPr>
        <p:spPr>
          <a:xfrm>
            <a:off x="1857375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C935D79B-A6F4-4783-8848-188439F959C2}"/>
              </a:ext>
            </a:extLst>
          </p:cNvPr>
          <p:cNvSpPr>
            <a:spLocks noGrp="1"/>
          </p:cNvSpPr>
          <p:nvPr/>
        </p:nvSpPr>
        <p:spPr>
          <a:xfrm>
            <a:off x="2190750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7BEBF0EE-588D-40AF-A1D1-5E6D27D90BAF}"/>
              </a:ext>
            </a:extLst>
          </p:cNvPr>
          <p:cNvSpPr>
            <a:spLocks noGrp="1"/>
          </p:cNvSpPr>
          <p:nvPr/>
        </p:nvSpPr>
        <p:spPr>
          <a:xfrm>
            <a:off x="2524125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78FD0E00-8B5B-43AD-9716-4546C9DA486C}"/>
              </a:ext>
            </a:extLst>
          </p:cNvPr>
          <p:cNvSpPr>
            <a:spLocks noGrp="1"/>
          </p:cNvSpPr>
          <p:nvPr/>
        </p:nvSpPr>
        <p:spPr>
          <a:xfrm>
            <a:off x="2857500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9C588C49-95C7-4615-992B-4D0757D48FEF}"/>
              </a:ext>
            </a:extLst>
          </p:cNvPr>
          <p:cNvSpPr>
            <a:spLocks noGrp="1"/>
          </p:cNvSpPr>
          <p:nvPr/>
        </p:nvSpPr>
        <p:spPr>
          <a:xfrm>
            <a:off x="3190875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581F1B1F-11A7-489A-BD08-C6C11085E37E}"/>
              </a:ext>
            </a:extLst>
          </p:cNvPr>
          <p:cNvSpPr>
            <a:spLocks noGrp="1"/>
          </p:cNvSpPr>
          <p:nvPr/>
        </p:nvSpPr>
        <p:spPr>
          <a:xfrm>
            <a:off x="3524250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5B4A97A3-35F7-4E9B-B528-A6F154654D87}"/>
              </a:ext>
            </a:extLst>
          </p:cNvPr>
          <p:cNvSpPr>
            <a:spLocks noGrp="1"/>
          </p:cNvSpPr>
          <p:nvPr/>
        </p:nvSpPr>
        <p:spPr>
          <a:xfrm>
            <a:off x="3857625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6308F45F-2C6B-43FD-8775-FC7F06006908}"/>
              </a:ext>
            </a:extLst>
          </p:cNvPr>
          <p:cNvSpPr>
            <a:spLocks noGrp="1"/>
          </p:cNvSpPr>
          <p:nvPr/>
        </p:nvSpPr>
        <p:spPr>
          <a:xfrm>
            <a:off x="4191000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9DBD4139-46D1-40A2-93F7-164C0821A714}"/>
              </a:ext>
            </a:extLst>
          </p:cNvPr>
          <p:cNvSpPr>
            <a:spLocks noGrp="1"/>
          </p:cNvSpPr>
          <p:nvPr/>
        </p:nvSpPr>
        <p:spPr>
          <a:xfrm>
            <a:off x="1190625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FBAA85EB-3B93-48BB-9793-DAD00A6E400E}"/>
              </a:ext>
            </a:extLst>
          </p:cNvPr>
          <p:cNvSpPr>
            <a:spLocks noGrp="1"/>
          </p:cNvSpPr>
          <p:nvPr/>
        </p:nvSpPr>
        <p:spPr>
          <a:xfrm>
            <a:off x="1524000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0AFDD9D1-5A74-493B-9F97-07376583F864}"/>
              </a:ext>
            </a:extLst>
          </p:cNvPr>
          <p:cNvSpPr>
            <a:spLocks noGrp="1"/>
          </p:cNvSpPr>
          <p:nvPr/>
        </p:nvSpPr>
        <p:spPr>
          <a:xfrm>
            <a:off x="1857375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6E173E5A-B62A-40E8-9662-35311D5AC51E}"/>
              </a:ext>
            </a:extLst>
          </p:cNvPr>
          <p:cNvSpPr>
            <a:spLocks noGrp="1"/>
          </p:cNvSpPr>
          <p:nvPr/>
        </p:nvSpPr>
        <p:spPr>
          <a:xfrm>
            <a:off x="2190750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5F950498-8E4D-4A31-BD4C-1B59DA8772AC}"/>
              </a:ext>
            </a:extLst>
          </p:cNvPr>
          <p:cNvSpPr>
            <a:spLocks noGrp="1"/>
          </p:cNvSpPr>
          <p:nvPr/>
        </p:nvSpPr>
        <p:spPr>
          <a:xfrm>
            <a:off x="2524125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4509924C-99A4-44BD-8287-3559CEFD6642}"/>
              </a:ext>
            </a:extLst>
          </p:cNvPr>
          <p:cNvSpPr>
            <a:spLocks noGrp="1"/>
          </p:cNvSpPr>
          <p:nvPr/>
        </p:nvSpPr>
        <p:spPr>
          <a:xfrm>
            <a:off x="2857500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F8B97738-2013-4A01-AF1A-6D4D3997B5CD}"/>
              </a:ext>
            </a:extLst>
          </p:cNvPr>
          <p:cNvSpPr>
            <a:spLocks noGrp="1"/>
          </p:cNvSpPr>
          <p:nvPr/>
        </p:nvSpPr>
        <p:spPr>
          <a:xfrm>
            <a:off x="3190875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3F17B1DB-EC32-4A57-9B4F-E7DB387BD8E1}"/>
              </a:ext>
            </a:extLst>
          </p:cNvPr>
          <p:cNvSpPr>
            <a:spLocks noGrp="1"/>
          </p:cNvSpPr>
          <p:nvPr/>
        </p:nvSpPr>
        <p:spPr>
          <a:xfrm>
            <a:off x="3524250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2495CFDF-0CBC-4175-9CE0-1E785A2C2FC9}"/>
              </a:ext>
            </a:extLst>
          </p:cNvPr>
          <p:cNvSpPr>
            <a:spLocks noGrp="1"/>
          </p:cNvSpPr>
          <p:nvPr/>
        </p:nvSpPr>
        <p:spPr>
          <a:xfrm>
            <a:off x="3857625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5A72F365-E07F-40D1-B908-F1F5C2CE738F}"/>
              </a:ext>
            </a:extLst>
          </p:cNvPr>
          <p:cNvSpPr>
            <a:spLocks noGrp="1"/>
          </p:cNvSpPr>
          <p:nvPr/>
        </p:nvSpPr>
        <p:spPr>
          <a:xfrm>
            <a:off x="4191000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7" name="object-37">
            <a:extLst>
              <a:ext uri="{FF2B5EF4-FFF2-40B4-BE49-F238E27FC236}">
                <a16:creationId xmlns:a16="http://schemas.microsoft.com/office/drawing/2014/main" id="{282666B4-3006-4B25-B70C-AF33F2617CF0}"/>
              </a:ext>
            </a:extLst>
          </p:cNvPr>
          <p:cNvSpPr>
            <a:spLocks noGrp="1"/>
          </p:cNvSpPr>
          <p:nvPr/>
        </p:nvSpPr>
        <p:spPr>
          <a:xfrm>
            <a:off x="1190625" y="385762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8" name="object-38">
            <a:extLst>
              <a:ext uri="{FF2B5EF4-FFF2-40B4-BE49-F238E27FC236}">
                <a16:creationId xmlns:a16="http://schemas.microsoft.com/office/drawing/2014/main" id="{C482A6DA-065B-4F72-9B5D-0D40CCC38808}"/>
              </a:ext>
            </a:extLst>
          </p:cNvPr>
          <p:cNvSpPr>
            <a:spLocks noGrp="1"/>
          </p:cNvSpPr>
          <p:nvPr/>
        </p:nvSpPr>
        <p:spPr>
          <a:xfrm>
            <a:off x="1524000" y="385762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9" name="object-39">
            <a:extLst>
              <a:ext uri="{FF2B5EF4-FFF2-40B4-BE49-F238E27FC236}">
                <a16:creationId xmlns:a16="http://schemas.microsoft.com/office/drawing/2014/main" id="{D9DD5803-B4C7-4F4D-B352-C015EBCB83B6}"/>
              </a:ext>
            </a:extLst>
          </p:cNvPr>
          <p:cNvSpPr>
            <a:spLocks noGrp="1"/>
          </p:cNvSpPr>
          <p:nvPr/>
        </p:nvSpPr>
        <p:spPr>
          <a:xfrm>
            <a:off x="1857375" y="385762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40" name="object-40">
            <a:extLst>
              <a:ext uri="{FF2B5EF4-FFF2-40B4-BE49-F238E27FC236}">
                <a16:creationId xmlns:a16="http://schemas.microsoft.com/office/drawing/2014/main" id="{703FFFE8-290F-4026-AEC1-6E45E9B5223B}"/>
              </a:ext>
            </a:extLst>
          </p:cNvPr>
          <p:cNvSpPr>
            <a:spLocks noGrp="1"/>
          </p:cNvSpPr>
          <p:nvPr/>
        </p:nvSpPr>
        <p:spPr>
          <a:xfrm>
            <a:off x="2190750" y="385762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41" name="object-41">
            <a:extLst>
              <a:ext uri="{FF2B5EF4-FFF2-40B4-BE49-F238E27FC236}">
                <a16:creationId xmlns:a16="http://schemas.microsoft.com/office/drawing/2014/main" id="{E0F6BCA3-8A3E-4C59-BD3C-53A2AB68AD34}"/>
              </a:ext>
            </a:extLst>
          </p:cNvPr>
          <p:cNvSpPr>
            <a:spLocks noGrp="1"/>
          </p:cNvSpPr>
          <p:nvPr/>
        </p:nvSpPr>
        <p:spPr>
          <a:xfrm>
            <a:off x="2524125" y="385762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42" name="object-42">
            <a:extLst>
              <a:ext uri="{FF2B5EF4-FFF2-40B4-BE49-F238E27FC236}">
                <a16:creationId xmlns:a16="http://schemas.microsoft.com/office/drawing/2014/main" id="{9E9DA0CA-05AE-4772-B26A-0A453C11226C}"/>
              </a:ext>
            </a:extLst>
          </p:cNvPr>
          <p:cNvSpPr>
            <a:spLocks noGrp="1"/>
          </p:cNvSpPr>
          <p:nvPr/>
        </p:nvSpPr>
        <p:spPr>
          <a:xfrm>
            <a:off x="2857500" y="385762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43" name="object-43">
            <a:extLst>
              <a:ext uri="{FF2B5EF4-FFF2-40B4-BE49-F238E27FC236}">
                <a16:creationId xmlns:a16="http://schemas.microsoft.com/office/drawing/2014/main" id="{EAC8FB78-9874-4F6C-82AF-8864C02BCBDC}"/>
              </a:ext>
            </a:extLst>
          </p:cNvPr>
          <p:cNvSpPr>
            <a:spLocks noGrp="1"/>
          </p:cNvSpPr>
          <p:nvPr/>
        </p:nvSpPr>
        <p:spPr>
          <a:xfrm>
            <a:off x="3190875" y="38576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44" name="object-44">
            <a:extLst>
              <a:ext uri="{FF2B5EF4-FFF2-40B4-BE49-F238E27FC236}">
                <a16:creationId xmlns:a16="http://schemas.microsoft.com/office/drawing/2014/main" id="{4F56739E-4C9F-4BA2-B476-7D8692B77CE0}"/>
              </a:ext>
            </a:extLst>
          </p:cNvPr>
          <p:cNvSpPr>
            <a:spLocks noGrp="1"/>
          </p:cNvSpPr>
          <p:nvPr/>
        </p:nvSpPr>
        <p:spPr>
          <a:xfrm>
            <a:off x="3524250" y="38576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45" name="object-45">
            <a:extLst>
              <a:ext uri="{FF2B5EF4-FFF2-40B4-BE49-F238E27FC236}">
                <a16:creationId xmlns:a16="http://schemas.microsoft.com/office/drawing/2014/main" id="{DEC8E438-FFE1-4B3E-A488-2A05636E018A}"/>
              </a:ext>
            </a:extLst>
          </p:cNvPr>
          <p:cNvSpPr>
            <a:spLocks noGrp="1"/>
          </p:cNvSpPr>
          <p:nvPr/>
        </p:nvSpPr>
        <p:spPr>
          <a:xfrm>
            <a:off x="3857625" y="38576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46" name="object-46">
            <a:extLst>
              <a:ext uri="{FF2B5EF4-FFF2-40B4-BE49-F238E27FC236}">
                <a16:creationId xmlns:a16="http://schemas.microsoft.com/office/drawing/2014/main" id="{D5A1BBC7-AA3F-4622-96E4-90F49F96083C}"/>
              </a:ext>
            </a:extLst>
          </p:cNvPr>
          <p:cNvSpPr>
            <a:spLocks noGrp="1"/>
          </p:cNvSpPr>
          <p:nvPr/>
        </p:nvSpPr>
        <p:spPr>
          <a:xfrm>
            <a:off x="4191000" y="38576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47" name="object-47">
            <a:extLst>
              <a:ext uri="{FF2B5EF4-FFF2-40B4-BE49-F238E27FC236}">
                <a16:creationId xmlns:a16="http://schemas.microsoft.com/office/drawing/2014/main" id="{4F5E8C80-ED98-4C77-BC91-1FA319B46B18}"/>
              </a:ext>
            </a:extLst>
          </p:cNvPr>
          <p:cNvSpPr>
            <a:spLocks noGrp="1"/>
          </p:cNvSpPr>
          <p:nvPr/>
        </p:nvSpPr>
        <p:spPr>
          <a:xfrm>
            <a:off x="1190625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48" name="object-48">
            <a:extLst>
              <a:ext uri="{FF2B5EF4-FFF2-40B4-BE49-F238E27FC236}">
                <a16:creationId xmlns:a16="http://schemas.microsoft.com/office/drawing/2014/main" id="{CB9E2C42-6A7B-4836-9F61-29AB21C8C1CF}"/>
              </a:ext>
            </a:extLst>
          </p:cNvPr>
          <p:cNvSpPr>
            <a:spLocks noGrp="1"/>
          </p:cNvSpPr>
          <p:nvPr/>
        </p:nvSpPr>
        <p:spPr>
          <a:xfrm>
            <a:off x="1524000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49" name="object-49">
            <a:extLst>
              <a:ext uri="{FF2B5EF4-FFF2-40B4-BE49-F238E27FC236}">
                <a16:creationId xmlns:a16="http://schemas.microsoft.com/office/drawing/2014/main" id="{2F6455F5-0B6B-47D6-B386-7101607B2625}"/>
              </a:ext>
            </a:extLst>
          </p:cNvPr>
          <p:cNvSpPr>
            <a:spLocks noGrp="1"/>
          </p:cNvSpPr>
          <p:nvPr/>
        </p:nvSpPr>
        <p:spPr>
          <a:xfrm>
            <a:off x="1857375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0" name="object-50">
            <a:extLst>
              <a:ext uri="{FF2B5EF4-FFF2-40B4-BE49-F238E27FC236}">
                <a16:creationId xmlns:a16="http://schemas.microsoft.com/office/drawing/2014/main" id="{BC1F7278-D3C6-4A8A-AE17-8FA81B12BDDC}"/>
              </a:ext>
            </a:extLst>
          </p:cNvPr>
          <p:cNvSpPr>
            <a:spLocks noGrp="1"/>
          </p:cNvSpPr>
          <p:nvPr/>
        </p:nvSpPr>
        <p:spPr>
          <a:xfrm>
            <a:off x="2190750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1" name="object-51">
            <a:extLst>
              <a:ext uri="{FF2B5EF4-FFF2-40B4-BE49-F238E27FC236}">
                <a16:creationId xmlns:a16="http://schemas.microsoft.com/office/drawing/2014/main" id="{C859AB3D-81AF-4CF5-86B6-2DC12FF41BE8}"/>
              </a:ext>
            </a:extLst>
          </p:cNvPr>
          <p:cNvSpPr>
            <a:spLocks noGrp="1"/>
          </p:cNvSpPr>
          <p:nvPr/>
        </p:nvSpPr>
        <p:spPr>
          <a:xfrm>
            <a:off x="2524125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2" name="object-52">
            <a:extLst>
              <a:ext uri="{FF2B5EF4-FFF2-40B4-BE49-F238E27FC236}">
                <a16:creationId xmlns:a16="http://schemas.microsoft.com/office/drawing/2014/main" id="{216CB669-8BB4-4969-A4CC-9B17B43D08D9}"/>
              </a:ext>
            </a:extLst>
          </p:cNvPr>
          <p:cNvSpPr>
            <a:spLocks noGrp="1"/>
          </p:cNvSpPr>
          <p:nvPr/>
        </p:nvSpPr>
        <p:spPr>
          <a:xfrm>
            <a:off x="2857500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3" name="object-53">
            <a:extLst>
              <a:ext uri="{FF2B5EF4-FFF2-40B4-BE49-F238E27FC236}">
                <a16:creationId xmlns:a16="http://schemas.microsoft.com/office/drawing/2014/main" id="{572425A4-0B49-4DE3-9AB8-D4662CF4D788}"/>
              </a:ext>
            </a:extLst>
          </p:cNvPr>
          <p:cNvSpPr>
            <a:spLocks noGrp="1"/>
          </p:cNvSpPr>
          <p:nvPr/>
        </p:nvSpPr>
        <p:spPr>
          <a:xfrm>
            <a:off x="3190875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4" name="object-54">
            <a:extLst>
              <a:ext uri="{FF2B5EF4-FFF2-40B4-BE49-F238E27FC236}">
                <a16:creationId xmlns:a16="http://schemas.microsoft.com/office/drawing/2014/main" id="{BE247C38-635E-4DA5-8559-449C3E5BE48C}"/>
              </a:ext>
            </a:extLst>
          </p:cNvPr>
          <p:cNvSpPr>
            <a:spLocks noGrp="1"/>
          </p:cNvSpPr>
          <p:nvPr/>
        </p:nvSpPr>
        <p:spPr>
          <a:xfrm>
            <a:off x="3524250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5" name="object-55">
            <a:extLst>
              <a:ext uri="{FF2B5EF4-FFF2-40B4-BE49-F238E27FC236}">
                <a16:creationId xmlns:a16="http://schemas.microsoft.com/office/drawing/2014/main" id="{9EF6EAAA-1B7F-43B8-8A04-FAC5216C668F}"/>
              </a:ext>
            </a:extLst>
          </p:cNvPr>
          <p:cNvSpPr>
            <a:spLocks noGrp="1"/>
          </p:cNvSpPr>
          <p:nvPr/>
        </p:nvSpPr>
        <p:spPr>
          <a:xfrm>
            <a:off x="3857625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6" name="object-56">
            <a:extLst>
              <a:ext uri="{FF2B5EF4-FFF2-40B4-BE49-F238E27FC236}">
                <a16:creationId xmlns:a16="http://schemas.microsoft.com/office/drawing/2014/main" id="{CA601591-33F8-43B1-8CDB-8D5F1F1A141A}"/>
              </a:ext>
            </a:extLst>
          </p:cNvPr>
          <p:cNvSpPr>
            <a:spLocks noGrp="1"/>
          </p:cNvSpPr>
          <p:nvPr/>
        </p:nvSpPr>
        <p:spPr>
          <a:xfrm>
            <a:off x="4191000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7" name="object-57">
            <a:extLst>
              <a:ext uri="{FF2B5EF4-FFF2-40B4-BE49-F238E27FC236}">
                <a16:creationId xmlns:a16="http://schemas.microsoft.com/office/drawing/2014/main" id="{827A444D-3A30-4389-B3C1-9FC5B9489D22}"/>
              </a:ext>
            </a:extLst>
          </p:cNvPr>
          <p:cNvSpPr>
            <a:spLocks noGrp="1"/>
          </p:cNvSpPr>
          <p:nvPr/>
        </p:nvSpPr>
        <p:spPr>
          <a:xfrm>
            <a:off x="1190625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8" name="object-58">
            <a:extLst>
              <a:ext uri="{FF2B5EF4-FFF2-40B4-BE49-F238E27FC236}">
                <a16:creationId xmlns:a16="http://schemas.microsoft.com/office/drawing/2014/main" id="{28BDA576-83DD-409D-9192-3F1D0968027D}"/>
              </a:ext>
            </a:extLst>
          </p:cNvPr>
          <p:cNvSpPr>
            <a:spLocks noGrp="1"/>
          </p:cNvSpPr>
          <p:nvPr/>
        </p:nvSpPr>
        <p:spPr>
          <a:xfrm>
            <a:off x="1524000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9" name="object-59">
            <a:extLst>
              <a:ext uri="{FF2B5EF4-FFF2-40B4-BE49-F238E27FC236}">
                <a16:creationId xmlns:a16="http://schemas.microsoft.com/office/drawing/2014/main" id="{94E55341-9F99-4A3F-B941-1187442CEBBB}"/>
              </a:ext>
            </a:extLst>
          </p:cNvPr>
          <p:cNvSpPr>
            <a:spLocks noGrp="1"/>
          </p:cNvSpPr>
          <p:nvPr/>
        </p:nvSpPr>
        <p:spPr>
          <a:xfrm>
            <a:off x="1857375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0" name="object-60">
            <a:extLst>
              <a:ext uri="{FF2B5EF4-FFF2-40B4-BE49-F238E27FC236}">
                <a16:creationId xmlns:a16="http://schemas.microsoft.com/office/drawing/2014/main" id="{672AB539-974A-4E22-90B5-DFADBE71C74D}"/>
              </a:ext>
            </a:extLst>
          </p:cNvPr>
          <p:cNvSpPr>
            <a:spLocks noGrp="1"/>
          </p:cNvSpPr>
          <p:nvPr/>
        </p:nvSpPr>
        <p:spPr>
          <a:xfrm>
            <a:off x="2190750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1" name="object-61">
            <a:extLst>
              <a:ext uri="{FF2B5EF4-FFF2-40B4-BE49-F238E27FC236}">
                <a16:creationId xmlns:a16="http://schemas.microsoft.com/office/drawing/2014/main" id="{E954AACB-ECC8-44C3-BAF2-03BE11E482B9}"/>
              </a:ext>
            </a:extLst>
          </p:cNvPr>
          <p:cNvSpPr>
            <a:spLocks noGrp="1"/>
          </p:cNvSpPr>
          <p:nvPr/>
        </p:nvSpPr>
        <p:spPr>
          <a:xfrm>
            <a:off x="2524125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2" name="object-62">
            <a:extLst>
              <a:ext uri="{FF2B5EF4-FFF2-40B4-BE49-F238E27FC236}">
                <a16:creationId xmlns:a16="http://schemas.microsoft.com/office/drawing/2014/main" id="{1C56CC55-FE59-4CAA-B916-4D408E742275}"/>
              </a:ext>
            </a:extLst>
          </p:cNvPr>
          <p:cNvSpPr>
            <a:spLocks noGrp="1"/>
          </p:cNvSpPr>
          <p:nvPr/>
        </p:nvSpPr>
        <p:spPr>
          <a:xfrm>
            <a:off x="2857500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3" name="object-63">
            <a:extLst>
              <a:ext uri="{FF2B5EF4-FFF2-40B4-BE49-F238E27FC236}">
                <a16:creationId xmlns:a16="http://schemas.microsoft.com/office/drawing/2014/main" id="{838DA523-4551-4734-AAB3-9AC2BDD2065D}"/>
              </a:ext>
            </a:extLst>
          </p:cNvPr>
          <p:cNvSpPr>
            <a:spLocks noGrp="1"/>
          </p:cNvSpPr>
          <p:nvPr/>
        </p:nvSpPr>
        <p:spPr>
          <a:xfrm>
            <a:off x="3190875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4" name="object-64">
            <a:extLst>
              <a:ext uri="{FF2B5EF4-FFF2-40B4-BE49-F238E27FC236}">
                <a16:creationId xmlns:a16="http://schemas.microsoft.com/office/drawing/2014/main" id="{B3B692BD-81D0-49AC-9A4E-601F448393E7}"/>
              </a:ext>
            </a:extLst>
          </p:cNvPr>
          <p:cNvSpPr>
            <a:spLocks noGrp="1"/>
          </p:cNvSpPr>
          <p:nvPr/>
        </p:nvSpPr>
        <p:spPr>
          <a:xfrm>
            <a:off x="3524250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5" name="object-65">
            <a:extLst>
              <a:ext uri="{FF2B5EF4-FFF2-40B4-BE49-F238E27FC236}">
                <a16:creationId xmlns:a16="http://schemas.microsoft.com/office/drawing/2014/main" id="{3DBC3712-245A-4F57-AE7C-53CA0B68A65A}"/>
              </a:ext>
            </a:extLst>
          </p:cNvPr>
          <p:cNvSpPr>
            <a:spLocks noGrp="1"/>
          </p:cNvSpPr>
          <p:nvPr/>
        </p:nvSpPr>
        <p:spPr>
          <a:xfrm>
            <a:off x="3857625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6" name="object-66">
            <a:extLst>
              <a:ext uri="{FF2B5EF4-FFF2-40B4-BE49-F238E27FC236}">
                <a16:creationId xmlns:a16="http://schemas.microsoft.com/office/drawing/2014/main" id="{AD10D626-EC18-4A2D-AD0F-3AEB0526A77F}"/>
              </a:ext>
            </a:extLst>
          </p:cNvPr>
          <p:cNvSpPr>
            <a:spLocks noGrp="1"/>
          </p:cNvSpPr>
          <p:nvPr/>
        </p:nvSpPr>
        <p:spPr>
          <a:xfrm>
            <a:off x="4191000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7" name="object-67">
            <a:extLst>
              <a:ext uri="{FF2B5EF4-FFF2-40B4-BE49-F238E27FC236}">
                <a16:creationId xmlns:a16="http://schemas.microsoft.com/office/drawing/2014/main" id="{AC6ED1BF-EEAF-44CB-A423-BEEB1658876C}"/>
              </a:ext>
            </a:extLst>
          </p:cNvPr>
          <p:cNvSpPr>
            <a:spLocks noGrp="1"/>
          </p:cNvSpPr>
          <p:nvPr/>
        </p:nvSpPr>
        <p:spPr>
          <a:xfrm>
            <a:off x="1190625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8" name="object-68">
            <a:extLst>
              <a:ext uri="{FF2B5EF4-FFF2-40B4-BE49-F238E27FC236}">
                <a16:creationId xmlns:a16="http://schemas.microsoft.com/office/drawing/2014/main" id="{8111D3F6-3FFA-4F5B-8ED2-61AF2F2F3966}"/>
              </a:ext>
            </a:extLst>
          </p:cNvPr>
          <p:cNvSpPr>
            <a:spLocks noGrp="1"/>
          </p:cNvSpPr>
          <p:nvPr/>
        </p:nvSpPr>
        <p:spPr>
          <a:xfrm>
            <a:off x="1524000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9" name="object-69">
            <a:extLst>
              <a:ext uri="{FF2B5EF4-FFF2-40B4-BE49-F238E27FC236}">
                <a16:creationId xmlns:a16="http://schemas.microsoft.com/office/drawing/2014/main" id="{79FE79D0-9F66-42B1-9DB4-20D60AE4F30B}"/>
              </a:ext>
            </a:extLst>
          </p:cNvPr>
          <p:cNvSpPr>
            <a:spLocks noGrp="1"/>
          </p:cNvSpPr>
          <p:nvPr/>
        </p:nvSpPr>
        <p:spPr>
          <a:xfrm>
            <a:off x="1857375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0" name="object-70">
            <a:extLst>
              <a:ext uri="{FF2B5EF4-FFF2-40B4-BE49-F238E27FC236}">
                <a16:creationId xmlns:a16="http://schemas.microsoft.com/office/drawing/2014/main" id="{47D0BBFC-08FE-47F7-A9AA-C9868EBE0350}"/>
              </a:ext>
            </a:extLst>
          </p:cNvPr>
          <p:cNvSpPr>
            <a:spLocks noGrp="1"/>
          </p:cNvSpPr>
          <p:nvPr/>
        </p:nvSpPr>
        <p:spPr>
          <a:xfrm>
            <a:off x="2190750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1" name="object-71">
            <a:extLst>
              <a:ext uri="{FF2B5EF4-FFF2-40B4-BE49-F238E27FC236}">
                <a16:creationId xmlns:a16="http://schemas.microsoft.com/office/drawing/2014/main" id="{31CF42FD-8608-49C6-938C-41B06DA7D430}"/>
              </a:ext>
            </a:extLst>
          </p:cNvPr>
          <p:cNvSpPr>
            <a:spLocks noGrp="1"/>
          </p:cNvSpPr>
          <p:nvPr/>
        </p:nvSpPr>
        <p:spPr>
          <a:xfrm>
            <a:off x="2524125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2" name="object-72">
            <a:extLst>
              <a:ext uri="{FF2B5EF4-FFF2-40B4-BE49-F238E27FC236}">
                <a16:creationId xmlns:a16="http://schemas.microsoft.com/office/drawing/2014/main" id="{8C9538C6-B7BA-4EF2-BA0C-F094D2986EF2}"/>
              </a:ext>
            </a:extLst>
          </p:cNvPr>
          <p:cNvSpPr>
            <a:spLocks noGrp="1"/>
          </p:cNvSpPr>
          <p:nvPr/>
        </p:nvSpPr>
        <p:spPr>
          <a:xfrm>
            <a:off x="2857500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3" name="object-73">
            <a:extLst>
              <a:ext uri="{FF2B5EF4-FFF2-40B4-BE49-F238E27FC236}">
                <a16:creationId xmlns:a16="http://schemas.microsoft.com/office/drawing/2014/main" id="{A9FB2F32-1422-4DAA-AA38-6F7CDFA7BBDF}"/>
              </a:ext>
            </a:extLst>
          </p:cNvPr>
          <p:cNvSpPr>
            <a:spLocks noGrp="1"/>
          </p:cNvSpPr>
          <p:nvPr/>
        </p:nvSpPr>
        <p:spPr>
          <a:xfrm>
            <a:off x="3190875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4" name="object-74">
            <a:extLst>
              <a:ext uri="{FF2B5EF4-FFF2-40B4-BE49-F238E27FC236}">
                <a16:creationId xmlns:a16="http://schemas.microsoft.com/office/drawing/2014/main" id="{6F3FB286-850C-49BC-A127-37746A43DDEB}"/>
              </a:ext>
            </a:extLst>
          </p:cNvPr>
          <p:cNvSpPr>
            <a:spLocks noGrp="1"/>
          </p:cNvSpPr>
          <p:nvPr/>
        </p:nvSpPr>
        <p:spPr>
          <a:xfrm>
            <a:off x="3524250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5" name="object-75">
            <a:extLst>
              <a:ext uri="{FF2B5EF4-FFF2-40B4-BE49-F238E27FC236}">
                <a16:creationId xmlns:a16="http://schemas.microsoft.com/office/drawing/2014/main" id="{C11C5417-F9DA-460E-A75F-19A72AD6721C}"/>
              </a:ext>
            </a:extLst>
          </p:cNvPr>
          <p:cNvSpPr>
            <a:spLocks noGrp="1"/>
          </p:cNvSpPr>
          <p:nvPr/>
        </p:nvSpPr>
        <p:spPr>
          <a:xfrm>
            <a:off x="3857625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6" name="object-76">
            <a:extLst>
              <a:ext uri="{FF2B5EF4-FFF2-40B4-BE49-F238E27FC236}">
                <a16:creationId xmlns:a16="http://schemas.microsoft.com/office/drawing/2014/main" id="{17F219B9-A9BC-45C7-9D04-3D19BCB2C45F}"/>
              </a:ext>
            </a:extLst>
          </p:cNvPr>
          <p:cNvSpPr>
            <a:spLocks noGrp="1"/>
          </p:cNvSpPr>
          <p:nvPr/>
        </p:nvSpPr>
        <p:spPr>
          <a:xfrm>
            <a:off x="4191000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7" name="object-77">
            <a:extLst>
              <a:ext uri="{FF2B5EF4-FFF2-40B4-BE49-F238E27FC236}">
                <a16:creationId xmlns:a16="http://schemas.microsoft.com/office/drawing/2014/main" id="{9D3E03A8-391C-46A6-A518-EB7BA27F44A9}"/>
              </a:ext>
            </a:extLst>
          </p:cNvPr>
          <p:cNvSpPr>
            <a:spLocks noGrp="1"/>
          </p:cNvSpPr>
          <p:nvPr/>
        </p:nvSpPr>
        <p:spPr>
          <a:xfrm>
            <a:off x="1190625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8" name="object-78">
            <a:extLst>
              <a:ext uri="{FF2B5EF4-FFF2-40B4-BE49-F238E27FC236}">
                <a16:creationId xmlns:a16="http://schemas.microsoft.com/office/drawing/2014/main" id="{FE5D8C25-FFB1-47AE-8D01-B0FC6E490C4E}"/>
              </a:ext>
            </a:extLst>
          </p:cNvPr>
          <p:cNvSpPr>
            <a:spLocks noGrp="1"/>
          </p:cNvSpPr>
          <p:nvPr/>
        </p:nvSpPr>
        <p:spPr>
          <a:xfrm>
            <a:off x="1524000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9" name="object-79">
            <a:extLst>
              <a:ext uri="{FF2B5EF4-FFF2-40B4-BE49-F238E27FC236}">
                <a16:creationId xmlns:a16="http://schemas.microsoft.com/office/drawing/2014/main" id="{27659573-0D8C-4883-B4E4-9ABD9C9DDA47}"/>
              </a:ext>
            </a:extLst>
          </p:cNvPr>
          <p:cNvSpPr>
            <a:spLocks noGrp="1"/>
          </p:cNvSpPr>
          <p:nvPr/>
        </p:nvSpPr>
        <p:spPr>
          <a:xfrm>
            <a:off x="1857375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0" name="object-80">
            <a:extLst>
              <a:ext uri="{FF2B5EF4-FFF2-40B4-BE49-F238E27FC236}">
                <a16:creationId xmlns:a16="http://schemas.microsoft.com/office/drawing/2014/main" id="{37E97F0E-D9A3-44AB-9B93-CA00D59574B6}"/>
              </a:ext>
            </a:extLst>
          </p:cNvPr>
          <p:cNvSpPr>
            <a:spLocks noGrp="1"/>
          </p:cNvSpPr>
          <p:nvPr/>
        </p:nvSpPr>
        <p:spPr>
          <a:xfrm>
            <a:off x="2190750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1" name="object-81">
            <a:extLst>
              <a:ext uri="{FF2B5EF4-FFF2-40B4-BE49-F238E27FC236}">
                <a16:creationId xmlns:a16="http://schemas.microsoft.com/office/drawing/2014/main" id="{A8C157B0-17EE-4AB9-AA3C-90183E6CBCEA}"/>
              </a:ext>
            </a:extLst>
          </p:cNvPr>
          <p:cNvSpPr>
            <a:spLocks noGrp="1"/>
          </p:cNvSpPr>
          <p:nvPr/>
        </p:nvSpPr>
        <p:spPr>
          <a:xfrm>
            <a:off x="2524125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2" name="object-82">
            <a:extLst>
              <a:ext uri="{FF2B5EF4-FFF2-40B4-BE49-F238E27FC236}">
                <a16:creationId xmlns:a16="http://schemas.microsoft.com/office/drawing/2014/main" id="{DDB72BE9-EB99-4102-BF33-0CAD4649ADC1}"/>
              </a:ext>
            </a:extLst>
          </p:cNvPr>
          <p:cNvSpPr>
            <a:spLocks noGrp="1"/>
          </p:cNvSpPr>
          <p:nvPr/>
        </p:nvSpPr>
        <p:spPr>
          <a:xfrm>
            <a:off x="2857500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3" name="object-83">
            <a:extLst>
              <a:ext uri="{FF2B5EF4-FFF2-40B4-BE49-F238E27FC236}">
                <a16:creationId xmlns:a16="http://schemas.microsoft.com/office/drawing/2014/main" id="{8F1FD821-DCEE-4C62-A5EB-706838968F04}"/>
              </a:ext>
            </a:extLst>
          </p:cNvPr>
          <p:cNvSpPr>
            <a:spLocks noGrp="1"/>
          </p:cNvSpPr>
          <p:nvPr/>
        </p:nvSpPr>
        <p:spPr>
          <a:xfrm>
            <a:off x="3190875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4" name="object-84">
            <a:extLst>
              <a:ext uri="{FF2B5EF4-FFF2-40B4-BE49-F238E27FC236}">
                <a16:creationId xmlns:a16="http://schemas.microsoft.com/office/drawing/2014/main" id="{33BB48BE-BAB1-469D-98F1-6F11A0B5DB25}"/>
              </a:ext>
            </a:extLst>
          </p:cNvPr>
          <p:cNvSpPr>
            <a:spLocks noGrp="1"/>
          </p:cNvSpPr>
          <p:nvPr/>
        </p:nvSpPr>
        <p:spPr>
          <a:xfrm>
            <a:off x="3524250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5" name="object-85">
            <a:extLst>
              <a:ext uri="{FF2B5EF4-FFF2-40B4-BE49-F238E27FC236}">
                <a16:creationId xmlns:a16="http://schemas.microsoft.com/office/drawing/2014/main" id="{1128D0D1-7AFC-4ABD-93F5-C520BEC787E5}"/>
              </a:ext>
            </a:extLst>
          </p:cNvPr>
          <p:cNvSpPr>
            <a:spLocks noGrp="1"/>
          </p:cNvSpPr>
          <p:nvPr/>
        </p:nvSpPr>
        <p:spPr>
          <a:xfrm>
            <a:off x="3857625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6" name="object-86">
            <a:extLst>
              <a:ext uri="{FF2B5EF4-FFF2-40B4-BE49-F238E27FC236}">
                <a16:creationId xmlns:a16="http://schemas.microsoft.com/office/drawing/2014/main" id="{11F3C136-710B-4867-ADE9-B4CCA8908EB9}"/>
              </a:ext>
            </a:extLst>
          </p:cNvPr>
          <p:cNvSpPr>
            <a:spLocks noGrp="1"/>
          </p:cNvSpPr>
          <p:nvPr/>
        </p:nvSpPr>
        <p:spPr>
          <a:xfrm>
            <a:off x="4191000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7" name="object-87">
            <a:extLst>
              <a:ext uri="{FF2B5EF4-FFF2-40B4-BE49-F238E27FC236}">
                <a16:creationId xmlns:a16="http://schemas.microsoft.com/office/drawing/2014/main" id="{5A02039C-B0FE-43DD-BB60-7DA350A5DAEB}"/>
              </a:ext>
            </a:extLst>
          </p:cNvPr>
          <p:cNvSpPr>
            <a:spLocks noGrp="1"/>
          </p:cNvSpPr>
          <p:nvPr/>
        </p:nvSpPr>
        <p:spPr>
          <a:xfrm>
            <a:off x="1190625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8" name="object-88">
            <a:extLst>
              <a:ext uri="{FF2B5EF4-FFF2-40B4-BE49-F238E27FC236}">
                <a16:creationId xmlns:a16="http://schemas.microsoft.com/office/drawing/2014/main" id="{2CE33C3B-705C-45DC-AFA5-7DBC1FDA963E}"/>
              </a:ext>
            </a:extLst>
          </p:cNvPr>
          <p:cNvSpPr>
            <a:spLocks noGrp="1"/>
          </p:cNvSpPr>
          <p:nvPr/>
        </p:nvSpPr>
        <p:spPr>
          <a:xfrm>
            <a:off x="1524000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9" name="object-89">
            <a:extLst>
              <a:ext uri="{FF2B5EF4-FFF2-40B4-BE49-F238E27FC236}">
                <a16:creationId xmlns:a16="http://schemas.microsoft.com/office/drawing/2014/main" id="{7D179349-2496-4AF6-AA5F-4188B1CC66D2}"/>
              </a:ext>
            </a:extLst>
          </p:cNvPr>
          <p:cNvSpPr>
            <a:spLocks noGrp="1"/>
          </p:cNvSpPr>
          <p:nvPr/>
        </p:nvSpPr>
        <p:spPr>
          <a:xfrm>
            <a:off x="1857375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0" name="object-90">
            <a:extLst>
              <a:ext uri="{FF2B5EF4-FFF2-40B4-BE49-F238E27FC236}">
                <a16:creationId xmlns:a16="http://schemas.microsoft.com/office/drawing/2014/main" id="{1985893D-9920-4D72-B6E4-894BA20DD399}"/>
              </a:ext>
            </a:extLst>
          </p:cNvPr>
          <p:cNvSpPr>
            <a:spLocks noGrp="1"/>
          </p:cNvSpPr>
          <p:nvPr/>
        </p:nvSpPr>
        <p:spPr>
          <a:xfrm>
            <a:off x="2190750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1" name="object-91">
            <a:extLst>
              <a:ext uri="{FF2B5EF4-FFF2-40B4-BE49-F238E27FC236}">
                <a16:creationId xmlns:a16="http://schemas.microsoft.com/office/drawing/2014/main" id="{5A8402AF-FA45-4D0D-846F-4E480EA40A60}"/>
              </a:ext>
            </a:extLst>
          </p:cNvPr>
          <p:cNvSpPr>
            <a:spLocks noGrp="1"/>
          </p:cNvSpPr>
          <p:nvPr/>
        </p:nvSpPr>
        <p:spPr>
          <a:xfrm>
            <a:off x="2524125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2" name="object-92">
            <a:extLst>
              <a:ext uri="{FF2B5EF4-FFF2-40B4-BE49-F238E27FC236}">
                <a16:creationId xmlns:a16="http://schemas.microsoft.com/office/drawing/2014/main" id="{31B19F77-75A9-4F46-B00A-22A07586A357}"/>
              </a:ext>
            </a:extLst>
          </p:cNvPr>
          <p:cNvSpPr>
            <a:spLocks noGrp="1"/>
          </p:cNvSpPr>
          <p:nvPr/>
        </p:nvSpPr>
        <p:spPr>
          <a:xfrm>
            <a:off x="2857500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3" name="object-93">
            <a:extLst>
              <a:ext uri="{FF2B5EF4-FFF2-40B4-BE49-F238E27FC236}">
                <a16:creationId xmlns:a16="http://schemas.microsoft.com/office/drawing/2014/main" id="{9A2FA39D-60FF-4FD1-913B-A5AB0BFCE6E3}"/>
              </a:ext>
            </a:extLst>
          </p:cNvPr>
          <p:cNvSpPr>
            <a:spLocks noGrp="1"/>
          </p:cNvSpPr>
          <p:nvPr/>
        </p:nvSpPr>
        <p:spPr>
          <a:xfrm>
            <a:off x="3190875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4" name="object-94">
            <a:extLst>
              <a:ext uri="{FF2B5EF4-FFF2-40B4-BE49-F238E27FC236}">
                <a16:creationId xmlns:a16="http://schemas.microsoft.com/office/drawing/2014/main" id="{4AC52F3D-08D5-49C0-AAC3-94149A2D66CE}"/>
              </a:ext>
            </a:extLst>
          </p:cNvPr>
          <p:cNvSpPr>
            <a:spLocks noGrp="1"/>
          </p:cNvSpPr>
          <p:nvPr/>
        </p:nvSpPr>
        <p:spPr>
          <a:xfrm>
            <a:off x="3524250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5" name="object-95">
            <a:extLst>
              <a:ext uri="{FF2B5EF4-FFF2-40B4-BE49-F238E27FC236}">
                <a16:creationId xmlns:a16="http://schemas.microsoft.com/office/drawing/2014/main" id="{42F35864-303A-4706-8C15-11B68326ABDD}"/>
              </a:ext>
            </a:extLst>
          </p:cNvPr>
          <p:cNvSpPr>
            <a:spLocks noGrp="1"/>
          </p:cNvSpPr>
          <p:nvPr/>
        </p:nvSpPr>
        <p:spPr>
          <a:xfrm>
            <a:off x="3857625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6" name="object-96">
            <a:extLst>
              <a:ext uri="{FF2B5EF4-FFF2-40B4-BE49-F238E27FC236}">
                <a16:creationId xmlns:a16="http://schemas.microsoft.com/office/drawing/2014/main" id="{B3D4496E-56CB-42C6-B2B7-E68A94DF8D02}"/>
              </a:ext>
            </a:extLst>
          </p:cNvPr>
          <p:cNvSpPr>
            <a:spLocks noGrp="1"/>
          </p:cNvSpPr>
          <p:nvPr/>
        </p:nvSpPr>
        <p:spPr>
          <a:xfrm>
            <a:off x="4191000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7" name="object-97">
            <a:extLst>
              <a:ext uri="{FF2B5EF4-FFF2-40B4-BE49-F238E27FC236}">
                <a16:creationId xmlns:a16="http://schemas.microsoft.com/office/drawing/2014/main" id="{B7D6AF22-7507-41DA-9F51-9121769C4672}"/>
              </a:ext>
            </a:extLst>
          </p:cNvPr>
          <p:cNvSpPr>
            <a:spLocks noGrp="1"/>
          </p:cNvSpPr>
          <p:nvPr/>
        </p:nvSpPr>
        <p:spPr>
          <a:xfrm>
            <a:off x="1190625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8" name="object-98">
            <a:extLst>
              <a:ext uri="{FF2B5EF4-FFF2-40B4-BE49-F238E27FC236}">
                <a16:creationId xmlns:a16="http://schemas.microsoft.com/office/drawing/2014/main" id="{C95D007F-6D93-49AA-852F-EFBD3811A600}"/>
              </a:ext>
            </a:extLst>
          </p:cNvPr>
          <p:cNvSpPr>
            <a:spLocks noGrp="1"/>
          </p:cNvSpPr>
          <p:nvPr/>
        </p:nvSpPr>
        <p:spPr>
          <a:xfrm>
            <a:off x="1524000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9" name="object-99">
            <a:extLst>
              <a:ext uri="{FF2B5EF4-FFF2-40B4-BE49-F238E27FC236}">
                <a16:creationId xmlns:a16="http://schemas.microsoft.com/office/drawing/2014/main" id="{E6639923-34C5-4F6E-98BA-344553E7F7FD}"/>
              </a:ext>
            </a:extLst>
          </p:cNvPr>
          <p:cNvSpPr>
            <a:spLocks noGrp="1"/>
          </p:cNvSpPr>
          <p:nvPr/>
        </p:nvSpPr>
        <p:spPr>
          <a:xfrm>
            <a:off x="1857375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100" name="object-100">
            <a:extLst>
              <a:ext uri="{FF2B5EF4-FFF2-40B4-BE49-F238E27FC236}">
                <a16:creationId xmlns:a16="http://schemas.microsoft.com/office/drawing/2014/main" id="{213A8896-6F3E-4971-826B-B416D30DC1B0}"/>
              </a:ext>
            </a:extLst>
          </p:cNvPr>
          <p:cNvSpPr>
            <a:spLocks noGrp="1"/>
          </p:cNvSpPr>
          <p:nvPr/>
        </p:nvSpPr>
        <p:spPr>
          <a:xfrm>
            <a:off x="2190750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101" name="object-101">
            <a:extLst>
              <a:ext uri="{FF2B5EF4-FFF2-40B4-BE49-F238E27FC236}">
                <a16:creationId xmlns:a16="http://schemas.microsoft.com/office/drawing/2014/main" id="{CD66A97E-5F44-47BA-9C76-5F2A742EB65C}"/>
              </a:ext>
            </a:extLst>
          </p:cNvPr>
          <p:cNvSpPr>
            <a:spLocks noGrp="1"/>
          </p:cNvSpPr>
          <p:nvPr/>
        </p:nvSpPr>
        <p:spPr>
          <a:xfrm>
            <a:off x="2524125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102" name="object-102">
            <a:extLst>
              <a:ext uri="{FF2B5EF4-FFF2-40B4-BE49-F238E27FC236}">
                <a16:creationId xmlns:a16="http://schemas.microsoft.com/office/drawing/2014/main" id="{FC7E6B93-6CFB-4DCB-ADB5-A1A2DCAA762F}"/>
              </a:ext>
            </a:extLst>
          </p:cNvPr>
          <p:cNvSpPr>
            <a:spLocks noGrp="1"/>
          </p:cNvSpPr>
          <p:nvPr/>
        </p:nvSpPr>
        <p:spPr>
          <a:xfrm>
            <a:off x="2857500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103" name="object-103">
            <a:extLst>
              <a:ext uri="{FF2B5EF4-FFF2-40B4-BE49-F238E27FC236}">
                <a16:creationId xmlns:a16="http://schemas.microsoft.com/office/drawing/2014/main" id="{7E1DE00C-6F7E-44D8-92CD-8EC09A271956}"/>
              </a:ext>
            </a:extLst>
          </p:cNvPr>
          <p:cNvSpPr>
            <a:spLocks noGrp="1"/>
          </p:cNvSpPr>
          <p:nvPr/>
        </p:nvSpPr>
        <p:spPr>
          <a:xfrm>
            <a:off x="3190875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104" name="object-104">
            <a:extLst>
              <a:ext uri="{FF2B5EF4-FFF2-40B4-BE49-F238E27FC236}">
                <a16:creationId xmlns:a16="http://schemas.microsoft.com/office/drawing/2014/main" id="{AE7BC7B3-B9FA-400B-8879-68379998B093}"/>
              </a:ext>
            </a:extLst>
          </p:cNvPr>
          <p:cNvSpPr>
            <a:spLocks noGrp="1"/>
          </p:cNvSpPr>
          <p:nvPr/>
        </p:nvSpPr>
        <p:spPr>
          <a:xfrm>
            <a:off x="3524250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105" name="object-105">
            <a:extLst>
              <a:ext uri="{FF2B5EF4-FFF2-40B4-BE49-F238E27FC236}">
                <a16:creationId xmlns:a16="http://schemas.microsoft.com/office/drawing/2014/main" id="{1F5CF451-5BC9-4566-96F7-CD772978D9B3}"/>
              </a:ext>
            </a:extLst>
          </p:cNvPr>
          <p:cNvSpPr>
            <a:spLocks noGrp="1"/>
          </p:cNvSpPr>
          <p:nvPr/>
        </p:nvSpPr>
        <p:spPr>
          <a:xfrm>
            <a:off x="3857625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106" name="object-106">
            <a:extLst>
              <a:ext uri="{FF2B5EF4-FFF2-40B4-BE49-F238E27FC236}">
                <a16:creationId xmlns:a16="http://schemas.microsoft.com/office/drawing/2014/main" id="{26D2AFB7-3DAD-48B9-A7F3-5A6801D80EAD}"/>
              </a:ext>
            </a:extLst>
          </p:cNvPr>
          <p:cNvSpPr>
            <a:spLocks noGrp="1"/>
          </p:cNvSpPr>
          <p:nvPr/>
        </p:nvSpPr>
        <p:spPr>
          <a:xfrm>
            <a:off x="4191000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107" name="object-107">
            <a:extLst>
              <a:ext uri="{FF2B5EF4-FFF2-40B4-BE49-F238E27FC236}">
                <a16:creationId xmlns:a16="http://schemas.microsoft.com/office/drawing/2014/main" id="{B8D449AC-0E96-4D59-AD9A-BCA999843A88}"/>
              </a:ext>
            </a:extLst>
          </p:cNvPr>
          <p:cNvSpPr>
            <a:spLocks noGrp="1"/>
          </p:cNvSpPr>
          <p:nvPr/>
        </p:nvSpPr>
        <p:spPr>
          <a:xfrm>
            <a:off x="6310313" y="3274219"/>
            <a:ext cx="1547813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50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50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108" name="object-108">
            <a:extLst>
              <a:ext uri="{FF2B5EF4-FFF2-40B4-BE49-F238E27FC236}">
                <a16:creationId xmlns:a16="http://schemas.microsoft.com/office/drawing/2014/main" id="{00CF8D37-23FE-4327-8E51-5D5CECE37441}"/>
              </a:ext>
            </a:extLst>
          </p:cNvPr>
          <p:cNvSpPr>
            <a:spLocks noGrp="1"/>
          </p:cNvSpPr>
          <p:nvPr/>
        </p:nvSpPr>
        <p:spPr>
          <a:xfrm>
            <a:off x="6310313" y="4131469"/>
            <a:ext cx="1547813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09" name="object-109">
            <a:extLst>
              <a:ext uri="{FF2B5EF4-FFF2-40B4-BE49-F238E27FC236}">
                <a16:creationId xmlns:a16="http://schemas.microsoft.com/office/drawing/2014/main" id="{B1A4C397-82D2-42BC-809D-EAE246A09188}"/>
              </a:ext>
            </a:extLst>
          </p:cNvPr>
          <p:cNvSpPr>
            <a:spLocks noGrp="1"/>
          </p:cNvSpPr>
          <p:nvPr/>
        </p:nvSpPr>
        <p:spPr>
          <a:xfrm>
            <a:off x="6310313" y="4226719"/>
            <a:ext cx="1547813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50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50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10" name="object-110">
            <a:extLst>
              <a:ext uri="{FF2B5EF4-FFF2-40B4-BE49-F238E27FC236}">
                <a16:creationId xmlns:a16="http://schemas.microsoft.com/office/drawing/2014/main" id="{CBFD2CB8-1024-4F57-ABC0-CE72052B9C5E}"/>
              </a:ext>
            </a:extLst>
          </p:cNvPr>
          <p:cNvSpPr>
            <a:spLocks noGrp="1"/>
          </p:cNvSpPr>
          <p:nvPr/>
        </p:nvSpPr>
        <p:spPr>
          <a:xfrm>
            <a:off x="8512969" y="3810000"/>
            <a:ext cx="7143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11" name="object-111">
            <a:extLst>
              <a:ext uri="{FF2B5EF4-FFF2-40B4-BE49-F238E27FC236}">
                <a16:creationId xmlns:a16="http://schemas.microsoft.com/office/drawing/2014/main" id="{E6BF7A21-2C3E-4EF0-A4E3-18F5FD392C21}"/>
              </a:ext>
            </a:extLst>
          </p:cNvPr>
          <p:cNvSpPr>
            <a:spLocks noGrp="1"/>
          </p:cNvSpPr>
          <p:nvPr/>
        </p:nvSpPr>
        <p:spPr>
          <a:xfrm>
            <a:off x="10001250" y="2917031"/>
            <a:ext cx="3571875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506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506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0.36</a:t>
            </a:r>
          </a:p>
        </p:txBody>
      </p:sp>
      <p:sp>
        <p:nvSpPr>
          <p:cNvPr id="112" name="object-112">
            <a:extLst>
              <a:ext uri="{FF2B5EF4-FFF2-40B4-BE49-F238E27FC236}">
                <a16:creationId xmlns:a16="http://schemas.microsoft.com/office/drawing/2014/main" id="{C1065A3A-26D5-49FD-8370-CB87D4A6CC47}"/>
              </a:ext>
            </a:extLst>
          </p:cNvPr>
          <p:cNvSpPr>
            <a:spLocks noGrp="1"/>
          </p:cNvSpPr>
          <p:nvPr/>
        </p:nvSpPr>
        <p:spPr>
          <a:xfrm>
            <a:off x="10001250" y="5238750"/>
            <a:ext cx="3571875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506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506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36%</a:t>
            </a:r>
          </a:p>
        </p:txBody>
      </p:sp>
      <p:sp>
        <p:nvSpPr>
          <p:cNvPr id="113" name="object-113">
            <a:extLst>
              <a:ext uri="{FF2B5EF4-FFF2-40B4-BE49-F238E27FC236}">
                <a16:creationId xmlns:a16="http://schemas.microsoft.com/office/drawing/2014/main" id="{FCEA0EE5-A0BC-4888-8C7A-72DE01D33D15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36/100 = 0.36 = 36%</a:t>
            </a:r>
          </a:p>
        </p:txBody>
      </p:sp>
    </p:spTree>
    <p:extLst>
      <p:ext uri="{BB962C8B-B14F-4D97-AF65-F5344CB8AC3E}">
        <p14:creationId xmlns:p14="http://schemas.microsoft.com/office/powerpoint/2010/main" val="1773536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4861111 E" pathEditMode="relative" ptsTypes="">
                                      <p:cBhvr>
                                        <p:cTn id="93" dur="8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/>
      <p:bldP spid="109" grpId="0"/>
      <p:bldP spid="110" grpId="0"/>
      <p:bldP spid="111" grpId="0"/>
      <p:bldP spid="111" grpId="1"/>
      <p:bldP spid="112" grpId="0"/>
      <p:bldP spid="1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object-1">
            <a:extLst>
              <a:ext uri="{FF2B5EF4-FFF2-40B4-BE49-F238E27FC236}">
                <a16:creationId xmlns:a16="http://schemas.microsoft.com/office/drawing/2014/main" id="{361C7704-7BF4-4CDF-8048-7AF3205BCB3B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0146C7C1-3B3B-4BA3-B856-EA2B3303282C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37/100 as a decimal and percentage.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B0BB6437-FC6E-4B0A-AF29-7653E0038734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66B85D5C-236B-4FDE-86B5-F5D4E0330888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Convert percentages to fractions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34502410-1EB8-4915-AA8A-4A7AD22B14C5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B28B64E5-B35D-431D-B15D-198F7C395E69}"/>
              </a:ext>
            </a:extLst>
          </p:cNvPr>
          <p:cNvSpPr>
            <a:spLocks noGrp="1"/>
          </p:cNvSpPr>
          <p:nvPr/>
        </p:nvSpPr>
        <p:spPr>
          <a:xfrm>
            <a:off x="1190625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69A40495-D1DC-4B4C-87DC-65E4C842E04C}"/>
              </a:ext>
            </a:extLst>
          </p:cNvPr>
          <p:cNvSpPr>
            <a:spLocks noGrp="1"/>
          </p:cNvSpPr>
          <p:nvPr/>
        </p:nvSpPr>
        <p:spPr>
          <a:xfrm>
            <a:off x="1524000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01014D3F-77C0-4C72-A98C-D9698499D8E3}"/>
              </a:ext>
            </a:extLst>
          </p:cNvPr>
          <p:cNvSpPr>
            <a:spLocks noGrp="1"/>
          </p:cNvSpPr>
          <p:nvPr/>
        </p:nvSpPr>
        <p:spPr>
          <a:xfrm>
            <a:off x="1857375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19CA2323-6546-4750-8AD0-ECB4BDEB25D9}"/>
              </a:ext>
            </a:extLst>
          </p:cNvPr>
          <p:cNvSpPr>
            <a:spLocks noGrp="1"/>
          </p:cNvSpPr>
          <p:nvPr/>
        </p:nvSpPr>
        <p:spPr>
          <a:xfrm>
            <a:off x="2190750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0F6F9EC7-6B4C-4009-BEBE-29B98007637D}"/>
              </a:ext>
            </a:extLst>
          </p:cNvPr>
          <p:cNvSpPr>
            <a:spLocks noGrp="1"/>
          </p:cNvSpPr>
          <p:nvPr/>
        </p:nvSpPr>
        <p:spPr>
          <a:xfrm>
            <a:off x="2524125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2479ABC4-2D7F-40F1-8564-BA20BAB93D14}"/>
              </a:ext>
            </a:extLst>
          </p:cNvPr>
          <p:cNvSpPr>
            <a:spLocks noGrp="1"/>
          </p:cNvSpPr>
          <p:nvPr/>
        </p:nvSpPr>
        <p:spPr>
          <a:xfrm>
            <a:off x="2857500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FF71E60B-A2EF-4B48-9B5C-3179A87C9CE0}"/>
              </a:ext>
            </a:extLst>
          </p:cNvPr>
          <p:cNvSpPr>
            <a:spLocks noGrp="1"/>
          </p:cNvSpPr>
          <p:nvPr/>
        </p:nvSpPr>
        <p:spPr>
          <a:xfrm>
            <a:off x="3190875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BEE4C9B9-BBBB-4C97-A5EE-1B4C94944E2F}"/>
              </a:ext>
            </a:extLst>
          </p:cNvPr>
          <p:cNvSpPr>
            <a:spLocks noGrp="1"/>
          </p:cNvSpPr>
          <p:nvPr/>
        </p:nvSpPr>
        <p:spPr>
          <a:xfrm>
            <a:off x="3524250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E49F4600-5882-4346-855B-5B7FFB9D878E}"/>
              </a:ext>
            </a:extLst>
          </p:cNvPr>
          <p:cNvSpPr>
            <a:spLocks noGrp="1"/>
          </p:cNvSpPr>
          <p:nvPr/>
        </p:nvSpPr>
        <p:spPr>
          <a:xfrm>
            <a:off x="3857625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887E89F0-B2EB-4A46-9DED-1EAD20715900}"/>
              </a:ext>
            </a:extLst>
          </p:cNvPr>
          <p:cNvSpPr>
            <a:spLocks noGrp="1"/>
          </p:cNvSpPr>
          <p:nvPr/>
        </p:nvSpPr>
        <p:spPr>
          <a:xfrm>
            <a:off x="4191000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D8C9EC9F-72B3-41D0-B26C-ADCD67966CBF}"/>
              </a:ext>
            </a:extLst>
          </p:cNvPr>
          <p:cNvSpPr>
            <a:spLocks noGrp="1"/>
          </p:cNvSpPr>
          <p:nvPr/>
        </p:nvSpPr>
        <p:spPr>
          <a:xfrm>
            <a:off x="1190625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57A87D11-362D-4508-8CD8-17CCDDCB6320}"/>
              </a:ext>
            </a:extLst>
          </p:cNvPr>
          <p:cNvSpPr>
            <a:spLocks noGrp="1"/>
          </p:cNvSpPr>
          <p:nvPr/>
        </p:nvSpPr>
        <p:spPr>
          <a:xfrm>
            <a:off x="1524000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3EBBAD51-C27E-41BE-8D44-E8FA845CE039}"/>
              </a:ext>
            </a:extLst>
          </p:cNvPr>
          <p:cNvSpPr>
            <a:spLocks noGrp="1"/>
          </p:cNvSpPr>
          <p:nvPr/>
        </p:nvSpPr>
        <p:spPr>
          <a:xfrm>
            <a:off x="1857375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4E8371DD-5E62-4684-983F-0CA549E32993}"/>
              </a:ext>
            </a:extLst>
          </p:cNvPr>
          <p:cNvSpPr>
            <a:spLocks noGrp="1"/>
          </p:cNvSpPr>
          <p:nvPr/>
        </p:nvSpPr>
        <p:spPr>
          <a:xfrm>
            <a:off x="2190750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68FC9D96-0072-48E6-8887-1F2A24C74D7B}"/>
              </a:ext>
            </a:extLst>
          </p:cNvPr>
          <p:cNvSpPr>
            <a:spLocks noGrp="1"/>
          </p:cNvSpPr>
          <p:nvPr/>
        </p:nvSpPr>
        <p:spPr>
          <a:xfrm>
            <a:off x="2524125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4D29098C-0044-4467-A542-FB9BF05C7025}"/>
              </a:ext>
            </a:extLst>
          </p:cNvPr>
          <p:cNvSpPr>
            <a:spLocks noGrp="1"/>
          </p:cNvSpPr>
          <p:nvPr/>
        </p:nvSpPr>
        <p:spPr>
          <a:xfrm>
            <a:off x="2857500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247CC446-F6C7-4858-AF2A-BFEC19C2378F}"/>
              </a:ext>
            </a:extLst>
          </p:cNvPr>
          <p:cNvSpPr>
            <a:spLocks noGrp="1"/>
          </p:cNvSpPr>
          <p:nvPr/>
        </p:nvSpPr>
        <p:spPr>
          <a:xfrm>
            <a:off x="3190875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594952FF-59AA-4C44-855E-3E09C6DE6AA0}"/>
              </a:ext>
            </a:extLst>
          </p:cNvPr>
          <p:cNvSpPr>
            <a:spLocks noGrp="1"/>
          </p:cNvSpPr>
          <p:nvPr/>
        </p:nvSpPr>
        <p:spPr>
          <a:xfrm>
            <a:off x="3524250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839E529C-C325-4314-9932-98C6F7AEFBD4}"/>
              </a:ext>
            </a:extLst>
          </p:cNvPr>
          <p:cNvSpPr>
            <a:spLocks noGrp="1"/>
          </p:cNvSpPr>
          <p:nvPr/>
        </p:nvSpPr>
        <p:spPr>
          <a:xfrm>
            <a:off x="3857625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3667E80D-7264-40E8-8D87-FF16DE626ECA}"/>
              </a:ext>
            </a:extLst>
          </p:cNvPr>
          <p:cNvSpPr>
            <a:spLocks noGrp="1"/>
          </p:cNvSpPr>
          <p:nvPr/>
        </p:nvSpPr>
        <p:spPr>
          <a:xfrm>
            <a:off x="4191000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863F4AFF-F2FA-4DC3-A657-98C0D3898A19}"/>
              </a:ext>
            </a:extLst>
          </p:cNvPr>
          <p:cNvSpPr>
            <a:spLocks noGrp="1"/>
          </p:cNvSpPr>
          <p:nvPr/>
        </p:nvSpPr>
        <p:spPr>
          <a:xfrm>
            <a:off x="1190625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8095E47A-8A5B-404A-B7F2-2D51624F0C82}"/>
              </a:ext>
            </a:extLst>
          </p:cNvPr>
          <p:cNvSpPr>
            <a:spLocks noGrp="1"/>
          </p:cNvSpPr>
          <p:nvPr/>
        </p:nvSpPr>
        <p:spPr>
          <a:xfrm>
            <a:off x="1524000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5A5105A6-8B24-49D1-B21F-B97BE269A99C}"/>
              </a:ext>
            </a:extLst>
          </p:cNvPr>
          <p:cNvSpPr>
            <a:spLocks noGrp="1"/>
          </p:cNvSpPr>
          <p:nvPr/>
        </p:nvSpPr>
        <p:spPr>
          <a:xfrm>
            <a:off x="1857375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5C760356-F8E8-4594-AA04-5ED2E65DBA9C}"/>
              </a:ext>
            </a:extLst>
          </p:cNvPr>
          <p:cNvSpPr>
            <a:spLocks noGrp="1"/>
          </p:cNvSpPr>
          <p:nvPr/>
        </p:nvSpPr>
        <p:spPr>
          <a:xfrm>
            <a:off x="2190750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1E52DF7C-37FC-4B2B-A7AF-F12212DBB676}"/>
              </a:ext>
            </a:extLst>
          </p:cNvPr>
          <p:cNvSpPr>
            <a:spLocks noGrp="1"/>
          </p:cNvSpPr>
          <p:nvPr/>
        </p:nvSpPr>
        <p:spPr>
          <a:xfrm>
            <a:off x="2524125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C7902C60-AD08-4632-939A-6D5143957C42}"/>
              </a:ext>
            </a:extLst>
          </p:cNvPr>
          <p:cNvSpPr>
            <a:spLocks noGrp="1"/>
          </p:cNvSpPr>
          <p:nvPr/>
        </p:nvSpPr>
        <p:spPr>
          <a:xfrm>
            <a:off x="2857500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79B9FCCC-6092-476B-A50A-ADD2C13226E8}"/>
              </a:ext>
            </a:extLst>
          </p:cNvPr>
          <p:cNvSpPr>
            <a:spLocks noGrp="1"/>
          </p:cNvSpPr>
          <p:nvPr/>
        </p:nvSpPr>
        <p:spPr>
          <a:xfrm>
            <a:off x="3190875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FD7B2AD9-287D-442B-8727-0904AA6A2A0C}"/>
              </a:ext>
            </a:extLst>
          </p:cNvPr>
          <p:cNvSpPr>
            <a:spLocks noGrp="1"/>
          </p:cNvSpPr>
          <p:nvPr/>
        </p:nvSpPr>
        <p:spPr>
          <a:xfrm>
            <a:off x="3524250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88D040AB-C163-4AE1-8FD6-CEFC2A654B8D}"/>
              </a:ext>
            </a:extLst>
          </p:cNvPr>
          <p:cNvSpPr>
            <a:spLocks noGrp="1"/>
          </p:cNvSpPr>
          <p:nvPr/>
        </p:nvSpPr>
        <p:spPr>
          <a:xfrm>
            <a:off x="3857625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8E2F7B7F-C6AF-4742-A2B8-64586170A3ED}"/>
              </a:ext>
            </a:extLst>
          </p:cNvPr>
          <p:cNvSpPr>
            <a:spLocks noGrp="1"/>
          </p:cNvSpPr>
          <p:nvPr/>
        </p:nvSpPr>
        <p:spPr>
          <a:xfrm>
            <a:off x="4191000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C0EF12B5-42A2-4EE1-97B6-8C4E9EB2BDB2}"/>
              </a:ext>
            </a:extLst>
          </p:cNvPr>
          <p:cNvSpPr>
            <a:spLocks noGrp="1"/>
          </p:cNvSpPr>
          <p:nvPr/>
        </p:nvSpPr>
        <p:spPr>
          <a:xfrm>
            <a:off x="1190625" y="385762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7" name="object-37">
            <a:extLst>
              <a:ext uri="{FF2B5EF4-FFF2-40B4-BE49-F238E27FC236}">
                <a16:creationId xmlns:a16="http://schemas.microsoft.com/office/drawing/2014/main" id="{44029A97-89D0-4CB4-9DC5-840C169F1341}"/>
              </a:ext>
            </a:extLst>
          </p:cNvPr>
          <p:cNvSpPr>
            <a:spLocks noGrp="1"/>
          </p:cNvSpPr>
          <p:nvPr/>
        </p:nvSpPr>
        <p:spPr>
          <a:xfrm>
            <a:off x="1524000" y="385762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8" name="object-38">
            <a:extLst>
              <a:ext uri="{FF2B5EF4-FFF2-40B4-BE49-F238E27FC236}">
                <a16:creationId xmlns:a16="http://schemas.microsoft.com/office/drawing/2014/main" id="{3C6E72E9-AA69-4757-97EF-CBD588F717DD}"/>
              </a:ext>
            </a:extLst>
          </p:cNvPr>
          <p:cNvSpPr>
            <a:spLocks noGrp="1"/>
          </p:cNvSpPr>
          <p:nvPr/>
        </p:nvSpPr>
        <p:spPr>
          <a:xfrm>
            <a:off x="1857375" y="385762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9" name="object-39">
            <a:extLst>
              <a:ext uri="{FF2B5EF4-FFF2-40B4-BE49-F238E27FC236}">
                <a16:creationId xmlns:a16="http://schemas.microsoft.com/office/drawing/2014/main" id="{A893976B-2BC8-45C7-B087-348E3DEEE31E}"/>
              </a:ext>
            </a:extLst>
          </p:cNvPr>
          <p:cNvSpPr>
            <a:spLocks noGrp="1"/>
          </p:cNvSpPr>
          <p:nvPr/>
        </p:nvSpPr>
        <p:spPr>
          <a:xfrm>
            <a:off x="2190750" y="385762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40" name="object-40">
            <a:extLst>
              <a:ext uri="{FF2B5EF4-FFF2-40B4-BE49-F238E27FC236}">
                <a16:creationId xmlns:a16="http://schemas.microsoft.com/office/drawing/2014/main" id="{D842B110-F0B0-4CDB-913C-E9D3E85E83D8}"/>
              </a:ext>
            </a:extLst>
          </p:cNvPr>
          <p:cNvSpPr>
            <a:spLocks noGrp="1"/>
          </p:cNvSpPr>
          <p:nvPr/>
        </p:nvSpPr>
        <p:spPr>
          <a:xfrm>
            <a:off x="2524125" y="385762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41" name="object-41">
            <a:extLst>
              <a:ext uri="{FF2B5EF4-FFF2-40B4-BE49-F238E27FC236}">
                <a16:creationId xmlns:a16="http://schemas.microsoft.com/office/drawing/2014/main" id="{CF2529C0-01CA-432E-A385-7E97F7125CA0}"/>
              </a:ext>
            </a:extLst>
          </p:cNvPr>
          <p:cNvSpPr>
            <a:spLocks noGrp="1"/>
          </p:cNvSpPr>
          <p:nvPr/>
        </p:nvSpPr>
        <p:spPr>
          <a:xfrm>
            <a:off x="2857500" y="385762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42" name="object-42">
            <a:extLst>
              <a:ext uri="{FF2B5EF4-FFF2-40B4-BE49-F238E27FC236}">
                <a16:creationId xmlns:a16="http://schemas.microsoft.com/office/drawing/2014/main" id="{DD952EA7-5029-4FCD-ACE7-8BB88552F1D6}"/>
              </a:ext>
            </a:extLst>
          </p:cNvPr>
          <p:cNvSpPr>
            <a:spLocks noGrp="1"/>
          </p:cNvSpPr>
          <p:nvPr/>
        </p:nvSpPr>
        <p:spPr>
          <a:xfrm>
            <a:off x="3190875" y="385762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43" name="object-43">
            <a:extLst>
              <a:ext uri="{FF2B5EF4-FFF2-40B4-BE49-F238E27FC236}">
                <a16:creationId xmlns:a16="http://schemas.microsoft.com/office/drawing/2014/main" id="{D856FCDD-C469-4BC1-87CE-B42770D1E5AE}"/>
              </a:ext>
            </a:extLst>
          </p:cNvPr>
          <p:cNvSpPr>
            <a:spLocks noGrp="1"/>
          </p:cNvSpPr>
          <p:nvPr/>
        </p:nvSpPr>
        <p:spPr>
          <a:xfrm>
            <a:off x="3524250" y="38576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44" name="object-44">
            <a:extLst>
              <a:ext uri="{FF2B5EF4-FFF2-40B4-BE49-F238E27FC236}">
                <a16:creationId xmlns:a16="http://schemas.microsoft.com/office/drawing/2014/main" id="{C59DDB8F-1CDF-439F-A2EC-66F50C535C93}"/>
              </a:ext>
            </a:extLst>
          </p:cNvPr>
          <p:cNvSpPr>
            <a:spLocks noGrp="1"/>
          </p:cNvSpPr>
          <p:nvPr/>
        </p:nvSpPr>
        <p:spPr>
          <a:xfrm>
            <a:off x="3857625" y="38576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45" name="object-45">
            <a:extLst>
              <a:ext uri="{FF2B5EF4-FFF2-40B4-BE49-F238E27FC236}">
                <a16:creationId xmlns:a16="http://schemas.microsoft.com/office/drawing/2014/main" id="{6922F8E7-56D4-4020-AF40-207244AAA4FB}"/>
              </a:ext>
            </a:extLst>
          </p:cNvPr>
          <p:cNvSpPr>
            <a:spLocks noGrp="1"/>
          </p:cNvSpPr>
          <p:nvPr/>
        </p:nvSpPr>
        <p:spPr>
          <a:xfrm>
            <a:off x="4191000" y="38576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46" name="object-46">
            <a:extLst>
              <a:ext uri="{FF2B5EF4-FFF2-40B4-BE49-F238E27FC236}">
                <a16:creationId xmlns:a16="http://schemas.microsoft.com/office/drawing/2014/main" id="{428D4266-0DB8-4E09-A4B7-10DFA984345C}"/>
              </a:ext>
            </a:extLst>
          </p:cNvPr>
          <p:cNvSpPr>
            <a:spLocks noGrp="1"/>
          </p:cNvSpPr>
          <p:nvPr/>
        </p:nvSpPr>
        <p:spPr>
          <a:xfrm>
            <a:off x="1190625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47" name="object-47">
            <a:extLst>
              <a:ext uri="{FF2B5EF4-FFF2-40B4-BE49-F238E27FC236}">
                <a16:creationId xmlns:a16="http://schemas.microsoft.com/office/drawing/2014/main" id="{802AD133-8A3F-4746-AEF9-CB70C631F826}"/>
              </a:ext>
            </a:extLst>
          </p:cNvPr>
          <p:cNvSpPr>
            <a:spLocks noGrp="1"/>
          </p:cNvSpPr>
          <p:nvPr/>
        </p:nvSpPr>
        <p:spPr>
          <a:xfrm>
            <a:off x="1524000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48" name="object-48">
            <a:extLst>
              <a:ext uri="{FF2B5EF4-FFF2-40B4-BE49-F238E27FC236}">
                <a16:creationId xmlns:a16="http://schemas.microsoft.com/office/drawing/2014/main" id="{3A53B82C-A4EE-4C8F-9F91-CF5A456A33D2}"/>
              </a:ext>
            </a:extLst>
          </p:cNvPr>
          <p:cNvSpPr>
            <a:spLocks noGrp="1"/>
          </p:cNvSpPr>
          <p:nvPr/>
        </p:nvSpPr>
        <p:spPr>
          <a:xfrm>
            <a:off x="1857375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49" name="object-49">
            <a:extLst>
              <a:ext uri="{FF2B5EF4-FFF2-40B4-BE49-F238E27FC236}">
                <a16:creationId xmlns:a16="http://schemas.microsoft.com/office/drawing/2014/main" id="{BE9F6DE0-F004-4BB3-852B-7ABC0501285C}"/>
              </a:ext>
            </a:extLst>
          </p:cNvPr>
          <p:cNvSpPr>
            <a:spLocks noGrp="1"/>
          </p:cNvSpPr>
          <p:nvPr/>
        </p:nvSpPr>
        <p:spPr>
          <a:xfrm>
            <a:off x="2190750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0" name="object-50">
            <a:extLst>
              <a:ext uri="{FF2B5EF4-FFF2-40B4-BE49-F238E27FC236}">
                <a16:creationId xmlns:a16="http://schemas.microsoft.com/office/drawing/2014/main" id="{A9A60D7C-B0DE-49B4-BB99-3CEF5EA0112D}"/>
              </a:ext>
            </a:extLst>
          </p:cNvPr>
          <p:cNvSpPr>
            <a:spLocks noGrp="1"/>
          </p:cNvSpPr>
          <p:nvPr/>
        </p:nvSpPr>
        <p:spPr>
          <a:xfrm>
            <a:off x="2524125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1" name="object-51">
            <a:extLst>
              <a:ext uri="{FF2B5EF4-FFF2-40B4-BE49-F238E27FC236}">
                <a16:creationId xmlns:a16="http://schemas.microsoft.com/office/drawing/2014/main" id="{038ED280-849B-4005-A227-C3819CF0BC36}"/>
              </a:ext>
            </a:extLst>
          </p:cNvPr>
          <p:cNvSpPr>
            <a:spLocks noGrp="1"/>
          </p:cNvSpPr>
          <p:nvPr/>
        </p:nvSpPr>
        <p:spPr>
          <a:xfrm>
            <a:off x="2857500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2" name="object-52">
            <a:extLst>
              <a:ext uri="{FF2B5EF4-FFF2-40B4-BE49-F238E27FC236}">
                <a16:creationId xmlns:a16="http://schemas.microsoft.com/office/drawing/2014/main" id="{A7A40BB9-DFF3-4125-A1D1-EF833F8B9131}"/>
              </a:ext>
            </a:extLst>
          </p:cNvPr>
          <p:cNvSpPr>
            <a:spLocks noGrp="1"/>
          </p:cNvSpPr>
          <p:nvPr/>
        </p:nvSpPr>
        <p:spPr>
          <a:xfrm>
            <a:off x="3190875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3" name="object-53">
            <a:extLst>
              <a:ext uri="{FF2B5EF4-FFF2-40B4-BE49-F238E27FC236}">
                <a16:creationId xmlns:a16="http://schemas.microsoft.com/office/drawing/2014/main" id="{DE974951-5ACE-4446-8D65-F1E06F6A4C50}"/>
              </a:ext>
            </a:extLst>
          </p:cNvPr>
          <p:cNvSpPr>
            <a:spLocks noGrp="1"/>
          </p:cNvSpPr>
          <p:nvPr/>
        </p:nvSpPr>
        <p:spPr>
          <a:xfrm>
            <a:off x="3524250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4" name="object-54">
            <a:extLst>
              <a:ext uri="{FF2B5EF4-FFF2-40B4-BE49-F238E27FC236}">
                <a16:creationId xmlns:a16="http://schemas.microsoft.com/office/drawing/2014/main" id="{23B145B3-0330-4B21-AC28-6E52709ED8F0}"/>
              </a:ext>
            </a:extLst>
          </p:cNvPr>
          <p:cNvSpPr>
            <a:spLocks noGrp="1"/>
          </p:cNvSpPr>
          <p:nvPr/>
        </p:nvSpPr>
        <p:spPr>
          <a:xfrm>
            <a:off x="3857625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5" name="object-55">
            <a:extLst>
              <a:ext uri="{FF2B5EF4-FFF2-40B4-BE49-F238E27FC236}">
                <a16:creationId xmlns:a16="http://schemas.microsoft.com/office/drawing/2014/main" id="{0946E55E-B5E8-4271-BF61-6474799722FE}"/>
              </a:ext>
            </a:extLst>
          </p:cNvPr>
          <p:cNvSpPr>
            <a:spLocks noGrp="1"/>
          </p:cNvSpPr>
          <p:nvPr/>
        </p:nvSpPr>
        <p:spPr>
          <a:xfrm>
            <a:off x="4191000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6" name="object-56">
            <a:extLst>
              <a:ext uri="{FF2B5EF4-FFF2-40B4-BE49-F238E27FC236}">
                <a16:creationId xmlns:a16="http://schemas.microsoft.com/office/drawing/2014/main" id="{F697206D-EC4B-4FFB-AA32-28AB13872DE8}"/>
              </a:ext>
            </a:extLst>
          </p:cNvPr>
          <p:cNvSpPr>
            <a:spLocks noGrp="1"/>
          </p:cNvSpPr>
          <p:nvPr/>
        </p:nvSpPr>
        <p:spPr>
          <a:xfrm>
            <a:off x="1190625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7" name="object-57">
            <a:extLst>
              <a:ext uri="{FF2B5EF4-FFF2-40B4-BE49-F238E27FC236}">
                <a16:creationId xmlns:a16="http://schemas.microsoft.com/office/drawing/2014/main" id="{6764F5EE-63D7-422D-BD66-A2053FB131F7}"/>
              </a:ext>
            </a:extLst>
          </p:cNvPr>
          <p:cNvSpPr>
            <a:spLocks noGrp="1"/>
          </p:cNvSpPr>
          <p:nvPr/>
        </p:nvSpPr>
        <p:spPr>
          <a:xfrm>
            <a:off x="1524000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8" name="object-58">
            <a:extLst>
              <a:ext uri="{FF2B5EF4-FFF2-40B4-BE49-F238E27FC236}">
                <a16:creationId xmlns:a16="http://schemas.microsoft.com/office/drawing/2014/main" id="{8EF9B9F0-9A82-4BAC-84E0-6678151C0893}"/>
              </a:ext>
            </a:extLst>
          </p:cNvPr>
          <p:cNvSpPr>
            <a:spLocks noGrp="1"/>
          </p:cNvSpPr>
          <p:nvPr/>
        </p:nvSpPr>
        <p:spPr>
          <a:xfrm>
            <a:off x="1857375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9" name="object-59">
            <a:extLst>
              <a:ext uri="{FF2B5EF4-FFF2-40B4-BE49-F238E27FC236}">
                <a16:creationId xmlns:a16="http://schemas.microsoft.com/office/drawing/2014/main" id="{8BA84E0B-8836-4FE3-B8FD-8D7815CCB1A4}"/>
              </a:ext>
            </a:extLst>
          </p:cNvPr>
          <p:cNvSpPr>
            <a:spLocks noGrp="1"/>
          </p:cNvSpPr>
          <p:nvPr/>
        </p:nvSpPr>
        <p:spPr>
          <a:xfrm>
            <a:off x="2190750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0" name="object-60">
            <a:extLst>
              <a:ext uri="{FF2B5EF4-FFF2-40B4-BE49-F238E27FC236}">
                <a16:creationId xmlns:a16="http://schemas.microsoft.com/office/drawing/2014/main" id="{055D0674-42DC-4FF6-87CD-837B65B3D0F4}"/>
              </a:ext>
            </a:extLst>
          </p:cNvPr>
          <p:cNvSpPr>
            <a:spLocks noGrp="1"/>
          </p:cNvSpPr>
          <p:nvPr/>
        </p:nvSpPr>
        <p:spPr>
          <a:xfrm>
            <a:off x="2524125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1" name="object-61">
            <a:extLst>
              <a:ext uri="{FF2B5EF4-FFF2-40B4-BE49-F238E27FC236}">
                <a16:creationId xmlns:a16="http://schemas.microsoft.com/office/drawing/2014/main" id="{CF42E746-7C87-4DAF-84A8-8C70E1485425}"/>
              </a:ext>
            </a:extLst>
          </p:cNvPr>
          <p:cNvSpPr>
            <a:spLocks noGrp="1"/>
          </p:cNvSpPr>
          <p:nvPr/>
        </p:nvSpPr>
        <p:spPr>
          <a:xfrm>
            <a:off x="2857500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2" name="object-62">
            <a:extLst>
              <a:ext uri="{FF2B5EF4-FFF2-40B4-BE49-F238E27FC236}">
                <a16:creationId xmlns:a16="http://schemas.microsoft.com/office/drawing/2014/main" id="{0A038EFA-FF5A-4A22-A8EA-269BCC466047}"/>
              </a:ext>
            </a:extLst>
          </p:cNvPr>
          <p:cNvSpPr>
            <a:spLocks noGrp="1"/>
          </p:cNvSpPr>
          <p:nvPr/>
        </p:nvSpPr>
        <p:spPr>
          <a:xfrm>
            <a:off x="3190875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3" name="object-63">
            <a:extLst>
              <a:ext uri="{FF2B5EF4-FFF2-40B4-BE49-F238E27FC236}">
                <a16:creationId xmlns:a16="http://schemas.microsoft.com/office/drawing/2014/main" id="{1B212E71-7805-4429-85F4-4959EAF1C77E}"/>
              </a:ext>
            </a:extLst>
          </p:cNvPr>
          <p:cNvSpPr>
            <a:spLocks noGrp="1"/>
          </p:cNvSpPr>
          <p:nvPr/>
        </p:nvSpPr>
        <p:spPr>
          <a:xfrm>
            <a:off x="3524250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4" name="object-64">
            <a:extLst>
              <a:ext uri="{FF2B5EF4-FFF2-40B4-BE49-F238E27FC236}">
                <a16:creationId xmlns:a16="http://schemas.microsoft.com/office/drawing/2014/main" id="{4C4AA8DF-806D-45EE-A557-B5A99DA3F422}"/>
              </a:ext>
            </a:extLst>
          </p:cNvPr>
          <p:cNvSpPr>
            <a:spLocks noGrp="1"/>
          </p:cNvSpPr>
          <p:nvPr/>
        </p:nvSpPr>
        <p:spPr>
          <a:xfrm>
            <a:off x="3857625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5" name="object-65">
            <a:extLst>
              <a:ext uri="{FF2B5EF4-FFF2-40B4-BE49-F238E27FC236}">
                <a16:creationId xmlns:a16="http://schemas.microsoft.com/office/drawing/2014/main" id="{157B81F4-ADE9-413E-BA84-E7497E739111}"/>
              </a:ext>
            </a:extLst>
          </p:cNvPr>
          <p:cNvSpPr>
            <a:spLocks noGrp="1"/>
          </p:cNvSpPr>
          <p:nvPr/>
        </p:nvSpPr>
        <p:spPr>
          <a:xfrm>
            <a:off x="4191000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6" name="object-66">
            <a:extLst>
              <a:ext uri="{FF2B5EF4-FFF2-40B4-BE49-F238E27FC236}">
                <a16:creationId xmlns:a16="http://schemas.microsoft.com/office/drawing/2014/main" id="{3A50668E-C9AB-465C-BD64-0D75BA20AC70}"/>
              </a:ext>
            </a:extLst>
          </p:cNvPr>
          <p:cNvSpPr>
            <a:spLocks noGrp="1"/>
          </p:cNvSpPr>
          <p:nvPr/>
        </p:nvSpPr>
        <p:spPr>
          <a:xfrm>
            <a:off x="1190625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7" name="object-67">
            <a:extLst>
              <a:ext uri="{FF2B5EF4-FFF2-40B4-BE49-F238E27FC236}">
                <a16:creationId xmlns:a16="http://schemas.microsoft.com/office/drawing/2014/main" id="{2421B6C4-479E-43ED-B535-D926FF1428A4}"/>
              </a:ext>
            </a:extLst>
          </p:cNvPr>
          <p:cNvSpPr>
            <a:spLocks noGrp="1"/>
          </p:cNvSpPr>
          <p:nvPr/>
        </p:nvSpPr>
        <p:spPr>
          <a:xfrm>
            <a:off x="1524000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8" name="object-68">
            <a:extLst>
              <a:ext uri="{FF2B5EF4-FFF2-40B4-BE49-F238E27FC236}">
                <a16:creationId xmlns:a16="http://schemas.microsoft.com/office/drawing/2014/main" id="{5EF756D3-FEB4-4427-9EC3-1466F77DAB2F}"/>
              </a:ext>
            </a:extLst>
          </p:cNvPr>
          <p:cNvSpPr>
            <a:spLocks noGrp="1"/>
          </p:cNvSpPr>
          <p:nvPr/>
        </p:nvSpPr>
        <p:spPr>
          <a:xfrm>
            <a:off x="1857375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9" name="object-69">
            <a:extLst>
              <a:ext uri="{FF2B5EF4-FFF2-40B4-BE49-F238E27FC236}">
                <a16:creationId xmlns:a16="http://schemas.microsoft.com/office/drawing/2014/main" id="{674365A0-5311-4DA8-BF64-7B3D74714BBB}"/>
              </a:ext>
            </a:extLst>
          </p:cNvPr>
          <p:cNvSpPr>
            <a:spLocks noGrp="1"/>
          </p:cNvSpPr>
          <p:nvPr/>
        </p:nvSpPr>
        <p:spPr>
          <a:xfrm>
            <a:off x="2190750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0" name="object-70">
            <a:extLst>
              <a:ext uri="{FF2B5EF4-FFF2-40B4-BE49-F238E27FC236}">
                <a16:creationId xmlns:a16="http://schemas.microsoft.com/office/drawing/2014/main" id="{4513B8F2-3CC0-4633-AB8E-80C4A64E0E1B}"/>
              </a:ext>
            </a:extLst>
          </p:cNvPr>
          <p:cNvSpPr>
            <a:spLocks noGrp="1"/>
          </p:cNvSpPr>
          <p:nvPr/>
        </p:nvSpPr>
        <p:spPr>
          <a:xfrm>
            <a:off x="2524125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1" name="object-71">
            <a:extLst>
              <a:ext uri="{FF2B5EF4-FFF2-40B4-BE49-F238E27FC236}">
                <a16:creationId xmlns:a16="http://schemas.microsoft.com/office/drawing/2014/main" id="{C211AC89-3663-4B32-B38B-B6452BA09C05}"/>
              </a:ext>
            </a:extLst>
          </p:cNvPr>
          <p:cNvSpPr>
            <a:spLocks noGrp="1"/>
          </p:cNvSpPr>
          <p:nvPr/>
        </p:nvSpPr>
        <p:spPr>
          <a:xfrm>
            <a:off x="2857500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2" name="object-72">
            <a:extLst>
              <a:ext uri="{FF2B5EF4-FFF2-40B4-BE49-F238E27FC236}">
                <a16:creationId xmlns:a16="http://schemas.microsoft.com/office/drawing/2014/main" id="{D968C68F-8321-4FF1-BC46-310AB07161B4}"/>
              </a:ext>
            </a:extLst>
          </p:cNvPr>
          <p:cNvSpPr>
            <a:spLocks noGrp="1"/>
          </p:cNvSpPr>
          <p:nvPr/>
        </p:nvSpPr>
        <p:spPr>
          <a:xfrm>
            <a:off x="3190875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3" name="object-73">
            <a:extLst>
              <a:ext uri="{FF2B5EF4-FFF2-40B4-BE49-F238E27FC236}">
                <a16:creationId xmlns:a16="http://schemas.microsoft.com/office/drawing/2014/main" id="{5CD6F276-6A6F-4B4E-813E-7AA8223FDD25}"/>
              </a:ext>
            </a:extLst>
          </p:cNvPr>
          <p:cNvSpPr>
            <a:spLocks noGrp="1"/>
          </p:cNvSpPr>
          <p:nvPr/>
        </p:nvSpPr>
        <p:spPr>
          <a:xfrm>
            <a:off x="3524250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4" name="object-74">
            <a:extLst>
              <a:ext uri="{FF2B5EF4-FFF2-40B4-BE49-F238E27FC236}">
                <a16:creationId xmlns:a16="http://schemas.microsoft.com/office/drawing/2014/main" id="{6A47B5B7-ED38-46CC-B4A6-155E6EE7A220}"/>
              </a:ext>
            </a:extLst>
          </p:cNvPr>
          <p:cNvSpPr>
            <a:spLocks noGrp="1"/>
          </p:cNvSpPr>
          <p:nvPr/>
        </p:nvSpPr>
        <p:spPr>
          <a:xfrm>
            <a:off x="3857625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5" name="object-75">
            <a:extLst>
              <a:ext uri="{FF2B5EF4-FFF2-40B4-BE49-F238E27FC236}">
                <a16:creationId xmlns:a16="http://schemas.microsoft.com/office/drawing/2014/main" id="{323BA347-DBC2-4AD7-9595-4C31C739AA37}"/>
              </a:ext>
            </a:extLst>
          </p:cNvPr>
          <p:cNvSpPr>
            <a:spLocks noGrp="1"/>
          </p:cNvSpPr>
          <p:nvPr/>
        </p:nvSpPr>
        <p:spPr>
          <a:xfrm>
            <a:off x="4191000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6" name="object-76">
            <a:extLst>
              <a:ext uri="{FF2B5EF4-FFF2-40B4-BE49-F238E27FC236}">
                <a16:creationId xmlns:a16="http://schemas.microsoft.com/office/drawing/2014/main" id="{0F3D1A2A-9E42-41F7-B9B3-58CC5E367346}"/>
              </a:ext>
            </a:extLst>
          </p:cNvPr>
          <p:cNvSpPr>
            <a:spLocks noGrp="1"/>
          </p:cNvSpPr>
          <p:nvPr/>
        </p:nvSpPr>
        <p:spPr>
          <a:xfrm>
            <a:off x="1190625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7" name="object-77">
            <a:extLst>
              <a:ext uri="{FF2B5EF4-FFF2-40B4-BE49-F238E27FC236}">
                <a16:creationId xmlns:a16="http://schemas.microsoft.com/office/drawing/2014/main" id="{98AD0782-9C50-4CDF-861D-A804ED169CA2}"/>
              </a:ext>
            </a:extLst>
          </p:cNvPr>
          <p:cNvSpPr>
            <a:spLocks noGrp="1"/>
          </p:cNvSpPr>
          <p:nvPr/>
        </p:nvSpPr>
        <p:spPr>
          <a:xfrm>
            <a:off x="1524000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8" name="object-78">
            <a:extLst>
              <a:ext uri="{FF2B5EF4-FFF2-40B4-BE49-F238E27FC236}">
                <a16:creationId xmlns:a16="http://schemas.microsoft.com/office/drawing/2014/main" id="{351A289E-5EC4-4308-BC95-CA8BA05E0819}"/>
              </a:ext>
            </a:extLst>
          </p:cNvPr>
          <p:cNvSpPr>
            <a:spLocks noGrp="1"/>
          </p:cNvSpPr>
          <p:nvPr/>
        </p:nvSpPr>
        <p:spPr>
          <a:xfrm>
            <a:off x="1857375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9" name="object-79">
            <a:extLst>
              <a:ext uri="{FF2B5EF4-FFF2-40B4-BE49-F238E27FC236}">
                <a16:creationId xmlns:a16="http://schemas.microsoft.com/office/drawing/2014/main" id="{EE39DE4A-5DF8-4059-94E7-E84A175DE7CB}"/>
              </a:ext>
            </a:extLst>
          </p:cNvPr>
          <p:cNvSpPr>
            <a:spLocks noGrp="1"/>
          </p:cNvSpPr>
          <p:nvPr/>
        </p:nvSpPr>
        <p:spPr>
          <a:xfrm>
            <a:off x="2190750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0" name="object-80">
            <a:extLst>
              <a:ext uri="{FF2B5EF4-FFF2-40B4-BE49-F238E27FC236}">
                <a16:creationId xmlns:a16="http://schemas.microsoft.com/office/drawing/2014/main" id="{C15152CF-2341-4B12-96D8-25B1AF10648B}"/>
              </a:ext>
            </a:extLst>
          </p:cNvPr>
          <p:cNvSpPr>
            <a:spLocks noGrp="1"/>
          </p:cNvSpPr>
          <p:nvPr/>
        </p:nvSpPr>
        <p:spPr>
          <a:xfrm>
            <a:off x="2524125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1" name="object-81">
            <a:extLst>
              <a:ext uri="{FF2B5EF4-FFF2-40B4-BE49-F238E27FC236}">
                <a16:creationId xmlns:a16="http://schemas.microsoft.com/office/drawing/2014/main" id="{8107E39D-FB30-4799-8D8E-1236B3F5985F}"/>
              </a:ext>
            </a:extLst>
          </p:cNvPr>
          <p:cNvSpPr>
            <a:spLocks noGrp="1"/>
          </p:cNvSpPr>
          <p:nvPr/>
        </p:nvSpPr>
        <p:spPr>
          <a:xfrm>
            <a:off x="2857500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2" name="object-82">
            <a:extLst>
              <a:ext uri="{FF2B5EF4-FFF2-40B4-BE49-F238E27FC236}">
                <a16:creationId xmlns:a16="http://schemas.microsoft.com/office/drawing/2014/main" id="{6C10D20E-EFAA-40A5-930F-9EED7F14ABEB}"/>
              </a:ext>
            </a:extLst>
          </p:cNvPr>
          <p:cNvSpPr>
            <a:spLocks noGrp="1"/>
          </p:cNvSpPr>
          <p:nvPr/>
        </p:nvSpPr>
        <p:spPr>
          <a:xfrm>
            <a:off x="3190875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3" name="object-83">
            <a:extLst>
              <a:ext uri="{FF2B5EF4-FFF2-40B4-BE49-F238E27FC236}">
                <a16:creationId xmlns:a16="http://schemas.microsoft.com/office/drawing/2014/main" id="{65A97CB8-7BAD-4BD2-8536-0B1B8F6A34A9}"/>
              </a:ext>
            </a:extLst>
          </p:cNvPr>
          <p:cNvSpPr>
            <a:spLocks noGrp="1"/>
          </p:cNvSpPr>
          <p:nvPr/>
        </p:nvSpPr>
        <p:spPr>
          <a:xfrm>
            <a:off x="3524250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4" name="object-84">
            <a:extLst>
              <a:ext uri="{FF2B5EF4-FFF2-40B4-BE49-F238E27FC236}">
                <a16:creationId xmlns:a16="http://schemas.microsoft.com/office/drawing/2014/main" id="{9D02DFEF-D31B-4271-A1DC-488E8BB72CB0}"/>
              </a:ext>
            </a:extLst>
          </p:cNvPr>
          <p:cNvSpPr>
            <a:spLocks noGrp="1"/>
          </p:cNvSpPr>
          <p:nvPr/>
        </p:nvSpPr>
        <p:spPr>
          <a:xfrm>
            <a:off x="3857625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5" name="object-85">
            <a:extLst>
              <a:ext uri="{FF2B5EF4-FFF2-40B4-BE49-F238E27FC236}">
                <a16:creationId xmlns:a16="http://schemas.microsoft.com/office/drawing/2014/main" id="{9875DA74-A607-42E8-BD04-5E7911F7F028}"/>
              </a:ext>
            </a:extLst>
          </p:cNvPr>
          <p:cNvSpPr>
            <a:spLocks noGrp="1"/>
          </p:cNvSpPr>
          <p:nvPr/>
        </p:nvSpPr>
        <p:spPr>
          <a:xfrm>
            <a:off x="4191000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6" name="object-86">
            <a:extLst>
              <a:ext uri="{FF2B5EF4-FFF2-40B4-BE49-F238E27FC236}">
                <a16:creationId xmlns:a16="http://schemas.microsoft.com/office/drawing/2014/main" id="{18E17CD9-ED6F-4C0B-8138-96ED121B10FA}"/>
              </a:ext>
            </a:extLst>
          </p:cNvPr>
          <p:cNvSpPr>
            <a:spLocks noGrp="1"/>
          </p:cNvSpPr>
          <p:nvPr/>
        </p:nvSpPr>
        <p:spPr>
          <a:xfrm>
            <a:off x="1190625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7" name="object-87">
            <a:extLst>
              <a:ext uri="{FF2B5EF4-FFF2-40B4-BE49-F238E27FC236}">
                <a16:creationId xmlns:a16="http://schemas.microsoft.com/office/drawing/2014/main" id="{1D1C65A2-2DD4-4DA7-9247-5A957204DED9}"/>
              </a:ext>
            </a:extLst>
          </p:cNvPr>
          <p:cNvSpPr>
            <a:spLocks noGrp="1"/>
          </p:cNvSpPr>
          <p:nvPr/>
        </p:nvSpPr>
        <p:spPr>
          <a:xfrm>
            <a:off x="1524000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8" name="object-88">
            <a:extLst>
              <a:ext uri="{FF2B5EF4-FFF2-40B4-BE49-F238E27FC236}">
                <a16:creationId xmlns:a16="http://schemas.microsoft.com/office/drawing/2014/main" id="{D54C486A-A9FA-4930-9292-B0BB5C8E049C}"/>
              </a:ext>
            </a:extLst>
          </p:cNvPr>
          <p:cNvSpPr>
            <a:spLocks noGrp="1"/>
          </p:cNvSpPr>
          <p:nvPr/>
        </p:nvSpPr>
        <p:spPr>
          <a:xfrm>
            <a:off x="1857375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9" name="object-89">
            <a:extLst>
              <a:ext uri="{FF2B5EF4-FFF2-40B4-BE49-F238E27FC236}">
                <a16:creationId xmlns:a16="http://schemas.microsoft.com/office/drawing/2014/main" id="{1E18CFA5-9266-4CA6-B627-73C2D44D927B}"/>
              </a:ext>
            </a:extLst>
          </p:cNvPr>
          <p:cNvSpPr>
            <a:spLocks noGrp="1"/>
          </p:cNvSpPr>
          <p:nvPr/>
        </p:nvSpPr>
        <p:spPr>
          <a:xfrm>
            <a:off x="2190750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0" name="object-90">
            <a:extLst>
              <a:ext uri="{FF2B5EF4-FFF2-40B4-BE49-F238E27FC236}">
                <a16:creationId xmlns:a16="http://schemas.microsoft.com/office/drawing/2014/main" id="{66F734BD-34D8-4190-B488-D571483A241A}"/>
              </a:ext>
            </a:extLst>
          </p:cNvPr>
          <p:cNvSpPr>
            <a:spLocks noGrp="1"/>
          </p:cNvSpPr>
          <p:nvPr/>
        </p:nvSpPr>
        <p:spPr>
          <a:xfrm>
            <a:off x="2524125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1" name="object-91">
            <a:extLst>
              <a:ext uri="{FF2B5EF4-FFF2-40B4-BE49-F238E27FC236}">
                <a16:creationId xmlns:a16="http://schemas.microsoft.com/office/drawing/2014/main" id="{3671C93C-8B4D-441F-993D-AE0C011BF4B7}"/>
              </a:ext>
            </a:extLst>
          </p:cNvPr>
          <p:cNvSpPr>
            <a:spLocks noGrp="1"/>
          </p:cNvSpPr>
          <p:nvPr/>
        </p:nvSpPr>
        <p:spPr>
          <a:xfrm>
            <a:off x="2857500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2" name="object-92">
            <a:extLst>
              <a:ext uri="{FF2B5EF4-FFF2-40B4-BE49-F238E27FC236}">
                <a16:creationId xmlns:a16="http://schemas.microsoft.com/office/drawing/2014/main" id="{7C377D40-DD75-4900-9F46-ABA82021F85F}"/>
              </a:ext>
            </a:extLst>
          </p:cNvPr>
          <p:cNvSpPr>
            <a:spLocks noGrp="1"/>
          </p:cNvSpPr>
          <p:nvPr/>
        </p:nvSpPr>
        <p:spPr>
          <a:xfrm>
            <a:off x="3190875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3" name="object-93">
            <a:extLst>
              <a:ext uri="{FF2B5EF4-FFF2-40B4-BE49-F238E27FC236}">
                <a16:creationId xmlns:a16="http://schemas.microsoft.com/office/drawing/2014/main" id="{199BA979-B0E2-41A6-ABC7-5DC896699E07}"/>
              </a:ext>
            </a:extLst>
          </p:cNvPr>
          <p:cNvSpPr>
            <a:spLocks noGrp="1"/>
          </p:cNvSpPr>
          <p:nvPr/>
        </p:nvSpPr>
        <p:spPr>
          <a:xfrm>
            <a:off x="3524250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4" name="object-94">
            <a:extLst>
              <a:ext uri="{FF2B5EF4-FFF2-40B4-BE49-F238E27FC236}">
                <a16:creationId xmlns:a16="http://schemas.microsoft.com/office/drawing/2014/main" id="{C29DD131-BE6C-4C05-BB14-65FEB9800CC2}"/>
              </a:ext>
            </a:extLst>
          </p:cNvPr>
          <p:cNvSpPr>
            <a:spLocks noGrp="1"/>
          </p:cNvSpPr>
          <p:nvPr/>
        </p:nvSpPr>
        <p:spPr>
          <a:xfrm>
            <a:off x="3857625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5" name="object-95">
            <a:extLst>
              <a:ext uri="{FF2B5EF4-FFF2-40B4-BE49-F238E27FC236}">
                <a16:creationId xmlns:a16="http://schemas.microsoft.com/office/drawing/2014/main" id="{C6A89FC9-EB30-45CF-B7E3-B700FBFF3A70}"/>
              </a:ext>
            </a:extLst>
          </p:cNvPr>
          <p:cNvSpPr>
            <a:spLocks noGrp="1"/>
          </p:cNvSpPr>
          <p:nvPr/>
        </p:nvSpPr>
        <p:spPr>
          <a:xfrm>
            <a:off x="4191000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6" name="object-96">
            <a:extLst>
              <a:ext uri="{FF2B5EF4-FFF2-40B4-BE49-F238E27FC236}">
                <a16:creationId xmlns:a16="http://schemas.microsoft.com/office/drawing/2014/main" id="{3B4AD569-1F64-48DC-B4DA-D569F986F4A5}"/>
              </a:ext>
            </a:extLst>
          </p:cNvPr>
          <p:cNvSpPr>
            <a:spLocks noGrp="1"/>
          </p:cNvSpPr>
          <p:nvPr/>
        </p:nvSpPr>
        <p:spPr>
          <a:xfrm>
            <a:off x="1190625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7" name="object-97">
            <a:extLst>
              <a:ext uri="{FF2B5EF4-FFF2-40B4-BE49-F238E27FC236}">
                <a16:creationId xmlns:a16="http://schemas.microsoft.com/office/drawing/2014/main" id="{7274FAFE-4C6B-4EAB-999E-3D4C5A6102A7}"/>
              </a:ext>
            </a:extLst>
          </p:cNvPr>
          <p:cNvSpPr>
            <a:spLocks noGrp="1"/>
          </p:cNvSpPr>
          <p:nvPr/>
        </p:nvSpPr>
        <p:spPr>
          <a:xfrm>
            <a:off x="1524000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8" name="object-98">
            <a:extLst>
              <a:ext uri="{FF2B5EF4-FFF2-40B4-BE49-F238E27FC236}">
                <a16:creationId xmlns:a16="http://schemas.microsoft.com/office/drawing/2014/main" id="{06EA9634-06B2-43EF-ACBC-8DFF59443E70}"/>
              </a:ext>
            </a:extLst>
          </p:cNvPr>
          <p:cNvSpPr>
            <a:spLocks noGrp="1"/>
          </p:cNvSpPr>
          <p:nvPr/>
        </p:nvSpPr>
        <p:spPr>
          <a:xfrm>
            <a:off x="1857375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9" name="object-99">
            <a:extLst>
              <a:ext uri="{FF2B5EF4-FFF2-40B4-BE49-F238E27FC236}">
                <a16:creationId xmlns:a16="http://schemas.microsoft.com/office/drawing/2014/main" id="{B4BFD41A-CD15-47ED-8E61-5EABD6B26287}"/>
              </a:ext>
            </a:extLst>
          </p:cNvPr>
          <p:cNvSpPr>
            <a:spLocks noGrp="1"/>
          </p:cNvSpPr>
          <p:nvPr/>
        </p:nvSpPr>
        <p:spPr>
          <a:xfrm>
            <a:off x="2190750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100" name="object-100">
            <a:extLst>
              <a:ext uri="{FF2B5EF4-FFF2-40B4-BE49-F238E27FC236}">
                <a16:creationId xmlns:a16="http://schemas.microsoft.com/office/drawing/2014/main" id="{315095D5-B16A-47E4-86E8-335707E10583}"/>
              </a:ext>
            </a:extLst>
          </p:cNvPr>
          <p:cNvSpPr>
            <a:spLocks noGrp="1"/>
          </p:cNvSpPr>
          <p:nvPr/>
        </p:nvSpPr>
        <p:spPr>
          <a:xfrm>
            <a:off x="2524125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101" name="object-101">
            <a:extLst>
              <a:ext uri="{FF2B5EF4-FFF2-40B4-BE49-F238E27FC236}">
                <a16:creationId xmlns:a16="http://schemas.microsoft.com/office/drawing/2014/main" id="{BFFFDC36-2086-4AB7-BEBD-678A437BCD1E}"/>
              </a:ext>
            </a:extLst>
          </p:cNvPr>
          <p:cNvSpPr>
            <a:spLocks noGrp="1"/>
          </p:cNvSpPr>
          <p:nvPr/>
        </p:nvSpPr>
        <p:spPr>
          <a:xfrm>
            <a:off x="2857500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102" name="object-102">
            <a:extLst>
              <a:ext uri="{FF2B5EF4-FFF2-40B4-BE49-F238E27FC236}">
                <a16:creationId xmlns:a16="http://schemas.microsoft.com/office/drawing/2014/main" id="{7B6B356D-6B4E-47BD-B108-4A1C10B9026F}"/>
              </a:ext>
            </a:extLst>
          </p:cNvPr>
          <p:cNvSpPr>
            <a:spLocks noGrp="1"/>
          </p:cNvSpPr>
          <p:nvPr/>
        </p:nvSpPr>
        <p:spPr>
          <a:xfrm>
            <a:off x="3190875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103" name="object-103">
            <a:extLst>
              <a:ext uri="{FF2B5EF4-FFF2-40B4-BE49-F238E27FC236}">
                <a16:creationId xmlns:a16="http://schemas.microsoft.com/office/drawing/2014/main" id="{FF7855CE-C542-435C-84DC-99E47D231443}"/>
              </a:ext>
            </a:extLst>
          </p:cNvPr>
          <p:cNvSpPr>
            <a:spLocks noGrp="1"/>
          </p:cNvSpPr>
          <p:nvPr/>
        </p:nvSpPr>
        <p:spPr>
          <a:xfrm>
            <a:off x="3524250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104" name="object-104">
            <a:extLst>
              <a:ext uri="{FF2B5EF4-FFF2-40B4-BE49-F238E27FC236}">
                <a16:creationId xmlns:a16="http://schemas.microsoft.com/office/drawing/2014/main" id="{1C271BC2-5898-4A2F-A304-4868266701AD}"/>
              </a:ext>
            </a:extLst>
          </p:cNvPr>
          <p:cNvSpPr>
            <a:spLocks noGrp="1"/>
          </p:cNvSpPr>
          <p:nvPr/>
        </p:nvSpPr>
        <p:spPr>
          <a:xfrm>
            <a:off x="3857625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105" name="object-105">
            <a:extLst>
              <a:ext uri="{FF2B5EF4-FFF2-40B4-BE49-F238E27FC236}">
                <a16:creationId xmlns:a16="http://schemas.microsoft.com/office/drawing/2014/main" id="{38414F26-A295-4B2F-AC51-F1019A413497}"/>
              </a:ext>
            </a:extLst>
          </p:cNvPr>
          <p:cNvSpPr>
            <a:spLocks noGrp="1"/>
          </p:cNvSpPr>
          <p:nvPr/>
        </p:nvSpPr>
        <p:spPr>
          <a:xfrm>
            <a:off x="4191000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106" name="object-106">
            <a:extLst>
              <a:ext uri="{FF2B5EF4-FFF2-40B4-BE49-F238E27FC236}">
                <a16:creationId xmlns:a16="http://schemas.microsoft.com/office/drawing/2014/main" id="{D4CAC283-8625-4CB1-8E7C-E0CEA1D17D9F}"/>
              </a:ext>
            </a:extLst>
          </p:cNvPr>
          <p:cNvSpPr>
            <a:spLocks noGrp="1"/>
          </p:cNvSpPr>
          <p:nvPr/>
        </p:nvSpPr>
        <p:spPr>
          <a:xfrm>
            <a:off x="6310313" y="3274219"/>
            <a:ext cx="1547813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50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50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107" name="object-107">
            <a:extLst>
              <a:ext uri="{FF2B5EF4-FFF2-40B4-BE49-F238E27FC236}">
                <a16:creationId xmlns:a16="http://schemas.microsoft.com/office/drawing/2014/main" id="{90C2660F-30CF-4766-A37A-C94130A1E76E}"/>
              </a:ext>
            </a:extLst>
          </p:cNvPr>
          <p:cNvSpPr>
            <a:spLocks noGrp="1"/>
          </p:cNvSpPr>
          <p:nvPr/>
        </p:nvSpPr>
        <p:spPr>
          <a:xfrm>
            <a:off x="6310313" y="4131469"/>
            <a:ext cx="1547813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08" name="object-108">
            <a:extLst>
              <a:ext uri="{FF2B5EF4-FFF2-40B4-BE49-F238E27FC236}">
                <a16:creationId xmlns:a16="http://schemas.microsoft.com/office/drawing/2014/main" id="{BA76FA46-AC44-48B0-9663-07537FB11009}"/>
              </a:ext>
            </a:extLst>
          </p:cNvPr>
          <p:cNvSpPr>
            <a:spLocks noGrp="1"/>
          </p:cNvSpPr>
          <p:nvPr/>
        </p:nvSpPr>
        <p:spPr>
          <a:xfrm>
            <a:off x="6310313" y="4226719"/>
            <a:ext cx="1547813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50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50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09" name="object-109">
            <a:extLst>
              <a:ext uri="{FF2B5EF4-FFF2-40B4-BE49-F238E27FC236}">
                <a16:creationId xmlns:a16="http://schemas.microsoft.com/office/drawing/2014/main" id="{51D0D5D8-F4ED-4891-834C-38FA76038BF4}"/>
              </a:ext>
            </a:extLst>
          </p:cNvPr>
          <p:cNvSpPr>
            <a:spLocks noGrp="1"/>
          </p:cNvSpPr>
          <p:nvPr/>
        </p:nvSpPr>
        <p:spPr>
          <a:xfrm>
            <a:off x="8512969" y="3810000"/>
            <a:ext cx="7143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10" name="object-110">
            <a:extLst>
              <a:ext uri="{FF2B5EF4-FFF2-40B4-BE49-F238E27FC236}">
                <a16:creationId xmlns:a16="http://schemas.microsoft.com/office/drawing/2014/main" id="{A46C625D-CAB6-4956-8E52-F150FAE79007}"/>
              </a:ext>
            </a:extLst>
          </p:cNvPr>
          <p:cNvSpPr>
            <a:spLocks noGrp="1"/>
          </p:cNvSpPr>
          <p:nvPr/>
        </p:nvSpPr>
        <p:spPr>
          <a:xfrm>
            <a:off x="10001250" y="2917031"/>
            <a:ext cx="3571875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506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506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0.37</a:t>
            </a:r>
          </a:p>
        </p:txBody>
      </p:sp>
      <p:sp>
        <p:nvSpPr>
          <p:cNvPr id="111" name="object-111">
            <a:extLst>
              <a:ext uri="{FF2B5EF4-FFF2-40B4-BE49-F238E27FC236}">
                <a16:creationId xmlns:a16="http://schemas.microsoft.com/office/drawing/2014/main" id="{ECB28C5C-F348-4670-9223-BB8811B932EB}"/>
              </a:ext>
            </a:extLst>
          </p:cNvPr>
          <p:cNvSpPr>
            <a:spLocks noGrp="1"/>
          </p:cNvSpPr>
          <p:nvPr/>
        </p:nvSpPr>
        <p:spPr>
          <a:xfrm>
            <a:off x="10001250" y="5238750"/>
            <a:ext cx="3571875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506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506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37%</a:t>
            </a:r>
          </a:p>
        </p:txBody>
      </p:sp>
      <p:sp>
        <p:nvSpPr>
          <p:cNvPr id="112" name="object-112">
            <a:extLst>
              <a:ext uri="{FF2B5EF4-FFF2-40B4-BE49-F238E27FC236}">
                <a16:creationId xmlns:a16="http://schemas.microsoft.com/office/drawing/2014/main" id="{867125A8-4DB7-47F6-BB39-DEE95E6CC221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37/100 = 0.37 = 37%</a:t>
            </a:r>
          </a:p>
        </p:txBody>
      </p:sp>
    </p:spTree>
    <p:extLst>
      <p:ext uri="{BB962C8B-B14F-4D97-AF65-F5344CB8AC3E}">
        <p14:creationId xmlns:p14="http://schemas.microsoft.com/office/powerpoint/2010/main" val="867623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4861111 E" pathEditMode="relative" ptsTypes="">
                                      <p:cBhvr>
                                        <p:cTn id="95" dur="8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/>
      <p:bldP spid="108" grpId="0"/>
      <p:bldP spid="109" grpId="0"/>
      <p:bldP spid="110" grpId="0"/>
      <p:bldP spid="110" grpId="1"/>
      <p:bldP spid="111" grpId="0"/>
      <p:bldP spid="1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object-1">
            <a:extLst>
              <a:ext uri="{FF2B5EF4-FFF2-40B4-BE49-F238E27FC236}">
                <a16:creationId xmlns:a16="http://schemas.microsoft.com/office/drawing/2014/main" id="{F31F89C8-AFD0-4F88-A6E5-DBC5E2C970AA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6D9C01CA-9CFD-4FD3-B271-B80DA7687286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E82BADA1-0E72-4265-948B-7ED62262064A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38/100 as a decimal and percentage.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615FAD99-CA45-4E5B-BD16-D5165D1AA800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05413051-8C55-4C4A-BD4A-DE90CE27115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Convert percentages to fractions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040B5FD4-53BD-4F58-BEB0-6AAD8229A4C1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99F16ADC-8821-4D1A-B2C8-8BA666FA83A1}"/>
              </a:ext>
            </a:extLst>
          </p:cNvPr>
          <p:cNvSpPr>
            <a:spLocks noGrp="1"/>
          </p:cNvSpPr>
          <p:nvPr/>
        </p:nvSpPr>
        <p:spPr>
          <a:xfrm>
            <a:off x="1190625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00BE22C5-19C1-41ED-A258-C975DCB62A66}"/>
              </a:ext>
            </a:extLst>
          </p:cNvPr>
          <p:cNvSpPr>
            <a:spLocks noGrp="1"/>
          </p:cNvSpPr>
          <p:nvPr/>
        </p:nvSpPr>
        <p:spPr>
          <a:xfrm>
            <a:off x="1524000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423D0EE7-582B-4A0D-8531-462443324346}"/>
              </a:ext>
            </a:extLst>
          </p:cNvPr>
          <p:cNvSpPr>
            <a:spLocks noGrp="1"/>
          </p:cNvSpPr>
          <p:nvPr/>
        </p:nvSpPr>
        <p:spPr>
          <a:xfrm>
            <a:off x="1857375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83743562-7445-4937-A634-7C9B6A0CC7DA}"/>
              </a:ext>
            </a:extLst>
          </p:cNvPr>
          <p:cNvSpPr>
            <a:spLocks noGrp="1"/>
          </p:cNvSpPr>
          <p:nvPr/>
        </p:nvSpPr>
        <p:spPr>
          <a:xfrm>
            <a:off x="2190750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ED88331A-3EA7-41D9-8E10-B911237768B6}"/>
              </a:ext>
            </a:extLst>
          </p:cNvPr>
          <p:cNvSpPr>
            <a:spLocks noGrp="1"/>
          </p:cNvSpPr>
          <p:nvPr/>
        </p:nvSpPr>
        <p:spPr>
          <a:xfrm>
            <a:off x="2524125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4C3EDE80-E559-41C2-9FFB-79A625697FDD}"/>
              </a:ext>
            </a:extLst>
          </p:cNvPr>
          <p:cNvSpPr>
            <a:spLocks noGrp="1"/>
          </p:cNvSpPr>
          <p:nvPr/>
        </p:nvSpPr>
        <p:spPr>
          <a:xfrm>
            <a:off x="2857500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B4DDF6A8-23A5-4CC9-A80F-D24E2FFEEC14}"/>
              </a:ext>
            </a:extLst>
          </p:cNvPr>
          <p:cNvSpPr>
            <a:spLocks noGrp="1"/>
          </p:cNvSpPr>
          <p:nvPr/>
        </p:nvSpPr>
        <p:spPr>
          <a:xfrm>
            <a:off x="3190875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B2225F81-EBEE-4E87-90BF-23D6EBB0FAED}"/>
              </a:ext>
            </a:extLst>
          </p:cNvPr>
          <p:cNvSpPr>
            <a:spLocks noGrp="1"/>
          </p:cNvSpPr>
          <p:nvPr/>
        </p:nvSpPr>
        <p:spPr>
          <a:xfrm>
            <a:off x="3524250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6259AD0B-BBEF-4334-A69A-292F8F885C44}"/>
              </a:ext>
            </a:extLst>
          </p:cNvPr>
          <p:cNvSpPr>
            <a:spLocks noGrp="1"/>
          </p:cNvSpPr>
          <p:nvPr/>
        </p:nvSpPr>
        <p:spPr>
          <a:xfrm>
            <a:off x="3857625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1D57EE4E-D659-421D-8B58-83061C9212D6}"/>
              </a:ext>
            </a:extLst>
          </p:cNvPr>
          <p:cNvSpPr>
            <a:spLocks noGrp="1"/>
          </p:cNvSpPr>
          <p:nvPr/>
        </p:nvSpPr>
        <p:spPr>
          <a:xfrm>
            <a:off x="4191000" y="285750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CC4C4F22-2E9B-41F7-BF69-7A8C66FC00F5}"/>
              </a:ext>
            </a:extLst>
          </p:cNvPr>
          <p:cNvSpPr>
            <a:spLocks noGrp="1"/>
          </p:cNvSpPr>
          <p:nvPr/>
        </p:nvSpPr>
        <p:spPr>
          <a:xfrm>
            <a:off x="1190625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62B107A0-C321-49A8-92D4-442EE8F8654A}"/>
              </a:ext>
            </a:extLst>
          </p:cNvPr>
          <p:cNvSpPr>
            <a:spLocks noGrp="1"/>
          </p:cNvSpPr>
          <p:nvPr/>
        </p:nvSpPr>
        <p:spPr>
          <a:xfrm>
            <a:off x="1524000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20432D86-4B5C-47CD-AA25-EC107025B47E}"/>
              </a:ext>
            </a:extLst>
          </p:cNvPr>
          <p:cNvSpPr>
            <a:spLocks noGrp="1"/>
          </p:cNvSpPr>
          <p:nvPr/>
        </p:nvSpPr>
        <p:spPr>
          <a:xfrm>
            <a:off x="1857375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293143E0-6969-4EF0-BDF1-E8815B9A804C}"/>
              </a:ext>
            </a:extLst>
          </p:cNvPr>
          <p:cNvSpPr>
            <a:spLocks noGrp="1"/>
          </p:cNvSpPr>
          <p:nvPr/>
        </p:nvSpPr>
        <p:spPr>
          <a:xfrm>
            <a:off x="2190750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52493662-6D4C-41A5-85DF-7B190AEEDEF9}"/>
              </a:ext>
            </a:extLst>
          </p:cNvPr>
          <p:cNvSpPr>
            <a:spLocks noGrp="1"/>
          </p:cNvSpPr>
          <p:nvPr/>
        </p:nvSpPr>
        <p:spPr>
          <a:xfrm>
            <a:off x="2524125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D73C5821-9EEA-4459-B5E6-FBA66D065CAB}"/>
              </a:ext>
            </a:extLst>
          </p:cNvPr>
          <p:cNvSpPr>
            <a:spLocks noGrp="1"/>
          </p:cNvSpPr>
          <p:nvPr/>
        </p:nvSpPr>
        <p:spPr>
          <a:xfrm>
            <a:off x="2857500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319BF78B-4B64-472A-84B3-98CDDC3CAE1F}"/>
              </a:ext>
            </a:extLst>
          </p:cNvPr>
          <p:cNvSpPr>
            <a:spLocks noGrp="1"/>
          </p:cNvSpPr>
          <p:nvPr/>
        </p:nvSpPr>
        <p:spPr>
          <a:xfrm>
            <a:off x="3190875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F13B690E-6A9C-4019-988C-EC9BEE756131}"/>
              </a:ext>
            </a:extLst>
          </p:cNvPr>
          <p:cNvSpPr>
            <a:spLocks noGrp="1"/>
          </p:cNvSpPr>
          <p:nvPr/>
        </p:nvSpPr>
        <p:spPr>
          <a:xfrm>
            <a:off x="3524250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1884A0E2-98C4-45EB-A37D-508F7D0766B6}"/>
              </a:ext>
            </a:extLst>
          </p:cNvPr>
          <p:cNvSpPr>
            <a:spLocks noGrp="1"/>
          </p:cNvSpPr>
          <p:nvPr/>
        </p:nvSpPr>
        <p:spPr>
          <a:xfrm>
            <a:off x="3857625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C3ECF5C2-D58F-4CA0-A6F3-57E84FAFBE1B}"/>
              </a:ext>
            </a:extLst>
          </p:cNvPr>
          <p:cNvSpPr>
            <a:spLocks noGrp="1"/>
          </p:cNvSpPr>
          <p:nvPr/>
        </p:nvSpPr>
        <p:spPr>
          <a:xfrm>
            <a:off x="4191000" y="319087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34C5DB00-0183-418A-A2CB-B996E52B8712}"/>
              </a:ext>
            </a:extLst>
          </p:cNvPr>
          <p:cNvSpPr>
            <a:spLocks noGrp="1"/>
          </p:cNvSpPr>
          <p:nvPr/>
        </p:nvSpPr>
        <p:spPr>
          <a:xfrm>
            <a:off x="1190625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8571CF13-8D30-4895-AC52-EAC78390A1C9}"/>
              </a:ext>
            </a:extLst>
          </p:cNvPr>
          <p:cNvSpPr>
            <a:spLocks noGrp="1"/>
          </p:cNvSpPr>
          <p:nvPr/>
        </p:nvSpPr>
        <p:spPr>
          <a:xfrm>
            <a:off x="1524000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864B86D7-5395-4FBD-A7AD-C6C6BD252573}"/>
              </a:ext>
            </a:extLst>
          </p:cNvPr>
          <p:cNvSpPr>
            <a:spLocks noGrp="1"/>
          </p:cNvSpPr>
          <p:nvPr/>
        </p:nvSpPr>
        <p:spPr>
          <a:xfrm>
            <a:off x="1857375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DE578CA4-6824-4850-BE4A-940DFC77F5B7}"/>
              </a:ext>
            </a:extLst>
          </p:cNvPr>
          <p:cNvSpPr>
            <a:spLocks noGrp="1"/>
          </p:cNvSpPr>
          <p:nvPr/>
        </p:nvSpPr>
        <p:spPr>
          <a:xfrm>
            <a:off x="2190750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EF17EB66-E3A0-4A3E-9FDE-A37A75DCAF9A}"/>
              </a:ext>
            </a:extLst>
          </p:cNvPr>
          <p:cNvSpPr>
            <a:spLocks noGrp="1"/>
          </p:cNvSpPr>
          <p:nvPr/>
        </p:nvSpPr>
        <p:spPr>
          <a:xfrm>
            <a:off x="2524125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F586ADAD-FF0F-4298-8299-A1239BB0CEC9}"/>
              </a:ext>
            </a:extLst>
          </p:cNvPr>
          <p:cNvSpPr>
            <a:spLocks noGrp="1"/>
          </p:cNvSpPr>
          <p:nvPr/>
        </p:nvSpPr>
        <p:spPr>
          <a:xfrm>
            <a:off x="2857500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29587199-C141-43CF-89CD-CAEE1EBDD2FB}"/>
              </a:ext>
            </a:extLst>
          </p:cNvPr>
          <p:cNvSpPr>
            <a:spLocks noGrp="1"/>
          </p:cNvSpPr>
          <p:nvPr/>
        </p:nvSpPr>
        <p:spPr>
          <a:xfrm>
            <a:off x="3190875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5E0E332E-671C-4AD9-BC22-7487683EC853}"/>
              </a:ext>
            </a:extLst>
          </p:cNvPr>
          <p:cNvSpPr>
            <a:spLocks noGrp="1"/>
          </p:cNvSpPr>
          <p:nvPr/>
        </p:nvSpPr>
        <p:spPr>
          <a:xfrm>
            <a:off x="3524250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2CABDBF0-2FB8-4215-A573-E5005D96C39E}"/>
              </a:ext>
            </a:extLst>
          </p:cNvPr>
          <p:cNvSpPr>
            <a:spLocks noGrp="1"/>
          </p:cNvSpPr>
          <p:nvPr/>
        </p:nvSpPr>
        <p:spPr>
          <a:xfrm>
            <a:off x="3857625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946D584E-1065-4580-9CAA-955D7AC7E00B}"/>
              </a:ext>
            </a:extLst>
          </p:cNvPr>
          <p:cNvSpPr>
            <a:spLocks noGrp="1"/>
          </p:cNvSpPr>
          <p:nvPr/>
        </p:nvSpPr>
        <p:spPr>
          <a:xfrm>
            <a:off x="4191000" y="3524250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7" name="object-37">
            <a:extLst>
              <a:ext uri="{FF2B5EF4-FFF2-40B4-BE49-F238E27FC236}">
                <a16:creationId xmlns:a16="http://schemas.microsoft.com/office/drawing/2014/main" id="{524FAC1D-8C0E-41AB-9D5B-417D26524BB5}"/>
              </a:ext>
            </a:extLst>
          </p:cNvPr>
          <p:cNvSpPr>
            <a:spLocks noGrp="1"/>
          </p:cNvSpPr>
          <p:nvPr/>
        </p:nvSpPr>
        <p:spPr>
          <a:xfrm>
            <a:off x="1190625" y="385762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8" name="object-38">
            <a:extLst>
              <a:ext uri="{FF2B5EF4-FFF2-40B4-BE49-F238E27FC236}">
                <a16:creationId xmlns:a16="http://schemas.microsoft.com/office/drawing/2014/main" id="{7D879473-7419-46EC-AD9C-81EC8D471380}"/>
              </a:ext>
            </a:extLst>
          </p:cNvPr>
          <p:cNvSpPr>
            <a:spLocks noGrp="1"/>
          </p:cNvSpPr>
          <p:nvPr/>
        </p:nvSpPr>
        <p:spPr>
          <a:xfrm>
            <a:off x="1524000" y="385762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39" name="object-39">
            <a:extLst>
              <a:ext uri="{FF2B5EF4-FFF2-40B4-BE49-F238E27FC236}">
                <a16:creationId xmlns:a16="http://schemas.microsoft.com/office/drawing/2014/main" id="{82C80337-E002-44A7-8168-9D5583F2A2D7}"/>
              </a:ext>
            </a:extLst>
          </p:cNvPr>
          <p:cNvSpPr>
            <a:spLocks noGrp="1"/>
          </p:cNvSpPr>
          <p:nvPr/>
        </p:nvSpPr>
        <p:spPr>
          <a:xfrm>
            <a:off x="1857375" y="385762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40" name="object-40">
            <a:extLst>
              <a:ext uri="{FF2B5EF4-FFF2-40B4-BE49-F238E27FC236}">
                <a16:creationId xmlns:a16="http://schemas.microsoft.com/office/drawing/2014/main" id="{5BF60050-30CD-49E7-AB43-5BAEFDE9E825}"/>
              </a:ext>
            </a:extLst>
          </p:cNvPr>
          <p:cNvSpPr>
            <a:spLocks noGrp="1"/>
          </p:cNvSpPr>
          <p:nvPr/>
        </p:nvSpPr>
        <p:spPr>
          <a:xfrm>
            <a:off x="2190750" y="385762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41" name="object-41">
            <a:extLst>
              <a:ext uri="{FF2B5EF4-FFF2-40B4-BE49-F238E27FC236}">
                <a16:creationId xmlns:a16="http://schemas.microsoft.com/office/drawing/2014/main" id="{EF0E505F-1E3B-4C97-B1AC-CAF07258E6C3}"/>
              </a:ext>
            </a:extLst>
          </p:cNvPr>
          <p:cNvSpPr>
            <a:spLocks noGrp="1"/>
          </p:cNvSpPr>
          <p:nvPr/>
        </p:nvSpPr>
        <p:spPr>
          <a:xfrm>
            <a:off x="2524125" y="385762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42" name="object-42">
            <a:extLst>
              <a:ext uri="{FF2B5EF4-FFF2-40B4-BE49-F238E27FC236}">
                <a16:creationId xmlns:a16="http://schemas.microsoft.com/office/drawing/2014/main" id="{EF40968F-1794-4A6F-B437-013064F74733}"/>
              </a:ext>
            </a:extLst>
          </p:cNvPr>
          <p:cNvSpPr>
            <a:spLocks noGrp="1"/>
          </p:cNvSpPr>
          <p:nvPr/>
        </p:nvSpPr>
        <p:spPr>
          <a:xfrm>
            <a:off x="2857500" y="385762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43" name="object-43">
            <a:extLst>
              <a:ext uri="{FF2B5EF4-FFF2-40B4-BE49-F238E27FC236}">
                <a16:creationId xmlns:a16="http://schemas.microsoft.com/office/drawing/2014/main" id="{88D5C612-E5A7-4BBA-8FA6-D45FE2532F15}"/>
              </a:ext>
            </a:extLst>
          </p:cNvPr>
          <p:cNvSpPr>
            <a:spLocks noGrp="1"/>
          </p:cNvSpPr>
          <p:nvPr/>
        </p:nvSpPr>
        <p:spPr>
          <a:xfrm>
            <a:off x="3190875" y="385762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44" name="object-44">
            <a:extLst>
              <a:ext uri="{FF2B5EF4-FFF2-40B4-BE49-F238E27FC236}">
                <a16:creationId xmlns:a16="http://schemas.microsoft.com/office/drawing/2014/main" id="{FE9F5FF9-DCC5-4EE6-8096-BD665916ABFE}"/>
              </a:ext>
            </a:extLst>
          </p:cNvPr>
          <p:cNvSpPr>
            <a:spLocks noGrp="1"/>
          </p:cNvSpPr>
          <p:nvPr/>
        </p:nvSpPr>
        <p:spPr>
          <a:xfrm>
            <a:off x="3524250" y="3857625"/>
            <a:ext cx="333375" cy="333375"/>
          </a:xfrm>
          <a:prstGeom prst="rect">
            <a:avLst/>
          </a:prstGeom>
          <a:solidFill>
            <a:srgbClr val="1D4ED8"/>
          </a:solidFill>
          <a:ln w="11906">
            <a:solidFill>
              <a:srgbClr val="BCD0EA"/>
            </a:solidFill>
          </a:ln>
        </p:spPr>
      </p:sp>
      <p:sp>
        <p:nvSpPr>
          <p:cNvPr id="45" name="object-45">
            <a:extLst>
              <a:ext uri="{FF2B5EF4-FFF2-40B4-BE49-F238E27FC236}">
                <a16:creationId xmlns:a16="http://schemas.microsoft.com/office/drawing/2014/main" id="{E7901673-AA23-4199-96B6-F653ED865734}"/>
              </a:ext>
            </a:extLst>
          </p:cNvPr>
          <p:cNvSpPr>
            <a:spLocks noGrp="1"/>
          </p:cNvSpPr>
          <p:nvPr/>
        </p:nvSpPr>
        <p:spPr>
          <a:xfrm>
            <a:off x="3857625" y="38576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46" name="object-46">
            <a:extLst>
              <a:ext uri="{FF2B5EF4-FFF2-40B4-BE49-F238E27FC236}">
                <a16:creationId xmlns:a16="http://schemas.microsoft.com/office/drawing/2014/main" id="{1B4E1EE6-6391-4241-8388-34E04648D5B5}"/>
              </a:ext>
            </a:extLst>
          </p:cNvPr>
          <p:cNvSpPr>
            <a:spLocks noGrp="1"/>
          </p:cNvSpPr>
          <p:nvPr/>
        </p:nvSpPr>
        <p:spPr>
          <a:xfrm>
            <a:off x="4191000" y="38576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47" name="object-47">
            <a:extLst>
              <a:ext uri="{FF2B5EF4-FFF2-40B4-BE49-F238E27FC236}">
                <a16:creationId xmlns:a16="http://schemas.microsoft.com/office/drawing/2014/main" id="{D620F95D-F8A6-491C-9C33-4904E66F73E4}"/>
              </a:ext>
            </a:extLst>
          </p:cNvPr>
          <p:cNvSpPr>
            <a:spLocks noGrp="1"/>
          </p:cNvSpPr>
          <p:nvPr/>
        </p:nvSpPr>
        <p:spPr>
          <a:xfrm>
            <a:off x="1190625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48" name="object-48">
            <a:extLst>
              <a:ext uri="{FF2B5EF4-FFF2-40B4-BE49-F238E27FC236}">
                <a16:creationId xmlns:a16="http://schemas.microsoft.com/office/drawing/2014/main" id="{EF7C2A63-2530-45F1-8984-1740BEA73D2E}"/>
              </a:ext>
            </a:extLst>
          </p:cNvPr>
          <p:cNvSpPr>
            <a:spLocks noGrp="1"/>
          </p:cNvSpPr>
          <p:nvPr/>
        </p:nvSpPr>
        <p:spPr>
          <a:xfrm>
            <a:off x="1524000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49" name="object-49">
            <a:extLst>
              <a:ext uri="{FF2B5EF4-FFF2-40B4-BE49-F238E27FC236}">
                <a16:creationId xmlns:a16="http://schemas.microsoft.com/office/drawing/2014/main" id="{2C11602F-1BE9-4015-AC47-38F4E9C7A6D5}"/>
              </a:ext>
            </a:extLst>
          </p:cNvPr>
          <p:cNvSpPr>
            <a:spLocks noGrp="1"/>
          </p:cNvSpPr>
          <p:nvPr/>
        </p:nvSpPr>
        <p:spPr>
          <a:xfrm>
            <a:off x="1857375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0" name="object-50">
            <a:extLst>
              <a:ext uri="{FF2B5EF4-FFF2-40B4-BE49-F238E27FC236}">
                <a16:creationId xmlns:a16="http://schemas.microsoft.com/office/drawing/2014/main" id="{815DBE95-1099-444E-9B02-3212C6F79F05}"/>
              </a:ext>
            </a:extLst>
          </p:cNvPr>
          <p:cNvSpPr>
            <a:spLocks noGrp="1"/>
          </p:cNvSpPr>
          <p:nvPr/>
        </p:nvSpPr>
        <p:spPr>
          <a:xfrm>
            <a:off x="2190750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1" name="object-51">
            <a:extLst>
              <a:ext uri="{FF2B5EF4-FFF2-40B4-BE49-F238E27FC236}">
                <a16:creationId xmlns:a16="http://schemas.microsoft.com/office/drawing/2014/main" id="{BAAE69C1-AE18-4AA8-8830-7654EEF42DFD}"/>
              </a:ext>
            </a:extLst>
          </p:cNvPr>
          <p:cNvSpPr>
            <a:spLocks noGrp="1"/>
          </p:cNvSpPr>
          <p:nvPr/>
        </p:nvSpPr>
        <p:spPr>
          <a:xfrm>
            <a:off x="2524125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2" name="object-52">
            <a:extLst>
              <a:ext uri="{FF2B5EF4-FFF2-40B4-BE49-F238E27FC236}">
                <a16:creationId xmlns:a16="http://schemas.microsoft.com/office/drawing/2014/main" id="{5FAAB091-8852-466B-BEC6-06FA39E6F7A7}"/>
              </a:ext>
            </a:extLst>
          </p:cNvPr>
          <p:cNvSpPr>
            <a:spLocks noGrp="1"/>
          </p:cNvSpPr>
          <p:nvPr/>
        </p:nvSpPr>
        <p:spPr>
          <a:xfrm>
            <a:off x="2857500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3" name="object-53">
            <a:extLst>
              <a:ext uri="{FF2B5EF4-FFF2-40B4-BE49-F238E27FC236}">
                <a16:creationId xmlns:a16="http://schemas.microsoft.com/office/drawing/2014/main" id="{113CBC39-303E-4024-98A2-99D945FE0D14}"/>
              </a:ext>
            </a:extLst>
          </p:cNvPr>
          <p:cNvSpPr>
            <a:spLocks noGrp="1"/>
          </p:cNvSpPr>
          <p:nvPr/>
        </p:nvSpPr>
        <p:spPr>
          <a:xfrm>
            <a:off x="3190875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4" name="object-54">
            <a:extLst>
              <a:ext uri="{FF2B5EF4-FFF2-40B4-BE49-F238E27FC236}">
                <a16:creationId xmlns:a16="http://schemas.microsoft.com/office/drawing/2014/main" id="{76384D34-5A81-44F9-84D9-CB7146C8C77A}"/>
              </a:ext>
            </a:extLst>
          </p:cNvPr>
          <p:cNvSpPr>
            <a:spLocks noGrp="1"/>
          </p:cNvSpPr>
          <p:nvPr/>
        </p:nvSpPr>
        <p:spPr>
          <a:xfrm>
            <a:off x="3524250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5" name="object-55">
            <a:extLst>
              <a:ext uri="{FF2B5EF4-FFF2-40B4-BE49-F238E27FC236}">
                <a16:creationId xmlns:a16="http://schemas.microsoft.com/office/drawing/2014/main" id="{C23CB909-FBF8-4115-B444-6FD531197225}"/>
              </a:ext>
            </a:extLst>
          </p:cNvPr>
          <p:cNvSpPr>
            <a:spLocks noGrp="1"/>
          </p:cNvSpPr>
          <p:nvPr/>
        </p:nvSpPr>
        <p:spPr>
          <a:xfrm>
            <a:off x="3857625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6" name="object-56">
            <a:extLst>
              <a:ext uri="{FF2B5EF4-FFF2-40B4-BE49-F238E27FC236}">
                <a16:creationId xmlns:a16="http://schemas.microsoft.com/office/drawing/2014/main" id="{2C2F107E-AB59-4183-9401-4C30272D3945}"/>
              </a:ext>
            </a:extLst>
          </p:cNvPr>
          <p:cNvSpPr>
            <a:spLocks noGrp="1"/>
          </p:cNvSpPr>
          <p:nvPr/>
        </p:nvSpPr>
        <p:spPr>
          <a:xfrm>
            <a:off x="4191000" y="41910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7" name="object-57">
            <a:extLst>
              <a:ext uri="{FF2B5EF4-FFF2-40B4-BE49-F238E27FC236}">
                <a16:creationId xmlns:a16="http://schemas.microsoft.com/office/drawing/2014/main" id="{4D06D801-447B-49AE-8257-DAB0EE158C34}"/>
              </a:ext>
            </a:extLst>
          </p:cNvPr>
          <p:cNvSpPr>
            <a:spLocks noGrp="1"/>
          </p:cNvSpPr>
          <p:nvPr/>
        </p:nvSpPr>
        <p:spPr>
          <a:xfrm>
            <a:off x="1190625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8" name="object-58">
            <a:extLst>
              <a:ext uri="{FF2B5EF4-FFF2-40B4-BE49-F238E27FC236}">
                <a16:creationId xmlns:a16="http://schemas.microsoft.com/office/drawing/2014/main" id="{611AAD73-BB4E-4C2A-AA5F-A3C0C05C1D9D}"/>
              </a:ext>
            </a:extLst>
          </p:cNvPr>
          <p:cNvSpPr>
            <a:spLocks noGrp="1"/>
          </p:cNvSpPr>
          <p:nvPr/>
        </p:nvSpPr>
        <p:spPr>
          <a:xfrm>
            <a:off x="1524000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59" name="object-59">
            <a:extLst>
              <a:ext uri="{FF2B5EF4-FFF2-40B4-BE49-F238E27FC236}">
                <a16:creationId xmlns:a16="http://schemas.microsoft.com/office/drawing/2014/main" id="{F02E3F5F-D94F-447F-AC95-708743986DF7}"/>
              </a:ext>
            </a:extLst>
          </p:cNvPr>
          <p:cNvSpPr>
            <a:spLocks noGrp="1"/>
          </p:cNvSpPr>
          <p:nvPr/>
        </p:nvSpPr>
        <p:spPr>
          <a:xfrm>
            <a:off x="1857375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0" name="object-60">
            <a:extLst>
              <a:ext uri="{FF2B5EF4-FFF2-40B4-BE49-F238E27FC236}">
                <a16:creationId xmlns:a16="http://schemas.microsoft.com/office/drawing/2014/main" id="{1D5852D1-0E1F-47E3-A599-EC2E8E982288}"/>
              </a:ext>
            </a:extLst>
          </p:cNvPr>
          <p:cNvSpPr>
            <a:spLocks noGrp="1"/>
          </p:cNvSpPr>
          <p:nvPr/>
        </p:nvSpPr>
        <p:spPr>
          <a:xfrm>
            <a:off x="2190750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1" name="object-61">
            <a:extLst>
              <a:ext uri="{FF2B5EF4-FFF2-40B4-BE49-F238E27FC236}">
                <a16:creationId xmlns:a16="http://schemas.microsoft.com/office/drawing/2014/main" id="{90C24B34-A2CA-4256-ADB9-C417B435BEE1}"/>
              </a:ext>
            </a:extLst>
          </p:cNvPr>
          <p:cNvSpPr>
            <a:spLocks noGrp="1"/>
          </p:cNvSpPr>
          <p:nvPr/>
        </p:nvSpPr>
        <p:spPr>
          <a:xfrm>
            <a:off x="2524125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2" name="object-62">
            <a:extLst>
              <a:ext uri="{FF2B5EF4-FFF2-40B4-BE49-F238E27FC236}">
                <a16:creationId xmlns:a16="http://schemas.microsoft.com/office/drawing/2014/main" id="{B20DA6F3-3569-46F9-A032-3895A83A176B}"/>
              </a:ext>
            </a:extLst>
          </p:cNvPr>
          <p:cNvSpPr>
            <a:spLocks noGrp="1"/>
          </p:cNvSpPr>
          <p:nvPr/>
        </p:nvSpPr>
        <p:spPr>
          <a:xfrm>
            <a:off x="2857500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3" name="object-63">
            <a:extLst>
              <a:ext uri="{FF2B5EF4-FFF2-40B4-BE49-F238E27FC236}">
                <a16:creationId xmlns:a16="http://schemas.microsoft.com/office/drawing/2014/main" id="{90C7DA95-EA83-4729-84C6-037BECE98734}"/>
              </a:ext>
            </a:extLst>
          </p:cNvPr>
          <p:cNvSpPr>
            <a:spLocks noGrp="1"/>
          </p:cNvSpPr>
          <p:nvPr/>
        </p:nvSpPr>
        <p:spPr>
          <a:xfrm>
            <a:off x="3190875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4" name="object-64">
            <a:extLst>
              <a:ext uri="{FF2B5EF4-FFF2-40B4-BE49-F238E27FC236}">
                <a16:creationId xmlns:a16="http://schemas.microsoft.com/office/drawing/2014/main" id="{289401A6-8C71-436B-99F1-965917E8CB3F}"/>
              </a:ext>
            </a:extLst>
          </p:cNvPr>
          <p:cNvSpPr>
            <a:spLocks noGrp="1"/>
          </p:cNvSpPr>
          <p:nvPr/>
        </p:nvSpPr>
        <p:spPr>
          <a:xfrm>
            <a:off x="3524250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5" name="object-65">
            <a:extLst>
              <a:ext uri="{FF2B5EF4-FFF2-40B4-BE49-F238E27FC236}">
                <a16:creationId xmlns:a16="http://schemas.microsoft.com/office/drawing/2014/main" id="{3D146CCC-4D26-47F4-AABB-FAB3D398BE1F}"/>
              </a:ext>
            </a:extLst>
          </p:cNvPr>
          <p:cNvSpPr>
            <a:spLocks noGrp="1"/>
          </p:cNvSpPr>
          <p:nvPr/>
        </p:nvSpPr>
        <p:spPr>
          <a:xfrm>
            <a:off x="3857625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6" name="object-66">
            <a:extLst>
              <a:ext uri="{FF2B5EF4-FFF2-40B4-BE49-F238E27FC236}">
                <a16:creationId xmlns:a16="http://schemas.microsoft.com/office/drawing/2014/main" id="{F4D2AB9D-78E2-4285-8C9E-A7648D786D97}"/>
              </a:ext>
            </a:extLst>
          </p:cNvPr>
          <p:cNvSpPr>
            <a:spLocks noGrp="1"/>
          </p:cNvSpPr>
          <p:nvPr/>
        </p:nvSpPr>
        <p:spPr>
          <a:xfrm>
            <a:off x="4191000" y="45243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7" name="object-67">
            <a:extLst>
              <a:ext uri="{FF2B5EF4-FFF2-40B4-BE49-F238E27FC236}">
                <a16:creationId xmlns:a16="http://schemas.microsoft.com/office/drawing/2014/main" id="{3CCF34CC-DD5F-4B41-96FA-086B397C7C13}"/>
              </a:ext>
            </a:extLst>
          </p:cNvPr>
          <p:cNvSpPr>
            <a:spLocks noGrp="1"/>
          </p:cNvSpPr>
          <p:nvPr/>
        </p:nvSpPr>
        <p:spPr>
          <a:xfrm>
            <a:off x="1190625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8" name="object-68">
            <a:extLst>
              <a:ext uri="{FF2B5EF4-FFF2-40B4-BE49-F238E27FC236}">
                <a16:creationId xmlns:a16="http://schemas.microsoft.com/office/drawing/2014/main" id="{EA00B855-4F00-4649-A7AA-6B0C1E504C5C}"/>
              </a:ext>
            </a:extLst>
          </p:cNvPr>
          <p:cNvSpPr>
            <a:spLocks noGrp="1"/>
          </p:cNvSpPr>
          <p:nvPr/>
        </p:nvSpPr>
        <p:spPr>
          <a:xfrm>
            <a:off x="1524000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69" name="object-69">
            <a:extLst>
              <a:ext uri="{FF2B5EF4-FFF2-40B4-BE49-F238E27FC236}">
                <a16:creationId xmlns:a16="http://schemas.microsoft.com/office/drawing/2014/main" id="{5114A665-6559-41A5-B2CE-7F1F512BEFD1}"/>
              </a:ext>
            </a:extLst>
          </p:cNvPr>
          <p:cNvSpPr>
            <a:spLocks noGrp="1"/>
          </p:cNvSpPr>
          <p:nvPr/>
        </p:nvSpPr>
        <p:spPr>
          <a:xfrm>
            <a:off x="1857375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0" name="object-70">
            <a:extLst>
              <a:ext uri="{FF2B5EF4-FFF2-40B4-BE49-F238E27FC236}">
                <a16:creationId xmlns:a16="http://schemas.microsoft.com/office/drawing/2014/main" id="{3C836223-BB0B-445D-84EF-FED0FA74AA6C}"/>
              </a:ext>
            </a:extLst>
          </p:cNvPr>
          <p:cNvSpPr>
            <a:spLocks noGrp="1"/>
          </p:cNvSpPr>
          <p:nvPr/>
        </p:nvSpPr>
        <p:spPr>
          <a:xfrm>
            <a:off x="2190750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1" name="object-71">
            <a:extLst>
              <a:ext uri="{FF2B5EF4-FFF2-40B4-BE49-F238E27FC236}">
                <a16:creationId xmlns:a16="http://schemas.microsoft.com/office/drawing/2014/main" id="{F024D099-5824-48C3-8642-FE6954F58243}"/>
              </a:ext>
            </a:extLst>
          </p:cNvPr>
          <p:cNvSpPr>
            <a:spLocks noGrp="1"/>
          </p:cNvSpPr>
          <p:nvPr/>
        </p:nvSpPr>
        <p:spPr>
          <a:xfrm>
            <a:off x="2524125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2" name="object-72">
            <a:extLst>
              <a:ext uri="{FF2B5EF4-FFF2-40B4-BE49-F238E27FC236}">
                <a16:creationId xmlns:a16="http://schemas.microsoft.com/office/drawing/2014/main" id="{CFE1EE95-265E-482F-9AC1-BDE830C53086}"/>
              </a:ext>
            </a:extLst>
          </p:cNvPr>
          <p:cNvSpPr>
            <a:spLocks noGrp="1"/>
          </p:cNvSpPr>
          <p:nvPr/>
        </p:nvSpPr>
        <p:spPr>
          <a:xfrm>
            <a:off x="2857500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3" name="object-73">
            <a:extLst>
              <a:ext uri="{FF2B5EF4-FFF2-40B4-BE49-F238E27FC236}">
                <a16:creationId xmlns:a16="http://schemas.microsoft.com/office/drawing/2014/main" id="{9574AC90-2CB3-4384-B401-5078F1B57761}"/>
              </a:ext>
            </a:extLst>
          </p:cNvPr>
          <p:cNvSpPr>
            <a:spLocks noGrp="1"/>
          </p:cNvSpPr>
          <p:nvPr/>
        </p:nvSpPr>
        <p:spPr>
          <a:xfrm>
            <a:off x="3190875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4" name="object-74">
            <a:extLst>
              <a:ext uri="{FF2B5EF4-FFF2-40B4-BE49-F238E27FC236}">
                <a16:creationId xmlns:a16="http://schemas.microsoft.com/office/drawing/2014/main" id="{A721A4E9-5CAA-4ED1-B8AF-8653D7F0B1EC}"/>
              </a:ext>
            </a:extLst>
          </p:cNvPr>
          <p:cNvSpPr>
            <a:spLocks noGrp="1"/>
          </p:cNvSpPr>
          <p:nvPr/>
        </p:nvSpPr>
        <p:spPr>
          <a:xfrm>
            <a:off x="3524250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5" name="object-75">
            <a:extLst>
              <a:ext uri="{FF2B5EF4-FFF2-40B4-BE49-F238E27FC236}">
                <a16:creationId xmlns:a16="http://schemas.microsoft.com/office/drawing/2014/main" id="{739B4ADC-87F7-4E4C-8E49-C52599C08F21}"/>
              </a:ext>
            </a:extLst>
          </p:cNvPr>
          <p:cNvSpPr>
            <a:spLocks noGrp="1"/>
          </p:cNvSpPr>
          <p:nvPr/>
        </p:nvSpPr>
        <p:spPr>
          <a:xfrm>
            <a:off x="3857625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6" name="object-76">
            <a:extLst>
              <a:ext uri="{FF2B5EF4-FFF2-40B4-BE49-F238E27FC236}">
                <a16:creationId xmlns:a16="http://schemas.microsoft.com/office/drawing/2014/main" id="{21C18B30-631B-437E-AAFA-AD472CE36448}"/>
              </a:ext>
            </a:extLst>
          </p:cNvPr>
          <p:cNvSpPr>
            <a:spLocks noGrp="1"/>
          </p:cNvSpPr>
          <p:nvPr/>
        </p:nvSpPr>
        <p:spPr>
          <a:xfrm>
            <a:off x="4191000" y="485775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7" name="object-77">
            <a:extLst>
              <a:ext uri="{FF2B5EF4-FFF2-40B4-BE49-F238E27FC236}">
                <a16:creationId xmlns:a16="http://schemas.microsoft.com/office/drawing/2014/main" id="{B468CE0B-F2B4-4179-A30C-5B206B38494E}"/>
              </a:ext>
            </a:extLst>
          </p:cNvPr>
          <p:cNvSpPr>
            <a:spLocks noGrp="1"/>
          </p:cNvSpPr>
          <p:nvPr/>
        </p:nvSpPr>
        <p:spPr>
          <a:xfrm>
            <a:off x="1190625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8" name="object-78">
            <a:extLst>
              <a:ext uri="{FF2B5EF4-FFF2-40B4-BE49-F238E27FC236}">
                <a16:creationId xmlns:a16="http://schemas.microsoft.com/office/drawing/2014/main" id="{951BD8B3-317D-4CE6-AC93-AEEE7A73EFA5}"/>
              </a:ext>
            </a:extLst>
          </p:cNvPr>
          <p:cNvSpPr>
            <a:spLocks noGrp="1"/>
          </p:cNvSpPr>
          <p:nvPr/>
        </p:nvSpPr>
        <p:spPr>
          <a:xfrm>
            <a:off x="1524000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79" name="object-79">
            <a:extLst>
              <a:ext uri="{FF2B5EF4-FFF2-40B4-BE49-F238E27FC236}">
                <a16:creationId xmlns:a16="http://schemas.microsoft.com/office/drawing/2014/main" id="{C1A7D892-83A4-4821-AB73-535C28ABBE09}"/>
              </a:ext>
            </a:extLst>
          </p:cNvPr>
          <p:cNvSpPr>
            <a:spLocks noGrp="1"/>
          </p:cNvSpPr>
          <p:nvPr/>
        </p:nvSpPr>
        <p:spPr>
          <a:xfrm>
            <a:off x="1857375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0" name="object-80">
            <a:extLst>
              <a:ext uri="{FF2B5EF4-FFF2-40B4-BE49-F238E27FC236}">
                <a16:creationId xmlns:a16="http://schemas.microsoft.com/office/drawing/2014/main" id="{9C254225-C9CA-414D-BF88-2614C1455532}"/>
              </a:ext>
            </a:extLst>
          </p:cNvPr>
          <p:cNvSpPr>
            <a:spLocks noGrp="1"/>
          </p:cNvSpPr>
          <p:nvPr/>
        </p:nvSpPr>
        <p:spPr>
          <a:xfrm>
            <a:off x="2190750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1" name="object-81">
            <a:extLst>
              <a:ext uri="{FF2B5EF4-FFF2-40B4-BE49-F238E27FC236}">
                <a16:creationId xmlns:a16="http://schemas.microsoft.com/office/drawing/2014/main" id="{66A6B2C1-0D4F-4940-82B9-B5C7C8787C86}"/>
              </a:ext>
            </a:extLst>
          </p:cNvPr>
          <p:cNvSpPr>
            <a:spLocks noGrp="1"/>
          </p:cNvSpPr>
          <p:nvPr/>
        </p:nvSpPr>
        <p:spPr>
          <a:xfrm>
            <a:off x="2524125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2" name="object-82">
            <a:extLst>
              <a:ext uri="{FF2B5EF4-FFF2-40B4-BE49-F238E27FC236}">
                <a16:creationId xmlns:a16="http://schemas.microsoft.com/office/drawing/2014/main" id="{11E49CBA-DFBD-4B60-8853-E98A87777F66}"/>
              </a:ext>
            </a:extLst>
          </p:cNvPr>
          <p:cNvSpPr>
            <a:spLocks noGrp="1"/>
          </p:cNvSpPr>
          <p:nvPr/>
        </p:nvSpPr>
        <p:spPr>
          <a:xfrm>
            <a:off x="2857500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3" name="object-83">
            <a:extLst>
              <a:ext uri="{FF2B5EF4-FFF2-40B4-BE49-F238E27FC236}">
                <a16:creationId xmlns:a16="http://schemas.microsoft.com/office/drawing/2014/main" id="{075296D2-593F-4D74-BC00-8669BC18193E}"/>
              </a:ext>
            </a:extLst>
          </p:cNvPr>
          <p:cNvSpPr>
            <a:spLocks noGrp="1"/>
          </p:cNvSpPr>
          <p:nvPr/>
        </p:nvSpPr>
        <p:spPr>
          <a:xfrm>
            <a:off x="3190875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4" name="object-84">
            <a:extLst>
              <a:ext uri="{FF2B5EF4-FFF2-40B4-BE49-F238E27FC236}">
                <a16:creationId xmlns:a16="http://schemas.microsoft.com/office/drawing/2014/main" id="{FD000867-F29B-48D5-8E73-61C48A62F235}"/>
              </a:ext>
            </a:extLst>
          </p:cNvPr>
          <p:cNvSpPr>
            <a:spLocks noGrp="1"/>
          </p:cNvSpPr>
          <p:nvPr/>
        </p:nvSpPr>
        <p:spPr>
          <a:xfrm>
            <a:off x="3524250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5" name="object-85">
            <a:extLst>
              <a:ext uri="{FF2B5EF4-FFF2-40B4-BE49-F238E27FC236}">
                <a16:creationId xmlns:a16="http://schemas.microsoft.com/office/drawing/2014/main" id="{FE704AFB-B97F-4F1A-99F9-E2568276D933}"/>
              </a:ext>
            </a:extLst>
          </p:cNvPr>
          <p:cNvSpPr>
            <a:spLocks noGrp="1"/>
          </p:cNvSpPr>
          <p:nvPr/>
        </p:nvSpPr>
        <p:spPr>
          <a:xfrm>
            <a:off x="3857625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6" name="object-86">
            <a:extLst>
              <a:ext uri="{FF2B5EF4-FFF2-40B4-BE49-F238E27FC236}">
                <a16:creationId xmlns:a16="http://schemas.microsoft.com/office/drawing/2014/main" id="{BC806389-A65F-485F-BB20-F13516B9E3BA}"/>
              </a:ext>
            </a:extLst>
          </p:cNvPr>
          <p:cNvSpPr>
            <a:spLocks noGrp="1"/>
          </p:cNvSpPr>
          <p:nvPr/>
        </p:nvSpPr>
        <p:spPr>
          <a:xfrm>
            <a:off x="4191000" y="519112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7" name="object-87">
            <a:extLst>
              <a:ext uri="{FF2B5EF4-FFF2-40B4-BE49-F238E27FC236}">
                <a16:creationId xmlns:a16="http://schemas.microsoft.com/office/drawing/2014/main" id="{01D81084-A6AB-44E8-9992-59F066A6573E}"/>
              </a:ext>
            </a:extLst>
          </p:cNvPr>
          <p:cNvSpPr>
            <a:spLocks noGrp="1"/>
          </p:cNvSpPr>
          <p:nvPr/>
        </p:nvSpPr>
        <p:spPr>
          <a:xfrm>
            <a:off x="1190625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8" name="object-88">
            <a:extLst>
              <a:ext uri="{FF2B5EF4-FFF2-40B4-BE49-F238E27FC236}">
                <a16:creationId xmlns:a16="http://schemas.microsoft.com/office/drawing/2014/main" id="{1A50BAD4-E06A-46CA-A3A0-8D17CA35A3EE}"/>
              </a:ext>
            </a:extLst>
          </p:cNvPr>
          <p:cNvSpPr>
            <a:spLocks noGrp="1"/>
          </p:cNvSpPr>
          <p:nvPr/>
        </p:nvSpPr>
        <p:spPr>
          <a:xfrm>
            <a:off x="1524000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89" name="object-89">
            <a:extLst>
              <a:ext uri="{FF2B5EF4-FFF2-40B4-BE49-F238E27FC236}">
                <a16:creationId xmlns:a16="http://schemas.microsoft.com/office/drawing/2014/main" id="{FFD5ADB6-053A-426C-86A6-6F15BF6393AC}"/>
              </a:ext>
            </a:extLst>
          </p:cNvPr>
          <p:cNvSpPr>
            <a:spLocks noGrp="1"/>
          </p:cNvSpPr>
          <p:nvPr/>
        </p:nvSpPr>
        <p:spPr>
          <a:xfrm>
            <a:off x="1857375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0" name="object-90">
            <a:extLst>
              <a:ext uri="{FF2B5EF4-FFF2-40B4-BE49-F238E27FC236}">
                <a16:creationId xmlns:a16="http://schemas.microsoft.com/office/drawing/2014/main" id="{BC430940-7DB7-48A5-8B06-701314FCE90B}"/>
              </a:ext>
            </a:extLst>
          </p:cNvPr>
          <p:cNvSpPr>
            <a:spLocks noGrp="1"/>
          </p:cNvSpPr>
          <p:nvPr/>
        </p:nvSpPr>
        <p:spPr>
          <a:xfrm>
            <a:off x="2190750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1" name="object-91">
            <a:extLst>
              <a:ext uri="{FF2B5EF4-FFF2-40B4-BE49-F238E27FC236}">
                <a16:creationId xmlns:a16="http://schemas.microsoft.com/office/drawing/2014/main" id="{B8F6FF5C-CCB2-4960-93ED-1B54391A709D}"/>
              </a:ext>
            </a:extLst>
          </p:cNvPr>
          <p:cNvSpPr>
            <a:spLocks noGrp="1"/>
          </p:cNvSpPr>
          <p:nvPr/>
        </p:nvSpPr>
        <p:spPr>
          <a:xfrm>
            <a:off x="2524125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2" name="object-92">
            <a:extLst>
              <a:ext uri="{FF2B5EF4-FFF2-40B4-BE49-F238E27FC236}">
                <a16:creationId xmlns:a16="http://schemas.microsoft.com/office/drawing/2014/main" id="{BB88222A-16CB-427E-843B-22B48A87A6FF}"/>
              </a:ext>
            </a:extLst>
          </p:cNvPr>
          <p:cNvSpPr>
            <a:spLocks noGrp="1"/>
          </p:cNvSpPr>
          <p:nvPr/>
        </p:nvSpPr>
        <p:spPr>
          <a:xfrm>
            <a:off x="2857500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3" name="object-93">
            <a:extLst>
              <a:ext uri="{FF2B5EF4-FFF2-40B4-BE49-F238E27FC236}">
                <a16:creationId xmlns:a16="http://schemas.microsoft.com/office/drawing/2014/main" id="{22BA0A92-80F5-487C-81C6-937BD43D4E63}"/>
              </a:ext>
            </a:extLst>
          </p:cNvPr>
          <p:cNvSpPr>
            <a:spLocks noGrp="1"/>
          </p:cNvSpPr>
          <p:nvPr/>
        </p:nvSpPr>
        <p:spPr>
          <a:xfrm>
            <a:off x="3190875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4" name="object-94">
            <a:extLst>
              <a:ext uri="{FF2B5EF4-FFF2-40B4-BE49-F238E27FC236}">
                <a16:creationId xmlns:a16="http://schemas.microsoft.com/office/drawing/2014/main" id="{B5489F82-2495-45B3-B36A-D07A93D60C35}"/>
              </a:ext>
            </a:extLst>
          </p:cNvPr>
          <p:cNvSpPr>
            <a:spLocks noGrp="1"/>
          </p:cNvSpPr>
          <p:nvPr/>
        </p:nvSpPr>
        <p:spPr>
          <a:xfrm>
            <a:off x="3524250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5" name="object-95">
            <a:extLst>
              <a:ext uri="{FF2B5EF4-FFF2-40B4-BE49-F238E27FC236}">
                <a16:creationId xmlns:a16="http://schemas.microsoft.com/office/drawing/2014/main" id="{A7348510-2B9B-4031-AA07-46E2149A26AF}"/>
              </a:ext>
            </a:extLst>
          </p:cNvPr>
          <p:cNvSpPr>
            <a:spLocks noGrp="1"/>
          </p:cNvSpPr>
          <p:nvPr/>
        </p:nvSpPr>
        <p:spPr>
          <a:xfrm>
            <a:off x="3857625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6" name="object-96">
            <a:extLst>
              <a:ext uri="{FF2B5EF4-FFF2-40B4-BE49-F238E27FC236}">
                <a16:creationId xmlns:a16="http://schemas.microsoft.com/office/drawing/2014/main" id="{B092F770-0C5B-4F0E-B4A0-DEF7E68C5930}"/>
              </a:ext>
            </a:extLst>
          </p:cNvPr>
          <p:cNvSpPr>
            <a:spLocks noGrp="1"/>
          </p:cNvSpPr>
          <p:nvPr/>
        </p:nvSpPr>
        <p:spPr>
          <a:xfrm>
            <a:off x="4191000" y="5524500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7" name="object-97">
            <a:extLst>
              <a:ext uri="{FF2B5EF4-FFF2-40B4-BE49-F238E27FC236}">
                <a16:creationId xmlns:a16="http://schemas.microsoft.com/office/drawing/2014/main" id="{BB332CE7-D9BA-49B7-A2F5-CAFE9FBE0110}"/>
              </a:ext>
            </a:extLst>
          </p:cNvPr>
          <p:cNvSpPr>
            <a:spLocks noGrp="1"/>
          </p:cNvSpPr>
          <p:nvPr/>
        </p:nvSpPr>
        <p:spPr>
          <a:xfrm>
            <a:off x="1190625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8" name="object-98">
            <a:extLst>
              <a:ext uri="{FF2B5EF4-FFF2-40B4-BE49-F238E27FC236}">
                <a16:creationId xmlns:a16="http://schemas.microsoft.com/office/drawing/2014/main" id="{69687461-8B05-435A-BE6F-EC06CDED1341}"/>
              </a:ext>
            </a:extLst>
          </p:cNvPr>
          <p:cNvSpPr>
            <a:spLocks noGrp="1"/>
          </p:cNvSpPr>
          <p:nvPr/>
        </p:nvSpPr>
        <p:spPr>
          <a:xfrm>
            <a:off x="1524000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99" name="object-99">
            <a:extLst>
              <a:ext uri="{FF2B5EF4-FFF2-40B4-BE49-F238E27FC236}">
                <a16:creationId xmlns:a16="http://schemas.microsoft.com/office/drawing/2014/main" id="{196D5851-28FD-4713-9ABE-20DD8FFF6026}"/>
              </a:ext>
            </a:extLst>
          </p:cNvPr>
          <p:cNvSpPr>
            <a:spLocks noGrp="1"/>
          </p:cNvSpPr>
          <p:nvPr/>
        </p:nvSpPr>
        <p:spPr>
          <a:xfrm>
            <a:off x="1857375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100" name="object-100">
            <a:extLst>
              <a:ext uri="{FF2B5EF4-FFF2-40B4-BE49-F238E27FC236}">
                <a16:creationId xmlns:a16="http://schemas.microsoft.com/office/drawing/2014/main" id="{9467B405-193C-42F1-80DF-6128012472DF}"/>
              </a:ext>
            </a:extLst>
          </p:cNvPr>
          <p:cNvSpPr>
            <a:spLocks noGrp="1"/>
          </p:cNvSpPr>
          <p:nvPr/>
        </p:nvSpPr>
        <p:spPr>
          <a:xfrm>
            <a:off x="2190750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101" name="object-101">
            <a:extLst>
              <a:ext uri="{FF2B5EF4-FFF2-40B4-BE49-F238E27FC236}">
                <a16:creationId xmlns:a16="http://schemas.microsoft.com/office/drawing/2014/main" id="{22DAA323-966F-4955-9C78-41108BDEF0E1}"/>
              </a:ext>
            </a:extLst>
          </p:cNvPr>
          <p:cNvSpPr>
            <a:spLocks noGrp="1"/>
          </p:cNvSpPr>
          <p:nvPr/>
        </p:nvSpPr>
        <p:spPr>
          <a:xfrm>
            <a:off x="2524125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102" name="object-102">
            <a:extLst>
              <a:ext uri="{FF2B5EF4-FFF2-40B4-BE49-F238E27FC236}">
                <a16:creationId xmlns:a16="http://schemas.microsoft.com/office/drawing/2014/main" id="{21A0157A-59CE-4325-886A-C169D5EABBBA}"/>
              </a:ext>
            </a:extLst>
          </p:cNvPr>
          <p:cNvSpPr>
            <a:spLocks noGrp="1"/>
          </p:cNvSpPr>
          <p:nvPr/>
        </p:nvSpPr>
        <p:spPr>
          <a:xfrm>
            <a:off x="2857500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103" name="object-103">
            <a:extLst>
              <a:ext uri="{FF2B5EF4-FFF2-40B4-BE49-F238E27FC236}">
                <a16:creationId xmlns:a16="http://schemas.microsoft.com/office/drawing/2014/main" id="{29B353FA-DD08-4A46-82F2-668D92B8B697}"/>
              </a:ext>
            </a:extLst>
          </p:cNvPr>
          <p:cNvSpPr>
            <a:spLocks noGrp="1"/>
          </p:cNvSpPr>
          <p:nvPr/>
        </p:nvSpPr>
        <p:spPr>
          <a:xfrm>
            <a:off x="3190875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104" name="object-104">
            <a:extLst>
              <a:ext uri="{FF2B5EF4-FFF2-40B4-BE49-F238E27FC236}">
                <a16:creationId xmlns:a16="http://schemas.microsoft.com/office/drawing/2014/main" id="{1D5DBB8A-EF45-4665-98E5-309CB21804F2}"/>
              </a:ext>
            </a:extLst>
          </p:cNvPr>
          <p:cNvSpPr>
            <a:spLocks noGrp="1"/>
          </p:cNvSpPr>
          <p:nvPr/>
        </p:nvSpPr>
        <p:spPr>
          <a:xfrm>
            <a:off x="3524250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105" name="object-105">
            <a:extLst>
              <a:ext uri="{FF2B5EF4-FFF2-40B4-BE49-F238E27FC236}">
                <a16:creationId xmlns:a16="http://schemas.microsoft.com/office/drawing/2014/main" id="{B33848F5-D080-4FF6-8B05-D7B3B8B0C9FD}"/>
              </a:ext>
            </a:extLst>
          </p:cNvPr>
          <p:cNvSpPr>
            <a:spLocks noGrp="1"/>
          </p:cNvSpPr>
          <p:nvPr/>
        </p:nvSpPr>
        <p:spPr>
          <a:xfrm>
            <a:off x="3857625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106" name="object-106">
            <a:extLst>
              <a:ext uri="{FF2B5EF4-FFF2-40B4-BE49-F238E27FC236}">
                <a16:creationId xmlns:a16="http://schemas.microsoft.com/office/drawing/2014/main" id="{6BC23FDE-9E7C-4025-AB52-A8157C630223}"/>
              </a:ext>
            </a:extLst>
          </p:cNvPr>
          <p:cNvSpPr>
            <a:spLocks noGrp="1"/>
          </p:cNvSpPr>
          <p:nvPr/>
        </p:nvSpPr>
        <p:spPr>
          <a:xfrm>
            <a:off x="4191000" y="5857875"/>
            <a:ext cx="333375" cy="333375"/>
          </a:xfrm>
          <a:prstGeom prst="rect">
            <a:avLst/>
          </a:prstGeom>
          <a:solidFill>
            <a:srgbClr val="FFFFFF"/>
          </a:solidFill>
          <a:ln w="11906">
            <a:solidFill>
              <a:srgbClr val="BCD0EA"/>
            </a:solidFill>
          </a:ln>
        </p:spPr>
      </p:sp>
      <p:sp>
        <p:nvSpPr>
          <p:cNvPr id="107" name="object-107">
            <a:extLst>
              <a:ext uri="{FF2B5EF4-FFF2-40B4-BE49-F238E27FC236}">
                <a16:creationId xmlns:a16="http://schemas.microsoft.com/office/drawing/2014/main" id="{7531BB5A-68CD-4166-A4AA-7DECAE1CAC09}"/>
              </a:ext>
            </a:extLst>
          </p:cNvPr>
          <p:cNvSpPr>
            <a:spLocks noGrp="1"/>
          </p:cNvSpPr>
          <p:nvPr/>
        </p:nvSpPr>
        <p:spPr>
          <a:xfrm>
            <a:off x="6310313" y="3274219"/>
            <a:ext cx="1547813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50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50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108" name="object-108">
            <a:extLst>
              <a:ext uri="{FF2B5EF4-FFF2-40B4-BE49-F238E27FC236}">
                <a16:creationId xmlns:a16="http://schemas.microsoft.com/office/drawing/2014/main" id="{E4DF1136-9988-454D-BE1A-845D0197B44C}"/>
              </a:ext>
            </a:extLst>
          </p:cNvPr>
          <p:cNvSpPr>
            <a:spLocks noGrp="1"/>
          </p:cNvSpPr>
          <p:nvPr/>
        </p:nvSpPr>
        <p:spPr>
          <a:xfrm>
            <a:off x="6310313" y="4131469"/>
            <a:ext cx="1547813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09" name="object-109">
            <a:extLst>
              <a:ext uri="{FF2B5EF4-FFF2-40B4-BE49-F238E27FC236}">
                <a16:creationId xmlns:a16="http://schemas.microsoft.com/office/drawing/2014/main" id="{63DAC0D6-2895-4F0A-9A02-EA9FDDD0E660}"/>
              </a:ext>
            </a:extLst>
          </p:cNvPr>
          <p:cNvSpPr>
            <a:spLocks noGrp="1"/>
          </p:cNvSpPr>
          <p:nvPr/>
        </p:nvSpPr>
        <p:spPr>
          <a:xfrm>
            <a:off x="6310313" y="4226719"/>
            <a:ext cx="1547813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50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50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10" name="object-110">
            <a:extLst>
              <a:ext uri="{FF2B5EF4-FFF2-40B4-BE49-F238E27FC236}">
                <a16:creationId xmlns:a16="http://schemas.microsoft.com/office/drawing/2014/main" id="{C60091EA-CE1F-42CC-818A-E0E5FD97A811}"/>
              </a:ext>
            </a:extLst>
          </p:cNvPr>
          <p:cNvSpPr>
            <a:spLocks noGrp="1"/>
          </p:cNvSpPr>
          <p:nvPr/>
        </p:nvSpPr>
        <p:spPr>
          <a:xfrm>
            <a:off x="8512969" y="3810000"/>
            <a:ext cx="7143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11" name="object-111">
            <a:extLst>
              <a:ext uri="{FF2B5EF4-FFF2-40B4-BE49-F238E27FC236}">
                <a16:creationId xmlns:a16="http://schemas.microsoft.com/office/drawing/2014/main" id="{66BD1059-2D04-46B1-A544-751686361B95}"/>
              </a:ext>
            </a:extLst>
          </p:cNvPr>
          <p:cNvSpPr>
            <a:spLocks noGrp="1"/>
          </p:cNvSpPr>
          <p:nvPr/>
        </p:nvSpPr>
        <p:spPr>
          <a:xfrm>
            <a:off x="10001250" y="2917031"/>
            <a:ext cx="3571875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506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506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0.38</a:t>
            </a:r>
          </a:p>
        </p:txBody>
      </p:sp>
      <p:sp>
        <p:nvSpPr>
          <p:cNvPr id="112" name="object-112">
            <a:extLst>
              <a:ext uri="{FF2B5EF4-FFF2-40B4-BE49-F238E27FC236}">
                <a16:creationId xmlns:a16="http://schemas.microsoft.com/office/drawing/2014/main" id="{86C97204-8BD3-4251-83D0-1FCBCC269886}"/>
              </a:ext>
            </a:extLst>
          </p:cNvPr>
          <p:cNvSpPr>
            <a:spLocks noGrp="1"/>
          </p:cNvSpPr>
          <p:nvPr/>
        </p:nvSpPr>
        <p:spPr>
          <a:xfrm>
            <a:off x="10001250" y="5238750"/>
            <a:ext cx="3571875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506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506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38%</a:t>
            </a:r>
          </a:p>
        </p:txBody>
      </p:sp>
      <p:sp>
        <p:nvSpPr>
          <p:cNvPr id="113" name="object-113">
            <a:extLst>
              <a:ext uri="{FF2B5EF4-FFF2-40B4-BE49-F238E27FC236}">
                <a16:creationId xmlns:a16="http://schemas.microsoft.com/office/drawing/2014/main" id="{4776A512-D3ED-4596-B58A-20D8C2C2F85B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38/100 = 0.38 = 38%</a:t>
            </a:r>
          </a:p>
        </p:txBody>
      </p:sp>
    </p:spTree>
    <p:extLst>
      <p:ext uri="{BB962C8B-B14F-4D97-AF65-F5344CB8AC3E}">
        <p14:creationId xmlns:p14="http://schemas.microsoft.com/office/powerpoint/2010/main" val="68269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4861111 E" pathEditMode="relative" ptsTypes="">
                                      <p:cBhvr>
                                        <p:cTn id="97" dur="8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/>
      <p:bldP spid="109" grpId="0"/>
      <p:bldP spid="110" grpId="0"/>
      <p:bldP spid="111" grpId="0"/>
      <p:bldP spid="111" grpId="1"/>
      <p:bldP spid="112" grpId="0"/>
      <p:bldP spid="1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DF41F608-80D4-47CB-9241-15431DFC2003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9BCEB352-2B8B-4D4D-A229-A04F93CDEDF9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85C100C3-421D-4082-8836-5D891C9CCC23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B05F3BB4-CA77-46FB-96C6-A8A5FCD19B58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49CC1563-4E1C-4956-91C2-721BC623E5D5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Convert percentages to fractions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92299ABD-E93E-48E9-A0F0-0B71546722C9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F96E5F67-EDDC-4799-AD44-41A2BB381A69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1A768CAA-006D-40A7-AFBA-34FE098792DF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35% as a fraction in simplest form.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E537329D-C040-42CE-A68F-8FA2BF5C8865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148F3992-0026-481D-B098-0158DB77DC10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Order 3/5, 0.58 and 62% from least to greatest.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43715DC9-29FD-4C41-9583-AC11D7C1CED8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A8EEC438-A83F-42C8-A561-97B8352C4E99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Complete: 9/25 = __ = __%.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26085C15-97ED-4F70-ADD1-61F46F02CC8D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4A217508-4A7C-4619-8A7F-BC964AF88FC8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Write 35% as a fraction in simplest form.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85801F0B-3F8F-4FDD-97D3-15829C0F93A2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667BC5EA-3F30-41C9-8FB0-654DDEB91477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Order 3/5, 0.58 and 62% from least to greatest.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00ACF6FA-8388-42D9-915F-0C824C79B3BC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7158CB8E-E8AB-48C1-84F9-5D9F2DB6F2D1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Complete: 9/25 = __ = __%.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855D0752-8467-4E56-84E8-5457BFE43700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B3362307-71B1-4C91-9BA3-4D69D15576F5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Prove or explain your reasoning: Write 7/20 as a decimal.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EDA8456B-17B5-44BD-9EAD-FBD3C54DDDCC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9F488E3C-5A3C-49BC-8513-7FC8295EF6A5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moves the decimal point without considering the value.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E4EEE03D-AFF3-4516-AEAB-8168FB28EFCF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5F90D636-54EC-4C49-8311-D206A43C4314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01293201-3E36-4FAC-80F1-0D402B0F8144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9192DC76-F92B-4256-8DD8-8042F8640440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Complete: 9/25 = __ = __%.</a:t>
            </a:r>
          </a:p>
        </p:txBody>
      </p:sp>
    </p:spTree>
    <p:extLst>
      <p:ext uri="{BB962C8B-B14F-4D97-AF65-F5344CB8AC3E}">
        <p14:creationId xmlns:p14="http://schemas.microsoft.com/office/powerpoint/2010/main" val="2134514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3368F2A1-894D-4E58-A67B-BD0A49814276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4CFB108C-EF30-48A4-A5FA-EAB16F4C3F40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F50FB8BA-9BEB-4F29-8DA3-DFCAAED36E3C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6FCF9B4D-C982-490F-8C69-49E22A5CC4AB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Convert percentages to fractions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B3A298AF-A692-47A7-AA27-8D5CBB7A4E49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29A7F0AF-BCB4-4BD1-8045-AE2C28BCA364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8E78BC89-9C01-4FA2-9FFD-DBEA88C815B5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7/20.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9A98D1D0-2329-45EE-8CDA-F8105B1FF8C5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54DC8C0C-B867-4C75-8542-2D29B4070E1C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0.58, 3/5, 62%.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C1F3B3D7-B04B-4907-A574-4B9B892DBC6B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5ABE4F5D-7AF7-4442-9E40-E49C9C082383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0.36 and 36%.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C68DDAC5-5044-462A-B569-4C9904082029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A30AD681-040C-4838-9336-66A5EA595F51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7/20.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ACCA6FDB-4867-472B-900B-1CD925F40A70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FAFAE729-888A-48E5-9DEB-3CC41414A1A8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0.58, 3/5, 62%.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D561BCBB-A470-4AEE-AA5A-2667A48E3344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335694BD-637C-4AED-AC19-4EA96BD4F77A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0.36 and 36%.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B38810CE-8153-49D5-A493-C245BD2420C4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2B01915A-55E2-4738-BC4E-600521AD94A0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0.35. The explanation must show why the method works.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8634B105-AE80-45D8-8F75-C9BA851BE259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97A559FC-C581-4342-9272-809CDB46AFFC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Use a hundred-square model or multiplication and division by 100, then check against a known benchmark.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7AE514B3-B224-4073-AA38-ED9C8C0172FC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63A56325-B169-460B-A02F-61BA7B2A349B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F11F93B3-F177-4D3B-B694-B6807FF352A5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B5EEF4AC-4722-4F97-BE7E-BE80E1E24683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94238758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888</Words>
  <Application>Microsoft Office PowerPoint</Application>
  <DocSecurity>0</DocSecurity>
  <PresentationFormat>Custom</PresentationFormat>
  <Paragraphs>110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2026-09-14T13:14:28Z</dcterms:created>
  <dcterms:modified xsi:type="dcterms:W3CDTF">2026-09-14T13:16:09Z</dcterms:modified>
</cp:coreProperties>
</file>