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51fddafc364f01" /><Relationship Type="http://schemas.openxmlformats.org/officeDocument/2006/relationships/extended-properties" Target="/docProps/app.xml" Id="R6eeffaa33f1e4f80" /><Relationship Type="http://schemas.openxmlformats.org/officeDocument/2006/relationships/officeDocument" Target="/ppt/presentation.xml" Id="R274d652698424b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fe7f1e2cd84cc1"/>
  </p:sldMasterIdLst>
  <p:notesMasterIdLst>
    <p:notesMasterId xmlns:r="http://schemas.openxmlformats.org/officeDocument/2006/relationships" r:id="R636086fbc2be4511"/>
  </p:notesMasterIdLst>
  <p:sldIdLst>
    <p:sldId xmlns:r="http://schemas.openxmlformats.org/officeDocument/2006/relationships" id="256" r:id="R9280f138aaca46d7"/>
    <p:sldId xmlns:r="http://schemas.openxmlformats.org/officeDocument/2006/relationships" id="257" r:id="Rf52e3d2c6f794b90"/>
    <p:sldId xmlns:r="http://schemas.openxmlformats.org/officeDocument/2006/relationships" id="258" r:id="R25f1e889c83d403d"/>
    <p:sldId xmlns:r="http://schemas.openxmlformats.org/officeDocument/2006/relationships" id="259" r:id="R40f273f436d54fbf"/>
    <p:sldId xmlns:r="http://schemas.openxmlformats.org/officeDocument/2006/relationships" id="260" r:id="Rd263b8a26b5745f6"/>
    <p:sldId xmlns:r="http://schemas.openxmlformats.org/officeDocument/2006/relationships" id="261" r:id="R5e1dd86731c34b78"/>
    <p:sldId xmlns:r="http://schemas.openxmlformats.org/officeDocument/2006/relationships" id="262" r:id="Rcd6d4a11b1324427"/>
    <p:sldId xmlns:r="http://schemas.openxmlformats.org/officeDocument/2006/relationships" id="263" r:id="Rc6d727044106499f"/>
    <p:sldId xmlns:r="http://schemas.openxmlformats.org/officeDocument/2006/relationships" id="264" r:id="R417012292b1b44d5"/>
    <p:sldId xmlns:r="http://schemas.openxmlformats.org/officeDocument/2006/relationships" id="265" r:id="R7851dbcdbf4e42dd"/>
    <p:sldId xmlns:r="http://schemas.openxmlformats.org/officeDocument/2006/relationships" id="266" r:id="R823eb97c9afc475e"/>
    <p:sldId xmlns:r="http://schemas.openxmlformats.org/officeDocument/2006/relationships" id="267" r:id="Rf150598ebcaf4b0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b2d8bfbaf34302" /><Relationship Type="http://schemas.openxmlformats.org/officeDocument/2006/relationships/slideMaster" Target="/ppt/slideMasters/slideMaster1.xml" Id="Rc9fe7f1e2cd84cc1" /><Relationship Type="http://schemas.openxmlformats.org/officeDocument/2006/relationships/notesMaster" Target="/ppt/notesMasters/notesMaster1.xml" Id="R636086fbc2be4511" /><Relationship Type="http://schemas.openxmlformats.org/officeDocument/2006/relationships/presProps" Target="/ppt/presProps.xml" Id="R734e4eb4ba434bd0" /><Relationship Type="http://schemas.openxmlformats.org/officeDocument/2006/relationships/tableStyles" Target="/ppt/tableStyles.xml" Id="R355929eece71441d" /><Relationship Type="http://schemas.openxmlformats.org/officeDocument/2006/relationships/slide" Target="/ppt/slides/slide1.xml" Id="R9280f138aaca46d7" /><Relationship Type="http://schemas.openxmlformats.org/officeDocument/2006/relationships/slide" Target="/ppt/slides/slide2.xml" Id="Rf52e3d2c6f794b90" /><Relationship Type="http://schemas.openxmlformats.org/officeDocument/2006/relationships/slide" Target="/ppt/slides/slide3.xml" Id="R25f1e889c83d403d" /><Relationship Type="http://schemas.openxmlformats.org/officeDocument/2006/relationships/slide" Target="/ppt/slides/slide4.xml" Id="R40f273f436d54fbf" /><Relationship Type="http://schemas.openxmlformats.org/officeDocument/2006/relationships/slide" Target="/ppt/slides/slide5.xml" Id="Rd263b8a26b5745f6" /><Relationship Type="http://schemas.openxmlformats.org/officeDocument/2006/relationships/slide" Target="/ppt/slides/slide6.xml" Id="R5e1dd86731c34b78" /><Relationship Type="http://schemas.openxmlformats.org/officeDocument/2006/relationships/slide" Target="/ppt/slides/slide7.xml" Id="Rcd6d4a11b1324427" /><Relationship Type="http://schemas.openxmlformats.org/officeDocument/2006/relationships/slide" Target="/ppt/slides/slide8.xml" Id="Rc6d727044106499f" /><Relationship Type="http://schemas.openxmlformats.org/officeDocument/2006/relationships/slide" Target="/ppt/slides/slide9.xml" Id="R417012292b1b44d5" /><Relationship Type="http://schemas.openxmlformats.org/officeDocument/2006/relationships/slide" Target="/ppt/slides/slide10.xml" Id="R7851dbcdbf4e42dd" /><Relationship Type="http://schemas.openxmlformats.org/officeDocument/2006/relationships/slide" Target="/ppt/slides/slide11.xml" Id="R823eb97c9afc475e" /><Relationship Type="http://schemas.openxmlformats.org/officeDocument/2006/relationships/slide" Target="/ppt/slides/slide12.xml" Id="Rf150598ebcaf4b0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e01fe3a98c488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d881fe567e40eb" /><Relationship Type="http://schemas.openxmlformats.org/officeDocument/2006/relationships/notesMaster" Target="/ppt/notesMasters/notesMaster1.xml" Id="R538ac5206aae42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0345819fb9f4096" /><Relationship Type="http://schemas.openxmlformats.org/officeDocument/2006/relationships/notesMaster" Target="/ppt/notesMasters/notesMaster1.xml" Id="R08cf5441a7bc46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d204d7e2e54e31" /><Relationship Type="http://schemas.openxmlformats.org/officeDocument/2006/relationships/notesMaster" Target="/ppt/notesMasters/notesMaster1.xml" Id="Rbe5d27ee0bec481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d5039b464944f2" /><Relationship Type="http://schemas.openxmlformats.org/officeDocument/2006/relationships/notesMaster" Target="/ppt/notesMasters/notesMaster1.xml" Id="R3ecd769f0f7b40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a2920b26aae4e76" /><Relationship Type="http://schemas.openxmlformats.org/officeDocument/2006/relationships/notesMaster" Target="/ppt/notesMasters/notesMaster1.xml" Id="Ra04035d841e64be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5e048e7ae754759" /><Relationship Type="http://schemas.openxmlformats.org/officeDocument/2006/relationships/notesMaster" Target="/ppt/notesMasters/notesMaster1.xml" Id="R0156adb7bedc45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5f0c06300964ea1" /><Relationship Type="http://schemas.openxmlformats.org/officeDocument/2006/relationships/notesMaster" Target="/ppt/notesMasters/notesMaster1.xml" Id="R5496e9870109442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5cf6d5866af451b" /><Relationship Type="http://schemas.openxmlformats.org/officeDocument/2006/relationships/notesMaster" Target="/ppt/notesMasters/notesMaster1.xml" Id="R0525eb8351cf462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71bd3223ec648b3" /><Relationship Type="http://schemas.openxmlformats.org/officeDocument/2006/relationships/notesMaster" Target="/ppt/notesMasters/notesMaster1.xml" Id="Rd402b49aede94bd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60eb6cdcb154a0a" /><Relationship Type="http://schemas.openxmlformats.org/officeDocument/2006/relationships/notesMaster" Target="/ppt/notesMasters/notesMaster1.xml" Id="R8635f74c817a448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72ac3a47d69436f" /><Relationship Type="http://schemas.openxmlformats.org/officeDocument/2006/relationships/notesMaster" Target="/ppt/notesMasters/notesMaster1.xml" Id="R77382f62b3374a2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73db7eafb3d4053" /><Relationship Type="http://schemas.openxmlformats.org/officeDocument/2006/relationships/notesMaster" Target="/ppt/notesMasters/notesMaster1.xml" Id="R0b43de37fb6144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Hundred squares, fraction strips, double number lines, conversion grids,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0.36 and 36%. | Choose a representation out of 100 or use division. | Use a hundred-square model or multiplication and division by 100, then check against a known benchmark.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fraction, decimal, percentage, equivalent, hundredths, convert.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0.58, 3/5, 62%.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0.36 and 36%.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 hundred-square model or multiplication and division by 100, then check against a known benchmark.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0.36 and 36%..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0.35..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62.5%.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0.35.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0.35. | Use a hundred-square model or multiplication and division by 100, then check against a known benchmark.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4ead9f14e14c4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023021f0ed44a4" /><Relationship Type="http://schemas.openxmlformats.org/officeDocument/2006/relationships/slideLayout" Target="/ppt/slideLayouts/slideLayout1.xml" Id="R46aa34c980414ea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aa34c980414ea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65c9b9254b472d" /><Relationship Type="http://schemas.openxmlformats.org/officeDocument/2006/relationships/notesSlide" Target="/ppt/notesSlides/notesSlide1.xml" Id="Rfab865da170c473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6baa090b6d475a" /><Relationship Type="http://schemas.openxmlformats.org/officeDocument/2006/relationships/notesSlide" Target="/ppt/notesSlides/notesSlide2.xml" Id="R84ecbb6cfefb4e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10bbd464ed4278" /><Relationship Type="http://schemas.openxmlformats.org/officeDocument/2006/relationships/notesSlide" Target="/ppt/notesSlides/notesSlide3.xml" Id="R945e810c1ff142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9ff9238b024beb" /><Relationship Type="http://schemas.openxmlformats.org/officeDocument/2006/relationships/notesSlide" Target="/ppt/notesSlides/notesSlide4.xml" Id="R593f4740a8f841d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3e3b16d35f4082" /><Relationship Type="http://schemas.openxmlformats.org/officeDocument/2006/relationships/notesSlide" Target="/ppt/notesSlides/notesSlide5.xml" Id="Rd592a4484603409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0918837d634d3b" /><Relationship Type="http://schemas.openxmlformats.org/officeDocument/2006/relationships/notesSlide" Target="/ppt/notesSlides/notesSlide6.xml" Id="R64ccbd51b37d40a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600dbf1baa431a" /><Relationship Type="http://schemas.openxmlformats.org/officeDocument/2006/relationships/image" Target="/ppt/media/image.png" Id="R695637b2a0af4dd0" /><Relationship Type="http://schemas.openxmlformats.org/officeDocument/2006/relationships/notesSlide" Target="/ppt/notesSlides/notesSlide7.xml" Id="R1a8118dcba86408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c326c5592149e5" /><Relationship Type="http://schemas.openxmlformats.org/officeDocument/2006/relationships/notesSlide" Target="/ppt/notesSlides/notesSlide8.xml" Id="R053313473c934a5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ea304c79424ae6" /><Relationship Type="http://schemas.openxmlformats.org/officeDocument/2006/relationships/notesSlide" Target="/ppt/notesSlides/notesSlide9.xml" Id="R1315cf7dff8e400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f54635dd14387" /><Relationship Type="http://schemas.openxmlformats.org/officeDocument/2006/relationships/notesSlide" Target="/ppt/notesSlides/notesSlide10.xml" Id="R6ea49724ed994cc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9ea175e309473c" /><Relationship Type="http://schemas.openxmlformats.org/officeDocument/2006/relationships/notesSlide" Target="/ppt/notesSlides/notesSlide11.xml" Id="Re3c29c7100bf467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e5d5507b3d406e" /><Relationship Type="http://schemas.openxmlformats.org/officeDocument/2006/relationships/notesSlide" Target="/ppt/notesSlides/notesSlide12.xml" Id="R00adb63b515c4c9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5314A0-F165-46F2-9A43-09530CA11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39003E-E3A3-492E-B47A-0C1D2A40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F4CECF-E275-47AE-9692-56F8F20B3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5F18B4-3861-4E1A-8A3C-F108CCCD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F99F92-1F09-45FD-84B1-7D42EBEF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42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fractions decimals and percentages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D953B8-A340-4BD3-8457-2304BD6DB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EA0913-9FE5-4EDE-AFEF-08D11DC0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D99905-104D-4778-9E2B-C76CC833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values written in different forms.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DA1E9A-7B2E-499C-91B7-90910A1B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1A08E2-50C3-4813-A976-B368D5E12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Hundred squares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D8CBD6-86D2-4936-A038-CB38CF9F6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0803269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635527-316A-4E85-9702-7C22D70B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2D41E2-7F81-432F-BF44-A021DECCB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45C5A3-101F-4E40-AA55-CB075F717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38D76A-6FF8-46CC-912F-88C763C32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ADA4B2-1B1D-4029-AD7D-D2E6A4D6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068750-00D0-4BB9-AF1B-6D811C33A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B9DEB6-D4E3-4432-B529-9DFA71A6E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30A951-4F51-465F-824C-A9C51FA6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21403E-7308-4D3A-B0E3-C517BA1E3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 decimals and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B9C058-1D5B-4713-A567-5C0AA64E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4CF777-1633-4778-A4E5-11A231A1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E6D4C6-DF52-421B-AFF2-7D749EF62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3BE6E6-547F-4741-BC47-EBA8F5A6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common equivalences and convert between fractions, decimals and percentages.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4C2292-6312-4490-9A31-99D16B10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130464-22C4-4273-86C7-DFBA8051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D738F2-15BA-42DE-8D09-256F84A3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94937A-2ACD-4B9F-B493-8F8359BF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Complete: 9/25 = __ = __%.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95FE76-4F6F-4A51-898D-4216C548F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0D1744-189F-4B90-9E3B-7129DC522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ADC709-048A-4F95-A330-86F61C70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C39B50-C1CF-451F-8B1A-86C618740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Order 3/5, 0.58 and 62% from least to greatest.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05EF6C-310D-4DB3-89D5-1E8EB242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036210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02947B-FA91-4693-A6F7-7D60D7A92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1F569E-08FD-4D09-BB36-F535B549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6D334B-3F3B-4DA0-AD7F-52AB4700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1EC3DC-9AB1-4029-9FEE-B2C13C3D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40DC1A-773D-4AB5-95F7-D7E99E359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47CF70-86A7-47A1-99B0-7AAD8EC9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588B02-F3C5-4858-8C35-3403876A7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2AFCF5-B9DB-4DDD-98A1-E2CC7F05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C49992-62FC-4D52-987C-39AF7A7D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 decimals and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2D6D76-B3FB-4630-835B-0A1274331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values written in different forms.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771902-7853-43A8-A590-AAF051FA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A02A32-C816-4BE4-96D9-32C4D38ED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Choose a representation out of 100 or use division.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8BD8FE-9708-42C5-9E88-867738D09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Convert carefully while preserving the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2D0DE1-4E27-4107-8F38-8AF6676ED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three forms against a benchmark such as one half.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96F3FD-DFFF-463C-8F4D-D36A9C70F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fraction  |  decimal  |  percentage  |  equivalent  |  hundredths  |  convert</a:t>
            </a:r>
          </a:p>
        </p:txBody>
      </p:sp>
    </p:spTree>
    <p:extLst>
      <p:ext uri="{BB962C8B-B14F-4D97-AF65-F5344CB8AC3E}">
        <p14:creationId xmlns:p14="http://schemas.microsoft.com/office/powerpoint/2010/main" val="18054948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2A0733-EC6B-4C7D-9EBD-03C18207E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C08C53-3B0C-4E38-9B53-769A85F2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CD6A47-0001-4B28-BF67-F8B6A5B7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F71854-84E7-4A66-98E8-9FDAD304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2AD14F-9260-4C61-B56A-F3FB43E2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E4C811-88C2-4A89-AA64-A8B13897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A89471-F352-46D4-9715-EC0A057B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6E5746-0301-4961-AC9E-552DF88CA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450E73-167C-4BE0-AC46-EE41C7F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 decimals and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510E4A-5E73-4023-9881-CDBC8DD60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3/5, 0.58 and 62% from least to greatest.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B80437-461D-47FF-AD68-254A491C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D6354D-FF9F-44F2-9706-01484A03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F5497F-84A5-4724-823D-0A0B184C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Choose a representation out of 100 or use division.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E65A4E-E1A6-4DBE-B786-23149D16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DE6FB2-E88B-4CFE-AAFB-EC66EFCA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0927F5-A315-4BA7-886D-97C83500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Convert carefully while preserving the value.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EDAE4C-888E-4D7C-AA3D-81A83069E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DCEFC7-963D-4B22-8170-160FE4F79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0192E3-5835-47DC-8E7C-4E31D24A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0.58, 3/5, 62%.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C6E182-E4FA-4DAD-920D-7E3AC4D4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B8A9DB-3E6B-4C49-81F9-0E4BAB34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FB2852-6BC2-4E1A-8032-4E25D07BB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three forms against a benchmark such as one half.</a:t>
            </a:r>
          </a:p>
        </p:txBody>
      </p:sp>
    </p:spTree>
    <p:extLst>
      <p:ext uri="{BB962C8B-B14F-4D97-AF65-F5344CB8AC3E}">
        <p14:creationId xmlns:p14="http://schemas.microsoft.com/office/powerpoint/2010/main" val="13533496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067AD2-2B78-4328-9E0F-EDB1141A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4B6570-456B-46BF-A7FB-DE903FA4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4A18D-05F4-436C-8129-E925CB1E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B47093-4A0B-4216-8E33-FF9EC748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E99F78-1653-4245-8072-7BDC003C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F12C98-8E74-4B35-A807-F2024438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77EE58-933A-4D75-82ED-FDC82775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892B9B-272B-4EFD-BD82-C33EABC9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4D9F3F-17D1-4C59-8EB4-1FF0FF6E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 decimals and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2B63A4-60C6-4558-8440-139B3E99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E33B42-2719-4E7B-94C9-D2340364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0.58, 3/5, 62%.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714A49-DBAE-4302-9C97-DEC991BDF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4EFDA9-DA96-4538-B246-608B514A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three forms against a benchmark such as one half.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C41A69-5841-4AB1-A09B-DB425F50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1346789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04444D-0B8E-4164-AFD3-00CB909B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0AC6C1-EB82-40F2-AF88-31A039EA8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475C5C-4E53-486B-A506-0D40A1C0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4CC58C-B564-4F1A-9B24-78AB5829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7547A6-54FD-4ABA-9C63-63903D23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717015-5EEB-482B-869B-03650AEB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043CAF-A273-4D17-9A1A-57E20991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CA55D7-2173-492D-A0FD-D93FA7A7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A734B2-7B6B-4725-9682-86356D6E0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 decimals and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581B10-7446-4CB3-A853-679672BC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Complete: 9/25 = __ = __%.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567C43-C528-4763-BCCA-2B5F6642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A01689-7F07-4BE8-A5F6-8296BC92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37DD74-9D1F-431F-8636-88DC0C0E4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7F1B67-2E70-49DE-9F9A-B6D66901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5CBE07-56AF-473A-80C6-01CB2245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0.36 and 36%.</a:t>
            </a:r>
          </a:p>
        </p:txBody>
      </p:sp>
    </p:spTree>
    <p:extLst>
      <p:ext uri="{BB962C8B-B14F-4D97-AF65-F5344CB8AC3E}">
        <p14:creationId xmlns:p14="http://schemas.microsoft.com/office/powerpoint/2010/main" val="2106135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75CA25-9F65-417D-BEB0-C93C901D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5BD689-E152-48DB-A581-2D8909E2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2D595B-DC51-4E54-AD57-D2DAF03CB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402F6C-0D2A-4D1C-8728-D7924FA15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2D3804-C133-4F7B-BF92-34C317068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8C5420-F717-4ABA-843C-CE2AD4615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350243-4233-41AC-8B29-F8140FEC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9864A6-B31A-4D96-AC3A-903E7C5A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B15D12-C133-4802-B80B-93E19C409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 decimals and percentages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5637b2a0af4dd0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503F42-5F91-438C-A8FC-F4FB631C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A537A4-EE88-4E45-886B-19A066D0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moves the decimal point without considering the value.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6CC52A-8D9E-42DC-BD28-04C71DA63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A18481-18F1-49D6-842A-0325FD51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25CC5B-0689-4ED5-BD0D-C9CE8A13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 hundred-square model or multiplication and division by 100, then check against a known benchmark.</a:t>
            </a:r>
          </a:p>
        </p:txBody>
      </p:sp>
    </p:spTree>
    <p:extLst>
      <p:ext uri="{BB962C8B-B14F-4D97-AF65-F5344CB8AC3E}">
        <p14:creationId xmlns:p14="http://schemas.microsoft.com/office/powerpoint/2010/main" val="21686476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F2325C-E2CE-4771-AFF0-FCE8C465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FC6F90-C15C-4451-822E-15E04E66E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BF284A-0ED4-4332-BA7A-53E44ACC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F65EC6-84C5-47A0-AE9D-09B40B6C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EDA038-CB24-458B-A7E7-49D41497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8DA55B-F791-4BCE-95C6-41527A8C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7AD8C7-E6FF-4E9A-8C60-9F5F09F66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E1954A-74E2-4272-82DC-3CCE5091F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0AF854-4900-424E-9E67-F92C7EF3C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 decimals and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C03449-2F82-49B7-8BDF-155EC99A9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F2BEEA-3C00-4F4B-A601-65C42F18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808EDA-237F-40F4-944E-D5537E634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6C0059-70A0-4688-90C1-924D8427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Complete: 9/25 = __ = __%.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693FB0-4EBF-4FE9-9647-6B50CCF22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AB76B2-2B43-49CD-95B0-1A0B168A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F17B93-7229-4321-AE4F-93A5BE461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5B4D14-41C7-4EF2-946D-B6C6640C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BEF113-4986-4992-BC5D-088530DD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320951-FE05-4138-8885-D72E6DC8A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53428E-D01E-4C9D-948E-3980323A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61831C-5B90-4FA4-A14F-BD2E82A65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0.36 and 36%.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CB37D2-028E-4344-98AC-36D69FBB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8189464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42A553-644C-4C1C-A4D9-6781D2E51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9CA4AC-B625-4159-9FB6-ABA00FC59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FCF2B2-3DCF-40D2-803C-359499EC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96F993-E04B-4D7D-AE40-C6C6D44E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7396E5-1738-4546-974E-A7B79622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8E3081-44A3-4768-95CF-9511F342A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199A0B-63BF-43A7-AD07-40D5E616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8A3E33-605A-4FDA-B4BA-9162C620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E01E62-C9A3-41B0-A51A-CBB89A5C7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 decimals and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D62EB8-F24E-45D5-AB1E-729ED98F6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B8F2EA-8733-4A50-B834-797B74B12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AF2EDA-2EB1-46A0-BF41-43B23420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CF7544-C591-4714-9DD7-8227740B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7/20 as a decimal.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1A1546-2D31-4E6F-9033-8EF896BF3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6FB513-738F-4E6A-B949-7039C6BFB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5B4366-74C3-4B47-A4B5-022DFFB71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2F3CA0-D81E-4D0F-A705-F44A799B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34DDFF-9238-4166-83DB-3E7266E3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0D43C8-83A3-4D4C-ABAE-21778EE4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87AF24-49AD-4E78-A111-7E84B7D23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B1555F-ADC0-43DF-B236-22689E0F6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1306380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95676-8ED9-478D-9A1A-C7B13AF4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C2597B-D395-431E-8B1E-8C25FB0E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A71B3C-65F8-4FF9-B7D6-53937BBD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185544-5C5C-47B5-9375-E417A780D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D8257A-9968-46A9-825F-9A013AE7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96966B-7F17-4070-B8CC-0D6EA6D96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876BFD-F66A-421E-A1AE-E7467889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ADE651-8B2C-4A3C-B3DA-212CB4EA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87FCAC-BBB7-4375-ACCD-9A0CC644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 decimals and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1EE27E-2EE4-4CE6-8C5B-F22E57EB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Write 0.625 as a percentage.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93EB4D-9368-4836-83F2-A0FFCA09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DBA819-B64F-4814-88DB-737627E0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0A13CB-1CCC-45A4-9D62-08AA6422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62.5%.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4040631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0641E7-1A09-40E4-AE56-B00645C97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B7D154-F0B1-49A2-A693-1AE9BAC1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9101AE-28C3-42DB-A2C7-397A8A50C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687F50-ABFF-4A97-BA45-25E9394F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1D396B-FA1E-4E44-97CD-F250B9E5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E2FA2E-863C-41C5-9994-F60CCFB2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AB53AB-7E1C-4C3E-B959-C107EB06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591905-56B7-4219-AB82-C7D5F476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7EDA24-CFA0-4FDF-9A8E-0E8F7014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 decimals and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A9A36D-F472-40A8-8B00-DC69AF27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3F2732-0B1C-468A-A4AF-3834A07A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FEF49A-A63D-42D8-9B09-4858EF6A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7/20 as a decimal.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3FB273-D001-41D7-8857-A299369DF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D47EFD-1401-400D-80AD-2CDC6B6D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396FC7-B355-4DE6-B8DB-1E34E8B8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2BF903-C12B-40F3-AC8B-29FC4656C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0.35.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3DE42A-1823-4608-87D9-D0F04FB3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A01069-4717-49BB-BC03-262FE6E45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86576404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59BF87-4805-41C1-9BFD-8D7832E0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B541D4-E907-422E-AE45-32B4905C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A5A9D6-FF5B-4618-94B1-D0DB2CB2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347C53-43B3-4CC2-B765-FCF145086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FA8170-BBD3-4341-A936-AEDC746E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905D73-1818-46A5-9DBC-63B19CF4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186E2B-5AAE-410C-8EB8-FF47A7AD7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E13C34-9CC1-4720-97E2-B27F537A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6AAF78-B9CF-4D7E-A0CD-3641C71D0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 decimals and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347593-231D-4041-AFE9-9547B6B20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B0DFC7-AE2B-4C74-B315-BB6DF371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871C02-AA95-4EDB-A6E3-CF74A32F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28734A-9CE4-4C27-B046-EE8F726D3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7/20 as a decimal.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766076-0AB7-49C3-A969-8D9D0F06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7C219E-B35C-477B-8746-CC9C273F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AA396D-8597-4AF2-B239-19179700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EE5891-B881-42FB-B1E0-9636A1D0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moves the decimal point without considering the value.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1D2934-779B-4FCC-B5FA-75B60C31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F420EB-A036-4444-9CAD-3C814186A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BFE2B4-4EA7-459D-906E-8A82ED78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27A9E5-6193-4DFB-A052-A5DB6901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0CAE8F-0A71-4F5A-957A-A2F8DEB07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0236395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2026-09-09T20:46:57.9530000Z</dcterms:created>
  <dcterms:modified xsi:type="dcterms:W3CDTF">2026-09-09T20:46:57.9530000Z</dcterms:modified>
</coreProperties>
</file>